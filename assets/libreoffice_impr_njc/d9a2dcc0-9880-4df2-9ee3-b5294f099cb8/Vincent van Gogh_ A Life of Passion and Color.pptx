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eg" ContentType="image/jpeg"/>
  <Override PartName="/_rels/.rels" ContentType="application/vnd.openxmlformats-package.relationship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presentation.xml" ContentType="application/vnd.openxmlformats-officedocument.presentationml.presentation.main+xml"/>
  <Override PartName="/ppt/slideMasters/_rels/slideMaster1.xml.rels" ContentType="application/vnd.openxmlformats-package.relationships+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notesSlides/_rels/notesSlide15.xml.rels" ContentType="application/vnd.openxmlformats-package.relationships+xml"/>
  <Override PartName="/ppt/notesSlides/_rels/notesSlide6.xml.rels" ContentType="application/vnd.openxmlformats-package.relationships+xml"/>
  <Override PartName="/ppt/notesSlides/_rels/notesSlide11.xml.rels" ContentType="application/vnd.openxmlformats-package.relationships+xml"/>
  <Override PartName="/ppt/notesSlides/_rels/notesSlide2.xml.rels" ContentType="application/vnd.openxmlformats-package.relationships+xml"/>
  <Override PartName="/ppt/notesSlides/_rels/notesSlide12.xml.rels" ContentType="application/vnd.openxmlformats-package.relationships+xml"/>
  <Override PartName="/ppt/notesSlides/_rels/notesSlide5.xml.rels" ContentType="application/vnd.openxmlformats-package.relationships+xml"/>
  <Override PartName="/ppt/notesSlides/_rels/notesSlide9.xml.rels" ContentType="application/vnd.openxmlformats-package.relationships+xml"/>
  <Override PartName="/ppt/notesSlides/_rels/notesSlide13.xml.rels" ContentType="application/vnd.openxmlformats-package.relationships+xml"/>
  <Override PartName="/ppt/notesSlides/_rels/notesSlide19.xml.rels" ContentType="application/vnd.openxmlformats-package.relationships+xml"/>
  <Override PartName="/ppt/notesSlides/_rels/notesSlide18.xml.rels" ContentType="application/vnd.openxmlformats-package.relationships+xml"/>
  <Override PartName="/ppt/notesSlides/_rels/notesSlide8.xml.rels" ContentType="application/vnd.openxmlformats-package.relationships+xml"/>
  <Override PartName="/ppt/notesSlides/_rels/notesSlide17.xml.rels" ContentType="application/vnd.openxmlformats-package.relationships+xml"/>
  <Override PartName="/ppt/notesSlides/_rels/notesSlide4.xml.rels" ContentType="application/vnd.openxmlformats-package.relationships+xml"/>
  <Override PartName="/ppt/notesSlides/_rels/notesSlide14.xml.rels" ContentType="application/vnd.openxmlformats-package.relationships+xml"/>
  <Override PartName="/ppt/notesSlides/_rels/notesSlide1.xml.rels" ContentType="application/vnd.openxmlformats-package.relationships+xml"/>
  <Override PartName="/ppt/notesSlides/_rels/notesSlide10.xml.rels" ContentType="application/vnd.openxmlformats-package.relationships+xml"/>
  <Override PartName="/ppt/notesSlides/_rels/notesSlide3.xml.rels" ContentType="application/vnd.openxmlformats-package.relationships+xml"/>
  <Override PartName="/ppt/notesSlides/_rels/notesSlide7.xml.rels" ContentType="application/vnd.openxmlformats-package.relationships+xml"/>
  <Override PartName="/ppt/notesSlides/_rels/notesSlide16.xml.rels" ContentType="application/vnd.openxmlformats-package.relationships+xml"/>
  <Override PartName="/ppt/notesSlides/notesSlide9.xml" ContentType="application/vnd.openxmlformats-officedocument.presentationml.notesSlide+xml"/>
  <Override PartName="/ppt/notesSlides/notesSlide18.xml" ContentType="application/vnd.openxmlformats-officedocument.presentationml.notesSlide+xml"/>
  <Override PartName="/ppt/notesSlides/notesSlide8.xml" ContentType="application/vnd.openxmlformats-officedocument.presentationml.notesSlide+xml"/>
  <Override PartName="/ppt/notesSlides/notesSlide17.xml" ContentType="application/vnd.openxmlformats-officedocument.presentationml.notesSlide+xml"/>
  <Override PartName="/ppt/notesSlides/notesSlide13.xml" ContentType="application/vnd.openxmlformats-officedocument.presentationml.notesSlide+xml"/>
  <Override PartName="/ppt/notesSlides/notesSlide4.xml" ContentType="application/vnd.openxmlformats-officedocument.presentationml.notesSlide+xml"/>
  <Override PartName="/ppt/notesSlides/notesSlide19.xml" ContentType="application/vnd.openxmlformats-officedocument.presentationml.notesSlide+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4.xml" ContentType="application/vnd.openxmlformats-officedocument.presentationml.notesSlide+xml"/>
  <Override PartName="/ppt/notesSlides/notesSlide5.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15.xml" ContentType="application/vnd.openxmlformats-officedocument.presentationml.notesSlide+xml"/>
  <Override PartName="/ppt/notesSlides/notesSlide6.xml" ContentType="application/vnd.openxmlformats-officedocument.presentationml.notesSlide+xml"/>
  <Override PartName="/ppt/notesSlides/notesSlide12.xml" ContentType="application/vnd.openxmlformats-officedocument.presentationml.notesSlide+xml"/>
  <Override PartName="/ppt/notesSlides/notesSlide3.xml" ContentType="application/vnd.openxmlformats-officedocument.presentationml.notesSlide+xml"/>
  <Override PartName="/ppt/notesSlides/notesSlide16.xml" ContentType="application/vnd.openxmlformats-officedocument.presentationml.notesSlide+xml"/>
  <Override PartName="/ppt/notesSlides/notesSlide7.xml" ContentType="application/vnd.openxmlformats-officedocument.presentationml.notesSlide+xml"/>
  <Override PartName="/ppt/_rels/presentation.xml.rels" ContentType="application/vnd.openxmlformats-package.relationship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10.xml" ContentType="application/vnd.openxmlformats-officedocument.presentationml.slideLayout+xml"/>
  <Override PartName="/ppt/slideLayouts/_rels/slideLayout12.xml.rels" ContentType="application/vnd.openxmlformats-package.relationships+xml"/>
  <Override PartName="/ppt/slideLayouts/_rels/slideLayout11.xml.rels" ContentType="application/vnd.openxmlformats-package.relationships+xml"/>
  <Override PartName="/ppt/slideLayouts/_rels/slideLayout9.xml.rels" ContentType="application/vnd.openxmlformats-package.relationships+xml"/>
  <Override PartName="/ppt/slideLayouts/_rels/slideLayout10.xml.rels" ContentType="application/vnd.openxmlformats-package.relationships+xml"/>
  <Override PartName="/ppt/slideLayouts/_rels/slideLayout8.xml.rels" ContentType="application/vnd.openxmlformats-package.relationships+xml"/>
  <Override PartName="/ppt/slideLayouts/_rels/slideLayout5.xml.rels" ContentType="application/vnd.openxmlformats-package.relationships+xml"/>
  <Override PartName="/ppt/slideLayouts/_rels/slideLayout7.xml.rels" ContentType="application/vnd.openxmlformats-package.relationships+xml"/>
  <Override PartName="/ppt/slideLayouts/_rels/slideLayout4.xml.rels" ContentType="application/vnd.openxmlformats-package.relationships+xml"/>
  <Override PartName="/ppt/slideLayouts/_rels/slideLayout6.xml.rels" ContentType="application/vnd.openxmlformats-package.relationships+xml"/>
  <Override PartName="/ppt/slideLayouts/_rels/slideLayout3.xml.rels" ContentType="application/vnd.openxmlformats-package.relationships+xml"/>
  <Override PartName="/ppt/slideLayouts/_rels/slideLayout2.xml.rels" ContentType="application/vnd.openxmlformats-package.relationships+xml"/>
  <Override PartName="/ppt/slideLayouts/_rels/slideLayout1.xml.rels" ContentType="application/vnd.openxmlformats-package.relationships+xml"/>
  <Override PartName="/ppt/slideLayouts/slideLayout9.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media/image1.png" ContentType="image/png"/>
  <Override PartName="/ppt/media/image3.jpeg" ContentType="image/jpeg"/>
  <Override PartName="/ppt/media/image2.jpeg" ContentType="image/jpeg"/>
  <Override PartName="/ppt/media/image4.png" ContentType="image/png"/>
  <Override PartName="/ppt/media/image5.png" ContentType="image/png"/>
  <Override PartName="/ppt/media/image10.png" ContentType="image/png"/>
  <Override PartName="/ppt/media/image6.png" ContentType="image/png"/>
  <Override PartName="/ppt/media/image11.png" ContentType="image/png"/>
  <Override PartName="/ppt/media/image7.png" ContentType="image/png"/>
  <Override PartName="/ppt/media/image12.png" ContentType="image/png"/>
  <Override PartName="/ppt/media/image8.png" ContentType="image/png"/>
  <Override PartName="/ppt/media/image13.png" ContentType="image/png"/>
  <Override PartName="/ppt/media/image9.png" ContentType="image/png"/>
  <Override PartName="/ppt/presProps.xml" ContentType="application/vnd.openxmlformats-officedocument.presentationml.presProps+xml"/>
  <Override PartName="/ppt/notesMasters/_rels/notesMaster1.xml.rels" ContentType="application/vnd.openxmlformats-package.relationships+xml"/>
  <Override PartName="/ppt/notesMasters/notesMaster1.xml" ContentType="application/vnd.openxmlformats-officedocument.presentationml.notesMaster+xml"/>
  <Override PartName="/ppt/slides/slide13.xml" ContentType="application/vnd.openxmlformats-officedocument.presentationml.slide+xml"/>
  <Override PartName="/ppt/slides/slide12.xml" ContentType="application/vnd.openxmlformats-officedocument.presentationml.slide+xml"/>
  <Override PartName="/ppt/slides/slide9.xml" ContentType="application/vnd.openxmlformats-officedocument.presentationml.slide+xml"/>
  <Override PartName="/ppt/slides/slide11.xml" ContentType="application/vnd.openxmlformats-officedocument.presentationml.slide+xml"/>
  <Override PartName="/ppt/slides/slide8.xml" ContentType="application/vnd.openxmlformats-officedocument.presentationml.slide+xml"/>
  <Override PartName="/ppt/slides/slide19.xml" ContentType="application/vnd.openxmlformats-officedocument.presentationml.slide+xml"/>
  <Override PartName="/ppt/slides/slide4.xml" ContentType="application/vnd.openxmlformats-officedocument.presentationml.slide+xml"/>
  <Override PartName="/ppt/slides/slide18.xml" ContentType="application/vnd.openxmlformats-officedocument.presentationml.slide+xml"/>
  <Override PartName="/ppt/slides/slide3.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_rels/slide7.xml.rels" ContentType="application/vnd.openxmlformats-package.relationships+xml"/>
  <Override PartName="/ppt/slides/_rels/slide6.xml.rels" ContentType="application/vnd.openxmlformats-package.relationships+xml"/>
  <Override PartName="/ppt/slides/_rels/slide3.xml.rels" ContentType="application/vnd.openxmlformats-package.relationships+xml"/>
  <Override PartName="/ppt/slides/_rels/slide5.xml.rels" ContentType="application/vnd.openxmlformats-package.relationships+xml"/>
  <Override PartName="/ppt/slides/_rels/slide2.xml.rels" ContentType="application/vnd.openxmlformats-package.relationships+xml"/>
  <Override PartName="/ppt/slides/_rels/slide4.xml.rels" ContentType="application/vnd.openxmlformats-package.relationships+xml"/>
  <Override PartName="/ppt/slides/_rels/slide13.xml.rels" ContentType="application/vnd.openxmlformats-package.relationships+xml"/>
  <Override PartName="/ppt/slides/_rels/slide16.xml.rels" ContentType="application/vnd.openxmlformats-package.relationships+xml"/>
  <Override PartName="/ppt/slides/_rels/slide12.xml.rels" ContentType="application/vnd.openxmlformats-package.relationships+xml"/>
  <Override PartName="/ppt/slides/_rels/slide15.xml.rels" ContentType="application/vnd.openxmlformats-package.relationships+xml"/>
  <Override PartName="/ppt/slides/_rels/slide9.xml.rels" ContentType="application/vnd.openxmlformats-package.relationships+xml"/>
  <Override PartName="/ppt/slides/_rels/slide10.xml.rels" ContentType="application/vnd.openxmlformats-package.relationships+xml"/>
  <Override PartName="/ppt/slides/_rels/slide11.xml.rels" ContentType="application/vnd.openxmlformats-package.relationships+xml"/>
  <Override PartName="/ppt/slides/_rels/slide14.xml.rels" ContentType="application/vnd.openxmlformats-package.relationships+xml"/>
  <Override PartName="/ppt/slides/_rels/slide8.xml.rels" ContentType="application/vnd.openxmlformats-package.relationships+xml"/>
  <Override PartName="/ppt/slides/_rels/slide19.xml.rels" ContentType="application/vnd.openxmlformats-package.relationships+xml"/>
  <Override PartName="/ppt/slides/_rels/slide18.xml.rels" ContentType="application/vnd.openxmlformats-package.relationships+xml"/>
  <Override PartName="/ppt/slides/_rels/slide17.xml.rels" ContentType="application/vnd.openxmlformats-package.relationships+xml"/>
  <Override PartName="/ppt/slides/_rels/slide1.xml.rels" ContentType="application/vnd.openxmlformats-package.relationships+xml"/>
  <Override PartName="/ppt/slides/slide16.xml" ContentType="application/vnd.openxmlformats-officedocument.presentationml.slide+xml"/>
  <Override PartName="/ppt/slides/slide1.xml" ContentType="application/vnd.openxmlformats-officedocument.presentationml.slide+xml"/>
  <Override PartName="/ppt/slides/slide15.xml" ContentType="application/vnd.openxmlformats-officedocument.presentationml.slide+xml"/>
  <Override PartName="/ppt/slides/slide1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10.xml" ContentType="application/vnd.openxmlformats-officedocument.presentationml.slide+xml"/>
  <Override PartName="/ppt/slides/slide7.xml" ContentType="application/vnd.openxmlformats-officedocument.presentationml.slide+xml"/>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
</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Lst>
  <p:notesMasterIdLst>
    <p:notesMasterId r:id="rId3"/>
  </p:notesMasterIdLst>
  <p:sldIdLst>
    <p:sldId id="256" r:id="rId4"/>
    <p:sldId id="257" r:id="rId5"/>
    <p:sldId id="258" r:id="rId6"/>
    <p:sldId id="259" r:id="rId7"/>
    <p:sldId id="260" r:id="rId8"/>
    <p:sldId id="261" r:id="rId9"/>
    <p:sldId id="262" r:id="rId10"/>
    <p:sldId id="263" r:id="rId11"/>
    <p:sldId id="264" r:id="rId12"/>
    <p:sldId id="265" r:id="rId13"/>
    <p:sldId id="266" r:id="rId14"/>
    <p:sldId id="267" r:id="rId15"/>
    <p:sldId id="268" r:id="rId16"/>
    <p:sldId id="269" r:id="rId17"/>
    <p:sldId id="270" r:id="rId18"/>
    <p:sldId id="271" r:id="rId19"/>
    <p:sldId id="272" r:id="rId20"/>
    <p:sldId id="273" r:id="rId21"/>
    <p:sldId id="274" r:id="rId22"/>
  </p:sldIdLst>
  <p:sldSz cx="12192000" cy="6858000"/>
  <p:notesSz cx="6858000" cy="12192000"/>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ationPr>
</file>

<file path=ppt/_rels/presentation.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notesMaster" Target="notesMasters/notesMaster1.xml"/><Relationship Id="rId4" Type="http://schemas.openxmlformats.org/officeDocument/2006/relationships/slide" Target="slides/slide1.xml"/><Relationship Id="rId5" Type="http://schemas.openxmlformats.org/officeDocument/2006/relationships/slide" Target="slides/slide2.xml"/><Relationship Id="rId6" Type="http://schemas.openxmlformats.org/officeDocument/2006/relationships/slide" Target="slides/slide3.xml"/><Relationship Id="rId7" Type="http://schemas.openxmlformats.org/officeDocument/2006/relationships/slide" Target="slides/slide4.xml"/><Relationship Id="rId8" Type="http://schemas.openxmlformats.org/officeDocument/2006/relationships/slide" Target="slides/slide5.xml"/><Relationship Id="rId9" Type="http://schemas.openxmlformats.org/officeDocument/2006/relationships/slide" Target="slides/slide6.xml"/><Relationship Id="rId10" Type="http://schemas.openxmlformats.org/officeDocument/2006/relationships/slide" Target="slides/slide7.xml"/><Relationship Id="rId11" Type="http://schemas.openxmlformats.org/officeDocument/2006/relationships/slide" Target="slides/slide8.xml"/><Relationship Id="rId12" Type="http://schemas.openxmlformats.org/officeDocument/2006/relationships/slide" Target="slides/slide9.xml"/><Relationship Id="rId13" Type="http://schemas.openxmlformats.org/officeDocument/2006/relationships/slide" Target="slides/slide10.xml"/><Relationship Id="rId14" Type="http://schemas.openxmlformats.org/officeDocument/2006/relationships/slide" Target="slides/slide11.xml"/><Relationship Id="rId15" Type="http://schemas.openxmlformats.org/officeDocument/2006/relationships/slide" Target="slides/slide12.xml"/><Relationship Id="rId16" Type="http://schemas.openxmlformats.org/officeDocument/2006/relationships/slide" Target="slides/slide13.xml"/><Relationship Id="rId17" Type="http://schemas.openxmlformats.org/officeDocument/2006/relationships/slide" Target="slides/slide14.xml"/><Relationship Id="rId18" Type="http://schemas.openxmlformats.org/officeDocument/2006/relationships/slide" Target="slides/slide15.xml"/><Relationship Id="rId19" Type="http://schemas.openxmlformats.org/officeDocument/2006/relationships/slide" Target="slides/slide16.xml"/><Relationship Id="rId20" Type="http://schemas.openxmlformats.org/officeDocument/2006/relationships/slide" Target="slides/slide17.xml"/><Relationship Id="rId21" Type="http://schemas.openxmlformats.org/officeDocument/2006/relationships/slide" Target="slides/slide18.xml"/><Relationship Id="rId22" Type="http://schemas.openxmlformats.org/officeDocument/2006/relationships/slide" Target="slides/slide19.xml"/><Relationship Id="rId23" Type="http://schemas.openxmlformats.org/officeDocument/2006/relationships/presProps" Target="presProps.xml"/>
</Relationships>
</file>

<file path=ppt/notesMasters/_rels/notesMaster1.xml.rels><?xml version="1.0" encoding="UTF-8"?>
<Relationships xmlns="http://schemas.openxmlformats.org/package/2006/relationships"><Relationship Id="rId1" Type="http://schemas.openxmlformats.org/officeDocument/2006/relationships/theme" Target="../theme/theme2.xml"/>
</Relationships>
</file>

<file path=ppt/notesMasters/notesMaster1.xml><?xml version="1.0" encoding="utf-8"?>
<p:notes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8" name="PlaceHolder 1"/>
          <p:cNvSpPr>
            <a:spLocks noGrp="1"/>
          </p:cNvSpPr>
          <p:nvPr>
            <p:ph type="sldImg"/>
          </p:nvPr>
        </p:nvSpPr>
        <p:spPr>
          <a:xfrm>
            <a:off x="216000" y="812520"/>
            <a:ext cx="7127280" cy="4008960"/>
          </a:xfrm>
          <a:prstGeom prst="rect">
            <a:avLst/>
          </a:prstGeom>
          <a:noFill/>
          <a:ln w="0">
            <a:noFill/>
          </a:ln>
        </p:spPr>
        <p:txBody>
          <a:bodyPr lIns="0" rIns="0" tIns="0" bIns="0" anchor="ctr">
            <a:noAutofit/>
          </a:bodyPr>
          <a:p>
            <a:pPr algn="ctr">
              <a:buNone/>
            </a:pPr>
            <a:r>
              <a:rPr b="0" lang="en-HK" sz="4400" spc="-1" strike="noStrike">
                <a:latin typeface="Arial"/>
              </a:rPr>
              <a:t>Click to move the slide</a:t>
            </a:r>
            <a:endParaRPr b="0" lang="en-HK" sz="4400" spc="-1" strike="noStrike">
              <a:latin typeface="Arial"/>
            </a:endParaRPr>
          </a:p>
        </p:txBody>
      </p:sp>
      <p:sp>
        <p:nvSpPr>
          <p:cNvPr id="39" name="PlaceHolder 2"/>
          <p:cNvSpPr>
            <a:spLocks noGrp="1"/>
          </p:cNvSpPr>
          <p:nvPr>
            <p:ph type="body"/>
          </p:nvPr>
        </p:nvSpPr>
        <p:spPr>
          <a:xfrm>
            <a:off x="756000" y="5078520"/>
            <a:ext cx="6047640" cy="4811040"/>
          </a:xfrm>
          <a:prstGeom prst="rect">
            <a:avLst/>
          </a:prstGeom>
          <a:noFill/>
          <a:ln w="0">
            <a:noFill/>
          </a:ln>
        </p:spPr>
        <p:txBody>
          <a:bodyPr lIns="0" rIns="0" tIns="0" bIns="0" anchor="t">
            <a:noAutofit/>
          </a:bodyPr>
          <a:p>
            <a:r>
              <a:rPr b="0" lang="en-HK" sz="2000" spc="-1" strike="noStrike">
                <a:latin typeface="Arial"/>
              </a:rPr>
              <a:t>Click to edit the notes format</a:t>
            </a:r>
            <a:endParaRPr b="0" lang="en-HK" sz="2000" spc="-1" strike="noStrike">
              <a:latin typeface="Arial"/>
            </a:endParaRPr>
          </a:p>
        </p:txBody>
      </p:sp>
      <p:sp>
        <p:nvSpPr>
          <p:cNvPr id="40" name="PlaceHolder 3"/>
          <p:cNvSpPr>
            <a:spLocks noGrp="1"/>
          </p:cNvSpPr>
          <p:nvPr>
            <p:ph type="hdr"/>
          </p:nvPr>
        </p:nvSpPr>
        <p:spPr>
          <a:xfrm>
            <a:off x="0" y="0"/>
            <a:ext cx="3280680" cy="534240"/>
          </a:xfrm>
          <a:prstGeom prst="rect">
            <a:avLst/>
          </a:prstGeom>
          <a:noFill/>
          <a:ln w="0">
            <a:noFill/>
          </a:ln>
        </p:spPr>
        <p:txBody>
          <a:bodyPr lIns="0" rIns="0" tIns="0" bIns="0" anchor="t">
            <a:noAutofit/>
          </a:bodyPr>
          <a:p>
            <a:r>
              <a:rPr b="0" lang="en-HK" sz="1400" spc="-1" strike="noStrike">
                <a:latin typeface="Times New Roman"/>
              </a:rPr>
              <a:t>&lt;header&gt;</a:t>
            </a:r>
            <a:endParaRPr b="0" lang="en-HK" sz="1400" spc="-1" strike="noStrike">
              <a:latin typeface="Times New Roman"/>
            </a:endParaRPr>
          </a:p>
        </p:txBody>
      </p:sp>
      <p:sp>
        <p:nvSpPr>
          <p:cNvPr id="41" name="PlaceHolder 4"/>
          <p:cNvSpPr>
            <a:spLocks noGrp="1"/>
          </p:cNvSpPr>
          <p:nvPr>
            <p:ph type="dt" idx="1"/>
          </p:nvPr>
        </p:nvSpPr>
        <p:spPr>
          <a:xfrm>
            <a:off x="4278960" y="0"/>
            <a:ext cx="3280680" cy="534240"/>
          </a:xfrm>
          <a:prstGeom prst="rect">
            <a:avLst/>
          </a:prstGeom>
          <a:noFill/>
          <a:ln w="0">
            <a:noFill/>
          </a:ln>
        </p:spPr>
        <p:txBody>
          <a:bodyPr lIns="0" rIns="0" tIns="0" bIns="0" anchor="t">
            <a:noAutofit/>
          </a:bodyPr>
          <a:lstStyle>
            <a:lvl1pPr algn="r">
              <a:buNone/>
              <a:defRPr b="0" lang="en-HK" sz="1400" spc="-1" strike="noStrike">
                <a:latin typeface="Times New Roman"/>
              </a:defRPr>
            </a:lvl1pPr>
          </a:lstStyle>
          <a:p>
            <a:pPr algn="r">
              <a:buNone/>
            </a:pPr>
            <a:r>
              <a:rPr b="0" lang="en-HK" sz="1400" spc="-1" strike="noStrike">
                <a:latin typeface="Times New Roman"/>
              </a:rPr>
              <a:t>&lt;date/time&gt;</a:t>
            </a:r>
            <a:endParaRPr b="0" lang="en-HK" sz="1400" spc="-1" strike="noStrike">
              <a:latin typeface="Times New Roman"/>
            </a:endParaRPr>
          </a:p>
        </p:txBody>
      </p:sp>
      <p:sp>
        <p:nvSpPr>
          <p:cNvPr id="42" name="PlaceHolder 5"/>
          <p:cNvSpPr>
            <a:spLocks noGrp="1"/>
          </p:cNvSpPr>
          <p:nvPr>
            <p:ph type="ftr" idx="2"/>
          </p:nvPr>
        </p:nvSpPr>
        <p:spPr>
          <a:xfrm>
            <a:off x="0" y="10157400"/>
            <a:ext cx="3280680" cy="534240"/>
          </a:xfrm>
          <a:prstGeom prst="rect">
            <a:avLst/>
          </a:prstGeom>
          <a:noFill/>
          <a:ln w="0">
            <a:noFill/>
          </a:ln>
        </p:spPr>
        <p:txBody>
          <a:bodyPr lIns="0" rIns="0" tIns="0" bIns="0" anchor="b">
            <a:noAutofit/>
          </a:bodyPr>
          <a:lstStyle>
            <a:lvl1pPr>
              <a:defRPr b="0" lang="en-HK" sz="1400" spc="-1" strike="noStrike">
                <a:latin typeface="Times New Roman"/>
              </a:defRPr>
            </a:lvl1pPr>
          </a:lstStyle>
          <a:p>
            <a:r>
              <a:rPr b="0" lang="en-HK" sz="1400" spc="-1" strike="noStrike">
                <a:latin typeface="Times New Roman"/>
              </a:rPr>
              <a:t>&lt;footer&gt;</a:t>
            </a:r>
            <a:endParaRPr b="0" lang="en-HK" sz="1400" spc="-1" strike="noStrike">
              <a:latin typeface="Times New Roman"/>
            </a:endParaRPr>
          </a:p>
        </p:txBody>
      </p:sp>
      <p:sp>
        <p:nvSpPr>
          <p:cNvPr id="43" name="PlaceHolder 6"/>
          <p:cNvSpPr>
            <a:spLocks noGrp="1"/>
          </p:cNvSpPr>
          <p:nvPr>
            <p:ph type="sldNum" idx="3"/>
          </p:nvPr>
        </p:nvSpPr>
        <p:spPr>
          <a:xfrm>
            <a:off x="4278960" y="10157400"/>
            <a:ext cx="3280680" cy="534240"/>
          </a:xfrm>
          <a:prstGeom prst="rect">
            <a:avLst/>
          </a:prstGeom>
          <a:noFill/>
          <a:ln w="0">
            <a:noFill/>
          </a:ln>
        </p:spPr>
        <p:txBody>
          <a:bodyPr lIns="0" rIns="0" tIns="0" bIns="0" anchor="b">
            <a:noAutofit/>
          </a:bodyPr>
          <a:lstStyle>
            <a:lvl1pPr algn="r">
              <a:buNone/>
              <a:defRPr b="0" lang="en-HK" sz="1400" spc="-1" strike="noStrike">
                <a:latin typeface="Times New Roman"/>
              </a:defRPr>
            </a:lvl1pPr>
          </a:lstStyle>
          <a:p>
            <a:pPr algn="r">
              <a:buNone/>
            </a:pPr>
            <a:fld id="{852C4513-7B99-41E3-BFB8-965B1BEA1093}" type="slidenum">
              <a:rPr b="0" lang="en-HK" sz="1400" spc="-1" strike="noStrike">
                <a:latin typeface="Times New Roman"/>
              </a:rPr>
              <a:t>&lt;number&gt;</a:t>
            </a:fld>
            <a:endParaRPr b="0" lang="en-HK" sz="1400" spc="-1" strike="noStrike">
              <a:latin typeface="Times New Roman"/>
            </a:endParaRPr>
          </a:p>
        </p:txBody>
      </p:sp>
    </p:spTree>
  </p:cSld>
  <p:clrMap bg1="lt1" bg2="lt2" tx1="dk1" tx2="dk2" accent1="accent1" accent2="accent2" accent3="accent3" accent4="accent4" accent5="accent5" accent6="accent6" hlink="hlink" folHlink="folHlink"/>
</p:notesMaster>
</file>

<file path=ppt/notesSlides/_rels/notesSlide1.xml.rels><?xml version="1.0" encoding="UTF-8"?>
<Relationships xmlns="http://schemas.openxmlformats.org/package/2006/relationships"><Relationship Id="rId1" Type="http://schemas.openxmlformats.org/officeDocument/2006/relationships/slide" Target="../slides/slide1.xml"/><Relationship Id="rId2" Type="http://schemas.openxmlformats.org/officeDocument/2006/relationships/notesMaster" Target="../notesMasters/notesMaster1.xml"/>
</Relationships>
</file>

<file path=ppt/notesSlides/_rels/notesSlide2.xml.rels><?xml version="1.0" encoding="UTF-8"?>
<Relationships xmlns="http://schemas.openxmlformats.org/package/2006/relationships"><Relationship Id="rId1" Type="http://schemas.openxmlformats.org/officeDocument/2006/relationships/slide" Target="../slides/slide2.xml"/><Relationship Id="rId2" Type="http://schemas.openxmlformats.org/officeDocument/2006/relationships/notesMaster" Target="../notesMasters/notesMaster1.xml"/>
</Relationships>
</file>

<file path=ppt/notesSlides/_rels/notesSlide3.xml.rels><?xml version="1.0" encoding="UTF-8"?>
<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
</Relationships>
</file>

<file path=ppt/notesSlides/_rels/notesSlide4.xml.rels><?xml version="1.0" encoding="UTF-8"?>
<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
</Relationships>
</file>

<file path=ppt/notesSlides/_rels/notesSlide5.xml.rels><?xml version="1.0" encoding="UTF-8"?>
<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
</Relationships>
</file>

<file path=ppt/notesSlides/_rels/notesSlide6.xml.rels><?xml version="1.0" encoding="UTF-8"?>
<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
</Relationships>
</file>

<file path=ppt/notesSlides/_rels/notesSlide7.xml.rels><?xml version="1.0" encoding="UTF-8"?>
<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
</Relationships>
</file>

<file path=ppt/notesSlides/_rels/notesSlide8.xml.rels><?xml version="1.0" encoding="UTF-8"?>
<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
</Relationships>
</file>

<file path=ppt/notesSlides/_rels/notesSlide9.xml.rels><?xml version="1.0" encoding="UTF-8"?>
<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
</Relationships>
</file>

<file path=ppt/notesSlides/_rels/notesSlide10.xml.rels><?xml version="1.0" encoding="UTF-8"?>
<Relationships xmlns="http://schemas.openxmlformats.org/package/2006/relationships"><Relationship Id="rId1" Type="http://schemas.openxmlformats.org/officeDocument/2006/relationships/slide" Target="../slides/slide10.xml"/><Relationship Id="rId2" Type="http://schemas.openxmlformats.org/officeDocument/2006/relationships/notesMaster" Target="../notesMasters/notesMaster1.xml"/>
</Relationships>
</file>

<file path=ppt/notesSlides/_rels/notesSlide11.xml.rels><?xml version="1.0" encoding="UTF-8"?>
<Relationships xmlns="http://schemas.openxmlformats.org/package/2006/relationships"><Relationship Id="rId1" Type="http://schemas.openxmlformats.org/officeDocument/2006/relationships/slide" Target="../slides/slide11.xml"/><Relationship Id="rId2" Type="http://schemas.openxmlformats.org/officeDocument/2006/relationships/notesMaster" Target="../notesMasters/notesMaster1.xml"/>
</Relationships>
</file>

<file path=ppt/notesSlides/_rels/notesSlide12.xml.rels><?xml version="1.0" encoding="UTF-8"?>
<Relationships xmlns="http://schemas.openxmlformats.org/package/2006/relationships"><Relationship Id="rId1" Type="http://schemas.openxmlformats.org/officeDocument/2006/relationships/slide" Target="../slides/slide12.xml"/><Relationship Id="rId2" Type="http://schemas.openxmlformats.org/officeDocument/2006/relationships/notesMaster" Target="../notesMasters/notesMaster1.xml"/>
</Relationships>
</file>

<file path=ppt/notesSlides/_rels/notesSlide13.xml.rels><?xml version="1.0" encoding="UTF-8"?>
<Relationships xmlns="http://schemas.openxmlformats.org/package/2006/relationships"><Relationship Id="rId1" Type="http://schemas.openxmlformats.org/officeDocument/2006/relationships/slide" Target="../slides/slide13.xml"/><Relationship Id="rId2" Type="http://schemas.openxmlformats.org/officeDocument/2006/relationships/notesMaster" Target="../notesMasters/notesMaster1.xml"/>
</Relationships>
</file>

<file path=ppt/notesSlides/_rels/notesSlide14.xml.rels><?xml version="1.0" encoding="UTF-8"?>
<Relationships xmlns="http://schemas.openxmlformats.org/package/2006/relationships"><Relationship Id="rId1" Type="http://schemas.openxmlformats.org/officeDocument/2006/relationships/slide" Target="../slides/slide14.xml"/><Relationship Id="rId2" Type="http://schemas.openxmlformats.org/officeDocument/2006/relationships/notesMaster" Target="../notesMasters/notesMaster1.xml"/>
</Relationships>
</file>

<file path=ppt/notesSlides/_rels/notesSlide15.xml.rels><?xml version="1.0" encoding="UTF-8"?>
<Relationships xmlns="http://schemas.openxmlformats.org/package/2006/relationships"><Relationship Id="rId1" Type="http://schemas.openxmlformats.org/officeDocument/2006/relationships/slide" Target="../slides/slide15.xml"/><Relationship Id="rId2" Type="http://schemas.openxmlformats.org/officeDocument/2006/relationships/notesMaster" Target="../notesMasters/notesMaster1.xml"/>
</Relationships>
</file>

<file path=ppt/notesSlides/_rels/notesSlide16.xml.rels><?xml version="1.0" encoding="UTF-8"?>
<Relationships xmlns="http://schemas.openxmlformats.org/package/2006/relationships"><Relationship Id="rId1" Type="http://schemas.openxmlformats.org/officeDocument/2006/relationships/slide" Target="../slides/slide16.xml"/><Relationship Id="rId2" Type="http://schemas.openxmlformats.org/officeDocument/2006/relationships/notesMaster" Target="../notesMasters/notesMaster1.xml"/>
</Relationships>
</file>

<file path=ppt/notesSlides/_rels/notesSlide17.xml.rels><?xml version="1.0" encoding="UTF-8"?>
<Relationships xmlns="http://schemas.openxmlformats.org/package/2006/relationships"><Relationship Id="rId1" Type="http://schemas.openxmlformats.org/officeDocument/2006/relationships/slide" Target="../slides/slide17.xml"/><Relationship Id="rId2" Type="http://schemas.openxmlformats.org/officeDocument/2006/relationships/notesMaster" Target="../notesMasters/notesMaster1.xml"/>
</Relationships>
</file>

<file path=ppt/notesSlides/_rels/notesSlide18.xml.rels><?xml version="1.0" encoding="UTF-8"?>
<Relationships xmlns="http://schemas.openxmlformats.org/package/2006/relationships"><Relationship Id="rId1" Type="http://schemas.openxmlformats.org/officeDocument/2006/relationships/slide" Target="../slides/slide18.xml"/><Relationship Id="rId2" Type="http://schemas.openxmlformats.org/officeDocument/2006/relationships/notesMaster" Target="../notesMasters/notesMaster1.xml"/>
</Relationships>
</file>

<file path=ppt/notesSlides/_rels/notesSlide19.xml.rels><?xml version="1.0" encoding="UTF-8"?>
<Relationships xmlns="http://schemas.openxmlformats.org/package/2006/relationships"><Relationship Id="rId1" Type="http://schemas.openxmlformats.org/officeDocument/2006/relationships/slide" Target="../slides/slide19.xml"/><Relationship Id="rId2" Type="http://schemas.openxmlformats.org/officeDocument/2006/relationships/notesMaster" Target="../notesMasters/notesMaster1.xml"/>
</Relationships>
</file>

<file path=ppt/notesSlides/notesSlide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53" name="PlaceHolder 1"/>
          <p:cNvSpPr>
            <a:spLocks noGrp="1"/>
          </p:cNvSpPr>
          <p:nvPr>
            <p:ph type="sldImg"/>
          </p:nvPr>
        </p:nvSpPr>
        <p:spPr>
          <a:xfrm>
            <a:off x="685800" y="1143000"/>
            <a:ext cx="5485680" cy="3085560"/>
          </a:xfrm>
          <a:prstGeom prst="rect">
            <a:avLst/>
          </a:prstGeom>
          <a:ln w="0">
            <a:noFill/>
          </a:ln>
        </p:spPr>
      </p:sp>
      <p:sp>
        <p:nvSpPr>
          <p:cNvPr id="554" name="PlaceHolder 2"/>
          <p:cNvSpPr>
            <a:spLocks noGrp="1"/>
          </p:cNvSpPr>
          <p:nvPr>
            <p:ph type="body"/>
          </p:nvPr>
        </p:nvSpPr>
        <p:spPr>
          <a:xfrm>
            <a:off x="685800" y="4400640"/>
            <a:ext cx="5485680" cy="3599640"/>
          </a:xfrm>
          <a:prstGeom prst="rect">
            <a:avLst/>
          </a:prstGeom>
          <a:noFill/>
          <a:ln w="0">
            <a:noFill/>
          </a:ln>
        </p:spPr>
        <p:txBody>
          <a:bodyPr lIns="0" rIns="0" tIns="0" bIns="0" anchor="t">
            <a:noAutofit/>
          </a:bodyPr>
          <a:p>
            <a:endParaRPr b="0" lang="en-HK" sz="2000" spc="-1" strike="noStrike">
              <a:latin typeface="Arial"/>
            </a:endParaRPr>
          </a:p>
        </p:txBody>
      </p:sp>
      <p:sp>
        <p:nvSpPr>
          <p:cNvPr id="555" name="PlaceHolder 3"/>
          <p:cNvSpPr>
            <a:spLocks noGrp="1"/>
          </p:cNvSpPr>
          <p:nvPr>
            <p:ph type="sldNum" idx="4"/>
          </p:nvPr>
        </p:nvSpPr>
        <p:spPr>
          <a:xfrm>
            <a:off x="3884760" y="8685360"/>
            <a:ext cx="2971080" cy="45792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D3C4B113-BE72-4135-8D8B-662221039A4D}"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56" name="PlaceHolder 1"/>
          <p:cNvSpPr>
            <a:spLocks noGrp="1"/>
          </p:cNvSpPr>
          <p:nvPr>
            <p:ph type="sldImg"/>
          </p:nvPr>
        </p:nvSpPr>
        <p:spPr>
          <a:xfrm>
            <a:off x="685800" y="1143000"/>
            <a:ext cx="5485680" cy="3085560"/>
          </a:xfrm>
          <a:prstGeom prst="rect">
            <a:avLst/>
          </a:prstGeom>
          <a:ln w="0">
            <a:noFill/>
          </a:ln>
        </p:spPr>
      </p:sp>
      <p:sp>
        <p:nvSpPr>
          <p:cNvPr id="557" name="PlaceHolder 2"/>
          <p:cNvSpPr>
            <a:spLocks noGrp="1"/>
          </p:cNvSpPr>
          <p:nvPr>
            <p:ph type="body"/>
          </p:nvPr>
        </p:nvSpPr>
        <p:spPr>
          <a:xfrm>
            <a:off x="685800" y="4400640"/>
            <a:ext cx="5485680" cy="3599640"/>
          </a:xfrm>
          <a:prstGeom prst="rect">
            <a:avLst/>
          </a:prstGeom>
          <a:noFill/>
          <a:ln w="0">
            <a:noFill/>
          </a:ln>
        </p:spPr>
        <p:txBody>
          <a:bodyPr lIns="0" rIns="0" tIns="0" bIns="0" anchor="t">
            <a:noAutofit/>
          </a:bodyPr>
          <a:p>
            <a:endParaRPr b="0" lang="en-HK" sz="2000" spc="-1" strike="noStrike">
              <a:latin typeface="Arial"/>
            </a:endParaRPr>
          </a:p>
        </p:txBody>
      </p:sp>
      <p:sp>
        <p:nvSpPr>
          <p:cNvPr id="558" name="PlaceHolder 3"/>
          <p:cNvSpPr>
            <a:spLocks noGrp="1"/>
          </p:cNvSpPr>
          <p:nvPr>
            <p:ph type="sldNum" idx="5"/>
          </p:nvPr>
        </p:nvSpPr>
        <p:spPr>
          <a:xfrm>
            <a:off x="3884760" y="8685360"/>
            <a:ext cx="2971080" cy="45792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ED8BA99C-319A-4A66-B965-A1FB964E150A}"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59" name="PlaceHolder 1"/>
          <p:cNvSpPr>
            <a:spLocks noGrp="1"/>
          </p:cNvSpPr>
          <p:nvPr>
            <p:ph type="sldImg"/>
          </p:nvPr>
        </p:nvSpPr>
        <p:spPr>
          <a:xfrm>
            <a:off x="685800" y="1143000"/>
            <a:ext cx="5485680" cy="3085560"/>
          </a:xfrm>
          <a:prstGeom prst="rect">
            <a:avLst/>
          </a:prstGeom>
          <a:ln w="0">
            <a:noFill/>
          </a:ln>
        </p:spPr>
      </p:sp>
      <p:sp>
        <p:nvSpPr>
          <p:cNvPr id="560" name="PlaceHolder 2"/>
          <p:cNvSpPr>
            <a:spLocks noGrp="1"/>
          </p:cNvSpPr>
          <p:nvPr>
            <p:ph type="body"/>
          </p:nvPr>
        </p:nvSpPr>
        <p:spPr>
          <a:xfrm>
            <a:off x="685800" y="4400640"/>
            <a:ext cx="5485680" cy="3599640"/>
          </a:xfrm>
          <a:prstGeom prst="rect">
            <a:avLst/>
          </a:prstGeom>
          <a:noFill/>
          <a:ln w="0">
            <a:noFill/>
          </a:ln>
        </p:spPr>
        <p:txBody>
          <a:bodyPr lIns="0" rIns="0" tIns="0" bIns="0" anchor="t">
            <a:noAutofit/>
          </a:bodyPr>
          <a:p>
            <a:endParaRPr b="0" lang="en-HK" sz="2000" spc="-1" strike="noStrike">
              <a:latin typeface="Arial"/>
            </a:endParaRPr>
          </a:p>
        </p:txBody>
      </p:sp>
      <p:sp>
        <p:nvSpPr>
          <p:cNvPr id="561" name="PlaceHolder 3"/>
          <p:cNvSpPr>
            <a:spLocks noGrp="1"/>
          </p:cNvSpPr>
          <p:nvPr>
            <p:ph type="sldNum" idx="6"/>
          </p:nvPr>
        </p:nvSpPr>
        <p:spPr>
          <a:xfrm>
            <a:off x="3884760" y="8685360"/>
            <a:ext cx="2971080" cy="45792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E0444256-4095-45BC-877F-CB347ACAC34B}"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62" name="PlaceHolder 1"/>
          <p:cNvSpPr>
            <a:spLocks noGrp="1"/>
          </p:cNvSpPr>
          <p:nvPr>
            <p:ph type="sldImg"/>
          </p:nvPr>
        </p:nvSpPr>
        <p:spPr>
          <a:xfrm>
            <a:off x="685800" y="1143000"/>
            <a:ext cx="5485680" cy="3085560"/>
          </a:xfrm>
          <a:prstGeom prst="rect">
            <a:avLst/>
          </a:prstGeom>
          <a:ln w="0">
            <a:noFill/>
          </a:ln>
        </p:spPr>
      </p:sp>
      <p:sp>
        <p:nvSpPr>
          <p:cNvPr id="563" name="PlaceHolder 2"/>
          <p:cNvSpPr>
            <a:spLocks noGrp="1"/>
          </p:cNvSpPr>
          <p:nvPr>
            <p:ph type="body"/>
          </p:nvPr>
        </p:nvSpPr>
        <p:spPr>
          <a:xfrm>
            <a:off x="685800" y="4400640"/>
            <a:ext cx="5485680" cy="3599640"/>
          </a:xfrm>
          <a:prstGeom prst="rect">
            <a:avLst/>
          </a:prstGeom>
          <a:noFill/>
          <a:ln w="0">
            <a:noFill/>
          </a:ln>
        </p:spPr>
        <p:txBody>
          <a:bodyPr lIns="0" rIns="0" tIns="0" bIns="0" anchor="t">
            <a:noAutofit/>
          </a:bodyPr>
          <a:p>
            <a:pPr marL="216000" indent="-216000">
              <a:lnSpc>
                <a:spcPct val="100000"/>
              </a:lnSpc>
              <a:buNone/>
              <a:tabLst>
                <a:tab algn="l" pos="0"/>
              </a:tabLst>
            </a:pPr>
            <a:r>
              <a:rPr b="0" lang="en-HK" sz="1800" spc="-1" strike="noStrike">
                <a:latin typeface="Arial"/>
              </a:rPr>
              <a:t>Van Gogh began his artistic career at 27 and produced </a:t>
            </a:r>
            <a:r>
              <a:rPr b="0" lang="en-HK" sz="1800" spc="-1" strike="noStrike">
                <a:latin typeface="Arial"/>
              </a:rPr>
              <a:t>over 860 oil paintings in just 10 years.</a:t>
            </a:r>
            <a:endParaRPr b="0" lang="en-HK" sz="1800" spc="-1" strike="noStrike">
              <a:latin typeface="Arial"/>
            </a:endParaRPr>
          </a:p>
        </p:txBody>
      </p:sp>
      <p:sp>
        <p:nvSpPr>
          <p:cNvPr id="564" name="PlaceHolder 3"/>
          <p:cNvSpPr>
            <a:spLocks noGrp="1"/>
          </p:cNvSpPr>
          <p:nvPr>
            <p:ph type="sldNum" idx="7"/>
          </p:nvPr>
        </p:nvSpPr>
        <p:spPr>
          <a:xfrm>
            <a:off x="3884760" y="8685360"/>
            <a:ext cx="2971080" cy="45792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690B3E41-912C-4BEB-9229-0FF9DD5B7434}"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65" name="PlaceHolder 1"/>
          <p:cNvSpPr>
            <a:spLocks noGrp="1"/>
          </p:cNvSpPr>
          <p:nvPr>
            <p:ph type="sldImg"/>
          </p:nvPr>
        </p:nvSpPr>
        <p:spPr>
          <a:xfrm>
            <a:off x="685800" y="1143000"/>
            <a:ext cx="5485680" cy="3085560"/>
          </a:xfrm>
          <a:prstGeom prst="rect">
            <a:avLst/>
          </a:prstGeom>
          <a:ln w="0">
            <a:noFill/>
          </a:ln>
        </p:spPr>
      </p:sp>
      <p:sp>
        <p:nvSpPr>
          <p:cNvPr id="566" name="PlaceHolder 2"/>
          <p:cNvSpPr>
            <a:spLocks noGrp="1"/>
          </p:cNvSpPr>
          <p:nvPr>
            <p:ph type="body"/>
          </p:nvPr>
        </p:nvSpPr>
        <p:spPr>
          <a:xfrm>
            <a:off x="685800" y="4400640"/>
            <a:ext cx="5485680" cy="3599640"/>
          </a:xfrm>
          <a:prstGeom prst="rect">
            <a:avLst/>
          </a:prstGeom>
          <a:noFill/>
          <a:ln w="0">
            <a:noFill/>
          </a:ln>
        </p:spPr>
        <p:txBody>
          <a:bodyPr lIns="0" rIns="0" tIns="0" bIns="0" anchor="t">
            <a:noAutofit/>
          </a:bodyPr>
          <a:p>
            <a:endParaRPr b="0" lang="en-HK" sz="2000" spc="-1" strike="noStrike">
              <a:latin typeface="Arial"/>
            </a:endParaRPr>
          </a:p>
        </p:txBody>
      </p:sp>
      <p:sp>
        <p:nvSpPr>
          <p:cNvPr id="567" name="PlaceHolder 3"/>
          <p:cNvSpPr>
            <a:spLocks noGrp="1"/>
          </p:cNvSpPr>
          <p:nvPr>
            <p:ph type="sldNum" idx="8"/>
          </p:nvPr>
        </p:nvSpPr>
        <p:spPr>
          <a:xfrm>
            <a:off x="3884760" y="8685360"/>
            <a:ext cx="2971080" cy="45792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0650291B-4027-4E00-B0D7-034CAC96CFC1}"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68" name="PlaceHolder 1"/>
          <p:cNvSpPr>
            <a:spLocks noGrp="1"/>
          </p:cNvSpPr>
          <p:nvPr>
            <p:ph type="sldImg"/>
          </p:nvPr>
        </p:nvSpPr>
        <p:spPr>
          <a:xfrm>
            <a:off x="685800" y="1143000"/>
            <a:ext cx="5485680" cy="3085560"/>
          </a:xfrm>
          <a:prstGeom prst="rect">
            <a:avLst/>
          </a:prstGeom>
          <a:ln w="0">
            <a:noFill/>
          </a:ln>
        </p:spPr>
      </p:sp>
      <p:sp>
        <p:nvSpPr>
          <p:cNvPr id="569" name="PlaceHolder 2"/>
          <p:cNvSpPr>
            <a:spLocks noGrp="1"/>
          </p:cNvSpPr>
          <p:nvPr>
            <p:ph type="body"/>
          </p:nvPr>
        </p:nvSpPr>
        <p:spPr>
          <a:xfrm>
            <a:off x="685800" y="4400640"/>
            <a:ext cx="5485680" cy="3599640"/>
          </a:xfrm>
          <a:prstGeom prst="rect">
            <a:avLst/>
          </a:prstGeom>
          <a:noFill/>
          <a:ln w="0">
            <a:noFill/>
          </a:ln>
        </p:spPr>
        <p:txBody>
          <a:bodyPr lIns="0" rIns="0" tIns="0" bIns="0" anchor="t">
            <a:noAutofit/>
          </a:bodyPr>
          <a:p>
            <a:endParaRPr b="0" lang="en-HK" sz="2000" spc="-1" strike="noStrike">
              <a:latin typeface="Arial"/>
            </a:endParaRPr>
          </a:p>
        </p:txBody>
      </p:sp>
      <p:sp>
        <p:nvSpPr>
          <p:cNvPr id="570" name="PlaceHolder 3"/>
          <p:cNvSpPr>
            <a:spLocks noGrp="1"/>
          </p:cNvSpPr>
          <p:nvPr>
            <p:ph type="sldNum" idx="9"/>
          </p:nvPr>
        </p:nvSpPr>
        <p:spPr>
          <a:xfrm>
            <a:off x="3884760" y="8685360"/>
            <a:ext cx="2971080" cy="45792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1774024F-3CF2-4E64-8B9D-A73530A1516F}"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71" name="PlaceHolder 1"/>
          <p:cNvSpPr>
            <a:spLocks noGrp="1"/>
          </p:cNvSpPr>
          <p:nvPr>
            <p:ph type="sldImg"/>
          </p:nvPr>
        </p:nvSpPr>
        <p:spPr>
          <a:xfrm>
            <a:off x="685800" y="1143000"/>
            <a:ext cx="5485680" cy="3085560"/>
          </a:xfrm>
          <a:prstGeom prst="rect">
            <a:avLst/>
          </a:prstGeom>
          <a:ln w="0">
            <a:noFill/>
          </a:ln>
        </p:spPr>
      </p:sp>
      <p:sp>
        <p:nvSpPr>
          <p:cNvPr id="572" name="PlaceHolder 2"/>
          <p:cNvSpPr>
            <a:spLocks noGrp="1"/>
          </p:cNvSpPr>
          <p:nvPr>
            <p:ph type="body"/>
          </p:nvPr>
        </p:nvSpPr>
        <p:spPr>
          <a:xfrm>
            <a:off x="685800" y="4400640"/>
            <a:ext cx="5485680" cy="3599640"/>
          </a:xfrm>
          <a:prstGeom prst="rect">
            <a:avLst/>
          </a:prstGeom>
          <a:noFill/>
          <a:ln w="0">
            <a:noFill/>
          </a:ln>
        </p:spPr>
        <p:txBody>
          <a:bodyPr lIns="0" rIns="0" tIns="0" bIns="0" anchor="t">
            <a:noAutofit/>
          </a:bodyPr>
          <a:p>
            <a:endParaRPr b="0" lang="en-HK" sz="2000" spc="-1" strike="noStrike">
              <a:latin typeface="Arial"/>
            </a:endParaRPr>
          </a:p>
        </p:txBody>
      </p:sp>
      <p:sp>
        <p:nvSpPr>
          <p:cNvPr id="573" name="PlaceHolder 3"/>
          <p:cNvSpPr>
            <a:spLocks noGrp="1"/>
          </p:cNvSpPr>
          <p:nvPr>
            <p:ph type="sldNum" idx="10"/>
          </p:nvPr>
        </p:nvSpPr>
        <p:spPr>
          <a:xfrm>
            <a:off x="3884760" y="8685360"/>
            <a:ext cx="2971080" cy="45792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1D6A624B-64B5-4330-9703-1B4D39DCF220}"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74" name="PlaceHolder 1"/>
          <p:cNvSpPr>
            <a:spLocks noGrp="1"/>
          </p:cNvSpPr>
          <p:nvPr>
            <p:ph type="sldImg"/>
          </p:nvPr>
        </p:nvSpPr>
        <p:spPr>
          <a:xfrm>
            <a:off x="685800" y="1143000"/>
            <a:ext cx="5485680" cy="3085560"/>
          </a:xfrm>
          <a:prstGeom prst="rect">
            <a:avLst/>
          </a:prstGeom>
          <a:ln w="0">
            <a:noFill/>
          </a:ln>
        </p:spPr>
      </p:sp>
      <p:sp>
        <p:nvSpPr>
          <p:cNvPr id="575" name="PlaceHolder 2"/>
          <p:cNvSpPr>
            <a:spLocks noGrp="1"/>
          </p:cNvSpPr>
          <p:nvPr>
            <p:ph type="body"/>
          </p:nvPr>
        </p:nvSpPr>
        <p:spPr>
          <a:xfrm>
            <a:off x="685800" y="4400640"/>
            <a:ext cx="5485680" cy="3599640"/>
          </a:xfrm>
          <a:prstGeom prst="rect">
            <a:avLst/>
          </a:prstGeom>
          <a:noFill/>
          <a:ln w="0">
            <a:noFill/>
          </a:ln>
        </p:spPr>
        <p:txBody>
          <a:bodyPr lIns="0" rIns="0" tIns="0" bIns="0" anchor="t">
            <a:noAutofit/>
          </a:bodyPr>
          <a:p>
            <a:endParaRPr b="0" lang="en-HK" sz="2000" spc="-1" strike="noStrike">
              <a:latin typeface="Arial"/>
            </a:endParaRPr>
          </a:p>
        </p:txBody>
      </p:sp>
      <p:sp>
        <p:nvSpPr>
          <p:cNvPr id="576" name="PlaceHolder 3"/>
          <p:cNvSpPr>
            <a:spLocks noGrp="1"/>
          </p:cNvSpPr>
          <p:nvPr>
            <p:ph type="sldNum" idx="11"/>
          </p:nvPr>
        </p:nvSpPr>
        <p:spPr>
          <a:xfrm>
            <a:off x="3884760" y="8685360"/>
            <a:ext cx="2971080" cy="45792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F502F5EC-9766-4481-8317-D2462AAE0129}"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77" name="PlaceHolder 1"/>
          <p:cNvSpPr>
            <a:spLocks noGrp="1"/>
          </p:cNvSpPr>
          <p:nvPr>
            <p:ph type="sldImg"/>
          </p:nvPr>
        </p:nvSpPr>
        <p:spPr>
          <a:xfrm>
            <a:off x="685800" y="1143000"/>
            <a:ext cx="5485680" cy="3085560"/>
          </a:xfrm>
          <a:prstGeom prst="rect">
            <a:avLst/>
          </a:prstGeom>
          <a:ln w="0">
            <a:noFill/>
          </a:ln>
        </p:spPr>
      </p:sp>
      <p:sp>
        <p:nvSpPr>
          <p:cNvPr id="578" name="PlaceHolder 2"/>
          <p:cNvSpPr>
            <a:spLocks noGrp="1"/>
          </p:cNvSpPr>
          <p:nvPr>
            <p:ph type="body"/>
          </p:nvPr>
        </p:nvSpPr>
        <p:spPr>
          <a:xfrm>
            <a:off x="685800" y="4400640"/>
            <a:ext cx="5485680" cy="3599640"/>
          </a:xfrm>
          <a:prstGeom prst="rect">
            <a:avLst/>
          </a:prstGeom>
          <a:noFill/>
          <a:ln w="0">
            <a:noFill/>
          </a:ln>
        </p:spPr>
        <p:txBody>
          <a:bodyPr lIns="0" rIns="0" tIns="0" bIns="0" anchor="t">
            <a:noAutofit/>
          </a:bodyPr>
          <a:p>
            <a:endParaRPr b="0" lang="en-HK" sz="2000" spc="-1" strike="noStrike">
              <a:latin typeface="Arial"/>
            </a:endParaRPr>
          </a:p>
        </p:txBody>
      </p:sp>
      <p:sp>
        <p:nvSpPr>
          <p:cNvPr id="579" name="PlaceHolder 3"/>
          <p:cNvSpPr>
            <a:spLocks noGrp="1"/>
          </p:cNvSpPr>
          <p:nvPr>
            <p:ph type="sldNum" idx="12"/>
          </p:nvPr>
        </p:nvSpPr>
        <p:spPr>
          <a:xfrm>
            <a:off x="3884760" y="8685360"/>
            <a:ext cx="2971080" cy="45792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63104F39-F961-49AE-B935-A0C9B133CB7E}"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1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80" name="PlaceHolder 1"/>
          <p:cNvSpPr>
            <a:spLocks noGrp="1"/>
          </p:cNvSpPr>
          <p:nvPr>
            <p:ph type="sldImg"/>
          </p:nvPr>
        </p:nvSpPr>
        <p:spPr>
          <a:xfrm>
            <a:off x="685800" y="1143000"/>
            <a:ext cx="5485680" cy="3085560"/>
          </a:xfrm>
          <a:prstGeom prst="rect">
            <a:avLst/>
          </a:prstGeom>
          <a:ln w="0">
            <a:noFill/>
          </a:ln>
        </p:spPr>
      </p:sp>
      <p:sp>
        <p:nvSpPr>
          <p:cNvPr id="581" name="PlaceHolder 2"/>
          <p:cNvSpPr>
            <a:spLocks noGrp="1"/>
          </p:cNvSpPr>
          <p:nvPr>
            <p:ph type="body"/>
          </p:nvPr>
        </p:nvSpPr>
        <p:spPr>
          <a:xfrm>
            <a:off x="685800" y="4400640"/>
            <a:ext cx="5485680" cy="3599640"/>
          </a:xfrm>
          <a:prstGeom prst="rect">
            <a:avLst/>
          </a:prstGeom>
          <a:noFill/>
          <a:ln w="0">
            <a:noFill/>
          </a:ln>
        </p:spPr>
        <p:txBody>
          <a:bodyPr lIns="0" rIns="0" tIns="0" bIns="0" anchor="t">
            <a:noAutofit/>
          </a:bodyPr>
          <a:p>
            <a:endParaRPr b="0" lang="en-HK" sz="2000" spc="-1" strike="noStrike">
              <a:latin typeface="Arial"/>
            </a:endParaRPr>
          </a:p>
        </p:txBody>
      </p:sp>
      <p:sp>
        <p:nvSpPr>
          <p:cNvPr id="582" name="PlaceHolder 3"/>
          <p:cNvSpPr>
            <a:spLocks noGrp="1"/>
          </p:cNvSpPr>
          <p:nvPr>
            <p:ph type="sldNum" idx="13"/>
          </p:nvPr>
        </p:nvSpPr>
        <p:spPr>
          <a:xfrm>
            <a:off x="3884760" y="8685360"/>
            <a:ext cx="2971080" cy="45792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5A611BD2-D78B-415B-959A-935C2EF20A1D}"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1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83" name="PlaceHolder 1"/>
          <p:cNvSpPr>
            <a:spLocks noGrp="1"/>
          </p:cNvSpPr>
          <p:nvPr>
            <p:ph type="sldImg"/>
          </p:nvPr>
        </p:nvSpPr>
        <p:spPr>
          <a:xfrm>
            <a:off x="685800" y="1143000"/>
            <a:ext cx="5485680" cy="3085560"/>
          </a:xfrm>
          <a:prstGeom prst="rect">
            <a:avLst/>
          </a:prstGeom>
          <a:ln w="0">
            <a:noFill/>
          </a:ln>
        </p:spPr>
      </p:sp>
      <p:sp>
        <p:nvSpPr>
          <p:cNvPr id="584" name="PlaceHolder 2"/>
          <p:cNvSpPr>
            <a:spLocks noGrp="1"/>
          </p:cNvSpPr>
          <p:nvPr>
            <p:ph type="body"/>
          </p:nvPr>
        </p:nvSpPr>
        <p:spPr>
          <a:xfrm>
            <a:off x="685800" y="4400640"/>
            <a:ext cx="5485680" cy="3599640"/>
          </a:xfrm>
          <a:prstGeom prst="rect">
            <a:avLst/>
          </a:prstGeom>
          <a:noFill/>
          <a:ln w="0">
            <a:noFill/>
          </a:ln>
        </p:spPr>
        <p:txBody>
          <a:bodyPr lIns="0" rIns="0" tIns="0" bIns="0" anchor="t">
            <a:noAutofit/>
          </a:bodyPr>
          <a:p>
            <a:endParaRPr b="0" lang="en-HK" sz="2000" spc="-1" strike="noStrike">
              <a:latin typeface="Arial"/>
            </a:endParaRPr>
          </a:p>
        </p:txBody>
      </p:sp>
      <p:sp>
        <p:nvSpPr>
          <p:cNvPr id="585" name="PlaceHolder 3"/>
          <p:cNvSpPr>
            <a:spLocks noGrp="1"/>
          </p:cNvSpPr>
          <p:nvPr>
            <p:ph type="sldNum" idx="14"/>
          </p:nvPr>
        </p:nvSpPr>
        <p:spPr>
          <a:xfrm>
            <a:off x="3884760" y="8685360"/>
            <a:ext cx="2971080" cy="45792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07271E64-D5ED-4213-8DB9-8D41BF8EE27E}"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1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86" name="PlaceHolder 1"/>
          <p:cNvSpPr>
            <a:spLocks noGrp="1"/>
          </p:cNvSpPr>
          <p:nvPr>
            <p:ph type="sldImg"/>
          </p:nvPr>
        </p:nvSpPr>
        <p:spPr>
          <a:xfrm>
            <a:off x="685800" y="1143000"/>
            <a:ext cx="5485680" cy="3085560"/>
          </a:xfrm>
          <a:prstGeom prst="rect">
            <a:avLst/>
          </a:prstGeom>
          <a:ln w="0">
            <a:noFill/>
          </a:ln>
        </p:spPr>
      </p:sp>
      <p:sp>
        <p:nvSpPr>
          <p:cNvPr id="587" name="PlaceHolder 2"/>
          <p:cNvSpPr>
            <a:spLocks noGrp="1"/>
          </p:cNvSpPr>
          <p:nvPr>
            <p:ph type="body"/>
          </p:nvPr>
        </p:nvSpPr>
        <p:spPr>
          <a:xfrm>
            <a:off x="685800" y="4400640"/>
            <a:ext cx="5485680" cy="3599640"/>
          </a:xfrm>
          <a:prstGeom prst="rect">
            <a:avLst/>
          </a:prstGeom>
          <a:noFill/>
          <a:ln w="0">
            <a:noFill/>
          </a:ln>
        </p:spPr>
        <p:txBody>
          <a:bodyPr lIns="0" rIns="0" tIns="0" bIns="0" anchor="t">
            <a:noAutofit/>
          </a:bodyPr>
          <a:p>
            <a:endParaRPr b="0" lang="en-HK" sz="2000" spc="-1" strike="noStrike">
              <a:latin typeface="Arial"/>
            </a:endParaRPr>
          </a:p>
        </p:txBody>
      </p:sp>
      <p:sp>
        <p:nvSpPr>
          <p:cNvPr id="588" name="PlaceHolder 3"/>
          <p:cNvSpPr>
            <a:spLocks noGrp="1"/>
          </p:cNvSpPr>
          <p:nvPr>
            <p:ph type="sldNum" idx="15"/>
          </p:nvPr>
        </p:nvSpPr>
        <p:spPr>
          <a:xfrm>
            <a:off x="3884760" y="8685360"/>
            <a:ext cx="2971080" cy="45792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B5ADFCA6-6C8B-459F-9F1C-19FC6BB560E5}"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1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89" name="PlaceHolder 1"/>
          <p:cNvSpPr>
            <a:spLocks noGrp="1"/>
          </p:cNvSpPr>
          <p:nvPr>
            <p:ph type="sldImg"/>
          </p:nvPr>
        </p:nvSpPr>
        <p:spPr>
          <a:xfrm>
            <a:off x="685800" y="1143000"/>
            <a:ext cx="5485680" cy="3085560"/>
          </a:xfrm>
          <a:prstGeom prst="rect">
            <a:avLst/>
          </a:prstGeom>
          <a:ln w="0">
            <a:noFill/>
          </a:ln>
        </p:spPr>
      </p:sp>
      <p:sp>
        <p:nvSpPr>
          <p:cNvPr id="590" name="PlaceHolder 2"/>
          <p:cNvSpPr>
            <a:spLocks noGrp="1"/>
          </p:cNvSpPr>
          <p:nvPr>
            <p:ph type="body"/>
          </p:nvPr>
        </p:nvSpPr>
        <p:spPr>
          <a:xfrm>
            <a:off x="685800" y="4400640"/>
            <a:ext cx="5485680" cy="3599640"/>
          </a:xfrm>
          <a:prstGeom prst="rect">
            <a:avLst/>
          </a:prstGeom>
          <a:noFill/>
          <a:ln w="0">
            <a:noFill/>
          </a:ln>
        </p:spPr>
        <p:txBody>
          <a:bodyPr lIns="0" rIns="0" tIns="0" bIns="0" anchor="t">
            <a:noAutofit/>
          </a:bodyPr>
          <a:p>
            <a:endParaRPr b="0" lang="en-HK" sz="2000" spc="-1" strike="noStrike">
              <a:latin typeface="Arial"/>
            </a:endParaRPr>
          </a:p>
        </p:txBody>
      </p:sp>
      <p:sp>
        <p:nvSpPr>
          <p:cNvPr id="591" name="PlaceHolder 3"/>
          <p:cNvSpPr>
            <a:spLocks noGrp="1"/>
          </p:cNvSpPr>
          <p:nvPr>
            <p:ph type="sldNum" idx="16"/>
          </p:nvPr>
        </p:nvSpPr>
        <p:spPr>
          <a:xfrm>
            <a:off x="3884760" y="8685360"/>
            <a:ext cx="2971080" cy="45792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750181DE-3F6C-413F-ADC7-133B3F32CCCA}"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1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92" name="PlaceHolder 1"/>
          <p:cNvSpPr>
            <a:spLocks noGrp="1"/>
          </p:cNvSpPr>
          <p:nvPr>
            <p:ph type="sldImg"/>
          </p:nvPr>
        </p:nvSpPr>
        <p:spPr>
          <a:xfrm>
            <a:off x="685800" y="1143000"/>
            <a:ext cx="5485680" cy="3085560"/>
          </a:xfrm>
          <a:prstGeom prst="rect">
            <a:avLst/>
          </a:prstGeom>
          <a:ln w="0">
            <a:noFill/>
          </a:ln>
        </p:spPr>
      </p:sp>
      <p:sp>
        <p:nvSpPr>
          <p:cNvPr id="593" name="PlaceHolder 2"/>
          <p:cNvSpPr>
            <a:spLocks noGrp="1"/>
          </p:cNvSpPr>
          <p:nvPr>
            <p:ph type="body"/>
          </p:nvPr>
        </p:nvSpPr>
        <p:spPr>
          <a:xfrm>
            <a:off x="685800" y="4400640"/>
            <a:ext cx="5485680" cy="3599640"/>
          </a:xfrm>
          <a:prstGeom prst="rect">
            <a:avLst/>
          </a:prstGeom>
          <a:noFill/>
          <a:ln w="0">
            <a:noFill/>
          </a:ln>
        </p:spPr>
        <p:txBody>
          <a:bodyPr lIns="0" rIns="0" tIns="0" bIns="0" anchor="t">
            <a:noAutofit/>
          </a:bodyPr>
          <a:p>
            <a:endParaRPr b="0" lang="en-HK" sz="2000" spc="-1" strike="noStrike">
              <a:latin typeface="Arial"/>
            </a:endParaRPr>
          </a:p>
        </p:txBody>
      </p:sp>
      <p:sp>
        <p:nvSpPr>
          <p:cNvPr id="594" name="PlaceHolder 3"/>
          <p:cNvSpPr>
            <a:spLocks noGrp="1"/>
          </p:cNvSpPr>
          <p:nvPr>
            <p:ph type="sldNum" idx="17"/>
          </p:nvPr>
        </p:nvSpPr>
        <p:spPr>
          <a:xfrm>
            <a:off x="3884760" y="8685360"/>
            <a:ext cx="2971080" cy="45792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9586AC7E-70E7-477C-8D48-1752D52B9DE1}"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1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95" name="PlaceHolder 1"/>
          <p:cNvSpPr>
            <a:spLocks noGrp="1"/>
          </p:cNvSpPr>
          <p:nvPr>
            <p:ph type="sldImg"/>
          </p:nvPr>
        </p:nvSpPr>
        <p:spPr>
          <a:xfrm>
            <a:off x="685800" y="1143000"/>
            <a:ext cx="5485680" cy="3085560"/>
          </a:xfrm>
          <a:prstGeom prst="rect">
            <a:avLst/>
          </a:prstGeom>
          <a:ln w="0">
            <a:noFill/>
          </a:ln>
        </p:spPr>
      </p:sp>
      <p:sp>
        <p:nvSpPr>
          <p:cNvPr id="596" name="PlaceHolder 2"/>
          <p:cNvSpPr>
            <a:spLocks noGrp="1"/>
          </p:cNvSpPr>
          <p:nvPr>
            <p:ph type="body"/>
          </p:nvPr>
        </p:nvSpPr>
        <p:spPr>
          <a:xfrm>
            <a:off x="685800" y="4400640"/>
            <a:ext cx="5485680" cy="3599640"/>
          </a:xfrm>
          <a:prstGeom prst="rect">
            <a:avLst/>
          </a:prstGeom>
          <a:noFill/>
          <a:ln w="0">
            <a:noFill/>
          </a:ln>
        </p:spPr>
        <p:txBody>
          <a:bodyPr lIns="0" rIns="0" tIns="0" bIns="0" anchor="t">
            <a:noAutofit/>
          </a:bodyPr>
          <a:p>
            <a:endParaRPr b="0" lang="en-HK" sz="2000" spc="-1" strike="noStrike">
              <a:latin typeface="Arial"/>
            </a:endParaRPr>
          </a:p>
        </p:txBody>
      </p:sp>
      <p:sp>
        <p:nvSpPr>
          <p:cNvPr id="597" name="PlaceHolder 3"/>
          <p:cNvSpPr>
            <a:spLocks noGrp="1"/>
          </p:cNvSpPr>
          <p:nvPr>
            <p:ph type="sldNum" idx="18"/>
          </p:nvPr>
        </p:nvSpPr>
        <p:spPr>
          <a:xfrm>
            <a:off x="3884760" y="8685360"/>
            <a:ext cx="2971080" cy="45792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6DF9FF9C-B0B1-4830-91B5-ED5F92269D7C}"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1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98" name="PlaceHolder 1"/>
          <p:cNvSpPr>
            <a:spLocks noGrp="1"/>
          </p:cNvSpPr>
          <p:nvPr>
            <p:ph type="sldImg"/>
          </p:nvPr>
        </p:nvSpPr>
        <p:spPr>
          <a:xfrm>
            <a:off x="685800" y="1143000"/>
            <a:ext cx="5485680" cy="3085560"/>
          </a:xfrm>
          <a:prstGeom prst="rect">
            <a:avLst/>
          </a:prstGeom>
          <a:ln w="0">
            <a:noFill/>
          </a:ln>
        </p:spPr>
      </p:sp>
      <p:sp>
        <p:nvSpPr>
          <p:cNvPr id="599" name="PlaceHolder 2"/>
          <p:cNvSpPr>
            <a:spLocks noGrp="1"/>
          </p:cNvSpPr>
          <p:nvPr>
            <p:ph type="body"/>
          </p:nvPr>
        </p:nvSpPr>
        <p:spPr>
          <a:xfrm>
            <a:off x="685800" y="4400640"/>
            <a:ext cx="5485680" cy="3599640"/>
          </a:xfrm>
          <a:prstGeom prst="rect">
            <a:avLst/>
          </a:prstGeom>
          <a:noFill/>
          <a:ln w="0">
            <a:noFill/>
          </a:ln>
        </p:spPr>
        <p:txBody>
          <a:bodyPr lIns="0" rIns="0" tIns="0" bIns="0" anchor="t">
            <a:noAutofit/>
          </a:bodyPr>
          <a:p>
            <a:endParaRPr b="0" lang="en-HK" sz="2000" spc="-1" strike="noStrike">
              <a:latin typeface="Arial"/>
            </a:endParaRPr>
          </a:p>
        </p:txBody>
      </p:sp>
      <p:sp>
        <p:nvSpPr>
          <p:cNvPr id="600" name="PlaceHolder 3"/>
          <p:cNvSpPr>
            <a:spLocks noGrp="1"/>
          </p:cNvSpPr>
          <p:nvPr>
            <p:ph type="sldNum" idx="19"/>
          </p:nvPr>
        </p:nvSpPr>
        <p:spPr>
          <a:xfrm>
            <a:off x="3884760" y="8685360"/>
            <a:ext cx="2971080" cy="45792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3932A6EB-F543-4DF3-8320-C06A636ECAE6}"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1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01" name="PlaceHolder 1"/>
          <p:cNvSpPr>
            <a:spLocks noGrp="1"/>
          </p:cNvSpPr>
          <p:nvPr>
            <p:ph type="sldImg"/>
          </p:nvPr>
        </p:nvSpPr>
        <p:spPr>
          <a:xfrm>
            <a:off x="685800" y="1143000"/>
            <a:ext cx="5485680" cy="3085560"/>
          </a:xfrm>
          <a:prstGeom prst="rect">
            <a:avLst/>
          </a:prstGeom>
          <a:ln w="0">
            <a:noFill/>
          </a:ln>
        </p:spPr>
      </p:sp>
      <p:sp>
        <p:nvSpPr>
          <p:cNvPr id="602" name="PlaceHolder 2"/>
          <p:cNvSpPr>
            <a:spLocks noGrp="1"/>
          </p:cNvSpPr>
          <p:nvPr>
            <p:ph type="body"/>
          </p:nvPr>
        </p:nvSpPr>
        <p:spPr>
          <a:xfrm>
            <a:off x="685800" y="4400640"/>
            <a:ext cx="5485680" cy="3599640"/>
          </a:xfrm>
          <a:prstGeom prst="rect">
            <a:avLst/>
          </a:prstGeom>
          <a:noFill/>
          <a:ln w="0">
            <a:noFill/>
          </a:ln>
        </p:spPr>
        <p:txBody>
          <a:bodyPr lIns="0" rIns="0" tIns="0" bIns="0" anchor="t">
            <a:noAutofit/>
          </a:bodyPr>
          <a:p>
            <a:endParaRPr b="0" lang="en-HK" sz="2000" spc="-1" strike="noStrike">
              <a:latin typeface="Arial"/>
            </a:endParaRPr>
          </a:p>
        </p:txBody>
      </p:sp>
      <p:sp>
        <p:nvSpPr>
          <p:cNvPr id="603" name="PlaceHolder 3"/>
          <p:cNvSpPr>
            <a:spLocks noGrp="1"/>
          </p:cNvSpPr>
          <p:nvPr>
            <p:ph type="sldNum" idx="20"/>
          </p:nvPr>
        </p:nvSpPr>
        <p:spPr>
          <a:xfrm>
            <a:off x="3884760" y="8685360"/>
            <a:ext cx="2971080" cy="45792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A79A04E3-6B29-431E-8416-254550AA6B12}"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1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04" name="PlaceHolder 1"/>
          <p:cNvSpPr>
            <a:spLocks noGrp="1"/>
          </p:cNvSpPr>
          <p:nvPr>
            <p:ph type="sldImg"/>
          </p:nvPr>
        </p:nvSpPr>
        <p:spPr>
          <a:xfrm>
            <a:off x="685800" y="1143000"/>
            <a:ext cx="5485680" cy="3085560"/>
          </a:xfrm>
          <a:prstGeom prst="rect">
            <a:avLst/>
          </a:prstGeom>
          <a:ln w="0">
            <a:noFill/>
          </a:ln>
        </p:spPr>
      </p:sp>
      <p:sp>
        <p:nvSpPr>
          <p:cNvPr id="605" name="PlaceHolder 2"/>
          <p:cNvSpPr>
            <a:spLocks noGrp="1"/>
          </p:cNvSpPr>
          <p:nvPr>
            <p:ph type="body"/>
          </p:nvPr>
        </p:nvSpPr>
        <p:spPr>
          <a:xfrm>
            <a:off x="685800" y="4400640"/>
            <a:ext cx="5485680" cy="3599640"/>
          </a:xfrm>
          <a:prstGeom prst="rect">
            <a:avLst/>
          </a:prstGeom>
          <a:noFill/>
          <a:ln w="0">
            <a:noFill/>
          </a:ln>
        </p:spPr>
        <p:txBody>
          <a:bodyPr lIns="0" rIns="0" tIns="0" bIns="0" anchor="t">
            <a:noAutofit/>
          </a:bodyPr>
          <a:p>
            <a:endParaRPr b="0" lang="en-HK" sz="2000" spc="-1" strike="noStrike">
              <a:latin typeface="Arial"/>
            </a:endParaRPr>
          </a:p>
        </p:txBody>
      </p:sp>
      <p:sp>
        <p:nvSpPr>
          <p:cNvPr id="606" name="PlaceHolder 3"/>
          <p:cNvSpPr>
            <a:spLocks noGrp="1"/>
          </p:cNvSpPr>
          <p:nvPr>
            <p:ph type="sldNum" idx="21"/>
          </p:nvPr>
        </p:nvSpPr>
        <p:spPr>
          <a:xfrm>
            <a:off x="3884760" y="8685360"/>
            <a:ext cx="2971080" cy="45792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8B2FF4E9-85B9-420F-ABC0-1352D1051B77}"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1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07" name="PlaceHolder 1"/>
          <p:cNvSpPr>
            <a:spLocks noGrp="1"/>
          </p:cNvSpPr>
          <p:nvPr>
            <p:ph type="sldImg"/>
          </p:nvPr>
        </p:nvSpPr>
        <p:spPr>
          <a:xfrm>
            <a:off x="685800" y="1143000"/>
            <a:ext cx="5485680" cy="3085560"/>
          </a:xfrm>
          <a:prstGeom prst="rect">
            <a:avLst/>
          </a:prstGeom>
          <a:ln w="0">
            <a:noFill/>
          </a:ln>
        </p:spPr>
      </p:sp>
      <p:sp>
        <p:nvSpPr>
          <p:cNvPr id="608" name="PlaceHolder 2"/>
          <p:cNvSpPr>
            <a:spLocks noGrp="1"/>
          </p:cNvSpPr>
          <p:nvPr>
            <p:ph type="body"/>
          </p:nvPr>
        </p:nvSpPr>
        <p:spPr>
          <a:xfrm>
            <a:off x="685800" y="4400640"/>
            <a:ext cx="5485680" cy="3599640"/>
          </a:xfrm>
          <a:prstGeom prst="rect">
            <a:avLst/>
          </a:prstGeom>
          <a:noFill/>
          <a:ln w="0">
            <a:noFill/>
          </a:ln>
        </p:spPr>
        <p:txBody>
          <a:bodyPr lIns="0" rIns="0" tIns="0" bIns="0" anchor="t">
            <a:noAutofit/>
          </a:bodyPr>
          <a:p>
            <a:endParaRPr b="0" lang="en-HK" sz="2000" spc="-1" strike="noStrike">
              <a:latin typeface="Arial"/>
            </a:endParaRPr>
          </a:p>
        </p:txBody>
      </p:sp>
      <p:sp>
        <p:nvSpPr>
          <p:cNvPr id="609" name="PlaceHolder 3"/>
          <p:cNvSpPr>
            <a:spLocks noGrp="1"/>
          </p:cNvSpPr>
          <p:nvPr>
            <p:ph type="sldNum" idx="22"/>
          </p:nvPr>
        </p:nvSpPr>
        <p:spPr>
          <a:xfrm>
            <a:off x="3884760" y="8685360"/>
            <a:ext cx="2971080" cy="45792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8EEDB8AB-3C5D-467A-B8C4-695520BBB542}" type="slidenum">
              <a:rPr b="0" lang="en-US" sz="1200" spc="-1" strike="noStrike">
                <a:latin typeface="Times New Roman"/>
              </a:rPr>
              <a:t>&lt;number&gt;</a:t>
            </a:fld>
            <a:endParaRPr b="0" lang="en-HK" sz="1200" spc="-1" strike="noStrike">
              <a:latin typeface="Times New Roman"/>
            </a:endParaRPr>
          </a:p>
        </p:txBody>
      </p:sp>
    </p:spTree>
  </p:cSld>
</p:note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3.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4.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5.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6.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7.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8.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9.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0.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2.xml.rels><?xml version="1.0" encoding="UTF-8"?>
<Relationships xmlns="http://schemas.openxmlformats.org/package/2006/relationships"><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Slide">
    <p:spTree>
      <p:nvGrpSpPr>
        <p:cNvPr id="1" name=""/>
        <p:cNvGrpSpPr/>
        <p:nvPr/>
      </p:nvGrpSpPr>
      <p:grpSpPr>
        <a:xfrm>
          <a:off x="0" y="0"/>
          <a:ext cx="0" cy="0"/>
          <a:chOff x="0" y="0"/>
          <a:chExt cx="0" cy="0"/>
        </a:xfrm>
      </p:grpSpPr>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Title Slide">
    <p:spTree>
      <p:nvGrpSpPr>
        <p:cNvPr id="1" name=""/>
        <p:cNvGrpSpPr/>
        <p:nvPr/>
      </p:nvGrpSpPr>
      <p:grpSpPr>
        <a:xfrm>
          <a:off x="0" y="0"/>
          <a:ext cx="0" cy="0"/>
          <a:chOff x="0" y="0"/>
          <a:chExt cx="0" cy="0"/>
        </a:xfrm>
      </p:grpSpPr>
      <p:sp>
        <p:nvSpPr>
          <p:cNvPr id="2"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endParaRPr b="0" lang="en-HK" sz="4400" spc="-1" strike="noStrike">
              <a:latin typeface="Arial"/>
            </a:endParaRPr>
          </a:p>
        </p:txBody>
      </p:sp>
      <p:sp>
        <p:nvSpPr>
          <p:cNvPr id="3" name="PlaceHolder 2"/>
          <p:cNvSpPr>
            <a:spLocks noGrp="1"/>
          </p:cNvSpPr>
          <p:nvPr>
            <p:ph type="subTitle"/>
          </p:nvPr>
        </p:nvSpPr>
        <p:spPr>
          <a:xfrm>
            <a:off x="609480" y="1604520"/>
            <a:ext cx="10972440" cy="3977280"/>
          </a:xfrm>
          <a:prstGeom prst="rect">
            <a:avLst/>
          </a:prstGeom>
          <a:noFill/>
          <a:ln w="0">
            <a:noFill/>
          </a:ln>
        </p:spPr>
        <p:txBody>
          <a:bodyPr lIns="0" rIns="0" tIns="0" bIns="0" anchor="ctr">
            <a:noAutofit/>
          </a:bodyPr>
          <a:p>
            <a:pPr algn="ctr">
              <a:buNone/>
            </a:pPr>
            <a:endParaRPr b="0" lang="en-HK" sz="3200" spc="-1" strike="noStrike">
              <a:latin typeface="Arial"/>
            </a:endParaRPr>
          </a:p>
        </p:txBody>
      </p:sp>
    </p:spTree>
  </p:cSld>
</p:sldLayout>
</file>

<file path=ppt/slideLayouts/slideLayout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Content">
    <p:spTree>
      <p:nvGrpSpPr>
        <p:cNvPr id="1" name=""/>
        <p:cNvGrpSpPr/>
        <p:nvPr/>
      </p:nvGrpSpPr>
      <p:grpSpPr>
        <a:xfrm>
          <a:off x="0" y="0"/>
          <a:ext cx="0" cy="0"/>
          <a:chOff x="0" y="0"/>
          <a:chExt cx="0" cy="0"/>
        </a:xfrm>
      </p:grpSpPr>
      <p:sp>
        <p:nvSpPr>
          <p:cNvPr id="4"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endParaRPr b="0" lang="en-HK" sz="4400" spc="-1" strike="noStrike">
              <a:latin typeface="Arial"/>
            </a:endParaRPr>
          </a:p>
        </p:txBody>
      </p:sp>
      <p:sp>
        <p:nvSpPr>
          <p:cNvPr id="5" name="PlaceHolder 2"/>
          <p:cNvSpPr>
            <a:spLocks noGrp="1"/>
          </p:cNvSpPr>
          <p:nvPr>
            <p:ph/>
          </p:nvPr>
        </p:nvSpPr>
        <p:spPr>
          <a:xfrm>
            <a:off x="609480" y="1604520"/>
            <a:ext cx="10972440" cy="3977280"/>
          </a:xfrm>
          <a:prstGeom prst="rect">
            <a:avLst/>
          </a:prstGeom>
          <a:noFill/>
          <a:ln w="0">
            <a:noFill/>
          </a:ln>
        </p:spPr>
        <p:txBody>
          <a:bodyPr lIns="0" rIns="0" tIns="0" bIns="0" anchor="t">
            <a:normAutofit/>
          </a:bodyPr>
          <a:p>
            <a:endParaRPr b="0" lang="en-HK" sz="3200" spc="-1" strike="noStrike">
              <a:latin typeface="Arial"/>
            </a:endParaRPr>
          </a:p>
        </p:txBody>
      </p:sp>
    </p:spTree>
  </p:cSld>
</p:sldLayout>
</file>

<file path=ppt/slideLayouts/slideLayout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itle, 2 Content">
    <p:spTree>
      <p:nvGrpSpPr>
        <p:cNvPr id="1" name=""/>
        <p:cNvGrpSpPr/>
        <p:nvPr/>
      </p:nvGrpSpPr>
      <p:grpSpPr>
        <a:xfrm>
          <a:off x="0" y="0"/>
          <a:ext cx="0" cy="0"/>
          <a:chOff x="0" y="0"/>
          <a:chExt cx="0" cy="0"/>
        </a:xfrm>
      </p:grpSpPr>
      <p:sp>
        <p:nvSpPr>
          <p:cNvPr id="6"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endParaRPr b="0" lang="en-HK" sz="4400" spc="-1" strike="noStrike">
              <a:latin typeface="Arial"/>
            </a:endParaRPr>
          </a:p>
        </p:txBody>
      </p:sp>
      <p:sp>
        <p:nvSpPr>
          <p:cNvPr id="7" name="PlaceHolder 2"/>
          <p:cNvSpPr>
            <a:spLocks noGrp="1"/>
          </p:cNvSpPr>
          <p:nvPr>
            <p:ph/>
          </p:nvPr>
        </p:nvSpPr>
        <p:spPr>
          <a:xfrm>
            <a:off x="609480" y="1604520"/>
            <a:ext cx="5354280" cy="3977280"/>
          </a:xfrm>
          <a:prstGeom prst="rect">
            <a:avLst/>
          </a:prstGeom>
          <a:noFill/>
          <a:ln w="0">
            <a:noFill/>
          </a:ln>
        </p:spPr>
        <p:txBody>
          <a:bodyPr lIns="0" rIns="0" tIns="0" bIns="0" anchor="t">
            <a:normAutofit/>
          </a:bodyPr>
          <a:p>
            <a:endParaRPr b="0" lang="en-HK" sz="3200" spc="-1" strike="noStrike">
              <a:latin typeface="Arial"/>
            </a:endParaRPr>
          </a:p>
        </p:txBody>
      </p:sp>
      <p:sp>
        <p:nvSpPr>
          <p:cNvPr id="8" name="PlaceHolder 3"/>
          <p:cNvSpPr>
            <a:spLocks noGrp="1"/>
          </p:cNvSpPr>
          <p:nvPr>
            <p:ph/>
          </p:nvPr>
        </p:nvSpPr>
        <p:spPr>
          <a:xfrm>
            <a:off x="6231960" y="1604520"/>
            <a:ext cx="5354280" cy="3977280"/>
          </a:xfrm>
          <a:prstGeom prst="rect">
            <a:avLst/>
          </a:prstGeom>
          <a:noFill/>
          <a:ln w="0">
            <a:noFill/>
          </a:ln>
        </p:spPr>
        <p:txBody>
          <a:bodyPr lIns="0" rIns="0" tIns="0" bIns="0" anchor="t">
            <a:normAutofit/>
          </a:bodyPr>
          <a:p>
            <a:endParaRPr b="0" lang="en-HK" sz="3200" spc="-1" strike="noStrike">
              <a:latin typeface="Arial"/>
            </a:endParaRPr>
          </a:p>
        </p:txBody>
      </p:sp>
    </p:spTree>
  </p:cSld>
</p:sldLayout>
</file>

<file path=ppt/slideLayouts/slideLayout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9"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endParaRPr b="0" lang="en-HK" sz="4400" spc="-1" strike="noStrike">
              <a:latin typeface="Arial"/>
            </a:endParaRPr>
          </a:p>
        </p:txBody>
      </p:sp>
    </p:spTree>
  </p:cSld>
</p:sldLayout>
</file>

<file path=ppt/slideLayouts/slideLayout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nly" preserve="1">
  <p:cSld name="Centered Text">
    <p:spTree>
      <p:nvGrpSpPr>
        <p:cNvPr id="1" name=""/>
        <p:cNvGrpSpPr/>
        <p:nvPr/>
      </p:nvGrpSpPr>
      <p:grpSpPr>
        <a:xfrm>
          <a:off x="0" y="0"/>
          <a:ext cx="0" cy="0"/>
          <a:chOff x="0" y="0"/>
          <a:chExt cx="0" cy="0"/>
        </a:xfrm>
      </p:grpSpPr>
      <p:sp>
        <p:nvSpPr>
          <p:cNvPr id="10" name="PlaceHolder 1"/>
          <p:cNvSpPr>
            <a:spLocks noGrp="1"/>
          </p:cNvSpPr>
          <p:nvPr>
            <p:ph type="subTitle"/>
          </p:nvPr>
        </p:nvSpPr>
        <p:spPr>
          <a:xfrm>
            <a:off x="609480" y="273600"/>
            <a:ext cx="10972440" cy="5307840"/>
          </a:xfrm>
          <a:prstGeom prst="rect">
            <a:avLst/>
          </a:prstGeom>
          <a:noFill/>
          <a:ln w="0">
            <a:noFill/>
          </a:ln>
        </p:spPr>
        <p:txBody>
          <a:bodyPr lIns="0" rIns="0" tIns="0" bIns="0" anchor="ctr">
            <a:noAutofit/>
          </a:bodyPr>
          <a:p>
            <a:pPr algn="ctr">
              <a:buNone/>
            </a:pPr>
            <a:endParaRPr b="0" lang="en-HK" sz="3200" spc="-1" strike="noStrike">
              <a:latin typeface="Arial"/>
            </a:endParaRPr>
          </a:p>
        </p:txBody>
      </p:sp>
    </p:spTree>
  </p:cSld>
</p:sldLayout>
</file>

<file path=ppt/slideLayouts/slideLayout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AndObj" preserve="1">
  <p:cSld name="Title, 2 Content and Content">
    <p:spTree>
      <p:nvGrpSpPr>
        <p:cNvPr id="1" name=""/>
        <p:cNvGrpSpPr/>
        <p:nvPr/>
      </p:nvGrpSpPr>
      <p:grpSpPr>
        <a:xfrm>
          <a:off x="0" y="0"/>
          <a:ext cx="0" cy="0"/>
          <a:chOff x="0" y="0"/>
          <a:chExt cx="0" cy="0"/>
        </a:xfrm>
      </p:grpSpPr>
      <p:sp>
        <p:nvSpPr>
          <p:cNvPr id="11"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endParaRPr b="0" lang="en-HK" sz="4400" spc="-1" strike="noStrike">
              <a:latin typeface="Arial"/>
            </a:endParaRPr>
          </a:p>
        </p:txBody>
      </p:sp>
      <p:sp>
        <p:nvSpPr>
          <p:cNvPr id="12" name="PlaceHolder 2"/>
          <p:cNvSpPr>
            <a:spLocks noGrp="1"/>
          </p:cNvSpPr>
          <p:nvPr>
            <p:ph/>
          </p:nvPr>
        </p:nvSpPr>
        <p:spPr>
          <a:xfrm>
            <a:off x="609480" y="1604520"/>
            <a:ext cx="5354280" cy="1896840"/>
          </a:xfrm>
          <a:prstGeom prst="rect">
            <a:avLst/>
          </a:prstGeom>
          <a:noFill/>
          <a:ln w="0">
            <a:noFill/>
          </a:ln>
        </p:spPr>
        <p:txBody>
          <a:bodyPr lIns="0" rIns="0" tIns="0" bIns="0" anchor="t">
            <a:normAutofit/>
          </a:bodyPr>
          <a:p>
            <a:endParaRPr b="0" lang="en-HK" sz="3200" spc="-1" strike="noStrike">
              <a:latin typeface="Arial"/>
            </a:endParaRPr>
          </a:p>
        </p:txBody>
      </p:sp>
      <p:sp>
        <p:nvSpPr>
          <p:cNvPr id="13" name="PlaceHolder 3"/>
          <p:cNvSpPr>
            <a:spLocks noGrp="1"/>
          </p:cNvSpPr>
          <p:nvPr>
            <p:ph/>
          </p:nvPr>
        </p:nvSpPr>
        <p:spPr>
          <a:xfrm>
            <a:off x="6231960" y="1604520"/>
            <a:ext cx="5354280" cy="3977280"/>
          </a:xfrm>
          <a:prstGeom prst="rect">
            <a:avLst/>
          </a:prstGeom>
          <a:noFill/>
          <a:ln w="0">
            <a:noFill/>
          </a:ln>
        </p:spPr>
        <p:txBody>
          <a:bodyPr lIns="0" rIns="0" tIns="0" bIns="0" anchor="t">
            <a:normAutofit/>
          </a:bodyPr>
          <a:p>
            <a:endParaRPr b="0" lang="en-HK" sz="3200" spc="-1" strike="noStrike">
              <a:latin typeface="Arial"/>
            </a:endParaRPr>
          </a:p>
        </p:txBody>
      </p:sp>
      <p:sp>
        <p:nvSpPr>
          <p:cNvPr id="14" name="PlaceHolder 4"/>
          <p:cNvSpPr>
            <a:spLocks noGrp="1"/>
          </p:cNvSpPr>
          <p:nvPr>
            <p:ph/>
          </p:nvPr>
        </p:nvSpPr>
        <p:spPr>
          <a:xfrm>
            <a:off x="609480" y="3682080"/>
            <a:ext cx="5354280" cy="1896840"/>
          </a:xfrm>
          <a:prstGeom prst="rect">
            <a:avLst/>
          </a:prstGeom>
          <a:noFill/>
          <a:ln w="0">
            <a:noFill/>
          </a:ln>
        </p:spPr>
        <p:txBody>
          <a:bodyPr lIns="0" rIns="0" tIns="0" bIns="0" anchor="t">
            <a:normAutofit/>
          </a:bodyPr>
          <a:p>
            <a:endParaRPr b="0" lang="en-HK" sz="3200" spc="-1" strike="noStrike">
              <a:latin typeface="Arial"/>
            </a:endParaRPr>
          </a:p>
        </p:txBody>
      </p:sp>
    </p:spTree>
  </p:cSld>
</p:sldLayout>
</file>

<file path=ppt/slideLayouts/slideLayout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AndTwoObj" preserve="1">
  <p:cSld name="Title Content and 2 Content">
    <p:spTree>
      <p:nvGrpSpPr>
        <p:cNvPr id="1" name=""/>
        <p:cNvGrpSpPr/>
        <p:nvPr/>
      </p:nvGrpSpPr>
      <p:grpSpPr>
        <a:xfrm>
          <a:off x="0" y="0"/>
          <a:ext cx="0" cy="0"/>
          <a:chOff x="0" y="0"/>
          <a:chExt cx="0" cy="0"/>
        </a:xfrm>
      </p:grpSpPr>
      <p:sp>
        <p:nvSpPr>
          <p:cNvPr id="15"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endParaRPr b="0" lang="en-HK" sz="4400" spc="-1" strike="noStrike">
              <a:latin typeface="Arial"/>
            </a:endParaRPr>
          </a:p>
        </p:txBody>
      </p:sp>
      <p:sp>
        <p:nvSpPr>
          <p:cNvPr id="16" name="PlaceHolder 2"/>
          <p:cNvSpPr>
            <a:spLocks noGrp="1"/>
          </p:cNvSpPr>
          <p:nvPr>
            <p:ph/>
          </p:nvPr>
        </p:nvSpPr>
        <p:spPr>
          <a:xfrm>
            <a:off x="609480" y="1604520"/>
            <a:ext cx="5354280" cy="3977280"/>
          </a:xfrm>
          <a:prstGeom prst="rect">
            <a:avLst/>
          </a:prstGeom>
          <a:noFill/>
          <a:ln w="0">
            <a:noFill/>
          </a:ln>
        </p:spPr>
        <p:txBody>
          <a:bodyPr lIns="0" rIns="0" tIns="0" bIns="0" anchor="t">
            <a:normAutofit/>
          </a:bodyPr>
          <a:p>
            <a:endParaRPr b="0" lang="en-HK" sz="3200" spc="-1" strike="noStrike">
              <a:latin typeface="Arial"/>
            </a:endParaRPr>
          </a:p>
        </p:txBody>
      </p:sp>
      <p:sp>
        <p:nvSpPr>
          <p:cNvPr id="17" name="PlaceHolder 3"/>
          <p:cNvSpPr>
            <a:spLocks noGrp="1"/>
          </p:cNvSpPr>
          <p:nvPr>
            <p:ph/>
          </p:nvPr>
        </p:nvSpPr>
        <p:spPr>
          <a:xfrm>
            <a:off x="6231960" y="1604520"/>
            <a:ext cx="5354280" cy="1896840"/>
          </a:xfrm>
          <a:prstGeom prst="rect">
            <a:avLst/>
          </a:prstGeom>
          <a:noFill/>
          <a:ln w="0">
            <a:noFill/>
          </a:ln>
        </p:spPr>
        <p:txBody>
          <a:bodyPr lIns="0" rIns="0" tIns="0" bIns="0" anchor="t">
            <a:normAutofit/>
          </a:bodyPr>
          <a:p>
            <a:endParaRPr b="0" lang="en-HK" sz="3200" spc="-1" strike="noStrike">
              <a:latin typeface="Arial"/>
            </a:endParaRPr>
          </a:p>
        </p:txBody>
      </p:sp>
      <p:sp>
        <p:nvSpPr>
          <p:cNvPr id="18" name="PlaceHolder 4"/>
          <p:cNvSpPr>
            <a:spLocks noGrp="1"/>
          </p:cNvSpPr>
          <p:nvPr>
            <p:ph/>
          </p:nvPr>
        </p:nvSpPr>
        <p:spPr>
          <a:xfrm>
            <a:off x="6231960" y="3682080"/>
            <a:ext cx="5354280" cy="1896840"/>
          </a:xfrm>
          <a:prstGeom prst="rect">
            <a:avLst/>
          </a:prstGeom>
          <a:noFill/>
          <a:ln w="0">
            <a:noFill/>
          </a:ln>
        </p:spPr>
        <p:txBody>
          <a:bodyPr lIns="0" rIns="0" tIns="0" bIns="0" anchor="t">
            <a:normAutofit/>
          </a:bodyPr>
          <a:p>
            <a:endParaRPr b="0" lang="en-HK" sz="3200" spc="-1" strike="noStrike">
              <a:latin typeface="Arial"/>
            </a:endParaRPr>
          </a:p>
        </p:txBody>
      </p:sp>
    </p:spTree>
  </p:cSld>
</p:sldLayout>
</file>

<file path=ppt/slideLayouts/slideLayout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Title, 2 Content over Content">
    <p:spTree>
      <p:nvGrpSpPr>
        <p:cNvPr id="1" name=""/>
        <p:cNvGrpSpPr/>
        <p:nvPr/>
      </p:nvGrpSpPr>
      <p:grpSpPr>
        <a:xfrm>
          <a:off x="0" y="0"/>
          <a:ext cx="0" cy="0"/>
          <a:chOff x="0" y="0"/>
          <a:chExt cx="0" cy="0"/>
        </a:xfrm>
      </p:grpSpPr>
      <p:sp>
        <p:nvSpPr>
          <p:cNvPr id="19"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endParaRPr b="0" lang="en-HK" sz="4400" spc="-1" strike="noStrike">
              <a:latin typeface="Arial"/>
            </a:endParaRPr>
          </a:p>
        </p:txBody>
      </p:sp>
      <p:sp>
        <p:nvSpPr>
          <p:cNvPr id="20" name="PlaceHolder 2"/>
          <p:cNvSpPr>
            <a:spLocks noGrp="1"/>
          </p:cNvSpPr>
          <p:nvPr>
            <p:ph/>
          </p:nvPr>
        </p:nvSpPr>
        <p:spPr>
          <a:xfrm>
            <a:off x="609480" y="1604520"/>
            <a:ext cx="5354280" cy="1896840"/>
          </a:xfrm>
          <a:prstGeom prst="rect">
            <a:avLst/>
          </a:prstGeom>
          <a:noFill/>
          <a:ln w="0">
            <a:noFill/>
          </a:ln>
        </p:spPr>
        <p:txBody>
          <a:bodyPr lIns="0" rIns="0" tIns="0" bIns="0" anchor="t">
            <a:normAutofit/>
          </a:bodyPr>
          <a:p>
            <a:endParaRPr b="0" lang="en-HK" sz="3200" spc="-1" strike="noStrike">
              <a:latin typeface="Arial"/>
            </a:endParaRPr>
          </a:p>
        </p:txBody>
      </p:sp>
      <p:sp>
        <p:nvSpPr>
          <p:cNvPr id="21" name="PlaceHolder 3"/>
          <p:cNvSpPr>
            <a:spLocks noGrp="1"/>
          </p:cNvSpPr>
          <p:nvPr>
            <p:ph/>
          </p:nvPr>
        </p:nvSpPr>
        <p:spPr>
          <a:xfrm>
            <a:off x="6231960" y="1604520"/>
            <a:ext cx="5354280" cy="1896840"/>
          </a:xfrm>
          <a:prstGeom prst="rect">
            <a:avLst/>
          </a:prstGeom>
          <a:noFill/>
          <a:ln w="0">
            <a:noFill/>
          </a:ln>
        </p:spPr>
        <p:txBody>
          <a:bodyPr lIns="0" rIns="0" tIns="0" bIns="0" anchor="t">
            <a:normAutofit/>
          </a:bodyPr>
          <a:p>
            <a:endParaRPr b="0" lang="en-HK" sz="3200" spc="-1" strike="noStrike">
              <a:latin typeface="Arial"/>
            </a:endParaRPr>
          </a:p>
        </p:txBody>
      </p:sp>
      <p:sp>
        <p:nvSpPr>
          <p:cNvPr id="22" name="PlaceHolder 4"/>
          <p:cNvSpPr>
            <a:spLocks noGrp="1"/>
          </p:cNvSpPr>
          <p:nvPr>
            <p:ph/>
          </p:nvPr>
        </p:nvSpPr>
        <p:spPr>
          <a:xfrm>
            <a:off x="609480" y="3682080"/>
            <a:ext cx="10972440" cy="1896840"/>
          </a:xfrm>
          <a:prstGeom prst="rect">
            <a:avLst/>
          </a:prstGeom>
          <a:noFill/>
          <a:ln w="0">
            <a:noFill/>
          </a:ln>
        </p:spPr>
        <p:txBody>
          <a:bodyPr lIns="0" rIns="0" tIns="0" bIns="0" anchor="t">
            <a:normAutofit/>
          </a:bodyPr>
          <a:p>
            <a:endParaRPr b="0" lang="en-HK" sz="3200" spc="-1" strike="noStrike">
              <a:latin typeface="Arial"/>
            </a:endParaRPr>
          </a:p>
        </p:txBody>
      </p:sp>
    </p:spTree>
  </p:cSld>
</p:sldLayout>
</file>

<file path=ppt/slideLayouts/slideLayout1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verTx" preserve="1">
  <p:cSld name="Title, Content over Content">
    <p:spTree>
      <p:nvGrpSpPr>
        <p:cNvPr id="1" name=""/>
        <p:cNvGrpSpPr/>
        <p:nvPr/>
      </p:nvGrpSpPr>
      <p:grpSpPr>
        <a:xfrm>
          <a:off x="0" y="0"/>
          <a:ext cx="0" cy="0"/>
          <a:chOff x="0" y="0"/>
          <a:chExt cx="0" cy="0"/>
        </a:xfrm>
      </p:grpSpPr>
      <p:sp>
        <p:nvSpPr>
          <p:cNvPr id="23"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endParaRPr b="0" lang="en-HK" sz="4400" spc="-1" strike="noStrike">
              <a:latin typeface="Arial"/>
            </a:endParaRPr>
          </a:p>
        </p:txBody>
      </p:sp>
      <p:sp>
        <p:nvSpPr>
          <p:cNvPr id="24" name="PlaceHolder 2"/>
          <p:cNvSpPr>
            <a:spLocks noGrp="1"/>
          </p:cNvSpPr>
          <p:nvPr>
            <p:ph/>
          </p:nvPr>
        </p:nvSpPr>
        <p:spPr>
          <a:xfrm>
            <a:off x="609480" y="1604520"/>
            <a:ext cx="10972440" cy="1896840"/>
          </a:xfrm>
          <a:prstGeom prst="rect">
            <a:avLst/>
          </a:prstGeom>
          <a:noFill/>
          <a:ln w="0">
            <a:noFill/>
          </a:ln>
        </p:spPr>
        <p:txBody>
          <a:bodyPr lIns="0" rIns="0" tIns="0" bIns="0" anchor="t">
            <a:normAutofit/>
          </a:bodyPr>
          <a:p>
            <a:endParaRPr b="0" lang="en-HK" sz="3200" spc="-1" strike="noStrike">
              <a:latin typeface="Arial"/>
            </a:endParaRPr>
          </a:p>
        </p:txBody>
      </p:sp>
      <p:sp>
        <p:nvSpPr>
          <p:cNvPr id="25" name="PlaceHolder 3"/>
          <p:cNvSpPr>
            <a:spLocks noGrp="1"/>
          </p:cNvSpPr>
          <p:nvPr>
            <p:ph/>
          </p:nvPr>
        </p:nvSpPr>
        <p:spPr>
          <a:xfrm>
            <a:off x="609480" y="3682080"/>
            <a:ext cx="10972440" cy="1896840"/>
          </a:xfrm>
          <a:prstGeom prst="rect">
            <a:avLst/>
          </a:prstGeom>
          <a:noFill/>
          <a:ln w="0">
            <a:noFill/>
          </a:ln>
        </p:spPr>
        <p:txBody>
          <a:bodyPr lIns="0" rIns="0" tIns="0" bIns="0" anchor="t">
            <a:normAutofit/>
          </a:bodyPr>
          <a:p>
            <a:endParaRPr b="0" lang="en-HK" sz="3200" spc="-1" strike="noStrike">
              <a:latin typeface="Arial"/>
            </a:endParaRPr>
          </a:p>
        </p:txBody>
      </p:sp>
    </p:spTree>
  </p:cSld>
</p:sldLayout>
</file>

<file path=ppt/slideLayouts/slideLayout1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fourObj" preserve="1">
  <p:cSld name="Title, 4 Content">
    <p:spTree>
      <p:nvGrpSpPr>
        <p:cNvPr id="1" name=""/>
        <p:cNvGrpSpPr/>
        <p:nvPr/>
      </p:nvGrpSpPr>
      <p:grpSpPr>
        <a:xfrm>
          <a:off x="0" y="0"/>
          <a:ext cx="0" cy="0"/>
          <a:chOff x="0" y="0"/>
          <a:chExt cx="0" cy="0"/>
        </a:xfrm>
      </p:grpSpPr>
      <p:sp>
        <p:nvSpPr>
          <p:cNvPr id="26"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endParaRPr b="0" lang="en-HK" sz="4400" spc="-1" strike="noStrike">
              <a:latin typeface="Arial"/>
            </a:endParaRPr>
          </a:p>
        </p:txBody>
      </p:sp>
      <p:sp>
        <p:nvSpPr>
          <p:cNvPr id="27" name="PlaceHolder 2"/>
          <p:cNvSpPr>
            <a:spLocks noGrp="1"/>
          </p:cNvSpPr>
          <p:nvPr>
            <p:ph/>
          </p:nvPr>
        </p:nvSpPr>
        <p:spPr>
          <a:xfrm>
            <a:off x="609480" y="1604520"/>
            <a:ext cx="5354280" cy="1896840"/>
          </a:xfrm>
          <a:prstGeom prst="rect">
            <a:avLst/>
          </a:prstGeom>
          <a:noFill/>
          <a:ln w="0">
            <a:noFill/>
          </a:ln>
        </p:spPr>
        <p:txBody>
          <a:bodyPr lIns="0" rIns="0" tIns="0" bIns="0" anchor="t">
            <a:normAutofit/>
          </a:bodyPr>
          <a:p>
            <a:endParaRPr b="0" lang="en-HK" sz="3200" spc="-1" strike="noStrike">
              <a:latin typeface="Arial"/>
            </a:endParaRPr>
          </a:p>
        </p:txBody>
      </p:sp>
      <p:sp>
        <p:nvSpPr>
          <p:cNvPr id="28" name="PlaceHolder 3"/>
          <p:cNvSpPr>
            <a:spLocks noGrp="1"/>
          </p:cNvSpPr>
          <p:nvPr>
            <p:ph/>
          </p:nvPr>
        </p:nvSpPr>
        <p:spPr>
          <a:xfrm>
            <a:off x="6231960" y="1604520"/>
            <a:ext cx="5354280" cy="1896840"/>
          </a:xfrm>
          <a:prstGeom prst="rect">
            <a:avLst/>
          </a:prstGeom>
          <a:noFill/>
          <a:ln w="0">
            <a:noFill/>
          </a:ln>
        </p:spPr>
        <p:txBody>
          <a:bodyPr lIns="0" rIns="0" tIns="0" bIns="0" anchor="t">
            <a:normAutofit/>
          </a:bodyPr>
          <a:p>
            <a:endParaRPr b="0" lang="en-HK" sz="3200" spc="-1" strike="noStrike">
              <a:latin typeface="Arial"/>
            </a:endParaRPr>
          </a:p>
        </p:txBody>
      </p:sp>
      <p:sp>
        <p:nvSpPr>
          <p:cNvPr id="29" name="PlaceHolder 4"/>
          <p:cNvSpPr>
            <a:spLocks noGrp="1"/>
          </p:cNvSpPr>
          <p:nvPr>
            <p:ph/>
          </p:nvPr>
        </p:nvSpPr>
        <p:spPr>
          <a:xfrm>
            <a:off x="609480" y="3682080"/>
            <a:ext cx="5354280" cy="1896840"/>
          </a:xfrm>
          <a:prstGeom prst="rect">
            <a:avLst/>
          </a:prstGeom>
          <a:noFill/>
          <a:ln w="0">
            <a:noFill/>
          </a:ln>
        </p:spPr>
        <p:txBody>
          <a:bodyPr lIns="0" rIns="0" tIns="0" bIns="0" anchor="t">
            <a:normAutofit/>
          </a:bodyPr>
          <a:p>
            <a:endParaRPr b="0" lang="en-HK" sz="3200" spc="-1" strike="noStrike">
              <a:latin typeface="Arial"/>
            </a:endParaRPr>
          </a:p>
        </p:txBody>
      </p:sp>
      <p:sp>
        <p:nvSpPr>
          <p:cNvPr id="30" name="PlaceHolder 5"/>
          <p:cNvSpPr>
            <a:spLocks noGrp="1"/>
          </p:cNvSpPr>
          <p:nvPr>
            <p:ph/>
          </p:nvPr>
        </p:nvSpPr>
        <p:spPr>
          <a:xfrm>
            <a:off x="6231960" y="3682080"/>
            <a:ext cx="5354280" cy="1896840"/>
          </a:xfrm>
          <a:prstGeom prst="rect">
            <a:avLst/>
          </a:prstGeom>
          <a:noFill/>
          <a:ln w="0">
            <a:noFill/>
          </a:ln>
        </p:spPr>
        <p:txBody>
          <a:bodyPr lIns="0" rIns="0" tIns="0" bIns="0" anchor="t">
            <a:normAutofit/>
          </a:bodyPr>
          <a:p>
            <a:endParaRPr b="0" lang="en-HK" sz="3200" spc="-1" strike="noStrike">
              <a:latin typeface="Arial"/>
            </a:endParaRPr>
          </a:p>
        </p:txBody>
      </p:sp>
    </p:spTree>
  </p:cSld>
</p:sldLayout>
</file>

<file path=ppt/slideLayouts/slideLayout1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6 Content">
    <p:spTree>
      <p:nvGrpSpPr>
        <p:cNvPr id="1" name=""/>
        <p:cNvGrpSpPr/>
        <p:nvPr/>
      </p:nvGrpSpPr>
      <p:grpSpPr>
        <a:xfrm>
          <a:off x="0" y="0"/>
          <a:ext cx="0" cy="0"/>
          <a:chOff x="0" y="0"/>
          <a:chExt cx="0" cy="0"/>
        </a:xfrm>
      </p:grpSpPr>
      <p:sp>
        <p:nvSpPr>
          <p:cNvPr id="31"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endParaRPr b="0" lang="en-HK" sz="4400" spc="-1" strike="noStrike">
              <a:latin typeface="Arial"/>
            </a:endParaRPr>
          </a:p>
        </p:txBody>
      </p:sp>
      <p:sp>
        <p:nvSpPr>
          <p:cNvPr id="32" name="PlaceHolder 2"/>
          <p:cNvSpPr>
            <a:spLocks noGrp="1"/>
          </p:cNvSpPr>
          <p:nvPr>
            <p:ph/>
          </p:nvPr>
        </p:nvSpPr>
        <p:spPr>
          <a:xfrm>
            <a:off x="609480" y="1604520"/>
            <a:ext cx="3533040" cy="1896840"/>
          </a:xfrm>
          <a:prstGeom prst="rect">
            <a:avLst/>
          </a:prstGeom>
          <a:noFill/>
          <a:ln w="0">
            <a:noFill/>
          </a:ln>
        </p:spPr>
        <p:txBody>
          <a:bodyPr lIns="0" rIns="0" tIns="0" bIns="0" anchor="t">
            <a:normAutofit/>
          </a:bodyPr>
          <a:p>
            <a:endParaRPr b="0" lang="en-HK" sz="3200" spc="-1" strike="noStrike">
              <a:latin typeface="Arial"/>
            </a:endParaRPr>
          </a:p>
        </p:txBody>
      </p:sp>
      <p:sp>
        <p:nvSpPr>
          <p:cNvPr id="33" name="PlaceHolder 3"/>
          <p:cNvSpPr>
            <a:spLocks noGrp="1"/>
          </p:cNvSpPr>
          <p:nvPr>
            <p:ph/>
          </p:nvPr>
        </p:nvSpPr>
        <p:spPr>
          <a:xfrm>
            <a:off x="4319640" y="1604520"/>
            <a:ext cx="3533040" cy="1896840"/>
          </a:xfrm>
          <a:prstGeom prst="rect">
            <a:avLst/>
          </a:prstGeom>
          <a:noFill/>
          <a:ln w="0">
            <a:noFill/>
          </a:ln>
        </p:spPr>
        <p:txBody>
          <a:bodyPr lIns="0" rIns="0" tIns="0" bIns="0" anchor="t">
            <a:normAutofit/>
          </a:bodyPr>
          <a:p>
            <a:endParaRPr b="0" lang="en-HK" sz="3200" spc="-1" strike="noStrike">
              <a:latin typeface="Arial"/>
            </a:endParaRPr>
          </a:p>
        </p:txBody>
      </p:sp>
      <p:sp>
        <p:nvSpPr>
          <p:cNvPr id="34" name="PlaceHolder 4"/>
          <p:cNvSpPr>
            <a:spLocks noGrp="1"/>
          </p:cNvSpPr>
          <p:nvPr>
            <p:ph/>
          </p:nvPr>
        </p:nvSpPr>
        <p:spPr>
          <a:xfrm>
            <a:off x="8029800" y="1604520"/>
            <a:ext cx="3533040" cy="1896840"/>
          </a:xfrm>
          <a:prstGeom prst="rect">
            <a:avLst/>
          </a:prstGeom>
          <a:noFill/>
          <a:ln w="0">
            <a:noFill/>
          </a:ln>
        </p:spPr>
        <p:txBody>
          <a:bodyPr lIns="0" rIns="0" tIns="0" bIns="0" anchor="t">
            <a:normAutofit/>
          </a:bodyPr>
          <a:p>
            <a:endParaRPr b="0" lang="en-HK" sz="3200" spc="-1" strike="noStrike">
              <a:latin typeface="Arial"/>
            </a:endParaRPr>
          </a:p>
        </p:txBody>
      </p:sp>
      <p:sp>
        <p:nvSpPr>
          <p:cNvPr id="35" name="PlaceHolder 5"/>
          <p:cNvSpPr>
            <a:spLocks noGrp="1"/>
          </p:cNvSpPr>
          <p:nvPr>
            <p:ph/>
          </p:nvPr>
        </p:nvSpPr>
        <p:spPr>
          <a:xfrm>
            <a:off x="609480" y="3682080"/>
            <a:ext cx="3533040" cy="1896840"/>
          </a:xfrm>
          <a:prstGeom prst="rect">
            <a:avLst/>
          </a:prstGeom>
          <a:noFill/>
          <a:ln w="0">
            <a:noFill/>
          </a:ln>
        </p:spPr>
        <p:txBody>
          <a:bodyPr lIns="0" rIns="0" tIns="0" bIns="0" anchor="t">
            <a:normAutofit/>
          </a:bodyPr>
          <a:p>
            <a:endParaRPr b="0" lang="en-HK" sz="3200" spc="-1" strike="noStrike">
              <a:latin typeface="Arial"/>
            </a:endParaRPr>
          </a:p>
        </p:txBody>
      </p:sp>
      <p:sp>
        <p:nvSpPr>
          <p:cNvPr id="36" name="PlaceHolder 6"/>
          <p:cNvSpPr>
            <a:spLocks noGrp="1"/>
          </p:cNvSpPr>
          <p:nvPr>
            <p:ph/>
          </p:nvPr>
        </p:nvSpPr>
        <p:spPr>
          <a:xfrm>
            <a:off x="4319640" y="3682080"/>
            <a:ext cx="3533040" cy="1896840"/>
          </a:xfrm>
          <a:prstGeom prst="rect">
            <a:avLst/>
          </a:prstGeom>
          <a:noFill/>
          <a:ln w="0">
            <a:noFill/>
          </a:ln>
        </p:spPr>
        <p:txBody>
          <a:bodyPr lIns="0" rIns="0" tIns="0" bIns="0" anchor="t">
            <a:normAutofit/>
          </a:bodyPr>
          <a:p>
            <a:endParaRPr b="0" lang="en-HK" sz="3200" spc="-1" strike="noStrike">
              <a:latin typeface="Arial"/>
            </a:endParaRPr>
          </a:p>
        </p:txBody>
      </p:sp>
      <p:sp>
        <p:nvSpPr>
          <p:cNvPr id="37" name="PlaceHolder 7"/>
          <p:cNvSpPr>
            <a:spLocks noGrp="1"/>
          </p:cNvSpPr>
          <p:nvPr>
            <p:ph/>
          </p:nvPr>
        </p:nvSpPr>
        <p:spPr>
          <a:xfrm>
            <a:off x="8029800" y="3682080"/>
            <a:ext cx="3533040" cy="1896840"/>
          </a:xfrm>
          <a:prstGeom prst="rect">
            <a:avLst/>
          </a:prstGeom>
          <a:noFill/>
          <a:ln w="0">
            <a:noFill/>
          </a:ln>
        </p:spPr>
        <p:txBody>
          <a:bodyPr lIns="0" rIns="0" tIns="0" bIns="0" anchor="t">
            <a:normAutofit/>
          </a:bodyPr>
          <a:p>
            <a:endParaRPr b="0" lang="en-HK" sz="3200" spc="-1" strike="noStrike">
              <a:latin typeface="Arial"/>
            </a:endParaRPr>
          </a:p>
        </p:txBody>
      </p:sp>
    </p:spTree>
  </p:cSld>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 Id="rId13" Type="http://schemas.openxmlformats.org/officeDocument/2006/relationships/slideLayout" Target="../slideLayouts/slideLayout12.xml"/>
</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0"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r>
              <a:rPr b="0" lang="en-HK" sz="4400" spc="-1" strike="noStrike">
                <a:latin typeface="Arial"/>
              </a:rPr>
              <a:t>Click to edit the title text format</a:t>
            </a:r>
            <a:endParaRPr b="0" lang="en-HK" sz="4400" spc="-1" strike="noStrike">
              <a:latin typeface="Arial"/>
            </a:endParaRPr>
          </a:p>
        </p:txBody>
      </p:sp>
      <p:sp>
        <p:nvSpPr>
          <p:cNvPr id="1" name="PlaceHolder 2"/>
          <p:cNvSpPr>
            <a:spLocks noGrp="1"/>
          </p:cNvSpPr>
          <p:nvPr>
            <p:ph type="body"/>
          </p:nvPr>
        </p:nvSpPr>
        <p:spPr>
          <a:xfrm>
            <a:off x="609480" y="1604520"/>
            <a:ext cx="10972440" cy="397728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HK" sz="3200" spc="-1" strike="noStrike">
                <a:latin typeface="Arial"/>
              </a:rPr>
              <a:t>Click to edit the outline text format</a:t>
            </a:r>
            <a:endParaRPr b="0" lang="en-HK" sz="3200" spc="-1" strike="noStrike">
              <a:latin typeface="Arial"/>
            </a:endParaRPr>
          </a:p>
          <a:p>
            <a:pPr lvl="1" marL="864000" indent="-324000">
              <a:spcBef>
                <a:spcPts val="1134"/>
              </a:spcBef>
              <a:buClr>
                <a:srgbClr val="000000"/>
              </a:buClr>
              <a:buSzPct val="75000"/>
              <a:buFont typeface="Symbol" charset="2"/>
              <a:buChar char=""/>
            </a:pPr>
            <a:r>
              <a:rPr b="0" lang="en-HK" sz="2800" spc="-1" strike="noStrike">
                <a:latin typeface="Arial"/>
              </a:rPr>
              <a:t>Second Outline Level</a:t>
            </a:r>
            <a:endParaRPr b="0" lang="en-HK" sz="2800" spc="-1" strike="noStrike">
              <a:latin typeface="Arial"/>
            </a:endParaRPr>
          </a:p>
          <a:p>
            <a:pPr lvl="2" marL="1296000" indent="-288000">
              <a:spcBef>
                <a:spcPts val="850"/>
              </a:spcBef>
              <a:buClr>
                <a:srgbClr val="000000"/>
              </a:buClr>
              <a:buSzPct val="45000"/>
              <a:buFont typeface="Wingdings" charset="2"/>
              <a:buChar char=""/>
            </a:pPr>
            <a:r>
              <a:rPr b="0" lang="en-HK" sz="2400" spc="-1" strike="noStrike">
                <a:latin typeface="Arial"/>
              </a:rPr>
              <a:t>Third Outline Level</a:t>
            </a:r>
            <a:endParaRPr b="0" lang="en-HK" sz="2400" spc="-1" strike="noStrike">
              <a:latin typeface="Arial"/>
            </a:endParaRPr>
          </a:p>
          <a:p>
            <a:pPr lvl="3" marL="1728000" indent="-216000">
              <a:spcBef>
                <a:spcPts val="567"/>
              </a:spcBef>
              <a:buClr>
                <a:srgbClr val="000000"/>
              </a:buClr>
              <a:buSzPct val="75000"/>
              <a:buFont typeface="Symbol" charset="2"/>
              <a:buChar char=""/>
            </a:pPr>
            <a:r>
              <a:rPr b="0" lang="en-HK" sz="2000" spc="-1" strike="noStrike">
                <a:latin typeface="Arial"/>
              </a:rPr>
              <a:t>Fourth Outline Level</a:t>
            </a:r>
            <a:endParaRPr b="0" lang="en-HK" sz="2000" spc="-1" strike="noStrike">
              <a:latin typeface="Arial"/>
            </a:endParaRPr>
          </a:p>
          <a:p>
            <a:pPr lvl="4" marL="2160000" indent="-216000">
              <a:spcBef>
                <a:spcPts val="283"/>
              </a:spcBef>
              <a:buClr>
                <a:srgbClr val="000000"/>
              </a:buClr>
              <a:buSzPct val="45000"/>
              <a:buFont typeface="Wingdings" charset="2"/>
              <a:buChar char=""/>
            </a:pPr>
            <a:r>
              <a:rPr b="0" lang="en-HK" sz="2000" spc="-1" strike="noStrike">
                <a:latin typeface="Arial"/>
              </a:rPr>
              <a:t>Fifth Outline Level</a:t>
            </a:r>
            <a:endParaRPr b="0" lang="en-HK" sz="2000" spc="-1" strike="noStrike">
              <a:latin typeface="Arial"/>
            </a:endParaRPr>
          </a:p>
          <a:p>
            <a:pPr lvl="5" marL="2592000" indent="-216000">
              <a:spcBef>
                <a:spcPts val="283"/>
              </a:spcBef>
              <a:buClr>
                <a:srgbClr val="000000"/>
              </a:buClr>
              <a:buSzPct val="45000"/>
              <a:buFont typeface="Wingdings" charset="2"/>
              <a:buChar char=""/>
            </a:pPr>
            <a:r>
              <a:rPr b="0" lang="en-HK" sz="2000" spc="-1" strike="noStrike">
                <a:latin typeface="Arial"/>
              </a:rPr>
              <a:t>Sixth Outline Level</a:t>
            </a:r>
            <a:endParaRPr b="0" lang="en-HK" sz="2000" spc="-1" strike="noStrike">
              <a:latin typeface="Arial"/>
            </a:endParaRPr>
          </a:p>
          <a:p>
            <a:pPr lvl="6" marL="3024000" indent="-216000">
              <a:spcBef>
                <a:spcPts val="283"/>
              </a:spcBef>
              <a:buClr>
                <a:srgbClr val="000000"/>
              </a:buClr>
              <a:buSzPct val="45000"/>
              <a:buFont typeface="Wingdings" charset="2"/>
              <a:buChar char=""/>
            </a:pPr>
            <a:r>
              <a:rPr b="0" lang="en-HK" sz="2000" spc="-1" strike="noStrike">
                <a:latin typeface="Arial"/>
              </a:rPr>
              <a:t>Seventh Outline Level</a:t>
            </a:r>
            <a:endParaRPr b="0" lang="en-HK" sz="2000" spc="-1" strike="noStrike">
              <a:latin typeface="Arial"/>
            </a:endParaRPr>
          </a:p>
        </p:txBody>
      </p:sp>
    </p:spTree>
  </p:cSld>
  <p:clrMap bg1="lt1" bg2="lt2" tx1="dk1" tx2="dk2" accent1="accent1" accent2="accent2" accent3="accent3" accent4="accent4" accent5="accent5" accent6="accent6" hlink="hlink" folHlink="folHlink"/>
  <p:sldLayoutIdLst>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Lst>
</p:sldMaster>
</file>

<file path=ppt/slides/_rels/slide1.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1.xml"/><Relationship Id="rId3" Type="http://schemas.openxmlformats.org/officeDocument/2006/relationships/notesSlide" Target="../notesSlides/notesSlide1.xml"/>
</Relationships>
</file>

<file path=ppt/slides/_rels/slide2.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
</Relationships>
</file>

<file path=ppt/slides/_rels/slide3.xml.rels><?xml version="1.0" encoding="UTF-8"?>
<Relationships xmlns="http://schemas.openxmlformats.org/package/2006/relationships"><Relationship Id="rId1" Type="http://schemas.openxmlformats.org/officeDocument/2006/relationships/image" Target="../media/image2.jpeg"/><Relationship Id="rId2" Type="http://schemas.openxmlformats.org/officeDocument/2006/relationships/slideLayout" Target="../slideLayouts/slideLayout1.xml"/><Relationship Id="rId3" Type="http://schemas.openxmlformats.org/officeDocument/2006/relationships/notesSlide" Target="../notesSlides/notesSlide3.xml"/>
</Relationships>
</file>

<file path=ppt/slides/_rels/slide4.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
</Relationships>
</file>

<file path=ppt/slides/_rels/slide5.xml.rels><?xml version="1.0" encoding="UTF-8"?>
<Relationships xmlns="http://schemas.openxmlformats.org/package/2006/relationships"><Relationship Id="rId1" Type="http://schemas.openxmlformats.org/officeDocument/2006/relationships/image" Target="../media/image3.jpeg"/><Relationship Id="rId2" Type="http://schemas.openxmlformats.org/officeDocument/2006/relationships/slideLayout" Target="../slideLayouts/slideLayout1.xml"/><Relationship Id="rId3" Type="http://schemas.openxmlformats.org/officeDocument/2006/relationships/notesSlide" Target="../notesSlides/notesSlide5.xml"/>
</Relationships>
</file>

<file path=ppt/slides/_rels/slide6.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
</Relationships>
</file>

<file path=ppt/slides/_rels/slide7.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
</Relationships>
</file>

<file path=ppt/slides/_rels/slide8.xml.rels><?xml version="1.0" encoding="UTF-8"?>
<Relationships xmlns="http://schemas.openxmlformats.org/package/2006/relationships"><Relationship Id="rId1" Type="http://schemas.openxmlformats.org/officeDocument/2006/relationships/image" Target="../media/image4.png"/><Relationship Id="rId2" Type="http://schemas.openxmlformats.org/officeDocument/2006/relationships/slideLayout" Target="../slideLayouts/slideLayout1.xml"/><Relationship Id="rId3" Type="http://schemas.openxmlformats.org/officeDocument/2006/relationships/notesSlide" Target="../notesSlides/notesSlide8.xml"/>
</Relationships>
</file>

<file path=ppt/slides/_rels/slide9.xml.rels><?xml version="1.0" encoding="UTF-8"?>
<Relationships xmlns="http://schemas.openxmlformats.org/package/2006/relationships"><Relationship Id="rId1" Type="http://schemas.openxmlformats.org/officeDocument/2006/relationships/image" Target="../media/image5.png"/><Relationship Id="rId2" Type="http://schemas.openxmlformats.org/officeDocument/2006/relationships/slideLayout" Target="../slideLayouts/slideLayout1.xml"/><Relationship Id="rId3" Type="http://schemas.openxmlformats.org/officeDocument/2006/relationships/notesSlide" Target="../notesSlides/notesSlide9.xml"/>
</Relationships>
</file>

<file path=ppt/slides/_rels/slide10.xml.rels><?xml version="1.0" encoding="UTF-8"?>
<Relationships xmlns="http://schemas.openxmlformats.org/package/2006/relationships"><Relationship Id="rId1" Type="http://schemas.openxmlformats.org/officeDocument/2006/relationships/image" Target="../media/image6.png"/><Relationship Id="rId2" Type="http://schemas.openxmlformats.org/officeDocument/2006/relationships/slideLayout" Target="../slideLayouts/slideLayout1.xml"/><Relationship Id="rId3" Type="http://schemas.openxmlformats.org/officeDocument/2006/relationships/notesSlide" Target="../notesSlides/notesSlide10.xml"/>
</Relationships>
</file>

<file path=ppt/slides/_rels/slide11.xml.rels><?xml version="1.0" encoding="UTF-8"?>
<Relationships xmlns="http://schemas.openxmlformats.org/package/2006/relationships"><Relationship Id="rId1" Type="http://schemas.openxmlformats.org/officeDocument/2006/relationships/image" Target="../media/image7.png"/><Relationship Id="rId2" Type="http://schemas.openxmlformats.org/officeDocument/2006/relationships/image" Target="../media/image8.png"/><Relationship Id="rId3" Type="http://schemas.openxmlformats.org/officeDocument/2006/relationships/image" Target="../media/image9.png"/><Relationship Id="rId4" Type="http://schemas.openxmlformats.org/officeDocument/2006/relationships/slideLayout" Target="../slideLayouts/slideLayout1.xml"/><Relationship Id="rId5" Type="http://schemas.openxmlformats.org/officeDocument/2006/relationships/notesSlide" Target="../notesSlides/notesSlide11.xml"/>
</Relationships>
</file>

<file path=ppt/slides/_rels/slide12.xml.rels><?xml version="1.0" encoding="UTF-8"?>
<Relationships xmlns="http://schemas.openxmlformats.org/package/2006/relationships"><Relationship Id="rId1" Type="http://schemas.openxmlformats.org/officeDocument/2006/relationships/image" Target="../media/image10.png"/><Relationship Id="rId2" Type="http://schemas.openxmlformats.org/officeDocument/2006/relationships/slideLayout" Target="../slideLayouts/slideLayout1.xml"/><Relationship Id="rId3" Type="http://schemas.openxmlformats.org/officeDocument/2006/relationships/notesSlide" Target="../notesSlides/notesSlide12.xml"/>
</Relationships>
</file>

<file path=ppt/slides/_rels/slide13.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
</Relationships>
</file>

<file path=ppt/slides/_rels/slide14.xml.rels><?xml version="1.0" encoding="UTF-8"?>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4.xml"/>
</Relationships>
</file>

<file path=ppt/slides/_rels/slide15.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
</Relationships>
</file>

<file path=ppt/slides/_rels/slide16.xml.rels><?xml version="1.0" encoding="UTF-8"?>
<Relationships xmlns="http://schemas.openxmlformats.org/package/2006/relationships"><Relationship Id="rId1" Type="http://schemas.openxmlformats.org/officeDocument/2006/relationships/image" Target="../media/image12.png"/><Relationship Id="rId2" Type="http://schemas.openxmlformats.org/officeDocument/2006/relationships/slideLayout" Target="../slideLayouts/slideLayout1.xml"/><Relationship Id="rId3" Type="http://schemas.openxmlformats.org/officeDocument/2006/relationships/notesSlide" Target="../notesSlides/notesSlide16.xml"/>
</Relationships>
</file>

<file path=ppt/slides/_rels/slide17.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
</Relationships>
</file>

<file path=ppt/slides/_rels/slide18.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
</Relationships>
</file>

<file path=ppt/slides/_rels/slide19.xml.rels><?xml version="1.0" encoding="UTF-8"?>
<Relationships xmlns="http://schemas.openxmlformats.org/package/2006/relationships"><Relationship Id="rId1" Type="http://schemas.openxmlformats.org/officeDocument/2006/relationships/image" Target="../media/image13.png"/><Relationship Id="rId2" Type="http://schemas.openxmlformats.org/officeDocument/2006/relationships/slideLayout" Target="../slideLayouts/slideLayout1.xml"/><Relationship Id="rId3" Type="http://schemas.openxmlformats.org/officeDocument/2006/relationships/notesSlide" Target="../notesSlides/notesSlide19.xml"/>
</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11111"/>
        </a:solidFill>
      </p:bgPr>
    </p:bg>
    <p:spTree>
      <p:nvGrpSpPr>
        <p:cNvPr id="1" name=""/>
        <p:cNvGrpSpPr/>
        <p:nvPr/>
      </p:nvGrpSpPr>
      <p:grpSpPr>
        <a:xfrm>
          <a:off x="0" y="0"/>
          <a:ext cx="0" cy="0"/>
          <a:chOff x="0" y="0"/>
          <a:chExt cx="0" cy="0"/>
        </a:xfrm>
      </p:grpSpPr>
      <p:sp>
        <p:nvSpPr>
          <p:cNvPr id="44" name="Image 0"/>
          <p:cNvSpPr/>
          <p:nvPr/>
        </p:nvSpPr>
        <p:spPr>
          <a:xfrm>
            <a:off x="0" y="0"/>
            <a:ext cx="12191400" cy="6857280"/>
          </a:xfrm>
          <a:prstGeom prst="roundRect">
            <a:avLst>
              <a:gd name="adj" fmla="val 0"/>
            </a:avLst>
          </a:prstGeom>
          <a:blipFill rotWithShape="0">
            <a:blip r:embed="rId1"/>
            <a:srcRect/>
            <a:stretch/>
          </a:blipFill>
          <a:ln w="0">
            <a:noFill/>
          </a:ln>
        </p:spPr>
        <p:style>
          <a:lnRef idx="0"/>
          <a:fillRef idx="0"/>
          <a:effectRef idx="0"/>
          <a:fontRef idx="minor"/>
        </p:style>
      </p:sp>
      <p:sp>
        <p:nvSpPr>
          <p:cNvPr id="45" name="Shape 0"/>
          <p:cNvSpPr/>
          <p:nvPr/>
        </p:nvSpPr>
        <p:spPr>
          <a:xfrm>
            <a:off x="0" y="0"/>
            <a:ext cx="12191400" cy="6857280"/>
          </a:xfrm>
          <a:custGeom>
            <a:avLst/>
            <a:gdLst/>
            <a:ahLst/>
            <a:rect l="l" t="t" r="r" b="b"/>
            <a:pathLst>
              <a:path w="12192000" h="6858000">
                <a:moveTo>
                  <a:pt x="0" y="0"/>
                </a:moveTo>
                <a:lnTo>
                  <a:pt x="12192000" y="0"/>
                </a:lnTo>
                <a:lnTo>
                  <a:pt x="12192000" y="6858000"/>
                </a:lnTo>
                <a:lnTo>
                  <a:pt x="0" y="6858000"/>
                </a:lnTo>
                <a:lnTo>
                  <a:pt x="0" y="0"/>
                </a:lnTo>
                <a:close/>
              </a:path>
            </a:pathLst>
          </a:custGeom>
          <a:gradFill rotWithShape="0">
            <a:gsLst>
              <a:gs pos="0">
                <a:srgbClr val="111111">
                  <a:alpha val="80000"/>
                </a:srgbClr>
              </a:gs>
              <a:gs pos="100000">
                <a:srgbClr val="111111">
                  <a:alpha val="60000"/>
                </a:srgbClr>
              </a:gs>
            </a:gsLst>
            <a:lin ang="2700000"/>
          </a:gradFill>
          <a:ln w="0">
            <a:noFill/>
          </a:ln>
        </p:spPr>
        <p:style>
          <a:lnRef idx="0"/>
          <a:fillRef idx="0"/>
          <a:effectRef idx="0"/>
          <a:fontRef idx="minor"/>
        </p:style>
      </p:sp>
      <p:sp>
        <p:nvSpPr>
          <p:cNvPr id="46" name="Shape 1"/>
          <p:cNvSpPr/>
          <p:nvPr/>
        </p:nvSpPr>
        <p:spPr>
          <a:xfrm>
            <a:off x="385920" y="763920"/>
            <a:ext cx="2818800" cy="389880"/>
          </a:xfrm>
          <a:custGeom>
            <a:avLst/>
            <a:gdLst/>
            <a:ahLst/>
            <a:rect l="l" t="t" r="r" b="b"/>
            <a:pathLst>
              <a:path w="2819400" h="390525">
                <a:moveTo>
                  <a:pt x="38100" y="0"/>
                </a:moveTo>
                <a:lnTo>
                  <a:pt x="2781300" y="0"/>
                </a:lnTo>
                <a:cubicBezTo>
                  <a:pt x="2802342" y="0"/>
                  <a:pt x="2819400" y="17058"/>
                  <a:pt x="2819400" y="38100"/>
                </a:cubicBezTo>
                <a:lnTo>
                  <a:pt x="2819400" y="352425"/>
                </a:lnTo>
                <a:cubicBezTo>
                  <a:pt x="2819400" y="373467"/>
                  <a:pt x="2802342" y="390525"/>
                  <a:pt x="2781300" y="390525"/>
                </a:cubicBezTo>
                <a:lnTo>
                  <a:pt x="38100" y="390525"/>
                </a:lnTo>
                <a:cubicBezTo>
                  <a:pt x="17058" y="390525"/>
                  <a:pt x="0" y="373467"/>
                  <a:pt x="0" y="352425"/>
                </a:cubicBezTo>
                <a:lnTo>
                  <a:pt x="0" y="38100"/>
                </a:lnTo>
                <a:cubicBezTo>
                  <a:pt x="0" y="17072"/>
                  <a:pt x="17072" y="0"/>
                  <a:pt x="38100" y="0"/>
                </a:cubicBezTo>
                <a:close/>
              </a:path>
            </a:pathLst>
          </a:custGeom>
          <a:solidFill>
            <a:srgbClr val="c9a36a">
              <a:alpha val="20000"/>
            </a:srgbClr>
          </a:solidFill>
          <a:ln w="12700">
            <a:solidFill>
              <a:srgbClr val="c9a36a">
                <a:alpha val="50000"/>
              </a:srgbClr>
            </a:solidFill>
            <a:round/>
          </a:ln>
        </p:spPr>
        <p:style>
          <a:lnRef idx="0"/>
          <a:fillRef idx="0"/>
          <a:effectRef idx="0"/>
          <a:fontRef idx="minor"/>
        </p:style>
      </p:sp>
      <p:sp>
        <p:nvSpPr>
          <p:cNvPr id="47" name="Text 2"/>
          <p:cNvSpPr/>
          <p:nvPr/>
        </p:nvSpPr>
        <p:spPr>
          <a:xfrm>
            <a:off x="581040" y="844920"/>
            <a:ext cx="2504520" cy="2278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200" spc="355" strike="noStrike">
                <a:solidFill>
                  <a:srgbClr val="c9a36a"/>
                </a:solidFill>
                <a:latin typeface="Quattrocento Sans"/>
                <a:ea typeface="Quattrocento Sans"/>
              </a:rPr>
              <a:t>Art History Lecture</a:t>
            </a:r>
            <a:endParaRPr b="0" lang="en-HK" sz="1200" spc="-1" strike="noStrike">
              <a:latin typeface="Arial"/>
            </a:endParaRPr>
          </a:p>
        </p:txBody>
      </p:sp>
      <p:sp>
        <p:nvSpPr>
          <p:cNvPr id="48" name="Text 3"/>
          <p:cNvSpPr/>
          <p:nvPr/>
        </p:nvSpPr>
        <p:spPr>
          <a:xfrm>
            <a:off x="380880" y="1387800"/>
            <a:ext cx="6952680" cy="260928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7200" spc="-1" strike="noStrike">
                <a:solidFill>
                  <a:srgbClr val="f2f2f2"/>
                </a:solidFill>
                <a:latin typeface="Oranienbaum"/>
                <a:ea typeface="Oranienbaum"/>
              </a:rPr>
              <a:t>Vincent van Gogh:</a:t>
            </a:r>
            <a:endParaRPr b="0" lang="en-HK" sz="7200" spc="-1" strike="noStrike">
              <a:latin typeface="Arial"/>
            </a:endParaRPr>
          </a:p>
          <a:p>
            <a:pPr>
              <a:lnSpc>
                <a:spcPct val="80000"/>
              </a:lnSpc>
              <a:buNone/>
            </a:pPr>
            <a:r>
              <a:rPr b="1" lang="en-US" sz="7200" spc="-1" strike="noStrike">
                <a:solidFill>
                  <a:srgbClr val="c9a36a"/>
                </a:solidFill>
                <a:latin typeface="Oranienbaum"/>
                <a:ea typeface="Oranienbaum"/>
              </a:rPr>
              <a:t>A Life of Passionand Color</a:t>
            </a:r>
            <a:endParaRPr b="0" lang="en-HK" sz="7200" spc="-1" strike="noStrike">
              <a:latin typeface="Arial"/>
            </a:endParaRPr>
          </a:p>
        </p:txBody>
      </p:sp>
      <p:sp>
        <p:nvSpPr>
          <p:cNvPr id="49" name="Shape 4"/>
          <p:cNvSpPr/>
          <p:nvPr/>
        </p:nvSpPr>
        <p:spPr>
          <a:xfrm>
            <a:off x="380880" y="4298400"/>
            <a:ext cx="1523160" cy="27720"/>
          </a:xfrm>
          <a:custGeom>
            <a:avLst/>
            <a:gdLst/>
            <a:ahLst/>
            <a:rect l="l" t="t" r="r" b="b"/>
            <a:pathLst>
              <a:path w="1524000" h="28575">
                <a:moveTo>
                  <a:pt x="0" y="0"/>
                </a:moveTo>
                <a:lnTo>
                  <a:pt x="1524000" y="0"/>
                </a:lnTo>
                <a:lnTo>
                  <a:pt x="1524000" y="28575"/>
                </a:lnTo>
                <a:lnTo>
                  <a:pt x="0" y="28575"/>
                </a:lnTo>
                <a:lnTo>
                  <a:pt x="0" y="0"/>
                </a:lnTo>
                <a:close/>
              </a:path>
            </a:pathLst>
          </a:custGeom>
          <a:solidFill>
            <a:srgbClr val="c9a36a"/>
          </a:solidFill>
          <a:ln w="0">
            <a:noFill/>
          </a:ln>
        </p:spPr>
        <p:style>
          <a:lnRef idx="0"/>
          <a:fillRef idx="0"/>
          <a:effectRef idx="0"/>
          <a:fontRef idx="minor"/>
        </p:style>
      </p:sp>
      <p:sp>
        <p:nvSpPr>
          <p:cNvPr id="50" name="Text 5"/>
          <p:cNvSpPr/>
          <p:nvPr/>
        </p:nvSpPr>
        <p:spPr>
          <a:xfrm>
            <a:off x="380880" y="4631760"/>
            <a:ext cx="6514560" cy="74232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800" spc="-1" strike="noStrike">
                <a:solidFill>
                  <a:srgbClr val="b8b8b8"/>
                </a:solidFill>
                <a:latin typeface="Quattrocento Sans"/>
                <a:ea typeface="Quattrocento Sans"/>
              </a:rPr>
              <a:t>Exploring the Art, Struggles, and Legacy of a Post-Impressionist Master</a:t>
            </a:r>
            <a:endParaRPr b="0" lang="en-HK" sz="1800" spc="-1" strike="noStrike">
              <a:latin typeface="Arial"/>
            </a:endParaRPr>
          </a:p>
        </p:txBody>
      </p:sp>
      <p:sp>
        <p:nvSpPr>
          <p:cNvPr id="51" name="Shape 6"/>
          <p:cNvSpPr/>
          <p:nvPr/>
        </p:nvSpPr>
        <p:spPr>
          <a:xfrm>
            <a:off x="416880" y="5870160"/>
            <a:ext cx="165960" cy="189720"/>
          </a:xfrm>
          <a:custGeom>
            <a:avLst/>
            <a:gdLst/>
            <a:ahLst/>
            <a:rect l="l" t="t" r="r" b="b"/>
            <a:pathLst>
              <a:path w="166688" h="190500">
                <a:moveTo>
                  <a:pt x="47625" y="0"/>
                </a:moveTo>
                <a:cubicBezTo>
                  <a:pt x="54211" y="0"/>
                  <a:pt x="59531" y="5321"/>
                  <a:pt x="59531" y="11906"/>
                </a:cubicBezTo>
                <a:lnTo>
                  <a:pt x="59531" y="23812"/>
                </a:lnTo>
                <a:lnTo>
                  <a:pt x="107156" y="23812"/>
                </a:lnTo>
                <a:lnTo>
                  <a:pt x="107156" y="11906"/>
                </a:lnTo>
                <a:cubicBezTo>
                  <a:pt x="107156" y="5321"/>
                  <a:pt x="112477" y="0"/>
                  <a:pt x="119063" y="0"/>
                </a:cubicBezTo>
                <a:cubicBezTo>
                  <a:pt x="125648" y="0"/>
                  <a:pt x="130969" y="5321"/>
                  <a:pt x="130969" y="11906"/>
                </a:cubicBezTo>
                <a:lnTo>
                  <a:pt x="130969" y="23812"/>
                </a:lnTo>
                <a:lnTo>
                  <a:pt x="142875" y="23812"/>
                </a:lnTo>
                <a:cubicBezTo>
                  <a:pt x="156009" y="23812"/>
                  <a:pt x="166688" y="34491"/>
                  <a:pt x="166688" y="47625"/>
                </a:cubicBezTo>
                <a:lnTo>
                  <a:pt x="166688" y="154781"/>
                </a:lnTo>
                <a:cubicBezTo>
                  <a:pt x="166688" y="167915"/>
                  <a:pt x="156009" y="178594"/>
                  <a:pt x="142875" y="178594"/>
                </a:cubicBezTo>
                <a:lnTo>
                  <a:pt x="23812" y="178594"/>
                </a:lnTo>
                <a:cubicBezTo>
                  <a:pt x="10678" y="178594"/>
                  <a:pt x="0" y="167915"/>
                  <a:pt x="0" y="154781"/>
                </a:cubicBezTo>
                <a:lnTo>
                  <a:pt x="0" y="47625"/>
                </a:lnTo>
                <a:cubicBezTo>
                  <a:pt x="0" y="34491"/>
                  <a:pt x="10678" y="23812"/>
                  <a:pt x="23812" y="23812"/>
                </a:cubicBezTo>
                <a:lnTo>
                  <a:pt x="35719" y="23812"/>
                </a:lnTo>
                <a:lnTo>
                  <a:pt x="35719" y="11906"/>
                </a:lnTo>
                <a:cubicBezTo>
                  <a:pt x="35719" y="5321"/>
                  <a:pt x="41039" y="0"/>
                  <a:pt x="47625" y="0"/>
                </a:cubicBezTo>
                <a:close/>
                <a:moveTo>
                  <a:pt x="23812" y="89297"/>
                </a:moveTo>
                <a:lnTo>
                  <a:pt x="23812" y="101203"/>
                </a:lnTo>
                <a:cubicBezTo>
                  <a:pt x="23812" y="104477"/>
                  <a:pt x="26491" y="107156"/>
                  <a:pt x="29766" y="107156"/>
                </a:cubicBezTo>
                <a:lnTo>
                  <a:pt x="41672" y="107156"/>
                </a:lnTo>
                <a:cubicBezTo>
                  <a:pt x="44946" y="107156"/>
                  <a:pt x="47625" y="104477"/>
                  <a:pt x="47625" y="101203"/>
                </a:cubicBezTo>
                <a:lnTo>
                  <a:pt x="47625" y="89297"/>
                </a:lnTo>
                <a:cubicBezTo>
                  <a:pt x="47625" y="86023"/>
                  <a:pt x="44946" y="83344"/>
                  <a:pt x="41672" y="83344"/>
                </a:cubicBezTo>
                <a:lnTo>
                  <a:pt x="29766" y="83344"/>
                </a:lnTo>
                <a:cubicBezTo>
                  <a:pt x="26491" y="83344"/>
                  <a:pt x="23812" y="86023"/>
                  <a:pt x="23812" y="89297"/>
                </a:cubicBezTo>
                <a:close/>
                <a:moveTo>
                  <a:pt x="71438" y="89297"/>
                </a:moveTo>
                <a:lnTo>
                  <a:pt x="71438" y="101203"/>
                </a:lnTo>
                <a:cubicBezTo>
                  <a:pt x="71438" y="104477"/>
                  <a:pt x="74116" y="107156"/>
                  <a:pt x="77391" y="107156"/>
                </a:cubicBezTo>
                <a:lnTo>
                  <a:pt x="89297" y="107156"/>
                </a:lnTo>
                <a:cubicBezTo>
                  <a:pt x="92571" y="107156"/>
                  <a:pt x="95250" y="104477"/>
                  <a:pt x="95250" y="101203"/>
                </a:cubicBezTo>
                <a:lnTo>
                  <a:pt x="95250" y="89297"/>
                </a:lnTo>
                <a:cubicBezTo>
                  <a:pt x="95250" y="86023"/>
                  <a:pt x="92571" y="83344"/>
                  <a:pt x="89297" y="83344"/>
                </a:cubicBezTo>
                <a:lnTo>
                  <a:pt x="77391" y="83344"/>
                </a:lnTo>
                <a:cubicBezTo>
                  <a:pt x="74116" y="83344"/>
                  <a:pt x="71438" y="86023"/>
                  <a:pt x="71438" y="89297"/>
                </a:cubicBezTo>
                <a:close/>
                <a:moveTo>
                  <a:pt x="125016" y="83344"/>
                </a:moveTo>
                <a:cubicBezTo>
                  <a:pt x="121741" y="83344"/>
                  <a:pt x="119063" y="86023"/>
                  <a:pt x="119063" y="89297"/>
                </a:cubicBezTo>
                <a:lnTo>
                  <a:pt x="119063" y="101203"/>
                </a:lnTo>
                <a:cubicBezTo>
                  <a:pt x="119063" y="104477"/>
                  <a:pt x="121741" y="107156"/>
                  <a:pt x="125016" y="107156"/>
                </a:cubicBezTo>
                <a:lnTo>
                  <a:pt x="136922" y="107156"/>
                </a:lnTo>
                <a:cubicBezTo>
                  <a:pt x="140196" y="107156"/>
                  <a:pt x="142875" y="104477"/>
                  <a:pt x="142875" y="101203"/>
                </a:cubicBezTo>
                <a:lnTo>
                  <a:pt x="142875" y="89297"/>
                </a:lnTo>
                <a:cubicBezTo>
                  <a:pt x="142875" y="86023"/>
                  <a:pt x="140196" y="83344"/>
                  <a:pt x="136922" y="83344"/>
                </a:cubicBezTo>
                <a:lnTo>
                  <a:pt x="125016" y="83344"/>
                </a:lnTo>
                <a:close/>
                <a:moveTo>
                  <a:pt x="23812" y="136922"/>
                </a:moveTo>
                <a:lnTo>
                  <a:pt x="23812" y="148828"/>
                </a:lnTo>
                <a:cubicBezTo>
                  <a:pt x="23812" y="152102"/>
                  <a:pt x="26491" y="154781"/>
                  <a:pt x="29766" y="154781"/>
                </a:cubicBezTo>
                <a:lnTo>
                  <a:pt x="41672" y="154781"/>
                </a:lnTo>
                <a:cubicBezTo>
                  <a:pt x="44946" y="154781"/>
                  <a:pt x="47625" y="152102"/>
                  <a:pt x="47625" y="148828"/>
                </a:cubicBezTo>
                <a:lnTo>
                  <a:pt x="47625" y="136922"/>
                </a:lnTo>
                <a:cubicBezTo>
                  <a:pt x="47625" y="133648"/>
                  <a:pt x="44946" y="130969"/>
                  <a:pt x="41672" y="130969"/>
                </a:cubicBezTo>
                <a:lnTo>
                  <a:pt x="29766" y="130969"/>
                </a:lnTo>
                <a:cubicBezTo>
                  <a:pt x="26491" y="130969"/>
                  <a:pt x="23812" y="133648"/>
                  <a:pt x="23812" y="136922"/>
                </a:cubicBezTo>
                <a:close/>
                <a:moveTo>
                  <a:pt x="77391" y="130969"/>
                </a:moveTo>
                <a:cubicBezTo>
                  <a:pt x="74116" y="130969"/>
                  <a:pt x="71438" y="133648"/>
                  <a:pt x="71438" y="136922"/>
                </a:cubicBezTo>
                <a:lnTo>
                  <a:pt x="71438" y="148828"/>
                </a:lnTo>
                <a:cubicBezTo>
                  <a:pt x="71438" y="152102"/>
                  <a:pt x="74116" y="154781"/>
                  <a:pt x="77391" y="154781"/>
                </a:cubicBezTo>
                <a:lnTo>
                  <a:pt x="89297" y="154781"/>
                </a:lnTo>
                <a:cubicBezTo>
                  <a:pt x="92571" y="154781"/>
                  <a:pt x="95250" y="152102"/>
                  <a:pt x="95250" y="148828"/>
                </a:cubicBezTo>
                <a:lnTo>
                  <a:pt x="95250" y="136922"/>
                </a:lnTo>
                <a:cubicBezTo>
                  <a:pt x="95250" y="133648"/>
                  <a:pt x="92571" y="130969"/>
                  <a:pt x="89297" y="130969"/>
                </a:cubicBezTo>
                <a:lnTo>
                  <a:pt x="77391" y="130969"/>
                </a:lnTo>
                <a:close/>
                <a:moveTo>
                  <a:pt x="119063" y="136922"/>
                </a:moveTo>
                <a:lnTo>
                  <a:pt x="119063" y="148828"/>
                </a:lnTo>
                <a:cubicBezTo>
                  <a:pt x="119063" y="152102"/>
                  <a:pt x="121741" y="154781"/>
                  <a:pt x="125016" y="154781"/>
                </a:cubicBezTo>
                <a:lnTo>
                  <a:pt x="136922" y="154781"/>
                </a:lnTo>
                <a:cubicBezTo>
                  <a:pt x="140196" y="154781"/>
                  <a:pt x="142875" y="152102"/>
                  <a:pt x="142875" y="148828"/>
                </a:cubicBezTo>
                <a:lnTo>
                  <a:pt x="142875" y="136922"/>
                </a:lnTo>
                <a:cubicBezTo>
                  <a:pt x="142875" y="133648"/>
                  <a:pt x="140196" y="130969"/>
                  <a:pt x="136922" y="130969"/>
                </a:cubicBezTo>
                <a:lnTo>
                  <a:pt x="125016" y="130969"/>
                </a:lnTo>
                <a:cubicBezTo>
                  <a:pt x="121741" y="130969"/>
                  <a:pt x="119063" y="133648"/>
                  <a:pt x="119063" y="136922"/>
                </a:cubicBezTo>
                <a:close/>
              </a:path>
            </a:pathLst>
          </a:custGeom>
          <a:solidFill>
            <a:srgbClr val="c9a36a"/>
          </a:solidFill>
          <a:ln w="0">
            <a:noFill/>
          </a:ln>
        </p:spPr>
        <p:style>
          <a:lnRef idx="0"/>
          <a:fillRef idx="0"/>
          <a:effectRef idx="0"/>
          <a:fontRef idx="minor"/>
        </p:style>
      </p:sp>
      <p:sp>
        <p:nvSpPr>
          <p:cNvPr id="52" name="Text 7"/>
          <p:cNvSpPr/>
          <p:nvPr/>
        </p:nvSpPr>
        <p:spPr>
          <a:xfrm>
            <a:off x="733320" y="5832000"/>
            <a:ext cx="942120" cy="2660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350" spc="-1" strike="noStrike">
                <a:solidFill>
                  <a:srgbClr val="a3a3a3"/>
                </a:solidFill>
                <a:latin typeface="Quattrocento Sans"/>
                <a:ea typeface="Quattrocento Sans"/>
              </a:rPr>
              <a:t>1853 - 1890</a:t>
            </a:r>
            <a:endParaRPr b="0" lang="en-HK" sz="1350" spc="-1" strike="noStrike">
              <a:latin typeface="Arial"/>
            </a:endParaRPr>
          </a:p>
        </p:txBody>
      </p:sp>
      <p:sp>
        <p:nvSpPr>
          <p:cNvPr id="53" name="Shape 8"/>
          <p:cNvSpPr/>
          <p:nvPr/>
        </p:nvSpPr>
        <p:spPr>
          <a:xfrm>
            <a:off x="1919160" y="5870160"/>
            <a:ext cx="189720" cy="189720"/>
          </a:xfrm>
          <a:custGeom>
            <a:avLst/>
            <a:gdLst/>
            <a:ahLst/>
            <a:rect l="l" t="t" r="r" b="b"/>
            <a:pathLst>
              <a:path w="190500" h="190500">
                <a:moveTo>
                  <a:pt x="190500" y="95250"/>
                </a:moveTo>
                <a:cubicBezTo>
                  <a:pt x="190500" y="95585"/>
                  <a:pt x="190500" y="95920"/>
                  <a:pt x="190500" y="96255"/>
                </a:cubicBezTo>
                <a:cubicBezTo>
                  <a:pt x="190351" y="109835"/>
                  <a:pt x="177998" y="119063"/>
                  <a:pt x="164418" y="119063"/>
                </a:cubicBezTo>
                <a:lnTo>
                  <a:pt x="127992" y="119063"/>
                </a:lnTo>
                <a:cubicBezTo>
                  <a:pt x="118132" y="119063"/>
                  <a:pt x="110133" y="127062"/>
                  <a:pt x="110133" y="136922"/>
                </a:cubicBezTo>
                <a:cubicBezTo>
                  <a:pt x="110133" y="138187"/>
                  <a:pt x="110282" y="139415"/>
                  <a:pt x="110505" y="140605"/>
                </a:cubicBezTo>
                <a:cubicBezTo>
                  <a:pt x="111286" y="144400"/>
                  <a:pt x="112923" y="148047"/>
                  <a:pt x="114523" y="151730"/>
                </a:cubicBezTo>
                <a:cubicBezTo>
                  <a:pt x="116793" y="156865"/>
                  <a:pt x="119025" y="161962"/>
                  <a:pt x="119025" y="167357"/>
                </a:cubicBezTo>
                <a:cubicBezTo>
                  <a:pt x="119025" y="179189"/>
                  <a:pt x="110989" y="189942"/>
                  <a:pt x="99157" y="190426"/>
                </a:cubicBezTo>
                <a:cubicBezTo>
                  <a:pt x="97854" y="190463"/>
                  <a:pt x="96552" y="190500"/>
                  <a:pt x="95213" y="190500"/>
                </a:cubicBezTo>
                <a:cubicBezTo>
                  <a:pt x="42602" y="190500"/>
                  <a:pt x="-37" y="147861"/>
                  <a:pt x="-37" y="95250"/>
                </a:cubicBezTo>
                <a:cubicBezTo>
                  <a:pt x="-37" y="42639"/>
                  <a:pt x="42639" y="0"/>
                  <a:pt x="95250" y="0"/>
                </a:cubicBezTo>
                <a:cubicBezTo>
                  <a:pt x="147861" y="0"/>
                  <a:pt x="190500" y="42639"/>
                  <a:pt x="190500" y="95250"/>
                </a:cubicBezTo>
                <a:close/>
                <a:moveTo>
                  <a:pt x="47625" y="107156"/>
                </a:moveTo>
                <a:cubicBezTo>
                  <a:pt x="47625" y="100585"/>
                  <a:pt x="42290" y="95250"/>
                  <a:pt x="35719" y="95250"/>
                </a:cubicBezTo>
                <a:cubicBezTo>
                  <a:pt x="29148" y="95250"/>
                  <a:pt x="23812" y="100585"/>
                  <a:pt x="23812" y="107156"/>
                </a:cubicBezTo>
                <a:cubicBezTo>
                  <a:pt x="23812" y="113727"/>
                  <a:pt x="29148" y="119063"/>
                  <a:pt x="35719" y="119063"/>
                </a:cubicBezTo>
                <a:cubicBezTo>
                  <a:pt x="42290" y="119063"/>
                  <a:pt x="47625" y="113727"/>
                  <a:pt x="47625" y="107156"/>
                </a:cubicBezTo>
                <a:close/>
                <a:moveTo>
                  <a:pt x="47625" y="71438"/>
                </a:moveTo>
                <a:cubicBezTo>
                  <a:pt x="54196" y="71438"/>
                  <a:pt x="59531" y="66102"/>
                  <a:pt x="59531" y="59531"/>
                </a:cubicBezTo>
                <a:cubicBezTo>
                  <a:pt x="59531" y="52960"/>
                  <a:pt x="54196" y="47625"/>
                  <a:pt x="47625" y="47625"/>
                </a:cubicBezTo>
                <a:cubicBezTo>
                  <a:pt x="41054" y="47625"/>
                  <a:pt x="35719" y="52960"/>
                  <a:pt x="35719" y="59531"/>
                </a:cubicBezTo>
                <a:cubicBezTo>
                  <a:pt x="35719" y="66102"/>
                  <a:pt x="41054" y="71438"/>
                  <a:pt x="47625" y="71438"/>
                </a:cubicBezTo>
                <a:close/>
                <a:moveTo>
                  <a:pt x="107156" y="35719"/>
                </a:moveTo>
                <a:cubicBezTo>
                  <a:pt x="107156" y="29148"/>
                  <a:pt x="101821" y="23812"/>
                  <a:pt x="95250" y="23812"/>
                </a:cubicBezTo>
                <a:cubicBezTo>
                  <a:pt x="88679" y="23812"/>
                  <a:pt x="83344" y="29148"/>
                  <a:pt x="83344" y="35719"/>
                </a:cubicBezTo>
                <a:cubicBezTo>
                  <a:pt x="83344" y="42290"/>
                  <a:pt x="88679" y="47625"/>
                  <a:pt x="95250" y="47625"/>
                </a:cubicBezTo>
                <a:cubicBezTo>
                  <a:pt x="101821" y="47625"/>
                  <a:pt x="107156" y="42290"/>
                  <a:pt x="107156" y="35719"/>
                </a:cubicBezTo>
                <a:close/>
                <a:moveTo>
                  <a:pt x="142875" y="71438"/>
                </a:moveTo>
                <a:cubicBezTo>
                  <a:pt x="149446" y="71438"/>
                  <a:pt x="154781" y="66102"/>
                  <a:pt x="154781" y="59531"/>
                </a:cubicBezTo>
                <a:cubicBezTo>
                  <a:pt x="154781" y="52960"/>
                  <a:pt x="149446" y="47625"/>
                  <a:pt x="142875" y="47625"/>
                </a:cubicBezTo>
                <a:cubicBezTo>
                  <a:pt x="136304" y="47625"/>
                  <a:pt x="130969" y="52960"/>
                  <a:pt x="130969" y="59531"/>
                </a:cubicBezTo>
                <a:cubicBezTo>
                  <a:pt x="130969" y="66102"/>
                  <a:pt x="136304" y="71438"/>
                  <a:pt x="142875" y="71438"/>
                </a:cubicBezTo>
                <a:close/>
              </a:path>
            </a:pathLst>
          </a:custGeom>
          <a:solidFill>
            <a:srgbClr val="c9a36a"/>
          </a:solidFill>
          <a:ln w="0">
            <a:noFill/>
          </a:ln>
        </p:spPr>
        <p:style>
          <a:lnRef idx="0"/>
          <a:fillRef idx="0"/>
          <a:effectRef idx="0"/>
          <a:fontRef idx="minor"/>
        </p:style>
      </p:sp>
      <p:sp>
        <p:nvSpPr>
          <p:cNvPr id="54" name="Text 9"/>
          <p:cNvSpPr/>
          <p:nvPr/>
        </p:nvSpPr>
        <p:spPr>
          <a:xfrm>
            <a:off x="2247840" y="5832000"/>
            <a:ext cx="1418400" cy="2660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350" spc="-1" strike="noStrike">
                <a:solidFill>
                  <a:srgbClr val="a3a3a3"/>
                </a:solidFill>
                <a:latin typeface="Quattrocento Sans"/>
                <a:ea typeface="Quattrocento Sans"/>
              </a:rPr>
              <a:t>860+ Oil Paintings</a:t>
            </a:r>
            <a:endParaRPr b="0" lang="en-HK" sz="1350" spc="-1" strike="noStrike">
              <a:latin typeface="Arial"/>
            </a:endParaRPr>
          </a:p>
        </p:txBody>
      </p:sp>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11111"/>
        </a:solidFill>
      </p:bgPr>
    </p:bg>
    <p:spTree>
      <p:nvGrpSpPr>
        <p:cNvPr id="1" name=""/>
        <p:cNvGrpSpPr/>
        <p:nvPr/>
      </p:nvGrpSpPr>
      <p:grpSpPr>
        <a:xfrm>
          <a:off x="0" y="0"/>
          <a:ext cx="0" cy="0"/>
          <a:chOff x="0" y="0"/>
          <a:chExt cx="0" cy="0"/>
        </a:xfrm>
      </p:grpSpPr>
      <p:sp>
        <p:nvSpPr>
          <p:cNvPr id="55" name="Text 0"/>
          <p:cNvSpPr/>
          <p:nvPr/>
        </p:nvSpPr>
        <p:spPr>
          <a:xfrm>
            <a:off x="380880" y="380880"/>
            <a:ext cx="11505600" cy="2278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200" spc="296" strike="noStrike">
                <a:solidFill>
                  <a:srgbClr val="c9a36a"/>
                </a:solidFill>
                <a:latin typeface="Quattrocento Sans"/>
                <a:ea typeface="Quattrocento Sans"/>
              </a:rPr>
              <a:t>Lecture Overview</a:t>
            </a:r>
            <a:endParaRPr b="0" lang="en-HK" sz="1200" spc="-1" strike="noStrike">
              <a:latin typeface="Arial"/>
            </a:endParaRPr>
          </a:p>
        </p:txBody>
      </p:sp>
      <p:sp>
        <p:nvSpPr>
          <p:cNvPr id="56" name="Text 1"/>
          <p:cNvSpPr/>
          <p:nvPr/>
        </p:nvSpPr>
        <p:spPr>
          <a:xfrm>
            <a:off x="380880" y="723960"/>
            <a:ext cx="11715120" cy="57096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4500" spc="-1" strike="noStrike">
                <a:solidFill>
                  <a:srgbClr val="f2f2f2"/>
                </a:solidFill>
                <a:latin typeface="Oranienbaum"/>
                <a:ea typeface="Oranienbaum"/>
              </a:rPr>
              <a:t>Contents</a:t>
            </a:r>
            <a:endParaRPr b="0" lang="en-HK" sz="4500" spc="-1" strike="noStrike">
              <a:latin typeface="Arial"/>
            </a:endParaRPr>
          </a:p>
        </p:txBody>
      </p:sp>
      <p:sp>
        <p:nvSpPr>
          <p:cNvPr id="57" name="Shape 2"/>
          <p:cNvSpPr/>
          <p:nvPr/>
        </p:nvSpPr>
        <p:spPr>
          <a:xfrm>
            <a:off x="380880" y="1486080"/>
            <a:ext cx="1218600" cy="27720"/>
          </a:xfrm>
          <a:custGeom>
            <a:avLst/>
            <a:gdLst/>
            <a:ahLst/>
            <a:rect l="l" t="t" r="r" b="b"/>
            <a:pathLst>
              <a:path w="1219200" h="28575">
                <a:moveTo>
                  <a:pt x="0" y="0"/>
                </a:moveTo>
                <a:lnTo>
                  <a:pt x="1219200" y="0"/>
                </a:lnTo>
                <a:lnTo>
                  <a:pt x="1219200" y="28575"/>
                </a:lnTo>
                <a:lnTo>
                  <a:pt x="0" y="28575"/>
                </a:lnTo>
                <a:lnTo>
                  <a:pt x="0" y="0"/>
                </a:lnTo>
                <a:close/>
              </a:path>
            </a:pathLst>
          </a:custGeom>
          <a:solidFill>
            <a:srgbClr val="c9a36a"/>
          </a:solidFill>
          <a:ln w="0">
            <a:noFill/>
          </a:ln>
        </p:spPr>
        <p:style>
          <a:lnRef idx="0"/>
          <a:fillRef idx="0"/>
          <a:effectRef idx="0"/>
          <a:fontRef idx="minor"/>
        </p:style>
      </p:sp>
      <p:sp>
        <p:nvSpPr>
          <p:cNvPr id="58" name="Shape 3"/>
          <p:cNvSpPr/>
          <p:nvPr/>
        </p:nvSpPr>
        <p:spPr>
          <a:xfrm>
            <a:off x="399960" y="1819440"/>
            <a:ext cx="5542920" cy="1342440"/>
          </a:xfrm>
          <a:custGeom>
            <a:avLst/>
            <a:gdLst/>
            <a:ahLst/>
            <a:rect l="l" t="t" r="r" b="b"/>
            <a:pathLst>
              <a:path w="5543550" h="1343025">
                <a:moveTo>
                  <a:pt x="38100" y="0"/>
                </a:moveTo>
                <a:lnTo>
                  <a:pt x="5467347" y="0"/>
                </a:lnTo>
                <a:cubicBezTo>
                  <a:pt x="5509433" y="0"/>
                  <a:pt x="5543550" y="34117"/>
                  <a:pt x="5543550" y="76203"/>
                </a:cubicBezTo>
                <a:lnTo>
                  <a:pt x="5543550" y="1266822"/>
                </a:lnTo>
                <a:cubicBezTo>
                  <a:pt x="5543550" y="1308908"/>
                  <a:pt x="5509433" y="1343025"/>
                  <a:pt x="5467347" y="1343025"/>
                </a:cubicBezTo>
                <a:lnTo>
                  <a:pt x="38100" y="1343025"/>
                </a:lnTo>
                <a:cubicBezTo>
                  <a:pt x="17072" y="1343025"/>
                  <a:pt x="0" y="1325953"/>
                  <a:pt x="0" y="1304925"/>
                </a:cubicBezTo>
                <a:lnTo>
                  <a:pt x="0" y="38100"/>
                </a:lnTo>
                <a:cubicBezTo>
                  <a:pt x="0" y="17072"/>
                  <a:pt x="17072" y="0"/>
                  <a:pt x="38100" y="0"/>
                </a:cubicBezTo>
                <a:close/>
              </a:path>
            </a:pathLst>
          </a:custGeom>
          <a:solidFill>
            <a:srgbClr val="1a1a1a"/>
          </a:solidFill>
          <a:ln w="0">
            <a:noFill/>
          </a:ln>
        </p:spPr>
        <p:style>
          <a:lnRef idx="0"/>
          <a:fillRef idx="0"/>
          <a:effectRef idx="0"/>
          <a:fontRef idx="minor"/>
        </p:style>
      </p:sp>
      <p:sp>
        <p:nvSpPr>
          <p:cNvPr id="59" name="Shape 4"/>
          <p:cNvSpPr/>
          <p:nvPr/>
        </p:nvSpPr>
        <p:spPr>
          <a:xfrm>
            <a:off x="399960" y="1819440"/>
            <a:ext cx="37440" cy="1342440"/>
          </a:xfrm>
          <a:custGeom>
            <a:avLst/>
            <a:gdLst/>
            <a:ahLst/>
            <a:rect l="l" t="t" r="r" b="b"/>
            <a:pathLst>
              <a:path w="38100" h="1343025">
                <a:moveTo>
                  <a:pt x="38100" y="0"/>
                </a:moveTo>
                <a:lnTo>
                  <a:pt x="38100" y="0"/>
                </a:lnTo>
                <a:lnTo>
                  <a:pt x="38100" y="1343025"/>
                </a:lnTo>
                <a:lnTo>
                  <a:pt x="38100" y="1343025"/>
                </a:lnTo>
                <a:cubicBezTo>
                  <a:pt x="17072" y="1343025"/>
                  <a:pt x="0" y="1325953"/>
                  <a:pt x="0" y="1304925"/>
                </a:cubicBezTo>
                <a:lnTo>
                  <a:pt x="0" y="38100"/>
                </a:lnTo>
                <a:cubicBezTo>
                  <a:pt x="0" y="17072"/>
                  <a:pt x="17072" y="0"/>
                  <a:pt x="38100" y="0"/>
                </a:cubicBezTo>
                <a:close/>
              </a:path>
            </a:pathLst>
          </a:custGeom>
          <a:solidFill>
            <a:srgbClr val="c9a36a"/>
          </a:solidFill>
          <a:ln w="0">
            <a:noFill/>
          </a:ln>
        </p:spPr>
        <p:style>
          <a:lnRef idx="0"/>
          <a:fillRef idx="0"/>
          <a:effectRef idx="0"/>
          <a:fontRef idx="minor"/>
        </p:style>
      </p:sp>
      <p:sp>
        <p:nvSpPr>
          <p:cNvPr id="60" name="Shape 5"/>
          <p:cNvSpPr/>
          <p:nvPr/>
        </p:nvSpPr>
        <p:spPr>
          <a:xfrm>
            <a:off x="647640" y="2048040"/>
            <a:ext cx="532800" cy="532800"/>
          </a:xfrm>
          <a:custGeom>
            <a:avLst/>
            <a:gdLst/>
            <a:ahLst/>
            <a:rect l="l" t="t" r="r" b="b"/>
            <a:pathLst>
              <a:path w="533400" h="533400">
                <a:moveTo>
                  <a:pt x="266700" y="0"/>
                </a:moveTo>
                <a:lnTo>
                  <a:pt x="266700" y="0"/>
                </a:lnTo>
                <a:cubicBezTo>
                  <a:pt x="413896" y="0"/>
                  <a:pt x="533400" y="119504"/>
                  <a:pt x="533400" y="266700"/>
                </a:cubicBezTo>
                <a:lnTo>
                  <a:pt x="533400" y="266700"/>
                </a:lnTo>
                <a:cubicBezTo>
                  <a:pt x="533400" y="413896"/>
                  <a:pt x="413896" y="533400"/>
                  <a:pt x="266700" y="533400"/>
                </a:cubicBezTo>
                <a:lnTo>
                  <a:pt x="266700" y="533400"/>
                </a:lnTo>
                <a:cubicBezTo>
                  <a:pt x="119504" y="533400"/>
                  <a:pt x="0" y="413896"/>
                  <a:pt x="0" y="266700"/>
                </a:cubicBezTo>
                <a:lnTo>
                  <a:pt x="0" y="266700"/>
                </a:lnTo>
                <a:cubicBezTo>
                  <a:pt x="0" y="119504"/>
                  <a:pt x="119504" y="0"/>
                  <a:pt x="266700" y="0"/>
                </a:cubicBezTo>
                <a:close/>
              </a:path>
            </a:pathLst>
          </a:custGeom>
          <a:solidFill>
            <a:srgbClr val="c9a36a">
              <a:alpha val="20000"/>
            </a:srgbClr>
          </a:solidFill>
          <a:ln w="0">
            <a:noFill/>
          </a:ln>
        </p:spPr>
        <p:style>
          <a:lnRef idx="0"/>
          <a:fillRef idx="0"/>
          <a:effectRef idx="0"/>
          <a:fontRef idx="minor"/>
        </p:style>
      </p:sp>
      <p:sp>
        <p:nvSpPr>
          <p:cNvPr id="61" name="Text 6"/>
          <p:cNvSpPr/>
          <p:nvPr/>
        </p:nvSpPr>
        <p:spPr>
          <a:xfrm>
            <a:off x="798480" y="2143080"/>
            <a:ext cx="370800" cy="342360"/>
          </a:xfrm>
          <a:prstGeom prst="rect">
            <a:avLst/>
          </a:prstGeom>
          <a:noFill/>
          <a:ln w="0">
            <a:noFill/>
          </a:ln>
        </p:spPr>
        <p:style>
          <a:lnRef idx="0"/>
          <a:fillRef idx="0"/>
          <a:effectRef idx="0"/>
          <a:fontRef idx="minor"/>
        </p:style>
        <p:txBody>
          <a:bodyPr lIns="0" rIns="0" tIns="0" bIns="0" anchor="ctr">
            <a:noAutofit/>
          </a:bodyPr>
          <a:p>
            <a:pPr>
              <a:lnSpc>
                <a:spcPct val="100000"/>
              </a:lnSpc>
              <a:buNone/>
            </a:pPr>
            <a:r>
              <a:rPr b="1" lang="en-US" sz="2250" spc="-1" strike="noStrike">
                <a:solidFill>
                  <a:srgbClr val="c9a36a"/>
                </a:solidFill>
                <a:latin typeface="Oranienbaum"/>
                <a:ea typeface="Oranienbaum"/>
              </a:rPr>
              <a:t>01</a:t>
            </a:r>
            <a:endParaRPr b="0" lang="en-HK" sz="2250" spc="-1" strike="noStrike">
              <a:latin typeface="Arial"/>
            </a:endParaRPr>
          </a:p>
        </p:txBody>
      </p:sp>
      <p:sp>
        <p:nvSpPr>
          <p:cNvPr id="62" name="Text 7"/>
          <p:cNvSpPr/>
          <p:nvPr/>
        </p:nvSpPr>
        <p:spPr>
          <a:xfrm>
            <a:off x="1371600" y="2048040"/>
            <a:ext cx="4457160" cy="30420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800" spc="-1" strike="noStrike">
                <a:solidFill>
                  <a:srgbClr val="f2f2f2"/>
                </a:solidFill>
                <a:latin typeface="Oranienbaum"/>
                <a:ea typeface="Oranienbaum"/>
              </a:rPr>
              <a:t>Early Life and Artistic Beginnings</a:t>
            </a:r>
            <a:endParaRPr b="0" lang="en-HK" sz="1800" spc="-1" strike="noStrike">
              <a:latin typeface="Arial"/>
            </a:endParaRPr>
          </a:p>
        </p:txBody>
      </p:sp>
      <p:sp>
        <p:nvSpPr>
          <p:cNvPr id="63" name="Text 8"/>
          <p:cNvSpPr/>
          <p:nvPr/>
        </p:nvSpPr>
        <p:spPr>
          <a:xfrm>
            <a:off x="1371600" y="2428920"/>
            <a:ext cx="4419000" cy="24696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200" spc="-1" strike="noStrike">
                <a:solidFill>
                  <a:srgbClr val="b8b8b8"/>
                </a:solidFill>
                <a:latin typeface="Quattrocento Sans"/>
                <a:ea typeface="Quattrocento Sans"/>
              </a:rPr>
              <a:t>The journey from a troubled youth to a passionate artist</a:t>
            </a:r>
            <a:endParaRPr b="0" lang="en-HK" sz="1200" spc="-1" strike="noStrike">
              <a:latin typeface="Arial"/>
            </a:endParaRPr>
          </a:p>
        </p:txBody>
      </p:sp>
      <p:sp>
        <p:nvSpPr>
          <p:cNvPr id="64" name="Shape 9"/>
          <p:cNvSpPr/>
          <p:nvPr/>
        </p:nvSpPr>
        <p:spPr>
          <a:xfrm>
            <a:off x="6267600" y="1819440"/>
            <a:ext cx="5542920" cy="1342440"/>
          </a:xfrm>
          <a:custGeom>
            <a:avLst/>
            <a:gdLst/>
            <a:ahLst/>
            <a:rect l="l" t="t" r="r" b="b"/>
            <a:pathLst>
              <a:path w="5543550" h="1343025">
                <a:moveTo>
                  <a:pt x="38100" y="0"/>
                </a:moveTo>
                <a:lnTo>
                  <a:pt x="5467347" y="0"/>
                </a:lnTo>
                <a:cubicBezTo>
                  <a:pt x="5509433" y="0"/>
                  <a:pt x="5543550" y="34117"/>
                  <a:pt x="5543550" y="76203"/>
                </a:cubicBezTo>
                <a:lnTo>
                  <a:pt x="5543550" y="1266822"/>
                </a:lnTo>
                <a:cubicBezTo>
                  <a:pt x="5543550" y="1308908"/>
                  <a:pt x="5509433" y="1343025"/>
                  <a:pt x="5467347" y="1343025"/>
                </a:cubicBezTo>
                <a:lnTo>
                  <a:pt x="38100" y="1343025"/>
                </a:lnTo>
                <a:cubicBezTo>
                  <a:pt x="17072" y="1343025"/>
                  <a:pt x="0" y="1325953"/>
                  <a:pt x="0" y="1304925"/>
                </a:cubicBezTo>
                <a:lnTo>
                  <a:pt x="0" y="38100"/>
                </a:lnTo>
                <a:cubicBezTo>
                  <a:pt x="0" y="17072"/>
                  <a:pt x="17072" y="0"/>
                  <a:pt x="38100" y="0"/>
                </a:cubicBezTo>
                <a:close/>
              </a:path>
            </a:pathLst>
          </a:custGeom>
          <a:solidFill>
            <a:srgbClr val="1a1a1a"/>
          </a:solidFill>
          <a:ln w="0">
            <a:noFill/>
          </a:ln>
        </p:spPr>
        <p:style>
          <a:lnRef idx="0"/>
          <a:fillRef idx="0"/>
          <a:effectRef idx="0"/>
          <a:fontRef idx="minor"/>
        </p:style>
      </p:sp>
      <p:sp>
        <p:nvSpPr>
          <p:cNvPr id="65" name="Shape 10"/>
          <p:cNvSpPr/>
          <p:nvPr/>
        </p:nvSpPr>
        <p:spPr>
          <a:xfrm>
            <a:off x="6267600" y="1819440"/>
            <a:ext cx="37440" cy="1342440"/>
          </a:xfrm>
          <a:custGeom>
            <a:avLst/>
            <a:gdLst/>
            <a:ahLst/>
            <a:rect l="l" t="t" r="r" b="b"/>
            <a:pathLst>
              <a:path w="38100" h="1343025">
                <a:moveTo>
                  <a:pt x="38100" y="0"/>
                </a:moveTo>
                <a:lnTo>
                  <a:pt x="38100" y="0"/>
                </a:lnTo>
                <a:lnTo>
                  <a:pt x="38100" y="1343025"/>
                </a:lnTo>
                <a:lnTo>
                  <a:pt x="38100" y="1343025"/>
                </a:lnTo>
                <a:cubicBezTo>
                  <a:pt x="17072" y="1343025"/>
                  <a:pt x="0" y="1325953"/>
                  <a:pt x="0" y="1304925"/>
                </a:cubicBezTo>
                <a:lnTo>
                  <a:pt x="0" y="38100"/>
                </a:lnTo>
                <a:cubicBezTo>
                  <a:pt x="0" y="17072"/>
                  <a:pt x="17072" y="0"/>
                  <a:pt x="38100" y="0"/>
                </a:cubicBezTo>
                <a:close/>
              </a:path>
            </a:pathLst>
          </a:custGeom>
          <a:solidFill>
            <a:srgbClr val="c9a36a"/>
          </a:solidFill>
          <a:ln w="0">
            <a:noFill/>
          </a:ln>
        </p:spPr>
        <p:style>
          <a:lnRef idx="0"/>
          <a:fillRef idx="0"/>
          <a:effectRef idx="0"/>
          <a:fontRef idx="minor"/>
        </p:style>
      </p:sp>
      <p:sp>
        <p:nvSpPr>
          <p:cNvPr id="66" name="Shape 11"/>
          <p:cNvSpPr/>
          <p:nvPr/>
        </p:nvSpPr>
        <p:spPr>
          <a:xfrm>
            <a:off x="6515280" y="2048040"/>
            <a:ext cx="532800" cy="532800"/>
          </a:xfrm>
          <a:custGeom>
            <a:avLst/>
            <a:gdLst/>
            <a:ahLst/>
            <a:rect l="l" t="t" r="r" b="b"/>
            <a:pathLst>
              <a:path w="533400" h="533400">
                <a:moveTo>
                  <a:pt x="266700" y="0"/>
                </a:moveTo>
                <a:lnTo>
                  <a:pt x="266700" y="0"/>
                </a:lnTo>
                <a:cubicBezTo>
                  <a:pt x="413896" y="0"/>
                  <a:pt x="533400" y="119504"/>
                  <a:pt x="533400" y="266700"/>
                </a:cubicBezTo>
                <a:lnTo>
                  <a:pt x="533400" y="266700"/>
                </a:lnTo>
                <a:cubicBezTo>
                  <a:pt x="533400" y="413896"/>
                  <a:pt x="413896" y="533400"/>
                  <a:pt x="266700" y="533400"/>
                </a:cubicBezTo>
                <a:lnTo>
                  <a:pt x="266700" y="533400"/>
                </a:lnTo>
                <a:cubicBezTo>
                  <a:pt x="119504" y="533400"/>
                  <a:pt x="0" y="413896"/>
                  <a:pt x="0" y="266700"/>
                </a:cubicBezTo>
                <a:lnTo>
                  <a:pt x="0" y="266700"/>
                </a:lnTo>
                <a:cubicBezTo>
                  <a:pt x="0" y="119504"/>
                  <a:pt x="119504" y="0"/>
                  <a:pt x="266700" y="0"/>
                </a:cubicBezTo>
                <a:close/>
              </a:path>
            </a:pathLst>
          </a:custGeom>
          <a:solidFill>
            <a:srgbClr val="c9a36a">
              <a:alpha val="20000"/>
            </a:srgbClr>
          </a:solidFill>
          <a:ln w="0">
            <a:noFill/>
          </a:ln>
        </p:spPr>
        <p:style>
          <a:lnRef idx="0"/>
          <a:fillRef idx="0"/>
          <a:effectRef idx="0"/>
          <a:fontRef idx="minor"/>
        </p:style>
      </p:sp>
      <p:sp>
        <p:nvSpPr>
          <p:cNvPr id="67" name="Text 12"/>
          <p:cNvSpPr/>
          <p:nvPr/>
        </p:nvSpPr>
        <p:spPr>
          <a:xfrm>
            <a:off x="6639480" y="2143080"/>
            <a:ext cx="428040" cy="342360"/>
          </a:xfrm>
          <a:prstGeom prst="rect">
            <a:avLst/>
          </a:prstGeom>
          <a:noFill/>
          <a:ln w="0">
            <a:noFill/>
          </a:ln>
        </p:spPr>
        <p:style>
          <a:lnRef idx="0"/>
          <a:fillRef idx="0"/>
          <a:effectRef idx="0"/>
          <a:fontRef idx="minor"/>
        </p:style>
        <p:txBody>
          <a:bodyPr lIns="0" rIns="0" tIns="0" bIns="0" anchor="ctr">
            <a:noAutofit/>
          </a:bodyPr>
          <a:p>
            <a:pPr>
              <a:lnSpc>
                <a:spcPct val="100000"/>
              </a:lnSpc>
              <a:buNone/>
            </a:pPr>
            <a:r>
              <a:rPr b="1" lang="en-US" sz="2250" spc="-1" strike="noStrike">
                <a:solidFill>
                  <a:srgbClr val="c9a36a"/>
                </a:solidFill>
                <a:latin typeface="Oranienbaum"/>
                <a:ea typeface="Oranienbaum"/>
              </a:rPr>
              <a:t>02</a:t>
            </a:r>
            <a:endParaRPr b="0" lang="en-HK" sz="2250" spc="-1" strike="noStrike">
              <a:latin typeface="Arial"/>
            </a:endParaRPr>
          </a:p>
        </p:txBody>
      </p:sp>
      <p:sp>
        <p:nvSpPr>
          <p:cNvPr id="68" name="Text 13"/>
          <p:cNvSpPr/>
          <p:nvPr/>
        </p:nvSpPr>
        <p:spPr>
          <a:xfrm>
            <a:off x="7238880" y="2048040"/>
            <a:ext cx="4457160" cy="30420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800" spc="-1" strike="noStrike">
                <a:solidFill>
                  <a:srgbClr val="f2f2f2"/>
                </a:solidFill>
                <a:latin typeface="Oranienbaum"/>
                <a:ea typeface="Oranienbaum"/>
              </a:rPr>
              <a:t>The Evolution of Style</a:t>
            </a:r>
            <a:endParaRPr b="0" lang="en-HK" sz="1800" spc="-1" strike="noStrike">
              <a:latin typeface="Arial"/>
            </a:endParaRPr>
          </a:p>
        </p:txBody>
      </p:sp>
      <p:sp>
        <p:nvSpPr>
          <p:cNvPr id="69" name="Text 14"/>
          <p:cNvSpPr/>
          <p:nvPr/>
        </p:nvSpPr>
        <p:spPr>
          <a:xfrm>
            <a:off x="7238880" y="2428920"/>
            <a:ext cx="4419000" cy="24696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200" spc="-1" strike="noStrike">
                <a:solidFill>
                  <a:srgbClr val="b8b8b8"/>
                </a:solidFill>
                <a:latin typeface="Quattrocento Sans"/>
                <a:ea typeface="Quattrocento Sans"/>
              </a:rPr>
              <a:t>From dark realism to vibrant expression across five periods</a:t>
            </a:r>
            <a:endParaRPr b="0" lang="en-HK" sz="1200" spc="-1" strike="noStrike">
              <a:latin typeface="Arial"/>
            </a:endParaRPr>
          </a:p>
        </p:txBody>
      </p:sp>
      <p:sp>
        <p:nvSpPr>
          <p:cNvPr id="70" name="Shape 15"/>
          <p:cNvSpPr/>
          <p:nvPr/>
        </p:nvSpPr>
        <p:spPr>
          <a:xfrm>
            <a:off x="399960" y="3352680"/>
            <a:ext cx="5542920" cy="1342440"/>
          </a:xfrm>
          <a:custGeom>
            <a:avLst/>
            <a:gdLst/>
            <a:ahLst/>
            <a:rect l="l" t="t" r="r" b="b"/>
            <a:pathLst>
              <a:path w="5543550" h="1343025">
                <a:moveTo>
                  <a:pt x="38100" y="0"/>
                </a:moveTo>
                <a:lnTo>
                  <a:pt x="5467347" y="0"/>
                </a:lnTo>
                <a:cubicBezTo>
                  <a:pt x="5509433" y="0"/>
                  <a:pt x="5543550" y="34117"/>
                  <a:pt x="5543550" y="76203"/>
                </a:cubicBezTo>
                <a:lnTo>
                  <a:pt x="5543550" y="1266822"/>
                </a:lnTo>
                <a:cubicBezTo>
                  <a:pt x="5543550" y="1308908"/>
                  <a:pt x="5509433" y="1343025"/>
                  <a:pt x="5467347" y="1343025"/>
                </a:cubicBezTo>
                <a:lnTo>
                  <a:pt x="38100" y="1343025"/>
                </a:lnTo>
                <a:cubicBezTo>
                  <a:pt x="17072" y="1343025"/>
                  <a:pt x="0" y="1325953"/>
                  <a:pt x="0" y="1304925"/>
                </a:cubicBezTo>
                <a:lnTo>
                  <a:pt x="0" y="38100"/>
                </a:lnTo>
                <a:cubicBezTo>
                  <a:pt x="0" y="17072"/>
                  <a:pt x="17072" y="0"/>
                  <a:pt x="38100" y="0"/>
                </a:cubicBezTo>
                <a:close/>
              </a:path>
            </a:pathLst>
          </a:custGeom>
          <a:solidFill>
            <a:srgbClr val="1a1a1a"/>
          </a:solidFill>
          <a:ln w="0">
            <a:noFill/>
          </a:ln>
        </p:spPr>
        <p:style>
          <a:lnRef idx="0"/>
          <a:fillRef idx="0"/>
          <a:effectRef idx="0"/>
          <a:fontRef idx="minor"/>
        </p:style>
      </p:sp>
      <p:sp>
        <p:nvSpPr>
          <p:cNvPr id="71" name="Shape 16"/>
          <p:cNvSpPr/>
          <p:nvPr/>
        </p:nvSpPr>
        <p:spPr>
          <a:xfrm>
            <a:off x="399960" y="3352680"/>
            <a:ext cx="37440" cy="1342440"/>
          </a:xfrm>
          <a:custGeom>
            <a:avLst/>
            <a:gdLst/>
            <a:ahLst/>
            <a:rect l="l" t="t" r="r" b="b"/>
            <a:pathLst>
              <a:path w="38100" h="1343025">
                <a:moveTo>
                  <a:pt x="38100" y="0"/>
                </a:moveTo>
                <a:lnTo>
                  <a:pt x="38100" y="0"/>
                </a:lnTo>
                <a:lnTo>
                  <a:pt x="38100" y="1343025"/>
                </a:lnTo>
                <a:lnTo>
                  <a:pt x="38100" y="1343025"/>
                </a:lnTo>
                <a:cubicBezTo>
                  <a:pt x="17072" y="1343025"/>
                  <a:pt x="0" y="1325953"/>
                  <a:pt x="0" y="1304925"/>
                </a:cubicBezTo>
                <a:lnTo>
                  <a:pt x="0" y="38100"/>
                </a:lnTo>
                <a:cubicBezTo>
                  <a:pt x="0" y="17072"/>
                  <a:pt x="17072" y="0"/>
                  <a:pt x="38100" y="0"/>
                </a:cubicBezTo>
                <a:close/>
              </a:path>
            </a:pathLst>
          </a:custGeom>
          <a:solidFill>
            <a:srgbClr val="c9a36a"/>
          </a:solidFill>
          <a:ln w="0">
            <a:noFill/>
          </a:ln>
        </p:spPr>
        <p:style>
          <a:lnRef idx="0"/>
          <a:fillRef idx="0"/>
          <a:effectRef idx="0"/>
          <a:fontRef idx="minor"/>
        </p:style>
      </p:sp>
      <p:sp>
        <p:nvSpPr>
          <p:cNvPr id="72" name="Shape 17"/>
          <p:cNvSpPr/>
          <p:nvPr/>
        </p:nvSpPr>
        <p:spPr>
          <a:xfrm>
            <a:off x="647640" y="3581280"/>
            <a:ext cx="532800" cy="532800"/>
          </a:xfrm>
          <a:custGeom>
            <a:avLst/>
            <a:gdLst/>
            <a:ahLst/>
            <a:rect l="l" t="t" r="r" b="b"/>
            <a:pathLst>
              <a:path w="533400" h="533400">
                <a:moveTo>
                  <a:pt x="266700" y="0"/>
                </a:moveTo>
                <a:lnTo>
                  <a:pt x="266700" y="0"/>
                </a:lnTo>
                <a:cubicBezTo>
                  <a:pt x="413896" y="0"/>
                  <a:pt x="533400" y="119504"/>
                  <a:pt x="533400" y="266700"/>
                </a:cubicBezTo>
                <a:lnTo>
                  <a:pt x="533400" y="266700"/>
                </a:lnTo>
                <a:cubicBezTo>
                  <a:pt x="533400" y="413896"/>
                  <a:pt x="413896" y="533400"/>
                  <a:pt x="266700" y="533400"/>
                </a:cubicBezTo>
                <a:lnTo>
                  <a:pt x="266700" y="533400"/>
                </a:lnTo>
                <a:cubicBezTo>
                  <a:pt x="119504" y="533400"/>
                  <a:pt x="0" y="413896"/>
                  <a:pt x="0" y="266700"/>
                </a:cubicBezTo>
                <a:lnTo>
                  <a:pt x="0" y="266700"/>
                </a:lnTo>
                <a:cubicBezTo>
                  <a:pt x="0" y="119504"/>
                  <a:pt x="119504" y="0"/>
                  <a:pt x="266700" y="0"/>
                </a:cubicBezTo>
                <a:close/>
              </a:path>
            </a:pathLst>
          </a:custGeom>
          <a:solidFill>
            <a:srgbClr val="c9a36a">
              <a:alpha val="20000"/>
            </a:srgbClr>
          </a:solidFill>
          <a:ln w="0">
            <a:noFill/>
          </a:ln>
        </p:spPr>
        <p:style>
          <a:lnRef idx="0"/>
          <a:fillRef idx="0"/>
          <a:effectRef idx="0"/>
          <a:fontRef idx="minor"/>
        </p:style>
      </p:sp>
      <p:sp>
        <p:nvSpPr>
          <p:cNvPr id="73" name="Text 18"/>
          <p:cNvSpPr/>
          <p:nvPr/>
        </p:nvSpPr>
        <p:spPr>
          <a:xfrm>
            <a:off x="771480" y="3676680"/>
            <a:ext cx="428040" cy="342360"/>
          </a:xfrm>
          <a:prstGeom prst="rect">
            <a:avLst/>
          </a:prstGeom>
          <a:noFill/>
          <a:ln w="0">
            <a:noFill/>
          </a:ln>
        </p:spPr>
        <p:style>
          <a:lnRef idx="0"/>
          <a:fillRef idx="0"/>
          <a:effectRef idx="0"/>
          <a:fontRef idx="minor"/>
        </p:style>
        <p:txBody>
          <a:bodyPr lIns="0" rIns="0" tIns="0" bIns="0" anchor="ctr">
            <a:noAutofit/>
          </a:bodyPr>
          <a:p>
            <a:pPr>
              <a:lnSpc>
                <a:spcPct val="100000"/>
              </a:lnSpc>
              <a:buNone/>
            </a:pPr>
            <a:r>
              <a:rPr b="1" lang="en-US" sz="2250" spc="-1" strike="noStrike">
                <a:solidFill>
                  <a:srgbClr val="c9a36a"/>
                </a:solidFill>
                <a:latin typeface="Oranienbaum"/>
                <a:ea typeface="Oranienbaum"/>
              </a:rPr>
              <a:t>03</a:t>
            </a:r>
            <a:endParaRPr b="0" lang="en-HK" sz="2250" spc="-1" strike="noStrike">
              <a:latin typeface="Arial"/>
            </a:endParaRPr>
          </a:p>
        </p:txBody>
      </p:sp>
      <p:sp>
        <p:nvSpPr>
          <p:cNvPr id="74" name="Text 19"/>
          <p:cNvSpPr/>
          <p:nvPr/>
        </p:nvSpPr>
        <p:spPr>
          <a:xfrm>
            <a:off x="1371600" y="3581280"/>
            <a:ext cx="4457160" cy="30420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800" spc="-1" strike="noStrike">
                <a:solidFill>
                  <a:srgbClr val="f2f2f2"/>
                </a:solidFill>
                <a:latin typeface="Oranienbaum"/>
                <a:ea typeface="Oranienbaum"/>
              </a:rPr>
              <a:t>Masterpieces That Define an Era</a:t>
            </a:r>
            <a:endParaRPr b="0" lang="en-HK" sz="1800" spc="-1" strike="noStrike">
              <a:latin typeface="Arial"/>
            </a:endParaRPr>
          </a:p>
        </p:txBody>
      </p:sp>
      <p:sp>
        <p:nvSpPr>
          <p:cNvPr id="75" name="Text 20"/>
          <p:cNvSpPr/>
          <p:nvPr/>
        </p:nvSpPr>
        <p:spPr>
          <a:xfrm>
            <a:off x="1371600" y="3962520"/>
            <a:ext cx="4419000" cy="24696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200" spc="-1" strike="noStrike">
                <a:solidFill>
                  <a:srgbClr val="b8b8b8"/>
                </a:solidFill>
                <a:latin typeface="Quattrocento Sans"/>
                <a:ea typeface="Quattrocento Sans"/>
              </a:rPr>
              <a:t>Iconic works that continue to captivate the world</a:t>
            </a:r>
            <a:endParaRPr b="0" lang="en-HK" sz="1200" spc="-1" strike="noStrike">
              <a:latin typeface="Arial"/>
            </a:endParaRPr>
          </a:p>
        </p:txBody>
      </p:sp>
      <p:sp>
        <p:nvSpPr>
          <p:cNvPr id="76" name="Shape 21"/>
          <p:cNvSpPr/>
          <p:nvPr/>
        </p:nvSpPr>
        <p:spPr>
          <a:xfrm>
            <a:off x="6267600" y="3352680"/>
            <a:ext cx="5542920" cy="1342440"/>
          </a:xfrm>
          <a:custGeom>
            <a:avLst/>
            <a:gdLst/>
            <a:ahLst/>
            <a:rect l="l" t="t" r="r" b="b"/>
            <a:pathLst>
              <a:path w="5543550" h="1343025">
                <a:moveTo>
                  <a:pt x="38100" y="0"/>
                </a:moveTo>
                <a:lnTo>
                  <a:pt x="5467347" y="0"/>
                </a:lnTo>
                <a:cubicBezTo>
                  <a:pt x="5509433" y="0"/>
                  <a:pt x="5543550" y="34117"/>
                  <a:pt x="5543550" y="76203"/>
                </a:cubicBezTo>
                <a:lnTo>
                  <a:pt x="5543550" y="1266822"/>
                </a:lnTo>
                <a:cubicBezTo>
                  <a:pt x="5543550" y="1308908"/>
                  <a:pt x="5509433" y="1343025"/>
                  <a:pt x="5467347" y="1343025"/>
                </a:cubicBezTo>
                <a:lnTo>
                  <a:pt x="38100" y="1343025"/>
                </a:lnTo>
                <a:cubicBezTo>
                  <a:pt x="17072" y="1343025"/>
                  <a:pt x="0" y="1325953"/>
                  <a:pt x="0" y="1304925"/>
                </a:cubicBezTo>
                <a:lnTo>
                  <a:pt x="0" y="38100"/>
                </a:lnTo>
                <a:cubicBezTo>
                  <a:pt x="0" y="17072"/>
                  <a:pt x="17072" y="0"/>
                  <a:pt x="38100" y="0"/>
                </a:cubicBezTo>
                <a:close/>
              </a:path>
            </a:pathLst>
          </a:custGeom>
          <a:solidFill>
            <a:srgbClr val="1a1a1a"/>
          </a:solidFill>
          <a:ln w="0">
            <a:noFill/>
          </a:ln>
        </p:spPr>
        <p:style>
          <a:lnRef idx="0"/>
          <a:fillRef idx="0"/>
          <a:effectRef idx="0"/>
          <a:fontRef idx="minor"/>
        </p:style>
      </p:sp>
      <p:sp>
        <p:nvSpPr>
          <p:cNvPr id="77" name="Shape 22"/>
          <p:cNvSpPr/>
          <p:nvPr/>
        </p:nvSpPr>
        <p:spPr>
          <a:xfrm>
            <a:off x="6267600" y="3352680"/>
            <a:ext cx="37440" cy="1342440"/>
          </a:xfrm>
          <a:custGeom>
            <a:avLst/>
            <a:gdLst/>
            <a:ahLst/>
            <a:rect l="l" t="t" r="r" b="b"/>
            <a:pathLst>
              <a:path w="38100" h="1343025">
                <a:moveTo>
                  <a:pt x="38100" y="0"/>
                </a:moveTo>
                <a:lnTo>
                  <a:pt x="38100" y="0"/>
                </a:lnTo>
                <a:lnTo>
                  <a:pt x="38100" y="1343025"/>
                </a:lnTo>
                <a:lnTo>
                  <a:pt x="38100" y="1343025"/>
                </a:lnTo>
                <a:cubicBezTo>
                  <a:pt x="17072" y="1343025"/>
                  <a:pt x="0" y="1325953"/>
                  <a:pt x="0" y="1304925"/>
                </a:cubicBezTo>
                <a:lnTo>
                  <a:pt x="0" y="38100"/>
                </a:lnTo>
                <a:cubicBezTo>
                  <a:pt x="0" y="17072"/>
                  <a:pt x="17072" y="0"/>
                  <a:pt x="38100" y="0"/>
                </a:cubicBezTo>
                <a:close/>
              </a:path>
            </a:pathLst>
          </a:custGeom>
          <a:solidFill>
            <a:srgbClr val="c9a36a"/>
          </a:solidFill>
          <a:ln w="0">
            <a:noFill/>
          </a:ln>
        </p:spPr>
        <p:style>
          <a:lnRef idx="0"/>
          <a:fillRef idx="0"/>
          <a:effectRef idx="0"/>
          <a:fontRef idx="minor"/>
        </p:style>
      </p:sp>
      <p:sp>
        <p:nvSpPr>
          <p:cNvPr id="78" name="Shape 23"/>
          <p:cNvSpPr/>
          <p:nvPr/>
        </p:nvSpPr>
        <p:spPr>
          <a:xfrm>
            <a:off x="6515280" y="3581280"/>
            <a:ext cx="532800" cy="532800"/>
          </a:xfrm>
          <a:custGeom>
            <a:avLst/>
            <a:gdLst/>
            <a:ahLst/>
            <a:rect l="l" t="t" r="r" b="b"/>
            <a:pathLst>
              <a:path w="533400" h="533400">
                <a:moveTo>
                  <a:pt x="266700" y="0"/>
                </a:moveTo>
                <a:lnTo>
                  <a:pt x="266700" y="0"/>
                </a:lnTo>
                <a:cubicBezTo>
                  <a:pt x="413896" y="0"/>
                  <a:pt x="533400" y="119504"/>
                  <a:pt x="533400" y="266700"/>
                </a:cubicBezTo>
                <a:lnTo>
                  <a:pt x="533400" y="266700"/>
                </a:lnTo>
                <a:cubicBezTo>
                  <a:pt x="533400" y="413896"/>
                  <a:pt x="413896" y="533400"/>
                  <a:pt x="266700" y="533400"/>
                </a:cubicBezTo>
                <a:lnTo>
                  <a:pt x="266700" y="533400"/>
                </a:lnTo>
                <a:cubicBezTo>
                  <a:pt x="119504" y="533400"/>
                  <a:pt x="0" y="413896"/>
                  <a:pt x="0" y="266700"/>
                </a:cubicBezTo>
                <a:lnTo>
                  <a:pt x="0" y="266700"/>
                </a:lnTo>
                <a:cubicBezTo>
                  <a:pt x="0" y="119504"/>
                  <a:pt x="119504" y="0"/>
                  <a:pt x="266700" y="0"/>
                </a:cubicBezTo>
                <a:close/>
              </a:path>
            </a:pathLst>
          </a:custGeom>
          <a:solidFill>
            <a:srgbClr val="c9a36a">
              <a:alpha val="20000"/>
            </a:srgbClr>
          </a:solidFill>
          <a:ln w="0">
            <a:noFill/>
          </a:ln>
        </p:spPr>
        <p:style>
          <a:lnRef idx="0"/>
          <a:fillRef idx="0"/>
          <a:effectRef idx="0"/>
          <a:fontRef idx="minor"/>
        </p:style>
      </p:sp>
      <p:sp>
        <p:nvSpPr>
          <p:cNvPr id="79" name="Text 24"/>
          <p:cNvSpPr/>
          <p:nvPr/>
        </p:nvSpPr>
        <p:spPr>
          <a:xfrm>
            <a:off x="6632280" y="3676680"/>
            <a:ext cx="437400" cy="342360"/>
          </a:xfrm>
          <a:prstGeom prst="rect">
            <a:avLst/>
          </a:prstGeom>
          <a:noFill/>
          <a:ln w="0">
            <a:noFill/>
          </a:ln>
        </p:spPr>
        <p:style>
          <a:lnRef idx="0"/>
          <a:fillRef idx="0"/>
          <a:effectRef idx="0"/>
          <a:fontRef idx="minor"/>
        </p:style>
        <p:txBody>
          <a:bodyPr lIns="0" rIns="0" tIns="0" bIns="0" anchor="ctr">
            <a:noAutofit/>
          </a:bodyPr>
          <a:p>
            <a:pPr>
              <a:lnSpc>
                <a:spcPct val="100000"/>
              </a:lnSpc>
              <a:buNone/>
            </a:pPr>
            <a:r>
              <a:rPr b="1" lang="en-US" sz="2250" spc="-1" strike="noStrike">
                <a:solidFill>
                  <a:srgbClr val="c9a36a"/>
                </a:solidFill>
                <a:latin typeface="Oranienbaum"/>
                <a:ea typeface="Oranienbaum"/>
              </a:rPr>
              <a:t>04</a:t>
            </a:r>
            <a:endParaRPr b="0" lang="en-HK" sz="2250" spc="-1" strike="noStrike">
              <a:latin typeface="Arial"/>
            </a:endParaRPr>
          </a:p>
        </p:txBody>
      </p:sp>
      <p:sp>
        <p:nvSpPr>
          <p:cNvPr id="80" name="Text 25"/>
          <p:cNvSpPr/>
          <p:nvPr/>
        </p:nvSpPr>
        <p:spPr>
          <a:xfrm>
            <a:off x="7238880" y="3581280"/>
            <a:ext cx="4457160" cy="30420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800" spc="-1" strike="noStrike">
                <a:solidFill>
                  <a:srgbClr val="f2f2f2"/>
                </a:solidFill>
                <a:latin typeface="Oranienbaum"/>
                <a:ea typeface="Oranienbaum"/>
              </a:rPr>
              <a:t>Mental Health and the Price of Genius</a:t>
            </a:r>
            <a:endParaRPr b="0" lang="en-HK" sz="1800" spc="-1" strike="noStrike">
              <a:latin typeface="Arial"/>
            </a:endParaRPr>
          </a:p>
        </p:txBody>
      </p:sp>
      <p:sp>
        <p:nvSpPr>
          <p:cNvPr id="81" name="Text 26"/>
          <p:cNvSpPr/>
          <p:nvPr/>
        </p:nvSpPr>
        <p:spPr>
          <a:xfrm>
            <a:off x="7238880" y="3962520"/>
            <a:ext cx="4419000" cy="24696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200" spc="-1" strike="noStrike">
                <a:solidFill>
                  <a:srgbClr val="b8b8b8"/>
                </a:solidFill>
                <a:latin typeface="Quattrocento Sans"/>
                <a:ea typeface="Quattrocento Sans"/>
              </a:rPr>
              <a:t>The complex relationship between creativity and struggle</a:t>
            </a:r>
            <a:endParaRPr b="0" lang="en-HK" sz="1200" spc="-1" strike="noStrike">
              <a:latin typeface="Arial"/>
            </a:endParaRPr>
          </a:p>
        </p:txBody>
      </p:sp>
      <p:sp>
        <p:nvSpPr>
          <p:cNvPr id="82" name="Shape 27"/>
          <p:cNvSpPr/>
          <p:nvPr/>
        </p:nvSpPr>
        <p:spPr>
          <a:xfrm>
            <a:off x="399960" y="4886280"/>
            <a:ext cx="5542920" cy="1590120"/>
          </a:xfrm>
          <a:custGeom>
            <a:avLst/>
            <a:gdLst/>
            <a:ahLst/>
            <a:rect l="l" t="t" r="r" b="b"/>
            <a:pathLst>
              <a:path w="5543550" h="1590675">
                <a:moveTo>
                  <a:pt x="38100" y="0"/>
                </a:moveTo>
                <a:lnTo>
                  <a:pt x="5467357" y="0"/>
                </a:lnTo>
                <a:cubicBezTo>
                  <a:pt x="5509437" y="0"/>
                  <a:pt x="5543550" y="34113"/>
                  <a:pt x="5543550" y="76193"/>
                </a:cubicBezTo>
                <a:lnTo>
                  <a:pt x="5543550" y="1514482"/>
                </a:lnTo>
                <a:cubicBezTo>
                  <a:pt x="5543550" y="1556562"/>
                  <a:pt x="5509437" y="1590675"/>
                  <a:pt x="5467357" y="1590675"/>
                </a:cubicBezTo>
                <a:lnTo>
                  <a:pt x="38100" y="1590675"/>
                </a:lnTo>
                <a:cubicBezTo>
                  <a:pt x="17072" y="1590675"/>
                  <a:pt x="0" y="1573603"/>
                  <a:pt x="0" y="1552575"/>
                </a:cubicBezTo>
                <a:lnTo>
                  <a:pt x="0" y="38100"/>
                </a:lnTo>
                <a:cubicBezTo>
                  <a:pt x="0" y="17072"/>
                  <a:pt x="17072" y="0"/>
                  <a:pt x="38100" y="0"/>
                </a:cubicBezTo>
                <a:close/>
              </a:path>
            </a:pathLst>
          </a:custGeom>
          <a:solidFill>
            <a:srgbClr val="1a1a1a"/>
          </a:solidFill>
          <a:ln w="0">
            <a:noFill/>
          </a:ln>
        </p:spPr>
        <p:style>
          <a:lnRef idx="0"/>
          <a:fillRef idx="0"/>
          <a:effectRef idx="0"/>
          <a:fontRef idx="minor"/>
        </p:style>
      </p:sp>
      <p:sp>
        <p:nvSpPr>
          <p:cNvPr id="83" name="Shape 28"/>
          <p:cNvSpPr/>
          <p:nvPr/>
        </p:nvSpPr>
        <p:spPr>
          <a:xfrm>
            <a:off x="399960" y="4886280"/>
            <a:ext cx="37440" cy="1590120"/>
          </a:xfrm>
          <a:custGeom>
            <a:avLst/>
            <a:gdLst/>
            <a:ahLst/>
            <a:rect l="l" t="t" r="r" b="b"/>
            <a:pathLst>
              <a:path w="38100" h="1590675">
                <a:moveTo>
                  <a:pt x="38100" y="0"/>
                </a:moveTo>
                <a:lnTo>
                  <a:pt x="38100" y="0"/>
                </a:lnTo>
                <a:lnTo>
                  <a:pt x="38100" y="1590675"/>
                </a:lnTo>
                <a:lnTo>
                  <a:pt x="38100" y="1590675"/>
                </a:lnTo>
                <a:cubicBezTo>
                  <a:pt x="17072" y="1590675"/>
                  <a:pt x="0" y="1573603"/>
                  <a:pt x="0" y="1552575"/>
                </a:cubicBezTo>
                <a:lnTo>
                  <a:pt x="0" y="38100"/>
                </a:lnTo>
                <a:cubicBezTo>
                  <a:pt x="0" y="17072"/>
                  <a:pt x="17072" y="0"/>
                  <a:pt x="38100" y="0"/>
                </a:cubicBezTo>
                <a:close/>
              </a:path>
            </a:pathLst>
          </a:custGeom>
          <a:solidFill>
            <a:srgbClr val="c9a36a"/>
          </a:solidFill>
          <a:ln w="0">
            <a:noFill/>
          </a:ln>
        </p:spPr>
        <p:style>
          <a:lnRef idx="0"/>
          <a:fillRef idx="0"/>
          <a:effectRef idx="0"/>
          <a:fontRef idx="minor"/>
        </p:style>
      </p:sp>
      <p:sp>
        <p:nvSpPr>
          <p:cNvPr id="84" name="Shape 29"/>
          <p:cNvSpPr/>
          <p:nvPr/>
        </p:nvSpPr>
        <p:spPr>
          <a:xfrm>
            <a:off x="647640" y="5114880"/>
            <a:ext cx="532800" cy="532800"/>
          </a:xfrm>
          <a:custGeom>
            <a:avLst/>
            <a:gdLst/>
            <a:ahLst/>
            <a:rect l="l" t="t" r="r" b="b"/>
            <a:pathLst>
              <a:path w="533400" h="533400">
                <a:moveTo>
                  <a:pt x="266700" y="0"/>
                </a:moveTo>
                <a:lnTo>
                  <a:pt x="266700" y="0"/>
                </a:lnTo>
                <a:cubicBezTo>
                  <a:pt x="413896" y="0"/>
                  <a:pt x="533400" y="119504"/>
                  <a:pt x="533400" y="266700"/>
                </a:cubicBezTo>
                <a:lnTo>
                  <a:pt x="533400" y="266700"/>
                </a:lnTo>
                <a:cubicBezTo>
                  <a:pt x="533400" y="413896"/>
                  <a:pt x="413896" y="533400"/>
                  <a:pt x="266700" y="533400"/>
                </a:cubicBezTo>
                <a:lnTo>
                  <a:pt x="266700" y="533400"/>
                </a:lnTo>
                <a:cubicBezTo>
                  <a:pt x="119504" y="533400"/>
                  <a:pt x="0" y="413896"/>
                  <a:pt x="0" y="266700"/>
                </a:cubicBezTo>
                <a:lnTo>
                  <a:pt x="0" y="266700"/>
                </a:lnTo>
                <a:cubicBezTo>
                  <a:pt x="0" y="119504"/>
                  <a:pt x="119504" y="0"/>
                  <a:pt x="266700" y="0"/>
                </a:cubicBezTo>
                <a:close/>
              </a:path>
            </a:pathLst>
          </a:custGeom>
          <a:solidFill>
            <a:srgbClr val="c9a36a">
              <a:alpha val="20000"/>
            </a:srgbClr>
          </a:solidFill>
          <a:ln w="0">
            <a:noFill/>
          </a:ln>
        </p:spPr>
        <p:style>
          <a:lnRef idx="0"/>
          <a:fillRef idx="0"/>
          <a:effectRef idx="0"/>
          <a:fontRef idx="minor"/>
        </p:style>
      </p:sp>
      <p:sp>
        <p:nvSpPr>
          <p:cNvPr id="85" name="Text 30"/>
          <p:cNvSpPr/>
          <p:nvPr/>
        </p:nvSpPr>
        <p:spPr>
          <a:xfrm>
            <a:off x="772920" y="5210280"/>
            <a:ext cx="428040" cy="342360"/>
          </a:xfrm>
          <a:prstGeom prst="rect">
            <a:avLst/>
          </a:prstGeom>
          <a:noFill/>
          <a:ln w="0">
            <a:noFill/>
          </a:ln>
        </p:spPr>
        <p:style>
          <a:lnRef idx="0"/>
          <a:fillRef idx="0"/>
          <a:effectRef idx="0"/>
          <a:fontRef idx="minor"/>
        </p:style>
        <p:txBody>
          <a:bodyPr lIns="0" rIns="0" tIns="0" bIns="0" anchor="ctr">
            <a:noAutofit/>
          </a:bodyPr>
          <a:p>
            <a:pPr>
              <a:lnSpc>
                <a:spcPct val="100000"/>
              </a:lnSpc>
              <a:buNone/>
            </a:pPr>
            <a:r>
              <a:rPr b="1" lang="en-US" sz="2250" spc="-1" strike="noStrike">
                <a:solidFill>
                  <a:srgbClr val="c9a36a"/>
                </a:solidFill>
                <a:latin typeface="Oranienbaum"/>
                <a:ea typeface="Oranienbaum"/>
              </a:rPr>
              <a:t>05</a:t>
            </a:r>
            <a:endParaRPr b="0" lang="en-HK" sz="2250" spc="-1" strike="noStrike">
              <a:latin typeface="Arial"/>
            </a:endParaRPr>
          </a:p>
        </p:txBody>
      </p:sp>
      <p:sp>
        <p:nvSpPr>
          <p:cNvPr id="86" name="Text 31"/>
          <p:cNvSpPr/>
          <p:nvPr/>
        </p:nvSpPr>
        <p:spPr>
          <a:xfrm>
            <a:off x="1371600" y="5114880"/>
            <a:ext cx="4457160" cy="30420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800" spc="-1" strike="noStrike">
                <a:solidFill>
                  <a:srgbClr val="f2f2f2"/>
                </a:solidFill>
                <a:latin typeface="Oranienbaum"/>
                <a:ea typeface="Oranienbaum"/>
              </a:rPr>
              <a:t>The Unbreakable Bond</a:t>
            </a:r>
            <a:endParaRPr b="0" lang="en-HK" sz="1800" spc="-1" strike="noStrike">
              <a:latin typeface="Arial"/>
            </a:endParaRPr>
          </a:p>
        </p:txBody>
      </p:sp>
      <p:sp>
        <p:nvSpPr>
          <p:cNvPr id="87" name="Text 32"/>
          <p:cNvSpPr/>
          <p:nvPr/>
        </p:nvSpPr>
        <p:spPr>
          <a:xfrm>
            <a:off x="1371600" y="5495760"/>
            <a:ext cx="4419000" cy="24696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200" spc="-1" strike="noStrike">
                <a:solidFill>
                  <a:srgbClr val="b8b8b8"/>
                </a:solidFill>
                <a:latin typeface="Quattrocento Sans"/>
                <a:ea typeface="Quattrocento Sans"/>
              </a:rPr>
              <a:t>Vincent and Theo: A brotherhood that sustained genius</a:t>
            </a:r>
            <a:endParaRPr b="0" lang="en-HK" sz="1200" spc="-1" strike="noStrike">
              <a:latin typeface="Arial"/>
            </a:endParaRPr>
          </a:p>
        </p:txBody>
      </p:sp>
      <p:sp>
        <p:nvSpPr>
          <p:cNvPr id="88" name="Shape 33"/>
          <p:cNvSpPr/>
          <p:nvPr/>
        </p:nvSpPr>
        <p:spPr>
          <a:xfrm>
            <a:off x="6267600" y="4886280"/>
            <a:ext cx="5542920" cy="1590120"/>
          </a:xfrm>
          <a:custGeom>
            <a:avLst/>
            <a:gdLst/>
            <a:ahLst/>
            <a:rect l="l" t="t" r="r" b="b"/>
            <a:pathLst>
              <a:path w="5543550" h="1590675">
                <a:moveTo>
                  <a:pt x="38100" y="0"/>
                </a:moveTo>
                <a:lnTo>
                  <a:pt x="5467357" y="0"/>
                </a:lnTo>
                <a:cubicBezTo>
                  <a:pt x="5509437" y="0"/>
                  <a:pt x="5543550" y="34113"/>
                  <a:pt x="5543550" y="76193"/>
                </a:cubicBezTo>
                <a:lnTo>
                  <a:pt x="5543550" y="1514482"/>
                </a:lnTo>
                <a:cubicBezTo>
                  <a:pt x="5543550" y="1556562"/>
                  <a:pt x="5509437" y="1590675"/>
                  <a:pt x="5467357" y="1590675"/>
                </a:cubicBezTo>
                <a:lnTo>
                  <a:pt x="38100" y="1590675"/>
                </a:lnTo>
                <a:cubicBezTo>
                  <a:pt x="17072" y="1590675"/>
                  <a:pt x="0" y="1573603"/>
                  <a:pt x="0" y="1552575"/>
                </a:cubicBezTo>
                <a:lnTo>
                  <a:pt x="0" y="38100"/>
                </a:lnTo>
                <a:cubicBezTo>
                  <a:pt x="0" y="17072"/>
                  <a:pt x="17072" y="0"/>
                  <a:pt x="38100" y="0"/>
                </a:cubicBezTo>
                <a:close/>
              </a:path>
            </a:pathLst>
          </a:custGeom>
          <a:solidFill>
            <a:srgbClr val="1a1a1a"/>
          </a:solidFill>
          <a:ln w="0">
            <a:noFill/>
          </a:ln>
        </p:spPr>
        <p:style>
          <a:lnRef idx="0"/>
          <a:fillRef idx="0"/>
          <a:effectRef idx="0"/>
          <a:fontRef idx="minor"/>
        </p:style>
      </p:sp>
      <p:sp>
        <p:nvSpPr>
          <p:cNvPr id="89" name="Shape 34"/>
          <p:cNvSpPr/>
          <p:nvPr/>
        </p:nvSpPr>
        <p:spPr>
          <a:xfrm>
            <a:off x="6267600" y="4886280"/>
            <a:ext cx="37440" cy="1590120"/>
          </a:xfrm>
          <a:custGeom>
            <a:avLst/>
            <a:gdLst/>
            <a:ahLst/>
            <a:rect l="l" t="t" r="r" b="b"/>
            <a:pathLst>
              <a:path w="38100" h="1590675">
                <a:moveTo>
                  <a:pt x="38100" y="0"/>
                </a:moveTo>
                <a:lnTo>
                  <a:pt x="38100" y="0"/>
                </a:lnTo>
                <a:lnTo>
                  <a:pt x="38100" y="1590675"/>
                </a:lnTo>
                <a:lnTo>
                  <a:pt x="38100" y="1590675"/>
                </a:lnTo>
                <a:cubicBezTo>
                  <a:pt x="17072" y="1590675"/>
                  <a:pt x="0" y="1573603"/>
                  <a:pt x="0" y="1552575"/>
                </a:cubicBezTo>
                <a:lnTo>
                  <a:pt x="0" y="38100"/>
                </a:lnTo>
                <a:cubicBezTo>
                  <a:pt x="0" y="17072"/>
                  <a:pt x="17072" y="0"/>
                  <a:pt x="38100" y="0"/>
                </a:cubicBezTo>
                <a:close/>
              </a:path>
            </a:pathLst>
          </a:custGeom>
          <a:solidFill>
            <a:srgbClr val="c9a36a"/>
          </a:solidFill>
          <a:ln w="0">
            <a:noFill/>
          </a:ln>
        </p:spPr>
        <p:style>
          <a:lnRef idx="0"/>
          <a:fillRef idx="0"/>
          <a:effectRef idx="0"/>
          <a:fontRef idx="minor"/>
        </p:style>
      </p:sp>
      <p:sp>
        <p:nvSpPr>
          <p:cNvPr id="90" name="Shape 35"/>
          <p:cNvSpPr/>
          <p:nvPr/>
        </p:nvSpPr>
        <p:spPr>
          <a:xfrm>
            <a:off x="6515280" y="5114880"/>
            <a:ext cx="532800" cy="532800"/>
          </a:xfrm>
          <a:custGeom>
            <a:avLst/>
            <a:gdLst/>
            <a:ahLst/>
            <a:rect l="l" t="t" r="r" b="b"/>
            <a:pathLst>
              <a:path w="533400" h="533400">
                <a:moveTo>
                  <a:pt x="266700" y="0"/>
                </a:moveTo>
                <a:lnTo>
                  <a:pt x="266700" y="0"/>
                </a:lnTo>
                <a:cubicBezTo>
                  <a:pt x="413896" y="0"/>
                  <a:pt x="533400" y="119504"/>
                  <a:pt x="533400" y="266700"/>
                </a:cubicBezTo>
                <a:lnTo>
                  <a:pt x="533400" y="266700"/>
                </a:lnTo>
                <a:cubicBezTo>
                  <a:pt x="533400" y="413896"/>
                  <a:pt x="413896" y="533400"/>
                  <a:pt x="266700" y="533400"/>
                </a:cubicBezTo>
                <a:lnTo>
                  <a:pt x="266700" y="533400"/>
                </a:lnTo>
                <a:cubicBezTo>
                  <a:pt x="119504" y="533400"/>
                  <a:pt x="0" y="413896"/>
                  <a:pt x="0" y="266700"/>
                </a:cubicBezTo>
                <a:lnTo>
                  <a:pt x="0" y="266700"/>
                </a:lnTo>
                <a:cubicBezTo>
                  <a:pt x="0" y="119504"/>
                  <a:pt x="119504" y="0"/>
                  <a:pt x="266700" y="0"/>
                </a:cubicBezTo>
                <a:close/>
              </a:path>
            </a:pathLst>
          </a:custGeom>
          <a:solidFill>
            <a:srgbClr val="c9a36a">
              <a:alpha val="20000"/>
            </a:srgbClr>
          </a:solidFill>
          <a:ln w="0">
            <a:noFill/>
          </a:ln>
        </p:spPr>
        <p:style>
          <a:lnRef idx="0"/>
          <a:fillRef idx="0"/>
          <a:effectRef idx="0"/>
          <a:fontRef idx="minor"/>
        </p:style>
      </p:sp>
      <p:sp>
        <p:nvSpPr>
          <p:cNvPr id="91" name="Text 36"/>
          <p:cNvSpPr/>
          <p:nvPr/>
        </p:nvSpPr>
        <p:spPr>
          <a:xfrm>
            <a:off x="6636600" y="5210280"/>
            <a:ext cx="428040" cy="342360"/>
          </a:xfrm>
          <a:prstGeom prst="rect">
            <a:avLst/>
          </a:prstGeom>
          <a:noFill/>
          <a:ln w="0">
            <a:noFill/>
          </a:ln>
        </p:spPr>
        <p:style>
          <a:lnRef idx="0"/>
          <a:fillRef idx="0"/>
          <a:effectRef idx="0"/>
          <a:fontRef idx="minor"/>
        </p:style>
        <p:txBody>
          <a:bodyPr lIns="0" rIns="0" tIns="0" bIns="0" anchor="ctr">
            <a:noAutofit/>
          </a:bodyPr>
          <a:p>
            <a:pPr>
              <a:lnSpc>
                <a:spcPct val="100000"/>
              </a:lnSpc>
              <a:buNone/>
            </a:pPr>
            <a:r>
              <a:rPr b="1" lang="en-US" sz="2250" spc="-1" strike="noStrike">
                <a:solidFill>
                  <a:srgbClr val="c9a36a"/>
                </a:solidFill>
                <a:latin typeface="Oranienbaum"/>
                <a:ea typeface="Oranienbaum"/>
              </a:rPr>
              <a:t>06</a:t>
            </a:r>
            <a:endParaRPr b="0" lang="en-HK" sz="2250" spc="-1" strike="noStrike">
              <a:latin typeface="Arial"/>
            </a:endParaRPr>
          </a:p>
        </p:txBody>
      </p:sp>
      <p:sp>
        <p:nvSpPr>
          <p:cNvPr id="92" name="Text 37"/>
          <p:cNvSpPr/>
          <p:nvPr/>
        </p:nvSpPr>
        <p:spPr>
          <a:xfrm>
            <a:off x="7238880" y="5114880"/>
            <a:ext cx="4457160" cy="30420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800" spc="-1" strike="noStrike">
                <a:solidFill>
                  <a:srgbClr val="f2f2f2"/>
                </a:solidFill>
                <a:latin typeface="Oranienbaum"/>
                <a:ea typeface="Oranienbaum"/>
              </a:rPr>
              <a:t>Enduring Legacy and Influence</a:t>
            </a:r>
            <a:endParaRPr b="0" lang="en-HK" sz="1800" spc="-1" strike="noStrike">
              <a:latin typeface="Arial"/>
            </a:endParaRPr>
          </a:p>
        </p:txBody>
      </p:sp>
      <p:sp>
        <p:nvSpPr>
          <p:cNvPr id="93" name="Text 38"/>
          <p:cNvSpPr/>
          <p:nvPr/>
        </p:nvSpPr>
        <p:spPr>
          <a:xfrm>
            <a:off x="7238880" y="5495760"/>
            <a:ext cx="4419000" cy="49464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200" spc="-1" strike="noStrike">
                <a:solidFill>
                  <a:srgbClr val="b8b8b8"/>
                </a:solidFill>
                <a:latin typeface="Quattrocento Sans"/>
                <a:ea typeface="Quattrocento Sans"/>
              </a:rPr>
              <a:t>From obscurity to becoming one of history's most celebrated artists</a:t>
            </a:r>
            <a:endParaRPr b="0" lang="en-HK" sz="1200" spc="-1" strike="noStrike">
              <a:latin typeface="Arial"/>
            </a:endParaRPr>
          </a:p>
        </p:txBody>
      </p:sp>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11111"/>
        </a:solidFill>
      </p:bgPr>
    </p:bg>
    <p:spTree>
      <p:nvGrpSpPr>
        <p:cNvPr id="1" name=""/>
        <p:cNvGrpSpPr/>
        <p:nvPr/>
      </p:nvGrpSpPr>
      <p:grpSpPr>
        <a:xfrm>
          <a:off x="0" y="0"/>
          <a:ext cx="0" cy="0"/>
          <a:chOff x="0" y="0"/>
          <a:chExt cx="0" cy="0"/>
        </a:xfrm>
      </p:grpSpPr>
      <p:sp>
        <p:nvSpPr>
          <p:cNvPr id="94" name="Image 0"/>
          <p:cNvSpPr/>
          <p:nvPr/>
        </p:nvSpPr>
        <p:spPr>
          <a:xfrm>
            <a:off x="0" y="0"/>
            <a:ext cx="12191400" cy="6857280"/>
          </a:xfrm>
          <a:prstGeom prst="roundRect">
            <a:avLst>
              <a:gd name="adj" fmla="val 0"/>
            </a:avLst>
          </a:prstGeom>
          <a:blipFill rotWithShape="0">
            <a:blip r:embed="rId1"/>
            <a:srcRect/>
            <a:stretch/>
          </a:blipFill>
          <a:ln w="0">
            <a:noFill/>
          </a:ln>
        </p:spPr>
        <p:style>
          <a:lnRef idx="0"/>
          <a:fillRef idx="0"/>
          <a:effectRef idx="0"/>
          <a:fontRef idx="minor"/>
        </p:style>
      </p:sp>
      <p:sp>
        <p:nvSpPr>
          <p:cNvPr id="95" name="Shape 0"/>
          <p:cNvSpPr/>
          <p:nvPr/>
        </p:nvSpPr>
        <p:spPr>
          <a:xfrm>
            <a:off x="0" y="0"/>
            <a:ext cx="12191400" cy="6857280"/>
          </a:xfrm>
          <a:custGeom>
            <a:avLst/>
            <a:gdLst/>
            <a:ahLst/>
            <a:rect l="l" t="t" r="r" b="b"/>
            <a:pathLst>
              <a:path w="12192000" h="6858000">
                <a:moveTo>
                  <a:pt x="0" y="0"/>
                </a:moveTo>
                <a:lnTo>
                  <a:pt x="12192000" y="0"/>
                </a:lnTo>
                <a:lnTo>
                  <a:pt x="12192000" y="6858000"/>
                </a:lnTo>
                <a:lnTo>
                  <a:pt x="0" y="6858000"/>
                </a:lnTo>
                <a:lnTo>
                  <a:pt x="0" y="0"/>
                </a:lnTo>
                <a:close/>
              </a:path>
            </a:pathLst>
          </a:custGeom>
          <a:gradFill rotWithShape="0">
            <a:gsLst>
              <a:gs pos="0">
                <a:srgbClr val="111111"/>
              </a:gs>
              <a:gs pos="100000">
                <a:srgbClr val="111111">
                  <a:alpha val="60000"/>
                </a:srgbClr>
              </a:gs>
            </a:gsLst>
            <a:lin ang="0"/>
          </a:gradFill>
          <a:ln w="0">
            <a:noFill/>
          </a:ln>
        </p:spPr>
        <p:style>
          <a:lnRef idx="0"/>
          <a:fillRef idx="0"/>
          <a:effectRef idx="0"/>
          <a:fontRef idx="minor"/>
        </p:style>
      </p:sp>
      <p:sp>
        <p:nvSpPr>
          <p:cNvPr id="96" name="Shape 1"/>
          <p:cNvSpPr/>
          <p:nvPr/>
        </p:nvSpPr>
        <p:spPr>
          <a:xfrm>
            <a:off x="385920" y="1231200"/>
            <a:ext cx="932760" cy="808920"/>
          </a:xfrm>
          <a:custGeom>
            <a:avLst/>
            <a:gdLst/>
            <a:ahLst/>
            <a:rect l="l" t="t" r="r" b="b"/>
            <a:pathLst>
              <a:path w="933450" h="809625">
                <a:moveTo>
                  <a:pt x="76202" y="0"/>
                </a:moveTo>
                <a:lnTo>
                  <a:pt x="857248" y="0"/>
                </a:lnTo>
                <a:cubicBezTo>
                  <a:pt x="899333" y="0"/>
                  <a:pt x="933450" y="34117"/>
                  <a:pt x="933450" y="76202"/>
                </a:cubicBezTo>
                <a:lnTo>
                  <a:pt x="933450" y="733423"/>
                </a:lnTo>
                <a:cubicBezTo>
                  <a:pt x="933450" y="775508"/>
                  <a:pt x="899333" y="809625"/>
                  <a:pt x="857248" y="809625"/>
                </a:cubicBezTo>
                <a:lnTo>
                  <a:pt x="76202" y="809625"/>
                </a:lnTo>
                <a:cubicBezTo>
                  <a:pt x="34117" y="809625"/>
                  <a:pt x="0" y="775508"/>
                  <a:pt x="0" y="733423"/>
                </a:cubicBezTo>
                <a:lnTo>
                  <a:pt x="0" y="76202"/>
                </a:lnTo>
                <a:cubicBezTo>
                  <a:pt x="0" y="34117"/>
                  <a:pt x="34117" y="0"/>
                  <a:pt x="76202" y="0"/>
                </a:cubicBezTo>
                <a:close/>
              </a:path>
            </a:pathLst>
          </a:custGeom>
          <a:solidFill>
            <a:srgbClr val="c9a36a">
              <a:alpha val="20000"/>
            </a:srgbClr>
          </a:solidFill>
          <a:ln w="12700">
            <a:solidFill>
              <a:srgbClr val="c9a36a">
                <a:alpha val="50000"/>
              </a:srgbClr>
            </a:solidFill>
            <a:round/>
          </a:ln>
        </p:spPr>
        <p:style>
          <a:lnRef idx="0"/>
          <a:fillRef idx="0"/>
          <a:effectRef idx="0"/>
          <a:fontRef idx="minor"/>
        </p:style>
      </p:sp>
      <p:sp>
        <p:nvSpPr>
          <p:cNvPr id="97" name="Text 2"/>
          <p:cNvSpPr/>
          <p:nvPr/>
        </p:nvSpPr>
        <p:spPr>
          <a:xfrm>
            <a:off x="619200" y="1307160"/>
            <a:ext cx="748080" cy="65664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4500" spc="-1" strike="noStrike">
                <a:solidFill>
                  <a:srgbClr val="c9a36a"/>
                </a:solidFill>
                <a:latin typeface="Oranienbaum"/>
                <a:ea typeface="Oranienbaum"/>
              </a:rPr>
              <a:t>01</a:t>
            </a:r>
            <a:endParaRPr b="0" lang="en-HK" sz="4500" spc="-1" strike="noStrike">
              <a:latin typeface="Arial"/>
            </a:endParaRPr>
          </a:p>
        </p:txBody>
      </p:sp>
      <p:sp>
        <p:nvSpPr>
          <p:cNvPr id="98" name="Text 3"/>
          <p:cNvSpPr/>
          <p:nvPr/>
        </p:nvSpPr>
        <p:spPr>
          <a:xfrm>
            <a:off x="380880" y="2350440"/>
            <a:ext cx="8876520" cy="1713960"/>
          </a:xfrm>
          <a:prstGeom prst="rect">
            <a:avLst/>
          </a:prstGeom>
          <a:noFill/>
          <a:ln w="0">
            <a:noFill/>
          </a:ln>
        </p:spPr>
        <p:style>
          <a:lnRef idx="0"/>
          <a:fillRef idx="0"/>
          <a:effectRef idx="0"/>
          <a:fontRef idx="minor"/>
        </p:style>
        <p:txBody>
          <a:bodyPr lIns="0" rIns="0" tIns="0" bIns="0" anchor="ctr">
            <a:noAutofit/>
          </a:bodyPr>
          <a:p>
            <a:pPr>
              <a:lnSpc>
                <a:spcPct val="100000"/>
              </a:lnSpc>
              <a:buNone/>
            </a:pPr>
            <a:r>
              <a:rPr b="1" lang="en-US" sz="5400" spc="-1" strike="noStrike">
                <a:solidFill>
                  <a:srgbClr val="f2f2f2"/>
                </a:solidFill>
                <a:latin typeface="Oranienbaum"/>
                <a:ea typeface="Oranienbaum"/>
              </a:rPr>
              <a:t>Early Life and</a:t>
            </a:r>
            <a:endParaRPr b="0" lang="en-HK" sz="5400" spc="-1" strike="noStrike">
              <a:latin typeface="Arial"/>
            </a:endParaRPr>
          </a:p>
          <a:p>
            <a:pPr>
              <a:lnSpc>
                <a:spcPct val="100000"/>
              </a:lnSpc>
              <a:buNone/>
            </a:pPr>
            <a:r>
              <a:rPr b="1" lang="en-US" sz="5400" spc="-1" strike="noStrike">
                <a:solidFill>
                  <a:srgbClr val="f2f2f2"/>
                </a:solidFill>
                <a:latin typeface="Oranienbaum"/>
                <a:ea typeface="Oranienbaum"/>
              </a:rPr>
              <a:t>Artistic Beginnings</a:t>
            </a:r>
            <a:endParaRPr b="0" lang="en-HK" sz="5400" spc="-1" strike="noStrike">
              <a:latin typeface="Arial"/>
            </a:endParaRPr>
          </a:p>
        </p:txBody>
      </p:sp>
      <p:sp>
        <p:nvSpPr>
          <p:cNvPr id="99" name="Shape 4"/>
          <p:cNvSpPr/>
          <p:nvPr/>
        </p:nvSpPr>
        <p:spPr>
          <a:xfrm>
            <a:off x="380880" y="4369680"/>
            <a:ext cx="1828080" cy="27720"/>
          </a:xfrm>
          <a:custGeom>
            <a:avLst/>
            <a:gdLst/>
            <a:ahLst/>
            <a:rect l="l" t="t" r="r" b="b"/>
            <a:pathLst>
              <a:path w="1828800" h="28575">
                <a:moveTo>
                  <a:pt x="0" y="0"/>
                </a:moveTo>
                <a:lnTo>
                  <a:pt x="1828800" y="0"/>
                </a:lnTo>
                <a:lnTo>
                  <a:pt x="1828800" y="28575"/>
                </a:lnTo>
                <a:lnTo>
                  <a:pt x="0" y="28575"/>
                </a:lnTo>
                <a:lnTo>
                  <a:pt x="0" y="0"/>
                </a:lnTo>
                <a:close/>
              </a:path>
            </a:pathLst>
          </a:custGeom>
          <a:solidFill>
            <a:srgbClr val="c9a36a"/>
          </a:solidFill>
          <a:ln w="0">
            <a:noFill/>
          </a:ln>
        </p:spPr>
        <p:style>
          <a:lnRef idx="0"/>
          <a:fillRef idx="0"/>
          <a:effectRef idx="0"/>
          <a:fontRef idx="minor"/>
        </p:style>
      </p:sp>
      <p:sp>
        <p:nvSpPr>
          <p:cNvPr id="100" name="Text 5"/>
          <p:cNvSpPr/>
          <p:nvPr/>
        </p:nvSpPr>
        <p:spPr>
          <a:xfrm>
            <a:off x="380880" y="4703040"/>
            <a:ext cx="6543000" cy="93276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2250" spc="-1" strike="noStrike">
                <a:solidFill>
                  <a:srgbClr val="b8b8b8"/>
                </a:solidFill>
                <a:latin typeface="Quattrocento Sans"/>
                <a:ea typeface="Quattrocento Sans"/>
              </a:rPr>
              <a:t>The journey from a troubled youth to a passionate artist</a:t>
            </a:r>
            <a:endParaRPr b="0" lang="en-HK" sz="2250" spc="-1" strike="noStrike">
              <a:latin typeface="Arial"/>
            </a:endParaRPr>
          </a:p>
        </p:txBody>
      </p:sp>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11111"/>
        </a:solidFill>
      </p:bgPr>
    </p:bg>
    <p:spTree>
      <p:nvGrpSpPr>
        <p:cNvPr id="1" name=""/>
        <p:cNvGrpSpPr/>
        <p:nvPr/>
      </p:nvGrpSpPr>
      <p:grpSpPr>
        <a:xfrm>
          <a:off x="0" y="0"/>
          <a:ext cx="0" cy="0"/>
          <a:chOff x="0" y="0"/>
          <a:chExt cx="0" cy="0"/>
        </a:xfrm>
      </p:grpSpPr>
      <p:sp>
        <p:nvSpPr>
          <p:cNvPr id="101" name="Text 0"/>
          <p:cNvSpPr/>
          <p:nvPr/>
        </p:nvSpPr>
        <p:spPr>
          <a:xfrm>
            <a:off x="353520" y="353520"/>
            <a:ext cx="11555280" cy="2113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10" spc="219" strike="noStrike">
                <a:solidFill>
                  <a:srgbClr val="c9a36a"/>
                </a:solidFill>
                <a:latin typeface="Quattrocento Sans"/>
                <a:ea typeface="Quattrocento Sans"/>
              </a:rPr>
              <a:t>Chapter 01</a:t>
            </a:r>
            <a:endParaRPr b="0" lang="en-HK" sz="1110" spc="-1" strike="noStrike">
              <a:latin typeface="Arial"/>
            </a:endParaRPr>
          </a:p>
        </p:txBody>
      </p:sp>
      <p:sp>
        <p:nvSpPr>
          <p:cNvPr id="102" name="Text 1"/>
          <p:cNvSpPr/>
          <p:nvPr/>
        </p:nvSpPr>
        <p:spPr>
          <a:xfrm>
            <a:off x="353520" y="636120"/>
            <a:ext cx="11696400" cy="42336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i="1" lang="en-US" sz="3340" spc="-1" strike="noStrike" u="sng">
                <a:solidFill>
                  <a:srgbClr val="f2f2f2"/>
                </a:solidFill>
                <a:uFillTx/>
                <a:latin typeface="Oranienbaum"/>
                <a:ea typeface="Oranienbaum"/>
              </a:rPr>
              <a:t>From Zundert to the Canvas</a:t>
            </a:r>
            <a:endParaRPr b="1" lang="en-HK" sz="3340" spc="-1" strike="noStrike" u="sng">
              <a:uFillTx/>
              <a:latin typeface="Arial"/>
            </a:endParaRPr>
          </a:p>
        </p:txBody>
      </p:sp>
      <p:sp>
        <p:nvSpPr>
          <p:cNvPr id="103" name="Shape 2"/>
          <p:cNvSpPr/>
          <p:nvPr/>
        </p:nvSpPr>
        <p:spPr>
          <a:xfrm>
            <a:off x="353520" y="1201680"/>
            <a:ext cx="988920" cy="16920"/>
          </a:xfrm>
          <a:custGeom>
            <a:avLst/>
            <a:gdLst/>
            <a:ahLst/>
            <a:rect l="l" t="t" r="r" b="b"/>
            <a:pathLst>
              <a:path w="989496" h="17670">
                <a:moveTo>
                  <a:pt x="0" y="0"/>
                </a:moveTo>
                <a:lnTo>
                  <a:pt x="989496" y="0"/>
                </a:lnTo>
                <a:lnTo>
                  <a:pt x="989496" y="17670"/>
                </a:lnTo>
                <a:lnTo>
                  <a:pt x="0" y="17670"/>
                </a:lnTo>
                <a:lnTo>
                  <a:pt x="0" y="0"/>
                </a:lnTo>
                <a:close/>
              </a:path>
            </a:pathLst>
          </a:custGeom>
          <a:solidFill>
            <a:srgbClr val="c9a36a"/>
          </a:solidFill>
          <a:ln w="0">
            <a:noFill/>
          </a:ln>
        </p:spPr>
        <p:style>
          <a:lnRef idx="0"/>
          <a:fillRef idx="0"/>
          <a:effectRef idx="0"/>
          <a:fontRef idx="minor"/>
        </p:style>
      </p:sp>
      <p:sp>
        <p:nvSpPr>
          <p:cNvPr id="104" name="Shape 3"/>
          <p:cNvSpPr/>
          <p:nvPr/>
        </p:nvSpPr>
        <p:spPr>
          <a:xfrm>
            <a:off x="366480" y="1431360"/>
            <a:ext cx="6188040" cy="1766160"/>
          </a:xfrm>
          <a:custGeom>
            <a:avLst/>
            <a:gdLst/>
            <a:ahLst/>
            <a:rect l="l" t="t" r="r" b="b"/>
            <a:pathLst>
              <a:path w="6188765" h="1766957">
                <a:moveTo>
                  <a:pt x="26504" y="0"/>
                </a:moveTo>
                <a:lnTo>
                  <a:pt x="6118087" y="0"/>
                </a:lnTo>
                <a:cubicBezTo>
                  <a:pt x="6157121" y="0"/>
                  <a:pt x="6188765" y="31644"/>
                  <a:pt x="6188765" y="70678"/>
                </a:cubicBezTo>
                <a:lnTo>
                  <a:pt x="6188765" y="1696278"/>
                </a:lnTo>
                <a:cubicBezTo>
                  <a:pt x="6188765" y="1735313"/>
                  <a:pt x="6157121" y="1766957"/>
                  <a:pt x="6118087" y="1766957"/>
                </a:cubicBezTo>
                <a:lnTo>
                  <a:pt x="26504" y="1766957"/>
                </a:lnTo>
                <a:cubicBezTo>
                  <a:pt x="11866" y="1766957"/>
                  <a:pt x="0" y="1755090"/>
                  <a:pt x="0" y="1740452"/>
                </a:cubicBezTo>
                <a:lnTo>
                  <a:pt x="0" y="26504"/>
                </a:lnTo>
                <a:cubicBezTo>
                  <a:pt x="0" y="11876"/>
                  <a:pt x="11876" y="0"/>
                  <a:pt x="26504" y="0"/>
                </a:cubicBezTo>
                <a:close/>
              </a:path>
            </a:pathLst>
          </a:custGeom>
          <a:solidFill>
            <a:srgbClr val="1a1a1a"/>
          </a:solidFill>
          <a:ln w="0">
            <a:noFill/>
          </a:ln>
        </p:spPr>
        <p:style>
          <a:lnRef idx="0"/>
          <a:fillRef idx="0"/>
          <a:effectRef idx="0"/>
          <a:fontRef idx="minor"/>
        </p:style>
      </p:sp>
      <p:sp>
        <p:nvSpPr>
          <p:cNvPr id="105" name="Shape 4"/>
          <p:cNvSpPr/>
          <p:nvPr/>
        </p:nvSpPr>
        <p:spPr>
          <a:xfrm>
            <a:off x="366480" y="1431360"/>
            <a:ext cx="25920" cy="1766160"/>
          </a:xfrm>
          <a:custGeom>
            <a:avLst/>
            <a:gdLst/>
            <a:ahLst/>
            <a:rect l="l" t="t" r="r" b="b"/>
            <a:pathLst>
              <a:path w="26504" h="1766957">
                <a:moveTo>
                  <a:pt x="26504" y="0"/>
                </a:moveTo>
                <a:lnTo>
                  <a:pt x="26504" y="0"/>
                </a:lnTo>
                <a:lnTo>
                  <a:pt x="26504" y="1766957"/>
                </a:lnTo>
                <a:lnTo>
                  <a:pt x="26504" y="1766957"/>
                </a:lnTo>
                <a:cubicBezTo>
                  <a:pt x="11866" y="1766957"/>
                  <a:pt x="0" y="1755090"/>
                  <a:pt x="0" y="1740452"/>
                </a:cubicBezTo>
                <a:lnTo>
                  <a:pt x="0" y="26504"/>
                </a:lnTo>
                <a:cubicBezTo>
                  <a:pt x="0" y="11876"/>
                  <a:pt x="11876" y="0"/>
                  <a:pt x="26504" y="0"/>
                </a:cubicBezTo>
                <a:close/>
              </a:path>
            </a:pathLst>
          </a:custGeom>
          <a:solidFill>
            <a:srgbClr val="c9a36a"/>
          </a:solidFill>
          <a:ln w="0">
            <a:noFill/>
          </a:ln>
        </p:spPr>
        <p:style>
          <a:lnRef idx="0"/>
          <a:fillRef idx="0"/>
          <a:effectRef idx="0"/>
          <a:fontRef idx="minor"/>
        </p:style>
      </p:sp>
      <p:sp>
        <p:nvSpPr>
          <p:cNvPr id="106" name="Shape 5"/>
          <p:cNvSpPr/>
          <p:nvPr/>
        </p:nvSpPr>
        <p:spPr>
          <a:xfrm>
            <a:off x="644760" y="1678680"/>
            <a:ext cx="158400" cy="211320"/>
          </a:xfrm>
          <a:custGeom>
            <a:avLst/>
            <a:gdLst/>
            <a:ahLst/>
            <a:rect l="l" t="t" r="r" b="b"/>
            <a:pathLst>
              <a:path w="159026" h="212035">
                <a:moveTo>
                  <a:pt x="49696" y="36443"/>
                </a:moveTo>
                <a:cubicBezTo>
                  <a:pt x="49696" y="19987"/>
                  <a:pt x="63056" y="6626"/>
                  <a:pt x="79513" y="6626"/>
                </a:cubicBezTo>
                <a:cubicBezTo>
                  <a:pt x="95970" y="6626"/>
                  <a:pt x="109330" y="19987"/>
                  <a:pt x="109330" y="36443"/>
                </a:cubicBezTo>
                <a:cubicBezTo>
                  <a:pt x="109330" y="52900"/>
                  <a:pt x="95970" y="66261"/>
                  <a:pt x="79513" y="66261"/>
                </a:cubicBezTo>
                <a:cubicBezTo>
                  <a:pt x="63056" y="66261"/>
                  <a:pt x="49696" y="52900"/>
                  <a:pt x="49696" y="36443"/>
                </a:cubicBezTo>
                <a:close/>
                <a:moveTo>
                  <a:pt x="3189" y="59842"/>
                </a:moveTo>
                <a:cubicBezTo>
                  <a:pt x="8573" y="52429"/>
                  <a:pt x="18926" y="50814"/>
                  <a:pt x="26339" y="56197"/>
                </a:cubicBezTo>
                <a:lnTo>
                  <a:pt x="41330" y="67089"/>
                </a:lnTo>
                <a:cubicBezTo>
                  <a:pt x="52429" y="75165"/>
                  <a:pt x="65805" y="79513"/>
                  <a:pt x="79513" y="79513"/>
                </a:cubicBezTo>
                <a:cubicBezTo>
                  <a:pt x="93221" y="79513"/>
                  <a:pt x="106597" y="75165"/>
                  <a:pt x="117696" y="67089"/>
                </a:cubicBezTo>
                <a:lnTo>
                  <a:pt x="132687" y="56156"/>
                </a:lnTo>
                <a:cubicBezTo>
                  <a:pt x="140100" y="50772"/>
                  <a:pt x="150454" y="52429"/>
                  <a:pt x="155837" y="59800"/>
                </a:cubicBezTo>
                <a:cubicBezTo>
                  <a:pt x="161221" y="67172"/>
                  <a:pt x="159564" y="77567"/>
                  <a:pt x="152193" y="82950"/>
                </a:cubicBezTo>
                <a:lnTo>
                  <a:pt x="137201" y="93883"/>
                </a:lnTo>
                <a:cubicBezTo>
                  <a:pt x="131569" y="97983"/>
                  <a:pt x="125564" y="101421"/>
                  <a:pt x="119270" y="104237"/>
                </a:cubicBezTo>
                <a:lnTo>
                  <a:pt x="119270" y="119270"/>
                </a:lnTo>
                <a:lnTo>
                  <a:pt x="39757" y="119270"/>
                </a:lnTo>
                <a:lnTo>
                  <a:pt x="39757" y="104237"/>
                </a:lnTo>
                <a:cubicBezTo>
                  <a:pt x="33462" y="101462"/>
                  <a:pt x="27457" y="97983"/>
                  <a:pt x="21825" y="93883"/>
                </a:cubicBezTo>
                <a:lnTo>
                  <a:pt x="6833" y="82950"/>
                </a:lnTo>
                <a:cubicBezTo>
                  <a:pt x="-580" y="77567"/>
                  <a:pt x="-2195" y="67213"/>
                  <a:pt x="3189" y="59800"/>
                </a:cubicBezTo>
                <a:close/>
                <a:moveTo>
                  <a:pt x="40378" y="136373"/>
                </a:moveTo>
                <a:lnTo>
                  <a:pt x="65474" y="158322"/>
                </a:lnTo>
                <a:lnTo>
                  <a:pt x="54707" y="173728"/>
                </a:lnTo>
                <a:lnTo>
                  <a:pt x="64770" y="183791"/>
                </a:lnTo>
                <a:cubicBezTo>
                  <a:pt x="71230" y="190252"/>
                  <a:pt x="71230" y="200729"/>
                  <a:pt x="64770" y="207231"/>
                </a:cubicBezTo>
                <a:cubicBezTo>
                  <a:pt x="58310" y="213733"/>
                  <a:pt x="47832" y="213691"/>
                  <a:pt x="41330" y="207231"/>
                </a:cubicBezTo>
                <a:lnTo>
                  <a:pt x="21452" y="187353"/>
                </a:lnTo>
                <a:cubicBezTo>
                  <a:pt x="15737" y="181638"/>
                  <a:pt x="14950" y="172692"/>
                  <a:pt x="19547" y="166108"/>
                </a:cubicBezTo>
                <a:lnTo>
                  <a:pt x="40336" y="136373"/>
                </a:lnTo>
                <a:close/>
                <a:moveTo>
                  <a:pt x="93593" y="158322"/>
                </a:moveTo>
                <a:lnTo>
                  <a:pt x="118690" y="136373"/>
                </a:lnTo>
                <a:lnTo>
                  <a:pt x="139479" y="166108"/>
                </a:lnTo>
                <a:cubicBezTo>
                  <a:pt x="144076" y="172692"/>
                  <a:pt x="143289" y="181638"/>
                  <a:pt x="137616" y="187311"/>
                </a:cubicBezTo>
                <a:lnTo>
                  <a:pt x="117737" y="207189"/>
                </a:lnTo>
                <a:cubicBezTo>
                  <a:pt x="111277" y="213650"/>
                  <a:pt x="100799" y="213650"/>
                  <a:pt x="94298" y="207189"/>
                </a:cubicBezTo>
                <a:cubicBezTo>
                  <a:pt x="87796" y="200729"/>
                  <a:pt x="87837" y="190252"/>
                  <a:pt x="94298" y="183750"/>
                </a:cubicBezTo>
                <a:lnTo>
                  <a:pt x="104361" y="173686"/>
                </a:lnTo>
                <a:lnTo>
                  <a:pt x="93593" y="158281"/>
                </a:lnTo>
                <a:close/>
              </a:path>
            </a:pathLst>
          </a:custGeom>
          <a:solidFill>
            <a:srgbClr val="c9a36a"/>
          </a:solidFill>
          <a:ln w="0">
            <a:noFill/>
          </a:ln>
        </p:spPr>
        <p:style>
          <a:lnRef idx="0"/>
          <a:fillRef idx="0"/>
          <a:effectRef idx="0"/>
          <a:fontRef idx="minor"/>
        </p:style>
      </p:sp>
      <p:sp>
        <p:nvSpPr>
          <p:cNvPr id="107" name="Text 6"/>
          <p:cNvSpPr/>
          <p:nvPr/>
        </p:nvSpPr>
        <p:spPr>
          <a:xfrm>
            <a:off x="963000" y="1643400"/>
            <a:ext cx="1783800" cy="28188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670" spc="-1" strike="noStrike">
                <a:solidFill>
                  <a:srgbClr val="f2f2f2"/>
                </a:solidFill>
                <a:latin typeface="Oranienbaum"/>
                <a:ea typeface="Oranienbaum"/>
              </a:rPr>
              <a:t>Birth and Childhood</a:t>
            </a:r>
            <a:endParaRPr b="0" lang="en-HK" sz="1670" spc="-1" strike="noStrike">
              <a:latin typeface="Arial"/>
            </a:endParaRPr>
          </a:p>
        </p:txBody>
      </p:sp>
      <p:sp>
        <p:nvSpPr>
          <p:cNvPr id="108" name="Text 7"/>
          <p:cNvSpPr/>
          <p:nvPr/>
        </p:nvSpPr>
        <p:spPr>
          <a:xfrm>
            <a:off x="591840" y="2067480"/>
            <a:ext cx="5821560" cy="91800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110" spc="-1" strike="noStrike">
                <a:solidFill>
                  <a:srgbClr val="f2f2f2"/>
                </a:solidFill>
                <a:latin typeface="Quattrocento Sans"/>
                <a:ea typeface="Quattrocento Sans"/>
              </a:rPr>
              <a:t>March 30, 1853</a:t>
            </a:r>
            <a:r>
              <a:rPr b="0" lang="en-US" sz="1110" spc="-1" strike="noStrike">
                <a:solidFill>
                  <a:srgbClr val="b8b8b8"/>
                </a:solidFill>
                <a:latin typeface="Quattrocento Sans"/>
                <a:ea typeface="Quattrocento Sans"/>
              </a:rPr>
              <a:t> — Vincent Willem van Gogh was born in Zundert, Netherlands. His childhood was marked by tragedy: a stillborn brother, also named Vincent, had been buried exactly one year earlier at the same church. This ghostly namesake haunted him throughout his life, contributing to his sense of being a replacement child.</a:t>
            </a:r>
            <a:endParaRPr b="0" lang="en-HK" sz="1110" spc="-1" strike="noStrike">
              <a:latin typeface="Arial"/>
            </a:endParaRPr>
          </a:p>
        </p:txBody>
      </p:sp>
      <p:sp>
        <p:nvSpPr>
          <p:cNvPr id="109" name="Shape 8"/>
          <p:cNvSpPr/>
          <p:nvPr/>
        </p:nvSpPr>
        <p:spPr>
          <a:xfrm>
            <a:off x="366480" y="3375000"/>
            <a:ext cx="6188040" cy="1536480"/>
          </a:xfrm>
          <a:custGeom>
            <a:avLst/>
            <a:gdLst/>
            <a:ahLst/>
            <a:rect l="l" t="t" r="r" b="b"/>
            <a:pathLst>
              <a:path w="6188765" h="1537252">
                <a:moveTo>
                  <a:pt x="26504" y="0"/>
                </a:moveTo>
                <a:lnTo>
                  <a:pt x="6118082" y="0"/>
                </a:lnTo>
                <a:cubicBezTo>
                  <a:pt x="6157119" y="0"/>
                  <a:pt x="6188765" y="31646"/>
                  <a:pt x="6188765" y="70683"/>
                </a:cubicBezTo>
                <a:lnTo>
                  <a:pt x="6188765" y="1466569"/>
                </a:lnTo>
                <a:cubicBezTo>
                  <a:pt x="6188765" y="1505606"/>
                  <a:pt x="6157119" y="1537252"/>
                  <a:pt x="6118082" y="1537252"/>
                </a:cubicBezTo>
                <a:lnTo>
                  <a:pt x="26504" y="1537252"/>
                </a:lnTo>
                <a:cubicBezTo>
                  <a:pt x="11866" y="1537252"/>
                  <a:pt x="0" y="1525386"/>
                  <a:pt x="0" y="1510748"/>
                </a:cubicBezTo>
                <a:lnTo>
                  <a:pt x="0" y="26504"/>
                </a:lnTo>
                <a:cubicBezTo>
                  <a:pt x="0" y="11876"/>
                  <a:pt x="11876" y="0"/>
                  <a:pt x="26504" y="0"/>
                </a:cubicBezTo>
                <a:close/>
              </a:path>
            </a:pathLst>
          </a:custGeom>
          <a:solidFill>
            <a:srgbClr val="1a1a1a"/>
          </a:solidFill>
          <a:ln w="0">
            <a:noFill/>
          </a:ln>
        </p:spPr>
        <p:style>
          <a:lnRef idx="0"/>
          <a:fillRef idx="0"/>
          <a:effectRef idx="0"/>
          <a:fontRef idx="minor"/>
        </p:style>
      </p:sp>
      <p:sp>
        <p:nvSpPr>
          <p:cNvPr id="110" name="Shape 9"/>
          <p:cNvSpPr/>
          <p:nvPr/>
        </p:nvSpPr>
        <p:spPr>
          <a:xfrm>
            <a:off x="366480" y="3375000"/>
            <a:ext cx="25920" cy="1536480"/>
          </a:xfrm>
          <a:custGeom>
            <a:avLst/>
            <a:gdLst/>
            <a:ahLst/>
            <a:rect l="l" t="t" r="r" b="b"/>
            <a:pathLst>
              <a:path w="26504" h="1537252">
                <a:moveTo>
                  <a:pt x="26504" y="0"/>
                </a:moveTo>
                <a:lnTo>
                  <a:pt x="26504" y="0"/>
                </a:lnTo>
                <a:lnTo>
                  <a:pt x="26504" y="1537252"/>
                </a:lnTo>
                <a:lnTo>
                  <a:pt x="26504" y="1537252"/>
                </a:lnTo>
                <a:cubicBezTo>
                  <a:pt x="11866" y="1537252"/>
                  <a:pt x="0" y="1525386"/>
                  <a:pt x="0" y="1510748"/>
                </a:cubicBezTo>
                <a:lnTo>
                  <a:pt x="0" y="26504"/>
                </a:lnTo>
                <a:cubicBezTo>
                  <a:pt x="0" y="11876"/>
                  <a:pt x="11876" y="0"/>
                  <a:pt x="26504" y="0"/>
                </a:cubicBezTo>
                <a:close/>
              </a:path>
            </a:pathLst>
          </a:custGeom>
          <a:solidFill>
            <a:srgbClr val="c9a36a"/>
          </a:solidFill>
          <a:ln w="0">
            <a:noFill/>
          </a:ln>
        </p:spPr>
        <p:style>
          <a:lnRef idx="0"/>
          <a:fillRef idx="0"/>
          <a:effectRef idx="0"/>
          <a:fontRef idx="minor"/>
        </p:style>
      </p:sp>
      <p:sp>
        <p:nvSpPr>
          <p:cNvPr id="111" name="Shape 10"/>
          <p:cNvSpPr/>
          <p:nvPr/>
        </p:nvSpPr>
        <p:spPr>
          <a:xfrm>
            <a:off x="618480" y="3622320"/>
            <a:ext cx="211320" cy="211320"/>
          </a:xfrm>
          <a:custGeom>
            <a:avLst/>
            <a:gdLst/>
            <a:ahLst/>
            <a:rect l="l" t="t" r="r" b="b"/>
            <a:pathLst>
              <a:path w="212035" h="212035">
                <a:moveTo>
                  <a:pt x="82826" y="19878"/>
                </a:moveTo>
                <a:lnTo>
                  <a:pt x="129209" y="19878"/>
                </a:lnTo>
                <a:cubicBezTo>
                  <a:pt x="131031" y="19878"/>
                  <a:pt x="132522" y="21369"/>
                  <a:pt x="132522" y="23191"/>
                </a:cubicBezTo>
                <a:lnTo>
                  <a:pt x="132522" y="39757"/>
                </a:lnTo>
                <a:lnTo>
                  <a:pt x="79513" y="39757"/>
                </a:lnTo>
                <a:lnTo>
                  <a:pt x="79513" y="23191"/>
                </a:lnTo>
                <a:cubicBezTo>
                  <a:pt x="79513" y="21369"/>
                  <a:pt x="81004" y="19878"/>
                  <a:pt x="82826" y="19878"/>
                </a:cubicBezTo>
                <a:close/>
                <a:moveTo>
                  <a:pt x="59635" y="23191"/>
                </a:moveTo>
                <a:lnTo>
                  <a:pt x="59635" y="39757"/>
                </a:lnTo>
                <a:lnTo>
                  <a:pt x="26504" y="39757"/>
                </a:lnTo>
                <a:cubicBezTo>
                  <a:pt x="11886" y="39757"/>
                  <a:pt x="0" y="51642"/>
                  <a:pt x="0" y="66261"/>
                </a:cubicBezTo>
                <a:lnTo>
                  <a:pt x="0" y="106017"/>
                </a:lnTo>
                <a:lnTo>
                  <a:pt x="212035" y="106017"/>
                </a:lnTo>
                <a:lnTo>
                  <a:pt x="212035" y="66261"/>
                </a:lnTo>
                <a:cubicBezTo>
                  <a:pt x="212035" y="51642"/>
                  <a:pt x="200149" y="39757"/>
                  <a:pt x="185530" y="39757"/>
                </a:cubicBezTo>
                <a:lnTo>
                  <a:pt x="152400" y="39757"/>
                </a:lnTo>
                <a:lnTo>
                  <a:pt x="152400" y="23191"/>
                </a:lnTo>
                <a:cubicBezTo>
                  <a:pt x="152400" y="10395"/>
                  <a:pt x="142005" y="0"/>
                  <a:pt x="129209" y="0"/>
                </a:cubicBezTo>
                <a:lnTo>
                  <a:pt x="82826" y="0"/>
                </a:lnTo>
                <a:cubicBezTo>
                  <a:pt x="70029" y="0"/>
                  <a:pt x="59635" y="10395"/>
                  <a:pt x="59635" y="23191"/>
                </a:cubicBezTo>
                <a:close/>
                <a:moveTo>
                  <a:pt x="212035" y="125896"/>
                </a:moveTo>
                <a:lnTo>
                  <a:pt x="132522" y="125896"/>
                </a:lnTo>
                <a:lnTo>
                  <a:pt x="132522" y="132522"/>
                </a:lnTo>
                <a:cubicBezTo>
                  <a:pt x="132522" y="139852"/>
                  <a:pt x="126600" y="145774"/>
                  <a:pt x="119270" y="145774"/>
                </a:cubicBezTo>
                <a:lnTo>
                  <a:pt x="92765" y="145774"/>
                </a:lnTo>
                <a:cubicBezTo>
                  <a:pt x="85435" y="145774"/>
                  <a:pt x="79513" y="139852"/>
                  <a:pt x="79513" y="132522"/>
                </a:cubicBezTo>
                <a:lnTo>
                  <a:pt x="79513" y="125896"/>
                </a:lnTo>
                <a:lnTo>
                  <a:pt x="0" y="125896"/>
                </a:lnTo>
                <a:lnTo>
                  <a:pt x="0" y="172278"/>
                </a:lnTo>
                <a:cubicBezTo>
                  <a:pt x="0" y="186897"/>
                  <a:pt x="11886" y="198783"/>
                  <a:pt x="26504" y="198783"/>
                </a:cubicBezTo>
                <a:lnTo>
                  <a:pt x="185530" y="198783"/>
                </a:lnTo>
                <a:cubicBezTo>
                  <a:pt x="200149" y="198783"/>
                  <a:pt x="212035" y="186897"/>
                  <a:pt x="212035" y="172278"/>
                </a:cubicBezTo>
                <a:lnTo>
                  <a:pt x="212035" y="125896"/>
                </a:lnTo>
                <a:close/>
              </a:path>
            </a:pathLst>
          </a:custGeom>
          <a:solidFill>
            <a:srgbClr val="c9a36a"/>
          </a:solidFill>
          <a:ln w="0">
            <a:noFill/>
          </a:ln>
        </p:spPr>
        <p:style>
          <a:lnRef idx="0"/>
          <a:fillRef idx="0"/>
          <a:effectRef idx="0"/>
          <a:fontRef idx="minor"/>
        </p:style>
      </p:sp>
      <p:sp>
        <p:nvSpPr>
          <p:cNvPr id="112" name="Text 11"/>
          <p:cNvSpPr/>
          <p:nvPr/>
        </p:nvSpPr>
        <p:spPr>
          <a:xfrm>
            <a:off x="963000" y="3587040"/>
            <a:ext cx="1501200" cy="28188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670" spc="-1" strike="noStrike">
                <a:solidFill>
                  <a:srgbClr val="f2f2f2"/>
                </a:solidFill>
                <a:latin typeface="Oranienbaum"/>
                <a:ea typeface="Oranienbaum"/>
              </a:rPr>
              <a:t>Career Struggles</a:t>
            </a:r>
            <a:endParaRPr b="0" lang="en-HK" sz="1670" spc="-1" strike="noStrike">
              <a:latin typeface="Arial"/>
            </a:endParaRPr>
          </a:p>
        </p:txBody>
      </p:sp>
      <p:sp>
        <p:nvSpPr>
          <p:cNvPr id="113" name="Text 12"/>
          <p:cNvSpPr/>
          <p:nvPr/>
        </p:nvSpPr>
        <p:spPr>
          <a:xfrm>
            <a:off x="591840" y="4011120"/>
            <a:ext cx="5821560" cy="68832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110" spc="-1" strike="noStrike">
                <a:solidFill>
                  <a:srgbClr val="b8b8b8"/>
                </a:solidFill>
                <a:latin typeface="Quattrocento Sans"/>
                <a:ea typeface="Quattrocento Sans"/>
              </a:rPr>
              <a:t>Before becoming an artist, Van Gogh tried multiple careers: </a:t>
            </a:r>
            <a:r>
              <a:rPr b="0" lang="en-US" sz="1110" spc="-1" strike="noStrike">
                <a:solidFill>
                  <a:srgbClr val="f2f2f2"/>
                </a:solidFill>
                <a:latin typeface="Quattrocento Sans"/>
                <a:ea typeface="Quattrocento Sans"/>
              </a:rPr>
              <a:t>art dealer at Goupil &amp; Cie</a:t>
            </a:r>
            <a:r>
              <a:rPr b="0" lang="en-US" sz="1110" spc="-1" strike="noStrike">
                <a:solidFill>
                  <a:srgbClr val="b8b8b8"/>
                </a:solidFill>
                <a:latin typeface="Quattrocento Sans"/>
                <a:ea typeface="Quattrocento Sans"/>
              </a:rPr>
              <a:t> (The Hague, London, Paris), </a:t>
            </a:r>
            <a:r>
              <a:rPr b="0" lang="en-US" sz="1110" spc="-1" strike="noStrike">
                <a:solidFill>
                  <a:srgbClr val="f2f2f2"/>
                </a:solidFill>
                <a:latin typeface="Quattrocento Sans"/>
                <a:ea typeface="Quattrocento Sans"/>
              </a:rPr>
              <a:t>teacher in England</a:t>
            </a:r>
            <a:r>
              <a:rPr b="0" lang="en-US" sz="1110" spc="-1" strike="noStrike">
                <a:solidFill>
                  <a:srgbClr val="b8b8b8"/>
                </a:solidFill>
                <a:latin typeface="Quattrocento Sans"/>
                <a:ea typeface="Quattrocento Sans"/>
              </a:rPr>
              <a:t>, and </a:t>
            </a:r>
            <a:r>
              <a:rPr b="0" lang="en-US" sz="1110" spc="-1" strike="noStrike">
                <a:solidFill>
                  <a:srgbClr val="f2f2f2"/>
                </a:solidFill>
                <a:latin typeface="Quattrocento Sans"/>
                <a:ea typeface="Quattrocento Sans"/>
              </a:rPr>
              <a:t>preacher among poor miners in Belgium</a:t>
            </a:r>
            <a:r>
              <a:rPr b="0" lang="en-US" sz="1110" spc="-1" strike="noStrike">
                <a:solidFill>
                  <a:srgbClr val="b8b8b8"/>
                </a:solidFill>
                <a:latin typeface="Quattrocento Sans"/>
                <a:ea typeface="Quattrocento Sans"/>
              </a:rPr>
              <a:t>. Each attempt ended in failure or dismissal, deepening his sense of isolation and purposelessness.</a:t>
            </a:r>
            <a:endParaRPr b="0" lang="en-HK" sz="1110" spc="-1" strike="noStrike">
              <a:latin typeface="Arial"/>
            </a:endParaRPr>
          </a:p>
        </p:txBody>
      </p:sp>
      <p:sp>
        <p:nvSpPr>
          <p:cNvPr id="114" name="Shape 13"/>
          <p:cNvSpPr/>
          <p:nvPr/>
        </p:nvSpPr>
        <p:spPr>
          <a:xfrm>
            <a:off x="366480" y="5088960"/>
            <a:ext cx="6188040" cy="1536480"/>
          </a:xfrm>
          <a:custGeom>
            <a:avLst/>
            <a:gdLst/>
            <a:ahLst/>
            <a:rect l="l" t="t" r="r" b="b"/>
            <a:pathLst>
              <a:path w="6188765" h="1537252">
                <a:moveTo>
                  <a:pt x="26504" y="0"/>
                </a:moveTo>
                <a:lnTo>
                  <a:pt x="6118082" y="0"/>
                </a:lnTo>
                <a:cubicBezTo>
                  <a:pt x="6157119" y="0"/>
                  <a:pt x="6188765" y="31646"/>
                  <a:pt x="6188765" y="70683"/>
                </a:cubicBezTo>
                <a:lnTo>
                  <a:pt x="6188765" y="1466569"/>
                </a:lnTo>
                <a:cubicBezTo>
                  <a:pt x="6188765" y="1505606"/>
                  <a:pt x="6157119" y="1537252"/>
                  <a:pt x="6118082" y="1537252"/>
                </a:cubicBezTo>
                <a:lnTo>
                  <a:pt x="26504" y="1537252"/>
                </a:lnTo>
                <a:cubicBezTo>
                  <a:pt x="11866" y="1537252"/>
                  <a:pt x="0" y="1525386"/>
                  <a:pt x="0" y="1510748"/>
                </a:cubicBezTo>
                <a:lnTo>
                  <a:pt x="0" y="26504"/>
                </a:lnTo>
                <a:cubicBezTo>
                  <a:pt x="0" y="11876"/>
                  <a:pt x="11876" y="0"/>
                  <a:pt x="26504" y="0"/>
                </a:cubicBezTo>
                <a:close/>
              </a:path>
            </a:pathLst>
          </a:custGeom>
          <a:solidFill>
            <a:srgbClr val="1a1a1a"/>
          </a:solidFill>
          <a:ln w="0">
            <a:noFill/>
          </a:ln>
        </p:spPr>
        <p:style>
          <a:lnRef idx="0"/>
          <a:fillRef idx="0"/>
          <a:effectRef idx="0"/>
          <a:fontRef idx="minor"/>
        </p:style>
      </p:sp>
      <p:sp>
        <p:nvSpPr>
          <p:cNvPr id="115" name="Shape 14"/>
          <p:cNvSpPr/>
          <p:nvPr/>
        </p:nvSpPr>
        <p:spPr>
          <a:xfrm>
            <a:off x="366480" y="5088960"/>
            <a:ext cx="25920" cy="1536480"/>
          </a:xfrm>
          <a:custGeom>
            <a:avLst/>
            <a:gdLst/>
            <a:ahLst/>
            <a:rect l="l" t="t" r="r" b="b"/>
            <a:pathLst>
              <a:path w="26504" h="1537252">
                <a:moveTo>
                  <a:pt x="26504" y="0"/>
                </a:moveTo>
                <a:lnTo>
                  <a:pt x="26504" y="0"/>
                </a:lnTo>
                <a:lnTo>
                  <a:pt x="26504" y="1537252"/>
                </a:lnTo>
                <a:lnTo>
                  <a:pt x="26504" y="1537252"/>
                </a:lnTo>
                <a:cubicBezTo>
                  <a:pt x="11866" y="1537252"/>
                  <a:pt x="0" y="1525386"/>
                  <a:pt x="0" y="1510748"/>
                </a:cubicBezTo>
                <a:lnTo>
                  <a:pt x="0" y="26504"/>
                </a:lnTo>
                <a:cubicBezTo>
                  <a:pt x="0" y="11876"/>
                  <a:pt x="11876" y="0"/>
                  <a:pt x="26504" y="0"/>
                </a:cubicBezTo>
                <a:close/>
              </a:path>
            </a:pathLst>
          </a:custGeom>
          <a:solidFill>
            <a:srgbClr val="c9a36a"/>
          </a:solidFill>
          <a:ln w="0">
            <a:noFill/>
          </a:ln>
        </p:spPr>
        <p:style>
          <a:lnRef idx="0"/>
          <a:fillRef idx="0"/>
          <a:effectRef idx="0"/>
          <a:fontRef idx="minor"/>
        </p:style>
      </p:sp>
      <p:sp>
        <p:nvSpPr>
          <p:cNvPr id="116" name="Shape 15"/>
          <p:cNvSpPr/>
          <p:nvPr/>
        </p:nvSpPr>
        <p:spPr>
          <a:xfrm>
            <a:off x="605160" y="5336280"/>
            <a:ext cx="237960" cy="211320"/>
          </a:xfrm>
          <a:custGeom>
            <a:avLst/>
            <a:gdLst/>
            <a:ahLst/>
            <a:rect l="l" t="t" r="r" b="b"/>
            <a:pathLst>
              <a:path w="238539" h="212035">
                <a:moveTo>
                  <a:pt x="198990" y="4266"/>
                </a:moveTo>
                <a:lnTo>
                  <a:pt x="107301" y="65433"/>
                </a:lnTo>
                <a:cubicBezTo>
                  <a:pt x="95250" y="73467"/>
                  <a:pt x="87589" y="86512"/>
                  <a:pt x="86346" y="100758"/>
                </a:cubicBezTo>
                <a:cubicBezTo>
                  <a:pt x="112147" y="106059"/>
                  <a:pt x="132480" y="126393"/>
                  <a:pt x="137823" y="152234"/>
                </a:cubicBezTo>
                <a:cubicBezTo>
                  <a:pt x="152110" y="150992"/>
                  <a:pt x="165114" y="143331"/>
                  <a:pt x="173148" y="131279"/>
                </a:cubicBezTo>
                <a:lnTo>
                  <a:pt x="234274" y="39549"/>
                </a:lnTo>
                <a:cubicBezTo>
                  <a:pt x="237048" y="35367"/>
                  <a:pt x="238539" y="30480"/>
                  <a:pt x="238539" y="25428"/>
                </a:cubicBezTo>
                <a:cubicBezTo>
                  <a:pt x="238539" y="11389"/>
                  <a:pt x="227151" y="0"/>
                  <a:pt x="213112" y="0"/>
                </a:cubicBezTo>
                <a:cubicBezTo>
                  <a:pt x="208101" y="0"/>
                  <a:pt x="203172" y="1491"/>
                  <a:pt x="198990" y="4266"/>
                </a:cubicBezTo>
                <a:close/>
                <a:moveTo>
                  <a:pt x="119270" y="165652"/>
                </a:moveTo>
                <a:cubicBezTo>
                  <a:pt x="119270" y="140018"/>
                  <a:pt x="98522" y="119270"/>
                  <a:pt x="72887" y="119270"/>
                </a:cubicBezTo>
                <a:cubicBezTo>
                  <a:pt x="47252" y="119270"/>
                  <a:pt x="26504" y="140018"/>
                  <a:pt x="26504" y="165652"/>
                </a:cubicBezTo>
                <a:cubicBezTo>
                  <a:pt x="26504" y="167267"/>
                  <a:pt x="26587" y="168882"/>
                  <a:pt x="26753" y="170456"/>
                </a:cubicBezTo>
                <a:cubicBezTo>
                  <a:pt x="27498" y="177703"/>
                  <a:pt x="22529" y="185530"/>
                  <a:pt x="15240" y="185530"/>
                </a:cubicBezTo>
                <a:lnTo>
                  <a:pt x="13252" y="185530"/>
                </a:lnTo>
                <a:cubicBezTo>
                  <a:pt x="5922" y="185530"/>
                  <a:pt x="0" y="191453"/>
                  <a:pt x="0" y="198783"/>
                </a:cubicBezTo>
                <a:cubicBezTo>
                  <a:pt x="0" y="206113"/>
                  <a:pt x="5922" y="212035"/>
                  <a:pt x="13252" y="212035"/>
                </a:cubicBezTo>
                <a:lnTo>
                  <a:pt x="72887" y="212035"/>
                </a:lnTo>
                <a:cubicBezTo>
                  <a:pt x="98522" y="212035"/>
                  <a:pt x="119270" y="191287"/>
                  <a:pt x="119270" y="165652"/>
                </a:cubicBezTo>
                <a:close/>
              </a:path>
            </a:pathLst>
          </a:custGeom>
          <a:solidFill>
            <a:srgbClr val="c9a36a"/>
          </a:solidFill>
          <a:ln w="0">
            <a:noFill/>
          </a:ln>
        </p:spPr>
        <p:style>
          <a:lnRef idx="0"/>
          <a:fillRef idx="0"/>
          <a:effectRef idx="0"/>
          <a:fontRef idx="minor"/>
        </p:style>
      </p:sp>
      <p:sp>
        <p:nvSpPr>
          <p:cNvPr id="117" name="Text 16"/>
          <p:cNvSpPr/>
          <p:nvPr/>
        </p:nvSpPr>
        <p:spPr>
          <a:xfrm>
            <a:off x="963000" y="5301000"/>
            <a:ext cx="1625040" cy="28188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670" spc="-1" strike="noStrike">
                <a:solidFill>
                  <a:srgbClr val="f2f2f2"/>
                </a:solidFill>
                <a:latin typeface="Oranienbaum"/>
                <a:ea typeface="Oranienbaum"/>
              </a:rPr>
              <a:t>The Turning Point</a:t>
            </a:r>
            <a:endParaRPr b="0" lang="en-HK" sz="1670" spc="-1" strike="noStrike">
              <a:latin typeface="Arial"/>
            </a:endParaRPr>
          </a:p>
        </p:txBody>
      </p:sp>
      <p:sp>
        <p:nvSpPr>
          <p:cNvPr id="118" name="Text 17"/>
          <p:cNvSpPr/>
          <p:nvPr/>
        </p:nvSpPr>
        <p:spPr>
          <a:xfrm>
            <a:off x="591840" y="5725080"/>
            <a:ext cx="5821560" cy="68832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110" spc="-1" strike="noStrike">
                <a:solidFill>
                  <a:srgbClr val="f2f2f2"/>
                </a:solidFill>
                <a:latin typeface="Quattrocento Sans"/>
                <a:ea typeface="Quattrocento Sans"/>
              </a:rPr>
              <a:t>1880, Age 27</a:t>
            </a:r>
            <a:r>
              <a:rPr b="0" lang="en-US" sz="1110" spc="-1" strike="noStrike">
                <a:solidFill>
                  <a:srgbClr val="b8b8b8"/>
                </a:solidFill>
                <a:latin typeface="Quattrocento Sans"/>
                <a:ea typeface="Quattrocento Sans"/>
              </a:rPr>
              <a:t> — After years of wandering and despair, Van Gogh finally committed himself to art. This late start meant he had only </a:t>
            </a:r>
            <a:r>
              <a:rPr b="1" lang="en-US" sz="1110" spc="-1" strike="noStrike">
                <a:solidFill>
                  <a:srgbClr val="c9a36a"/>
                </a:solidFill>
                <a:latin typeface="Quattrocento Sans"/>
                <a:ea typeface="Quattrocento Sans"/>
              </a:rPr>
              <a:t>ten years</a:t>
            </a:r>
            <a:r>
              <a:rPr b="0" lang="en-US" sz="1110" spc="-1" strike="noStrike">
                <a:solidFill>
                  <a:srgbClr val="b8b8b8"/>
                </a:solidFill>
                <a:latin typeface="Quattrocento Sans"/>
                <a:ea typeface="Quattrocento Sans"/>
              </a:rPr>
              <a:t> to create his entire body of work, making his subsequent productivity all the more remarkable.</a:t>
            </a:r>
            <a:endParaRPr b="0" lang="en-HK" sz="1110" spc="-1" strike="noStrike">
              <a:latin typeface="Arial"/>
            </a:endParaRPr>
          </a:p>
        </p:txBody>
      </p:sp>
      <p:sp>
        <p:nvSpPr>
          <p:cNvPr id="119" name="Shape 18"/>
          <p:cNvSpPr/>
          <p:nvPr/>
        </p:nvSpPr>
        <p:spPr>
          <a:xfrm>
            <a:off x="6763680" y="1431360"/>
            <a:ext cx="5070600" cy="2684880"/>
          </a:xfrm>
          <a:custGeom>
            <a:avLst/>
            <a:gdLst/>
            <a:ahLst/>
            <a:rect l="l" t="t" r="r" b="b"/>
            <a:pathLst>
              <a:path w="5071165" h="2685774">
                <a:moveTo>
                  <a:pt x="70690" y="0"/>
                </a:moveTo>
                <a:lnTo>
                  <a:pt x="5000476" y="0"/>
                </a:lnTo>
                <a:cubicBezTo>
                  <a:pt x="5039516" y="0"/>
                  <a:pt x="5071165" y="31649"/>
                  <a:pt x="5071165" y="70690"/>
                </a:cubicBezTo>
                <a:lnTo>
                  <a:pt x="5071165" y="2615084"/>
                </a:lnTo>
                <a:cubicBezTo>
                  <a:pt x="5071165" y="2654125"/>
                  <a:pt x="5039516" y="2685774"/>
                  <a:pt x="5000476" y="2685774"/>
                </a:cubicBezTo>
                <a:lnTo>
                  <a:pt x="70690" y="2685774"/>
                </a:lnTo>
                <a:cubicBezTo>
                  <a:pt x="31649" y="2685774"/>
                  <a:pt x="0" y="2654125"/>
                  <a:pt x="0" y="2615084"/>
                </a:cubicBezTo>
                <a:lnTo>
                  <a:pt x="0" y="70690"/>
                </a:lnTo>
                <a:cubicBezTo>
                  <a:pt x="0" y="31675"/>
                  <a:pt x="31675" y="0"/>
                  <a:pt x="70690" y="0"/>
                </a:cubicBezTo>
                <a:close/>
              </a:path>
            </a:pathLst>
          </a:custGeom>
          <a:solidFill>
            <a:srgbClr val="2b2b2b"/>
          </a:solidFill>
          <a:ln w="0">
            <a:noFill/>
          </a:ln>
        </p:spPr>
        <p:style>
          <a:lnRef idx="0"/>
          <a:fillRef idx="0"/>
          <a:effectRef idx="0"/>
          <a:fontRef idx="minor"/>
        </p:style>
      </p:sp>
      <p:sp>
        <p:nvSpPr>
          <p:cNvPr id="120" name="Text 19"/>
          <p:cNvSpPr/>
          <p:nvPr/>
        </p:nvSpPr>
        <p:spPr>
          <a:xfrm>
            <a:off x="6975720" y="1643400"/>
            <a:ext cx="4734720" cy="2466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390" spc="-1" strike="noStrike">
                <a:solidFill>
                  <a:srgbClr val="c9a36a"/>
                </a:solidFill>
                <a:latin typeface="Oranienbaum"/>
                <a:ea typeface="Oranienbaum"/>
              </a:rPr>
              <a:t>Key Timeline</a:t>
            </a:r>
            <a:endParaRPr b="0" lang="en-HK" sz="1390" spc="-1" strike="noStrike">
              <a:latin typeface="Arial"/>
            </a:endParaRPr>
          </a:p>
        </p:txBody>
      </p:sp>
      <p:sp>
        <p:nvSpPr>
          <p:cNvPr id="121" name="Shape 20"/>
          <p:cNvSpPr/>
          <p:nvPr/>
        </p:nvSpPr>
        <p:spPr>
          <a:xfrm>
            <a:off x="6975720" y="2102760"/>
            <a:ext cx="69840" cy="69840"/>
          </a:xfrm>
          <a:custGeom>
            <a:avLst/>
            <a:gdLst/>
            <a:ahLst/>
            <a:rect l="l" t="t" r="r" b="b"/>
            <a:pathLst>
              <a:path w="70678" h="70678">
                <a:moveTo>
                  <a:pt x="35339" y="0"/>
                </a:moveTo>
                <a:lnTo>
                  <a:pt x="35339" y="0"/>
                </a:lnTo>
                <a:cubicBezTo>
                  <a:pt x="54843" y="0"/>
                  <a:pt x="70678" y="15835"/>
                  <a:pt x="70678" y="35339"/>
                </a:cubicBezTo>
                <a:lnTo>
                  <a:pt x="70678" y="35339"/>
                </a:lnTo>
                <a:cubicBezTo>
                  <a:pt x="70678" y="54843"/>
                  <a:pt x="54843" y="70678"/>
                  <a:pt x="35339" y="70678"/>
                </a:cubicBezTo>
                <a:lnTo>
                  <a:pt x="35339" y="70678"/>
                </a:lnTo>
                <a:cubicBezTo>
                  <a:pt x="15835" y="70678"/>
                  <a:pt x="0" y="54843"/>
                  <a:pt x="0" y="35339"/>
                </a:cubicBezTo>
                <a:lnTo>
                  <a:pt x="0" y="35339"/>
                </a:lnTo>
                <a:cubicBezTo>
                  <a:pt x="0" y="15835"/>
                  <a:pt x="15835" y="0"/>
                  <a:pt x="35339" y="0"/>
                </a:cubicBezTo>
                <a:close/>
              </a:path>
            </a:pathLst>
          </a:custGeom>
          <a:solidFill>
            <a:srgbClr val="c9a36a"/>
          </a:solidFill>
          <a:ln w="0">
            <a:noFill/>
          </a:ln>
        </p:spPr>
        <p:style>
          <a:lnRef idx="0"/>
          <a:fillRef idx="0"/>
          <a:effectRef idx="0"/>
          <a:fontRef idx="minor"/>
        </p:style>
      </p:sp>
      <p:sp>
        <p:nvSpPr>
          <p:cNvPr id="122" name="Text 21"/>
          <p:cNvSpPr/>
          <p:nvPr/>
        </p:nvSpPr>
        <p:spPr>
          <a:xfrm>
            <a:off x="7152120" y="2031840"/>
            <a:ext cx="1607040" cy="2113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10" spc="-1" strike="noStrike">
                <a:solidFill>
                  <a:srgbClr val="c9a36a"/>
                </a:solidFill>
                <a:latin typeface="Quattrocento Sans"/>
                <a:ea typeface="Quattrocento Sans"/>
              </a:rPr>
              <a:t>1853</a:t>
            </a:r>
            <a:endParaRPr b="0" lang="en-HK" sz="1110" spc="-1" strike="noStrike">
              <a:latin typeface="Arial"/>
            </a:endParaRPr>
          </a:p>
        </p:txBody>
      </p:sp>
      <p:sp>
        <p:nvSpPr>
          <p:cNvPr id="123" name="Text 22"/>
          <p:cNvSpPr/>
          <p:nvPr/>
        </p:nvSpPr>
        <p:spPr>
          <a:xfrm>
            <a:off x="7152120" y="2243880"/>
            <a:ext cx="1598400" cy="1760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80" spc="-1" strike="noStrike">
                <a:solidFill>
                  <a:srgbClr val="b8b8b8"/>
                </a:solidFill>
                <a:latin typeface="Quattrocento Sans"/>
                <a:ea typeface="Quattrocento Sans"/>
              </a:rPr>
              <a:t>Born in Zundert, Netherlands</a:t>
            </a:r>
            <a:endParaRPr b="0" lang="en-HK" sz="980" spc="-1" strike="noStrike">
              <a:latin typeface="Arial"/>
            </a:endParaRPr>
          </a:p>
        </p:txBody>
      </p:sp>
      <p:sp>
        <p:nvSpPr>
          <p:cNvPr id="124" name="Shape 23"/>
          <p:cNvSpPr/>
          <p:nvPr/>
        </p:nvSpPr>
        <p:spPr>
          <a:xfrm>
            <a:off x="6975720" y="2597400"/>
            <a:ext cx="69840" cy="69840"/>
          </a:xfrm>
          <a:custGeom>
            <a:avLst/>
            <a:gdLst/>
            <a:ahLst/>
            <a:rect l="l" t="t" r="r" b="b"/>
            <a:pathLst>
              <a:path w="70678" h="70678">
                <a:moveTo>
                  <a:pt x="35339" y="0"/>
                </a:moveTo>
                <a:lnTo>
                  <a:pt x="35339" y="0"/>
                </a:lnTo>
                <a:cubicBezTo>
                  <a:pt x="54843" y="0"/>
                  <a:pt x="70678" y="15835"/>
                  <a:pt x="70678" y="35339"/>
                </a:cubicBezTo>
                <a:lnTo>
                  <a:pt x="70678" y="35339"/>
                </a:lnTo>
                <a:cubicBezTo>
                  <a:pt x="70678" y="54843"/>
                  <a:pt x="54843" y="70678"/>
                  <a:pt x="35339" y="70678"/>
                </a:cubicBezTo>
                <a:lnTo>
                  <a:pt x="35339" y="70678"/>
                </a:lnTo>
                <a:cubicBezTo>
                  <a:pt x="15835" y="70678"/>
                  <a:pt x="0" y="54843"/>
                  <a:pt x="0" y="35339"/>
                </a:cubicBezTo>
                <a:lnTo>
                  <a:pt x="0" y="35339"/>
                </a:lnTo>
                <a:cubicBezTo>
                  <a:pt x="0" y="15835"/>
                  <a:pt x="15835" y="0"/>
                  <a:pt x="35339" y="0"/>
                </a:cubicBezTo>
                <a:close/>
              </a:path>
            </a:pathLst>
          </a:custGeom>
          <a:solidFill>
            <a:srgbClr val="c9a36a"/>
          </a:solidFill>
          <a:ln w="0">
            <a:noFill/>
          </a:ln>
        </p:spPr>
        <p:style>
          <a:lnRef idx="0"/>
          <a:fillRef idx="0"/>
          <a:effectRef idx="0"/>
          <a:fontRef idx="minor"/>
        </p:style>
      </p:sp>
      <p:sp>
        <p:nvSpPr>
          <p:cNvPr id="125" name="Text 24"/>
          <p:cNvSpPr/>
          <p:nvPr/>
        </p:nvSpPr>
        <p:spPr>
          <a:xfrm>
            <a:off x="7152120" y="2526840"/>
            <a:ext cx="1404000" cy="2113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10" spc="-1" strike="noStrike">
                <a:solidFill>
                  <a:srgbClr val="c9a36a"/>
                </a:solidFill>
                <a:latin typeface="Quattrocento Sans"/>
                <a:ea typeface="Quattrocento Sans"/>
              </a:rPr>
              <a:t>1869</a:t>
            </a:r>
            <a:endParaRPr b="0" lang="en-HK" sz="1110" spc="-1" strike="noStrike">
              <a:latin typeface="Arial"/>
            </a:endParaRPr>
          </a:p>
        </p:txBody>
      </p:sp>
      <p:sp>
        <p:nvSpPr>
          <p:cNvPr id="126" name="Text 25"/>
          <p:cNvSpPr/>
          <p:nvPr/>
        </p:nvSpPr>
        <p:spPr>
          <a:xfrm>
            <a:off x="7152120" y="2738880"/>
            <a:ext cx="1395000" cy="1760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80" spc="-1" strike="noStrike">
                <a:solidFill>
                  <a:srgbClr val="b8b8b8"/>
                </a:solidFill>
                <a:latin typeface="Quattrocento Sans"/>
                <a:ea typeface="Quattrocento Sans"/>
              </a:rPr>
              <a:t>Begins work as art dealer</a:t>
            </a:r>
            <a:endParaRPr b="0" lang="en-HK" sz="980" spc="-1" strike="noStrike">
              <a:latin typeface="Arial"/>
            </a:endParaRPr>
          </a:p>
        </p:txBody>
      </p:sp>
      <p:sp>
        <p:nvSpPr>
          <p:cNvPr id="127" name="Shape 26"/>
          <p:cNvSpPr/>
          <p:nvPr/>
        </p:nvSpPr>
        <p:spPr>
          <a:xfrm>
            <a:off x="6975720" y="3092040"/>
            <a:ext cx="69840" cy="69840"/>
          </a:xfrm>
          <a:custGeom>
            <a:avLst/>
            <a:gdLst/>
            <a:ahLst/>
            <a:rect l="l" t="t" r="r" b="b"/>
            <a:pathLst>
              <a:path w="70678" h="70678">
                <a:moveTo>
                  <a:pt x="35339" y="0"/>
                </a:moveTo>
                <a:lnTo>
                  <a:pt x="35339" y="0"/>
                </a:lnTo>
                <a:cubicBezTo>
                  <a:pt x="54843" y="0"/>
                  <a:pt x="70678" y="15835"/>
                  <a:pt x="70678" y="35339"/>
                </a:cubicBezTo>
                <a:lnTo>
                  <a:pt x="70678" y="35339"/>
                </a:lnTo>
                <a:cubicBezTo>
                  <a:pt x="70678" y="54843"/>
                  <a:pt x="54843" y="70678"/>
                  <a:pt x="35339" y="70678"/>
                </a:cubicBezTo>
                <a:lnTo>
                  <a:pt x="35339" y="70678"/>
                </a:lnTo>
                <a:cubicBezTo>
                  <a:pt x="15835" y="70678"/>
                  <a:pt x="0" y="54843"/>
                  <a:pt x="0" y="35339"/>
                </a:cubicBezTo>
                <a:lnTo>
                  <a:pt x="0" y="35339"/>
                </a:lnTo>
                <a:cubicBezTo>
                  <a:pt x="0" y="15835"/>
                  <a:pt x="15835" y="0"/>
                  <a:pt x="35339" y="0"/>
                </a:cubicBezTo>
                <a:close/>
              </a:path>
            </a:pathLst>
          </a:custGeom>
          <a:solidFill>
            <a:srgbClr val="c9a36a"/>
          </a:solidFill>
          <a:ln w="0">
            <a:noFill/>
          </a:ln>
        </p:spPr>
        <p:style>
          <a:lnRef idx="0"/>
          <a:fillRef idx="0"/>
          <a:effectRef idx="0"/>
          <a:fontRef idx="minor"/>
        </p:style>
      </p:sp>
      <p:sp>
        <p:nvSpPr>
          <p:cNvPr id="128" name="Text 27"/>
          <p:cNvSpPr/>
          <p:nvPr/>
        </p:nvSpPr>
        <p:spPr>
          <a:xfrm>
            <a:off x="7152120" y="3021480"/>
            <a:ext cx="1271520" cy="2113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10" spc="-1" strike="noStrike">
                <a:solidFill>
                  <a:srgbClr val="c9a36a"/>
                </a:solidFill>
                <a:latin typeface="Quattrocento Sans"/>
                <a:ea typeface="Quattrocento Sans"/>
              </a:rPr>
              <a:t>1879</a:t>
            </a:r>
            <a:endParaRPr b="0" lang="en-HK" sz="1110" spc="-1" strike="noStrike">
              <a:latin typeface="Arial"/>
            </a:endParaRPr>
          </a:p>
        </p:txBody>
      </p:sp>
      <p:sp>
        <p:nvSpPr>
          <p:cNvPr id="129" name="Text 28"/>
          <p:cNvSpPr/>
          <p:nvPr/>
        </p:nvSpPr>
        <p:spPr>
          <a:xfrm>
            <a:off x="7152120" y="3233520"/>
            <a:ext cx="1262520" cy="1760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80" spc="-1" strike="noStrike">
                <a:solidFill>
                  <a:srgbClr val="b8b8b8"/>
                </a:solidFill>
                <a:latin typeface="Quattrocento Sans"/>
                <a:ea typeface="Quattrocento Sans"/>
              </a:rPr>
              <a:t>Dismissed as preacher</a:t>
            </a:r>
            <a:endParaRPr b="0" lang="en-HK" sz="980" spc="-1" strike="noStrike">
              <a:latin typeface="Arial"/>
            </a:endParaRPr>
          </a:p>
        </p:txBody>
      </p:sp>
      <p:sp>
        <p:nvSpPr>
          <p:cNvPr id="130" name="Shape 29"/>
          <p:cNvSpPr/>
          <p:nvPr/>
        </p:nvSpPr>
        <p:spPr>
          <a:xfrm>
            <a:off x="6975720" y="3587040"/>
            <a:ext cx="69840" cy="69840"/>
          </a:xfrm>
          <a:custGeom>
            <a:avLst/>
            <a:gdLst/>
            <a:ahLst/>
            <a:rect l="l" t="t" r="r" b="b"/>
            <a:pathLst>
              <a:path w="70678" h="70678">
                <a:moveTo>
                  <a:pt x="35339" y="0"/>
                </a:moveTo>
                <a:lnTo>
                  <a:pt x="35339" y="0"/>
                </a:lnTo>
                <a:cubicBezTo>
                  <a:pt x="54843" y="0"/>
                  <a:pt x="70678" y="15835"/>
                  <a:pt x="70678" y="35339"/>
                </a:cubicBezTo>
                <a:lnTo>
                  <a:pt x="70678" y="35339"/>
                </a:lnTo>
                <a:cubicBezTo>
                  <a:pt x="70678" y="54843"/>
                  <a:pt x="54843" y="70678"/>
                  <a:pt x="35339" y="70678"/>
                </a:cubicBezTo>
                <a:lnTo>
                  <a:pt x="35339" y="70678"/>
                </a:lnTo>
                <a:cubicBezTo>
                  <a:pt x="15835" y="70678"/>
                  <a:pt x="0" y="54843"/>
                  <a:pt x="0" y="35339"/>
                </a:cubicBezTo>
                <a:lnTo>
                  <a:pt x="0" y="35339"/>
                </a:lnTo>
                <a:cubicBezTo>
                  <a:pt x="0" y="15835"/>
                  <a:pt x="15835" y="0"/>
                  <a:pt x="35339" y="0"/>
                </a:cubicBezTo>
                <a:close/>
              </a:path>
            </a:pathLst>
          </a:custGeom>
          <a:solidFill>
            <a:srgbClr val="c9a36a"/>
          </a:solidFill>
          <a:ln w="0">
            <a:noFill/>
          </a:ln>
        </p:spPr>
        <p:style>
          <a:lnRef idx="0"/>
          <a:fillRef idx="0"/>
          <a:effectRef idx="0"/>
          <a:fontRef idx="minor"/>
        </p:style>
      </p:sp>
      <p:sp>
        <p:nvSpPr>
          <p:cNvPr id="131" name="Text 30"/>
          <p:cNvSpPr/>
          <p:nvPr/>
        </p:nvSpPr>
        <p:spPr>
          <a:xfrm>
            <a:off x="7152120" y="3516120"/>
            <a:ext cx="1368720" cy="2113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10" spc="-1" strike="noStrike">
                <a:solidFill>
                  <a:srgbClr val="c9a36a"/>
                </a:solidFill>
                <a:latin typeface="Quattrocento Sans"/>
                <a:ea typeface="Quattrocento Sans"/>
              </a:rPr>
              <a:t>1880</a:t>
            </a:r>
            <a:endParaRPr b="0" lang="en-HK" sz="1110" spc="-1" strike="noStrike">
              <a:latin typeface="Arial"/>
            </a:endParaRPr>
          </a:p>
        </p:txBody>
      </p:sp>
      <p:sp>
        <p:nvSpPr>
          <p:cNvPr id="132" name="Text 31"/>
          <p:cNvSpPr/>
          <p:nvPr/>
        </p:nvSpPr>
        <p:spPr>
          <a:xfrm>
            <a:off x="7152120" y="3728160"/>
            <a:ext cx="1359720" cy="1760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80" spc="-1" strike="noStrike">
                <a:solidFill>
                  <a:srgbClr val="b8b8b8"/>
                </a:solidFill>
                <a:latin typeface="Quattrocento Sans"/>
                <a:ea typeface="Quattrocento Sans"/>
              </a:rPr>
              <a:t>Commits to art at age 27</a:t>
            </a:r>
            <a:endParaRPr b="0" lang="en-HK" sz="980" spc="-1" strike="noStrike">
              <a:latin typeface="Arial"/>
            </a:endParaRPr>
          </a:p>
        </p:txBody>
      </p:sp>
      <p:sp>
        <p:nvSpPr>
          <p:cNvPr id="133" name="Shape 32"/>
          <p:cNvSpPr/>
          <p:nvPr/>
        </p:nvSpPr>
        <p:spPr>
          <a:xfrm>
            <a:off x="6768000" y="4298040"/>
            <a:ext cx="5061600" cy="2322720"/>
          </a:xfrm>
          <a:custGeom>
            <a:avLst/>
            <a:gdLst/>
            <a:ahLst/>
            <a:rect l="l" t="t" r="r" b="b"/>
            <a:pathLst>
              <a:path w="5062330" h="2323548">
                <a:moveTo>
                  <a:pt x="70682" y="0"/>
                </a:moveTo>
                <a:lnTo>
                  <a:pt x="4991648" y="0"/>
                </a:lnTo>
                <a:cubicBezTo>
                  <a:pt x="5030685" y="0"/>
                  <a:pt x="5062330" y="31646"/>
                  <a:pt x="5062330" y="70682"/>
                </a:cubicBezTo>
                <a:lnTo>
                  <a:pt x="5062330" y="2252866"/>
                </a:lnTo>
                <a:cubicBezTo>
                  <a:pt x="5062330" y="2291902"/>
                  <a:pt x="5030685" y="2323548"/>
                  <a:pt x="4991648" y="2323548"/>
                </a:cubicBezTo>
                <a:lnTo>
                  <a:pt x="70682" y="2323548"/>
                </a:lnTo>
                <a:cubicBezTo>
                  <a:pt x="31646" y="2323548"/>
                  <a:pt x="0" y="2291902"/>
                  <a:pt x="0" y="2252866"/>
                </a:cubicBezTo>
                <a:lnTo>
                  <a:pt x="0" y="70682"/>
                </a:lnTo>
                <a:cubicBezTo>
                  <a:pt x="0" y="31672"/>
                  <a:pt x="31672" y="0"/>
                  <a:pt x="70682" y="0"/>
                </a:cubicBezTo>
                <a:close/>
              </a:path>
            </a:pathLst>
          </a:custGeom>
          <a:gradFill rotWithShape="0">
            <a:gsLst>
              <a:gs pos="0">
                <a:srgbClr val="c9a36a">
                  <a:alpha val="20000"/>
                </a:srgbClr>
              </a:gs>
              <a:gs pos="100000">
                <a:srgbClr val="c9a36a">
                  <a:alpha val="5098"/>
                </a:srgbClr>
              </a:gs>
            </a:gsLst>
            <a:lin ang="2700000"/>
          </a:gradFill>
          <a:ln w="12700">
            <a:solidFill>
              <a:srgbClr val="c9a36a">
                <a:alpha val="30000"/>
              </a:srgbClr>
            </a:solidFill>
            <a:round/>
          </a:ln>
        </p:spPr>
        <p:style>
          <a:lnRef idx="0"/>
          <a:fillRef idx="0"/>
          <a:effectRef idx="0"/>
          <a:fontRef idx="minor"/>
        </p:style>
      </p:sp>
      <p:sp>
        <p:nvSpPr>
          <p:cNvPr id="134" name="Shape 33"/>
          <p:cNvSpPr/>
          <p:nvPr/>
        </p:nvSpPr>
        <p:spPr>
          <a:xfrm>
            <a:off x="9185400" y="4936320"/>
            <a:ext cx="231120" cy="264240"/>
          </a:xfrm>
          <a:custGeom>
            <a:avLst/>
            <a:gdLst/>
            <a:ahLst/>
            <a:rect l="l" t="t" r="r" b="b"/>
            <a:pathLst>
              <a:path w="231913" h="265043">
                <a:moveTo>
                  <a:pt x="0" y="111815"/>
                </a:moveTo>
                <a:cubicBezTo>
                  <a:pt x="0" y="77494"/>
                  <a:pt x="27799" y="49696"/>
                  <a:pt x="62120" y="49696"/>
                </a:cubicBezTo>
                <a:lnTo>
                  <a:pt x="66261" y="49696"/>
                </a:lnTo>
                <a:cubicBezTo>
                  <a:pt x="75424" y="49696"/>
                  <a:pt x="82826" y="57098"/>
                  <a:pt x="82826" y="66261"/>
                </a:cubicBezTo>
                <a:cubicBezTo>
                  <a:pt x="82826" y="75424"/>
                  <a:pt x="75424" y="82826"/>
                  <a:pt x="66261" y="82826"/>
                </a:cubicBezTo>
                <a:lnTo>
                  <a:pt x="62120" y="82826"/>
                </a:lnTo>
                <a:cubicBezTo>
                  <a:pt x="46124" y="82826"/>
                  <a:pt x="33130" y="95819"/>
                  <a:pt x="33130" y="111815"/>
                </a:cubicBezTo>
                <a:lnTo>
                  <a:pt x="33130" y="115957"/>
                </a:lnTo>
                <a:lnTo>
                  <a:pt x="66261" y="115957"/>
                </a:lnTo>
                <a:cubicBezTo>
                  <a:pt x="84534" y="115957"/>
                  <a:pt x="99391" y="130813"/>
                  <a:pt x="99391" y="149087"/>
                </a:cubicBezTo>
                <a:lnTo>
                  <a:pt x="99391" y="182217"/>
                </a:lnTo>
                <a:cubicBezTo>
                  <a:pt x="99391" y="200491"/>
                  <a:pt x="84534" y="215348"/>
                  <a:pt x="66261" y="215348"/>
                </a:cubicBezTo>
                <a:lnTo>
                  <a:pt x="33130" y="215348"/>
                </a:lnTo>
                <a:cubicBezTo>
                  <a:pt x="14857" y="215348"/>
                  <a:pt x="0" y="200491"/>
                  <a:pt x="0" y="182217"/>
                </a:cubicBezTo>
                <a:lnTo>
                  <a:pt x="0" y="111815"/>
                </a:lnTo>
                <a:close/>
                <a:moveTo>
                  <a:pt x="132522" y="111815"/>
                </a:moveTo>
                <a:cubicBezTo>
                  <a:pt x="132522" y="77494"/>
                  <a:pt x="160320" y="49696"/>
                  <a:pt x="194641" y="49696"/>
                </a:cubicBezTo>
                <a:lnTo>
                  <a:pt x="198783" y="49696"/>
                </a:lnTo>
                <a:cubicBezTo>
                  <a:pt x="207945" y="49696"/>
                  <a:pt x="215348" y="57098"/>
                  <a:pt x="215348" y="66261"/>
                </a:cubicBezTo>
                <a:cubicBezTo>
                  <a:pt x="215348" y="75424"/>
                  <a:pt x="207945" y="82826"/>
                  <a:pt x="198783" y="82826"/>
                </a:cubicBezTo>
                <a:lnTo>
                  <a:pt x="194641" y="82826"/>
                </a:lnTo>
                <a:cubicBezTo>
                  <a:pt x="178646" y="82826"/>
                  <a:pt x="165652" y="95819"/>
                  <a:pt x="165652" y="111815"/>
                </a:cubicBezTo>
                <a:lnTo>
                  <a:pt x="165652" y="115957"/>
                </a:lnTo>
                <a:lnTo>
                  <a:pt x="198783" y="115957"/>
                </a:lnTo>
                <a:cubicBezTo>
                  <a:pt x="217056" y="115957"/>
                  <a:pt x="231913" y="130813"/>
                  <a:pt x="231913" y="149087"/>
                </a:cubicBezTo>
                <a:lnTo>
                  <a:pt x="231913" y="182217"/>
                </a:lnTo>
                <a:cubicBezTo>
                  <a:pt x="231913" y="200491"/>
                  <a:pt x="217056" y="215348"/>
                  <a:pt x="198783" y="215348"/>
                </a:cubicBezTo>
                <a:lnTo>
                  <a:pt x="165652" y="215348"/>
                </a:lnTo>
                <a:cubicBezTo>
                  <a:pt x="147379" y="215348"/>
                  <a:pt x="132522" y="200491"/>
                  <a:pt x="132522" y="182217"/>
                </a:cubicBezTo>
                <a:lnTo>
                  <a:pt x="132522" y="111815"/>
                </a:lnTo>
                <a:close/>
              </a:path>
            </a:pathLst>
          </a:custGeom>
          <a:solidFill>
            <a:srgbClr val="c9a36a"/>
          </a:solidFill>
          <a:ln w="0">
            <a:noFill/>
          </a:ln>
        </p:spPr>
        <p:style>
          <a:lnRef idx="0"/>
          <a:fillRef idx="0"/>
          <a:effectRef idx="0"/>
          <a:fontRef idx="minor"/>
        </p:style>
      </p:sp>
      <p:sp>
        <p:nvSpPr>
          <p:cNvPr id="135" name="Text 34"/>
          <p:cNvSpPr/>
          <p:nvPr/>
        </p:nvSpPr>
        <p:spPr>
          <a:xfrm>
            <a:off x="6940080" y="5342760"/>
            <a:ext cx="4717080" cy="290880"/>
          </a:xfrm>
          <a:prstGeom prst="rect">
            <a:avLst/>
          </a:prstGeom>
          <a:noFill/>
          <a:ln w="0">
            <a:noFill/>
          </a:ln>
        </p:spPr>
        <p:style>
          <a:lnRef idx="0"/>
          <a:fillRef idx="0"/>
          <a:effectRef idx="0"/>
          <a:fontRef idx="minor"/>
        </p:style>
        <p:txBody>
          <a:bodyPr lIns="0" rIns="0" tIns="0" bIns="0" anchor="ctr">
            <a:noAutofit/>
          </a:bodyPr>
          <a:p>
            <a:pPr algn="ctr">
              <a:lnSpc>
                <a:spcPct val="140000"/>
              </a:lnSpc>
              <a:buNone/>
            </a:pPr>
            <a:r>
              <a:rPr b="0" lang="en-US" sz="1390" spc="-1" strike="noStrike">
                <a:solidFill>
                  <a:srgbClr val="f2f2f2"/>
                </a:solidFill>
                <a:latin typeface="Quattrocento Sans"/>
                <a:ea typeface="Quattrocento Sans"/>
              </a:rPr>
              <a:t>"I am seeking, I am striving, I am in it with all my heart."</a:t>
            </a:r>
            <a:endParaRPr b="0" lang="en-HK" sz="1390" spc="-1" strike="noStrike">
              <a:latin typeface="Arial"/>
            </a:endParaRPr>
          </a:p>
        </p:txBody>
      </p:sp>
      <p:sp>
        <p:nvSpPr>
          <p:cNvPr id="136" name="Text 35"/>
          <p:cNvSpPr/>
          <p:nvPr/>
        </p:nvSpPr>
        <p:spPr>
          <a:xfrm>
            <a:off x="6949080" y="5771160"/>
            <a:ext cx="4699440" cy="211320"/>
          </a:xfrm>
          <a:prstGeom prst="rect">
            <a:avLst/>
          </a:prstGeom>
          <a:noFill/>
          <a:ln w="0">
            <a:noFill/>
          </a:ln>
        </p:spPr>
        <p:style>
          <a:lnRef idx="0"/>
          <a:fillRef idx="0"/>
          <a:effectRef idx="0"/>
          <a:fontRef idx="minor"/>
        </p:style>
        <p:txBody>
          <a:bodyPr lIns="0" rIns="0" tIns="0" bIns="0" anchor="ctr">
            <a:noAutofit/>
          </a:bodyPr>
          <a:p>
            <a:pPr algn="ctr">
              <a:lnSpc>
                <a:spcPct val="130000"/>
              </a:lnSpc>
              <a:buNone/>
            </a:pPr>
            <a:r>
              <a:rPr b="0" lang="en-US" sz="1110" spc="-1" strike="noStrike">
                <a:solidFill>
                  <a:srgbClr val="c9a36a"/>
                </a:solidFill>
                <a:latin typeface="Quattrocento Sans"/>
                <a:ea typeface="Quattrocento Sans"/>
              </a:rPr>
              <a:t>— </a:t>
            </a:r>
            <a:r>
              <a:rPr b="0" lang="en-US" sz="1110" spc="-1" strike="noStrike">
                <a:solidFill>
                  <a:srgbClr val="c9a36a"/>
                </a:solidFill>
                <a:latin typeface="Quattrocento Sans"/>
                <a:ea typeface="Quattrocento Sans"/>
              </a:rPr>
              <a:t>Vincent van Gogh</a:t>
            </a:r>
            <a:endParaRPr b="0" lang="en-HK" sz="1110" spc="-1" strike="noStrike">
              <a:latin typeface="Arial"/>
            </a:endParaRPr>
          </a:p>
        </p:txBody>
      </p:sp>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11111"/>
        </a:solidFill>
      </p:bgPr>
    </p:bg>
    <p:spTree>
      <p:nvGrpSpPr>
        <p:cNvPr id="1" name=""/>
        <p:cNvGrpSpPr/>
        <p:nvPr/>
      </p:nvGrpSpPr>
      <p:grpSpPr>
        <a:xfrm>
          <a:off x="0" y="0"/>
          <a:ext cx="0" cy="0"/>
          <a:chOff x="0" y="0"/>
          <a:chExt cx="0" cy="0"/>
        </a:xfrm>
      </p:grpSpPr>
      <p:sp>
        <p:nvSpPr>
          <p:cNvPr id="137" name="Image 0"/>
          <p:cNvSpPr/>
          <p:nvPr/>
        </p:nvSpPr>
        <p:spPr>
          <a:xfrm>
            <a:off x="0" y="0"/>
            <a:ext cx="12191400" cy="6857280"/>
          </a:xfrm>
          <a:prstGeom prst="roundRect">
            <a:avLst>
              <a:gd name="adj" fmla="val 0"/>
            </a:avLst>
          </a:prstGeom>
          <a:blipFill rotWithShape="0">
            <a:blip r:embed="rId1"/>
            <a:srcRect/>
            <a:stretch/>
          </a:blipFill>
          <a:ln w="0">
            <a:noFill/>
          </a:ln>
        </p:spPr>
        <p:style>
          <a:lnRef idx="0"/>
          <a:fillRef idx="0"/>
          <a:effectRef idx="0"/>
          <a:fontRef idx="minor"/>
        </p:style>
      </p:sp>
      <p:sp>
        <p:nvSpPr>
          <p:cNvPr id="138" name="Shape 0"/>
          <p:cNvSpPr/>
          <p:nvPr/>
        </p:nvSpPr>
        <p:spPr>
          <a:xfrm>
            <a:off x="0" y="0"/>
            <a:ext cx="12191400" cy="6857280"/>
          </a:xfrm>
          <a:custGeom>
            <a:avLst/>
            <a:gdLst/>
            <a:ahLst/>
            <a:rect l="l" t="t" r="r" b="b"/>
            <a:pathLst>
              <a:path w="12192000" h="6858000">
                <a:moveTo>
                  <a:pt x="0" y="0"/>
                </a:moveTo>
                <a:lnTo>
                  <a:pt x="12192000" y="0"/>
                </a:lnTo>
                <a:lnTo>
                  <a:pt x="12192000" y="6858000"/>
                </a:lnTo>
                <a:lnTo>
                  <a:pt x="0" y="6858000"/>
                </a:lnTo>
                <a:lnTo>
                  <a:pt x="0" y="0"/>
                </a:lnTo>
                <a:close/>
              </a:path>
            </a:pathLst>
          </a:custGeom>
          <a:gradFill rotWithShape="0">
            <a:gsLst>
              <a:gs pos="0">
                <a:srgbClr val="111111"/>
              </a:gs>
              <a:gs pos="100000">
                <a:srgbClr val="111111">
                  <a:alpha val="60000"/>
                </a:srgbClr>
              </a:gs>
            </a:gsLst>
            <a:lin ang="0"/>
          </a:gradFill>
          <a:ln w="0">
            <a:noFill/>
          </a:ln>
        </p:spPr>
        <p:style>
          <a:lnRef idx="0"/>
          <a:fillRef idx="0"/>
          <a:effectRef idx="0"/>
          <a:fontRef idx="minor"/>
        </p:style>
      </p:sp>
      <p:sp>
        <p:nvSpPr>
          <p:cNvPr id="139" name="Shape 1"/>
          <p:cNvSpPr/>
          <p:nvPr/>
        </p:nvSpPr>
        <p:spPr>
          <a:xfrm>
            <a:off x="385920" y="1231200"/>
            <a:ext cx="1037520" cy="808920"/>
          </a:xfrm>
          <a:custGeom>
            <a:avLst/>
            <a:gdLst/>
            <a:ahLst/>
            <a:rect l="l" t="t" r="r" b="b"/>
            <a:pathLst>
              <a:path w="1038225" h="809625">
                <a:moveTo>
                  <a:pt x="76202" y="0"/>
                </a:moveTo>
                <a:lnTo>
                  <a:pt x="962023" y="0"/>
                </a:lnTo>
                <a:cubicBezTo>
                  <a:pt x="1004108" y="0"/>
                  <a:pt x="1038225" y="34117"/>
                  <a:pt x="1038225" y="76202"/>
                </a:cubicBezTo>
                <a:lnTo>
                  <a:pt x="1038225" y="733423"/>
                </a:lnTo>
                <a:cubicBezTo>
                  <a:pt x="1038225" y="775508"/>
                  <a:pt x="1004108" y="809625"/>
                  <a:pt x="962023" y="809625"/>
                </a:cubicBezTo>
                <a:lnTo>
                  <a:pt x="76202" y="809625"/>
                </a:lnTo>
                <a:cubicBezTo>
                  <a:pt x="34117" y="809625"/>
                  <a:pt x="0" y="775508"/>
                  <a:pt x="0" y="733423"/>
                </a:cubicBezTo>
                <a:lnTo>
                  <a:pt x="0" y="76202"/>
                </a:lnTo>
                <a:cubicBezTo>
                  <a:pt x="0" y="34117"/>
                  <a:pt x="34117" y="0"/>
                  <a:pt x="76202" y="0"/>
                </a:cubicBezTo>
                <a:close/>
              </a:path>
            </a:pathLst>
          </a:custGeom>
          <a:solidFill>
            <a:srgbClr val="c9a36a">
              <a:alpha val="20000"/>
            </a:srgbClr>
          </a:solidFill>
          <a:ln w="12700">
            <a:solidFill>
              <a:srgbClr val="c9a36a">
                <a:alpha val="50000"/>
              </a:srgbClr>
            </a:solidFill>
            <a:round/>
          </a:ln>
        </p:spPr>
        <p:style>
          <a:lnRef idx="0"/>
          <a:fillRef idx="0"/>
          <a:effectRef idx="0"/>
          <a:fontRef idx="minor"/>
        </p:style>
      </p:sp>
      <p:sp>
        <p:nvSpPr>
          <p:cNvPr id="140" name="Text 2"/>
          <p:cNvSpPr/>
          <p:nvPr/>
        </p:nvSpPr>
        <p:spPr>
          <a:xfrm>
            <a:off x="619200" y="1307160"/>
            <a:ext cx="853560" cy="65664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4500" spc="-1" strike="noStrike">
                <a:solidFill>
                  <a:srgbClr val="c9a36a"/>
                </a:solidFill>
                <a:latin typeface="Oranienbaum"/>
                <a:ea typeface="Oranienbaum"/>
              </a:rPr>
              <a:t>02</a:t>
            </a:r>
            <a:endParaRPr b="0" lang="en-HK" sz="4500" spc="-1" strike="noStrike">
              <a:latin typeface="Arial"/>
            </a:endParaRPr>
          </a:p>
        </p:txBody>
      </p:sp>
      <p:sp>
        <p:nvSpPr>
          <p:cNvPr id="141" name="Text 3"/>
          <p:cNvSpPr/>
          <p:nvPr/>
        </p:nvSpPr>
        <p:spPr>
          <a:xfrm>
            <a:off x="380880" y="2350440"/>
            <a:ext cx="8876520" cy="1713960"/>
          </a:xfrm>
          <a:prstGeom prst="rect">
            <a:avLst/>
          </a:prstGeom>
          <a:noFill/>
          <a:ln w="0">
            <a:noFill/>
          </a:ln>
        </p:spPr>
        <p:style>
          <a:lnRef idx="0"/>
          <a:fillRef idx="0"/>
          <a:effectRef idx="0"/>
          <a:fontRef idx="minor"/>
        </p:style>
        <p:txBody>
          <a:bodyPr lIns="0" rIns="0" tIns="0" bIns="0" anchor="ctr">
            <a:noAutofit/>
          </a:bodyPr>
          <a:p>
            <a:pPr>
              <a:lnSpc>
                <a:spcPct val="100000"/>
              </a:lnSpc>
              <a:buNone/>
            </a:pPr>
            <a:r>
              <a:rPr b="1" lang="en-US" sz="5400" spc="-1" strike="noStrike">
                <a:solidFill>
                  <a:srgbClr val="f2f2f2"/>
                </a:solidFill>
                <a:latin typeface="Oranienbaum"/>
                <a:ea typeface="Oranienbaum"/>
              </a:rPr>
              <a:t>The Evolution</a:t>
            </a:r>
            <a:endParaRPr b="0" lang="en-HK" sz="5400" spc="-1" strike="noStrike">
              <a:latin typeface="Arial"/>
            </a:endParaRPr>
          </a:p>
          <a:p>
            <a:pPr>
              <a:lnSpc>
                <a:spcPct val="100000"/>
              </a:lnSpc>
              <a:buNone/>
            </a:pPr>
            <a:r>
              <a:rPr b="1" lang="en-US" sz="5400" spc="-1" strike="noStrike">
                <a:solidFill>
                  <a:srgbClr val="f2f2f2"/>
                </a:solidFill>
                <a:latin typeface="Oranienbaum"/>
                <a:ea typeface="Oranienbaum"/>
              </a:rPr>
              <a:t>of Style</a:t>
            </a:r>
            <a:endParaRPr b="0" lang="en-HK" sz="5400" spc="-1" strike="noStrike">
              <a:latin typeface="Arial"/>
            </a:endParaRPr>
          </a:p>
        </p:txBody>
      </p:sp>
      <p:sp>
        <p:nvSpPr>
          <p:cNvPr id="142" name="Shape 4"/>
          <p:cNvSpPr/>
          <p:nvPr/>
        </p:nvSpPr>
        <p:spPr>
          <a:xfrm>
            <a:off x="380880" y="4369680"/>
            <a:ext cx="1828080" cy="27720"/>
          </a:xfrm>
          <a:custGeom>
            <a:avLst/>
            <a:gdLst/>
            <a:ahLst/>
            <a:rect l="l" t="t" r="r" b="b"/>
            <a:pathLst>
              <a:path w="1828800" h="28575">
                <a:moveTo>
                  <a:pt x="0" y="0"/>
                </a:moveTo>
                <a:lnTo>
                  <a:pt x="1828800" y="0"/>
                </a:lnTo>
                <a:lnTo>
                  <a:pt x="1828800" y="28575"/>
                </a:lnTo>
                <a:lnTo>
                  <a:pt x="0" y="28575"/>
                </a:lnTo>
                <a:lnTo>
                  <a:pt x="0" y="0"/>
                </a:lnTo>
                <a:close/>
              </a:path>
            </a:pathLst>
          </a:custGeom>
          <a:solidFill>
            <a:srgbClr val="c9a36a"/>
          </a:solidFill>
          <a:ln w="0">
            <a:noFill/>
          </a:ln>
        </p:spPr>
        <p:style>
          <a:lnRef idx="0"/>
          <a:fillRef idx="0"/>
          <a:effectRef idx="0"/>
          <a:fontRef idx="minor"/>
        </p:style>
      </p:sp>
      <p:sp>
        <p:nvSpPr>
          <p:cNvPr id="143" name="Text 5"/>
          <p:cNvSpPr/>
          <p:nvPr/>
        </p:nvSpPr>
        <p:spPr>
          <a:xfrm>
            <a:off x="380880" y="4703040"/>
            <a:ext cx="6543000" cy="93276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2250" spc="-1" strike="noStrike">
                <a:solidFill>
                  <a:srgbClr val="b8b8b8"/>
                </a:solidFill>
                <a:latin typeface="Quattrocento Sans"/>
                <a:ea typeface="Quattrocento Sans"/>
              </a:rPr>
              <a:t>A decade of transformation across five distinct artistic periods</a:t>
            </a:r>
            <a:endParaRPr b="0" lang="en-HK" sz="2250" spc="-1" strike="noStrike">
              <a:latin typeface="Arial"/>
            </a:endParaRPr>
          </a:p>
        </p:txBody>
      </p:sp>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11111"/>
        </a:solidFill>
      </p:bgPr>
    </p:bg>
    <p:spTree>
      <p:nvGrpSpPr>
        <p:cNvPr id="1" name=""/>
        <p:cNvGrpSpPr/>
        <p:nvPr/>
      </p:nvGrpSpPr>
      <p:grpSpPr>
        <a:xfrm>
          <a:off x="0" y="0"/>
          <a:ext cx="0" cy="0"/>
          <a:chOff x="0" y="0"/>
          <a:chExt cx="0" cy="0"/>
        </a:xfrm>
      </p:grpSpPr>
      <p:sp>
        <p:nvSpPr>
          <p:cNvPr id="144" name="Text 0"/>
          <p:cNvSpPr/>
          <p:nvPr/>
        </p:nvSpPr>
        <p:spPr>
          <a:xfrm>
            <a:off x="323280" y="323280"/>
            <a:ext cx="11609280" cy="1933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20" spc="199" strike="noStrike">
                <a:solidFill>
                  <a:srgbClr val="c9a36a"/>
                </a:solidFill>
                <a:latin typeface="Quattrocento Sans"/>
                <a:ea typeface="Quattrocento Sans"/>
              </a:rPr>
              <a:t>Chapter 02</a:t>
            </a:r>
            <a:endParaRPr b="0" lang="en-HK" sz="1020" spc="-1" strike="noStrike">
              <a:latin typeface="Arial"/>
            </a:endParaRPr>
          </a:p>
        </p:txBody>
      </p:sp>
      <p:sp>
        <p:nvSpPr>
          <p:cNvPr id="145" name="Text 1"/>
          <p:cNvSpPr/>
          <p:nvPr/>
        </p:nvSpPr>
        <p:spPr>
          <a:xfrm>
            <a:off x="323280" y="582120"/>
            <a:ext cx="11738520" cy="38736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3060" spc="-1" strike="noStrike">
                <a:solidFill>
                  <a:srgbClr val="f2f2f2"/>
                </a:solidFill>
                <a:latin typeface="Oranienbaum"/>
                <a:ea typeface="Oranienbaum"/>
              </a:rPr>
              <a:t>Five Periods of Artistic Revolution</a:t>
            </a:r>
            <a:endParaRPr b="0" lang="en-HK" sz="3060" spc="-1" strike="noStrike">
              <a:latin typeface="Arial"/>
            </a:endParaRPr>
          </a:p>
        </p:txBody>
      </p:sp>
      <p:sp>
        <p:nvSpPr>
          <p:cNvPr id="146" name="Shape 2"/>
          <p:cNvSpPr/>
          <p:nvPr/>
        </p:nvSpPr>
        <p:spPr>
          <a:xfrm>
            <a:off x="323280" y="1099440"/>
            <a:ext cx="904680" cy="15480"/>
          </a:xfrm>
          <a:custGeom>
            <a:avLst/>
            <a:gdLst/>
            <a:ahLst/>
            <a:rect l="l" t="t" r="r" b="b"/>
            <a:pathLst>
              <a:path w="905507" h="16170">
                <a:moveTo>
                  <a:pt x="0" y="0"/>
                </a:moveTo>
                <a:lnTo>
                  <a:pt x="905507" y="0"/>
                </a:lnTo>
                <a:lnTo>
                  <a:pt x="905507" y="16170"/>
                </a:lnTo>
                <a:lnTo>
                  <a:pt x="0" y="16170"/>
                </a:lnTo>
                <a:lnTo>
                  <a:pt x="0" y="0"/>
                </a:lnTo>
                <a:close/>
              </a:path>
            </a:pathLst>
          </a:custGeom>
          <a:solidFill>
            <a:srgbClr val="c9a36a"/>
          </a:solidFill>
          <a:ln w="0">
            <a:noFill/>
          </a:ln>
        </p:spPr>
        <p:style>
          <a:lnRef idx="0"/>
          <a:fillRef idx="0"/>
          <a:effectRef idx="0"/>
          <a:fontRef idx="minor"/>
        </p:style>
      </p:sp>
      <p:sp>
        <p:nvSpPr>
          <p:cNvPr id="147" name="Shape 3"/>
          <p:cNvSpPr/>
          <p:nvPr/>
        </p:nvSpPr>
        <p:spPr>
          <a:xfrm>
            <a:off x="323280" y="1289520"/>
            <a:ext cx="5707080" cy="2226600"/>
          </a:xfrm>
          <a:custGeom>
            <a:avLst/>
            <a:gdLst/>
            <a:ahLst/>
            <a:rect l="l" t="t" r="r" b="b"/>
            <a:pathLst>
              <a:path w="5707926" h="2227385">
                <a:moveTo>
                  <a:pt x="24255" y="0"/>
                </a:moveTo>
                <a:lnTo>
                  <a:pt x="5683671" y="0"/>
                </a:lnTo>
                <a:cubicBezTo>
                  <a:pt x="5697067" y="0"/>
                  <a:pt x="5707926" y="10859"/>
                  <a:pt x="5707926" y="24255"/>
                </a:cubicBezTo>
                <a:lnTo>
                  <a:pt x="5707926" y="2162701"/>
                </a:lnTo>
                <a:cubicBezTo>
                  <a:pt x="5707926" y="2198425"/>
                  <a:pt x="5678966" y="2227385"/>
                  <a:pt x="5643242" y="2227385"/>
                </a:cubicBezTo>
                <a:lnTo>
                  <a:pt x="64683" y="2227385"/>
                </a:lnTo>
                <a:cubicBezTo>
                  <a:pt x="28960" y="2227385"/>
                  <a:pt x="0" y="2198425"/>
                  <a:pt x="0" y="2162701"/>
                </a:cubicBezTo>
                <a:lnTo>
                  <a:pt x="0" y="24255"/>
                </a:lnTo>
                <a:cubicBezTo>
                  <a:pt x="0" y="10868"/>
                  <a:pt x="10868" y="0"/>
                  <a:pt x="24255" y="0"/>
                </a:cubicBezTo>
                <a:close/>
              </a:path>
            </a:pathLst>
          </a:custGeom>
          <a:solidFill>
            <a:srgbClr val="1a1a1a"/>
          </a:solidFill>
          <a:ln w="0">
            <a:noFill/>
          </a:ln>
        </p:spPr>
        <p:style>
          <a:lnRef idx="0"/>
          <a:fillRef idx="0"/>
          <a:effectRef idx="0"/>
          <a:fontRef idx="minor"/>
        </p:style>
      </p:sp>
      <p:sp>
        <p:nvSpPr>
          <p:cNvPr id="148" name="Shape 4"/>
          <p:cNvSpPr/>
          <p:nvPr/>
        </p:nvSpPr>
        <p:spPr>
          <a:xfrm>
            <a:off x="323280" y="1289520"/>
            <a:ext cx="5707080" cy="23400"/>
          </a:xfrm>
          <a:custGeom>
            <a:avLst/>
            <a:gdLst/>
            <a:ahLst/>
            <a:rect l="l" t="t" r="r" b="b"/>
            <a:pathLst>
              <a:path w="5707926" h="24255">
                <a:moveTo>
                  <a:pt x="24255" y="0"/>
                </a:moveTo>
                <a:lnTo>
                  <a:pt x="5683671" y="0"/>
                </a:lnTo>
                <a:cubicBezTo>
                  <a:pt x="5697067" y="0"/>
                  <a:pt x="5707926" y="10859"/>
                  <a:pt x="5707926" y="24255"/>
                </a:cubicBezTo>
                <a:lnTo>
                  <a:pt x="5707926" y="24255"/>
                </a:lnTo>
                <a:lnTo>
                  <a:pt x="0" y="24255"/>
                </a:lnTo>
                <a:lnTo>
                  <a:pt x="0" y="24255"/>
                </a:lnTo>
                <a:cubicBezTo>
                  <a:pt x="0" y="10868"/>
                  <a:pt x="10868" y="0"/>
                  <a:pt x="24255" y="0"/>
                </a:cubicBezTo>
                <a:close/>
              </a:path>
            </a:pathLst>
          </a:custGeom>
          <a:solidFill>
            <a:srgbClr val="c9a36a"/>
          </a:solidFill>
          <a:ln w="0">
            <a:noFill/>
          </a:ln>
        </p:spPr>
        <p:style>
          <a:lnRef idx="0"/>
          <a:fillRef idx="0"/>
          <a:effectRef idx="0"/>
          <a:fontRef idx="minor"/>
        </p:style>
      </p:sp>
      <p:sp>
        <p:nvSpPr>
          <p:cNvPr id="149" name="Text 5"/>
          <p:cNvSpPr/>
          <p:nvPr/>
        </p:nvSpPr>
        <p:spPr>
          <a:xfrm>
            <a:off x="484920" y="1463400"/>
            <a:ext cx="1389960" cy="2257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280" spc="-1" strike="noStrike">
                <a:solidFill>
                  <a:srgbClr val="f2f2f2"/>
                </a:solidFill>
                <a:latin typeface="Oranienbaum"/>
                <a:ea typeface="Oranienbaum"/>
              </a:rPr>
              <a:t>The Hague / Nuenen</a:t>
            </a:r>
            <a:endParaRPr b="0" lang="en-HK" sz="1280" spc="-1" strike="noStrike">
              <a:latin typeface="Arial"/>
            </a:endParaRPr>
          </a:p>
        </p:txBody>
      </p:sp>
      <p:sp>
        <p:nvSpPr>
          <p:cNvPr id="150" name="Text 6"/>
          <p:cNvSpPr/>
          <p:nvPr/>
        </p:nvSpPr>
        <p:spPr>
          <a:xfrm>
            <a:off x="5352480" y="1495800"/>
            <a:ext cx="573480" cy="1609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9" spc="-1" strike="noStrike">
                <a:solidFill>
                  <a:srgbClr val="c9a36a"/>
                </a:solidFill>
                <a:latin typeface="Quattrocento Sans"/>
                <a:ea typeface="Quattrocento Sans"/>
              </a:rPr>
              <a:t>1880-1886</a:t>
            </a:r>
            <a:endParaRPr b="0" lang="en-HK" sz="889" spc="-1" strike="noStrike">
              <a:latin typeface="Arial"/>
            </a:endParaRPr>
          </a:p>
        </p:txBody>
      </p:sp>
      <p:sp>
        <p:nvSpPr>
          <p:cNvPr id="151" name="Text 7"/>
          <p:cNvSpPr/>
          <p:nvPr/>
        </p:nvSpPr>
        <p:spPr>
          <a:xfrm>
            <a:off x="484920" y="1786680"/>
            <a:ext cx="5448600" cy="63000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20" spc="-1" strike="noStrike">
                <a:solidFill>
                  <a:srgbClr val="b8b8b8"/>
                </a:solidFill>
                <a:latin typeface="Quattrocento Sans"/>
                <a:ea typeface="Quattrocento Sans"/>
              </a:rPr>
              <a:t>Van Gogh's early period was characterized by </a:t>
            </a:r>
            <a:r>
              <a:rPr b="0" lang="en-US" sz="1020" spc="-1" strike="noStrike">
                <a:solidFill>
                  <a:srgbClr val="f2f2f2"/>
                </a:solidFill>
                <a:latin typeface="Quattrocento Sans"/>
                <a:ea typeface="Quattrocento Sans"/>
              </a:rPr>
              <a:t>dark, earthy tones</a:t>
            </a:r>
            <a:r>
              <a:rPr b="0" lang="en-US" sz="1020" spc="-1" strike="noStrike">
                <a:solidFill>
                  <a:srgbClr val="b8b8b8"/>
                </a:solidFill>
                <a:latin typeface="Quattrocento Sans"/>
                <a:ea typeface="Quattrocento Sans"/>
              </a:rPr>
              <a:t> and a focus on peasant life. Influenced by Dutch Realism and artists like Millet, he depicted the harsh realities of rural existence with rough textures and somber colors.</a:t>
            </a:r>
            <a:endParaRPr b="0" lang="en-HK" sz="1020" spc="-1" strike="noStrike">
              <a:latin typeface="Arial"/>
            </a:endParaRPr>
          </a:p>
        </p:txBody>
      </p:sp>
      <p:sp>
        <p:nvSpPr>
          <p:cNvPr id="152" name="Shape 8"/>
          <p:cNvSpPr/>
          <p:nvPr/>
        </p:nvSpPr>
        <p:spPr>
          <a:xfrm>
            <a:off x="484920" y="2514240"/>
            <a:ext cx="5383800" cy="581400"/>
          </a:xfrm>
          <a:custGeom>
            <a:avLst/>
            <a:gdLst/>
            <a:ahLst/>
            <a:rect l="l" t="t" r="r" b="b"/>
            <a:pathLst>
              <a:path w="5384531" h="582111">
                <a:moveTo>
                  <a:pt x="32342" y="0"/>
                </a:moveTo>
                <a:lnTo>
                  <a:pt x="5352188" y="0"/>
                </a:lnTo>
                <a:cubicBezTo>
                  <a:pt x="5370050" y="0"/>
                  <a:pt x="5384531" y="14480"/>
                  <a:pt x="5384531" y="32342"/>
                </a:cubicBezTo>
                <a:lnTo>
                  <a:pt x="5384531" y="549769"/>
                </a:lnTo>
                <a:cubicBezTo>
                  <a:pt x="5384531" y="567631"/>
                  <a:pt x="5370050" y="582111"/>
                  <a:pt x="5352188" y="582111"/>
                </a:cubicBezTo>
                <a:lnTo>
                  <a:pt x="32342" y="582111"/>
                </a:lnTo>
                <a:cubicBezTo>
                  <a:pt x="14480" y="582111"/>
                  <a:pt x="0" y="567631"/>
                  <a:pt x="0" y="549769"/>
                </a:cubicBezTo>
                <a:lnTo>
                  <a:pt x="0" y="32342"/>
                </a:lnTo>
                <a:cubicBezTo>
                  <a:pt x="0" y="14492"/>
                  <a:pt x="14492" y="0"/>
                  <a:pt x="32342" y="0"/>
                </a:cubicBezTo>
                <a:close/>
              </a:path>
            </a:pathLst>
          </a:custGeom>
          <a:solidFill>
            <a:srgbClr val="2b2b2b"/>
          </a:solidFill>
          <a:ln w="0">
            <a:noFill/>
          </a:ln>
        </p:spPr>
        <p:style>
          <a:lnRef idx="0"/>
          <a:fillRef idx="0"/>
          <a:effectRef idx="0"/>
          <a:fontRef idx="minor"/>
        </p:style>
      </p:sp>
      <p:sp>
        <p:nvSpPr>
          <p:cNvPr id="153" name="Text 9"/>
          <p:cNvSpPr/>
          <p:nvPr/>
        </p:nvSpPr>
        <p:spPr>
          <a:xfrm>
            <a:off x="582120" y="2611440"/>
            <a:ext cx="5246280" cy="1609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9" spc="-1" strike="noStrike">
                <a:solidFill>
                  <a:srgbClr val="c9a36a"/>
                </a:solidFill>
                <a:latin typeface="Quattrocento Sans"/>
                <a:ea typeface="Quattrocento Sans"/>
              </a:rPr>
              <a:t>Masterpiece:</a:t>
            </a:r>
            <a:endParaRPr b="0" lang="en-HK" sz="889" spc="-1" strike="noStrike">
              <a:latin typeface="Arial"/>
            </a:endParaRPr>
          </a:p>
        </p:txBody>
      </p:sp>
      <p:sp>
        <p:nvSpPr>
          <p:cNvPr id="154" name="Text 10"/>
          <p:cNvSpPr/>
          <p:nvPr/>
        </p:nvSpPr>
        <p:spPr>
          <a:xfrm>
            <a:off x="582120" y="2805480"/>
            <a:ext cx="5254560" cy="1933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20" spc="-1" strike="noStrike">
                <a:solidFill>
                  <a:srgbClr val="f2f2f2"/>
                </a:solidFill>
                <a:latin typeface="Quattrocento Sans"/>
                <a:ea typeface="Quattrocento Sans"/>
              </a:rPr>
              <a:t>The Potato Eaters (1885)</a:t>
            </a:r>
            <a:endParaRPr b="0" lang="en-HK" sz="1020" spc="-1" strike="noStrike">
              <a:latin typeface="Arial"/>
            </a:endParaRPr>
          </a:p>
        </p:txBody>
      </p:sp>
      <p:sp>
        <p:nvSpPr>
          <p:cNvPr id="155" name="Shape 11"/>
          <p:cNvSpPr/>
          <p:nvPr/>
        </p:nvSpPr>
        <p:spPr>
          <a:xfrm>
            <a:off x="484920" y="3209760"/>
            <a:ext cx="128520" cy="128520"/>
          </a:xfrm>
          <a:custGeom>
            <a:avLst/>
            <a:gdLst/>
            <a:ahLst/>
            <a:rect l="l" t="t" r="r" b="b"/>
            <a:pathLst>
              <a:path w="129358" h="129358">
                <a:moveTo>
                  <a:pt x="64679" y="0"/>
                </a:moveTo>
                <a:lnTo>
                  <a:pt x="64679" y="0"/>
                </a:lnTo>
                <a:cubicBezTo>
                  <a:pt x="100376" y="0"/>
                  <a:pt x="129358" y="28982"/>
                  <a:pt x="129358" y="64679"/>
                </a:cubicBezTo>
                <a:lnTo>
                  <a:pt x="129358" y="64679"/>
                </a:lnTo>
                <a:cubicBezTo>
                  <a:pt x="129358" y="100376"/>
                  <a:pt x="100376" y="129358"/>
                  <a:pt x="64679" y="129358"/>
                </a:cubicBezTo>
                <a:lnTo>
                  <a:pt x="64679" y="129358"/>
                </a:lnTo>
                <a:cubicBezTo>
                  <a:pt x="28982" y="129358"/>
                  <a:pt x="0" y="100376"/>
                  <a:pt x="0" y="64679"/>
                </a:cubicBezTo>
                <a:lnTo>
                  <a:pt x="0" y="64679"/>
                </a:lnTo>
                <a:cubicBezTo>
                  <a:pt x="0" y="28982"/>
                  <a:pt x="28982" y="0"/>
                  <a:pt x="64679" y="0"/>
                </a:cubicBezTo>
                <a:close/>
              </a:path>
            </a:pathLst>
          </a:custGeom>
          <a:solidFill>
            <a:srgbClr val="3d2914"/>
          </a:solidFill>
          <a:ln w="0">
            <a:noFill/>
          </a:ln>
        </p:spPr>
        <p:style>
          <a:lnRef idx="0"/>
          <a:fillRef idx="0"/>
          <a:effectRef idx="0"/>
          <a:fontRef idx="minor"/>
        </p:style>
      </p:sp>
      <p:sp>
        <p:nvSpPr>
          <p:cNvPr id="156" name="Shape 12"/>
          <p:cNvSpPr/>
          <p:nvPr/>
        </p:nvSpPr>
        <p:spPr>
          <a:xfrm>
            <a:off x="678960" y="3209760"/>
            <a:ext cx="128520" cy="128520"/>
          </a:xfrm>
          <a:custGeom>
            <a:avLst/>
            <a:gdLst/>
            <a:ahLst/>
            <a:rect l="l" t="t" r="r" b="b"/>
            <a:pathLst>
              <a:path w="129358" h="129358">
                <a:moveTo>
                  <a:pt x="64679" y="0"/>
                </a:moveTo>
                <a:lnTo>
                  <a:pt x="64679" y="0"/>
                </a:lnTo>
                <a:cubicBezTo>
                  <a:pt x="100376" y="0"/>
                  <a:pt x="129358" y="28982"/>
                  <a:pt x="129358" y="64679"/>
                </a:cubicBezTo>
                <a:lnTo>
                  <a:pt x="129358" y="64679"/>
                </a:lnTo>
                <a:cubicBezTo>
                  <a:pt x="129358" y="100376"/>
                  <a:pt x="100376" y="129358"/>
                  <a:pt x="64679" y="129358"/>
                </a:cubicBezTo>
                <a:lnTo>
                  <a:pt x="64679" y="129358"/>
                </a:lnTo>
                <a:cubicBezTo>
                  <a:pt x="28982" y="129358"/>
                  <a:pt x="0" y="100376"/>
                  <a:pt x="0" y="64679"/>
                </a:cubicBezTo>
                <a:lnTo>
                  <a:pt x="0" y="64679"/>
                </a:lnTo>
                <a:cubicBezTo>
                  <a:pt x="0" y="28982"/>
                  <a:pt x="28982" y="0"/>
                  <a:pt x="64679" y="0"/>
                </a:cubicBezTo>
                <a:close/>
              </a:path>
            </a:pathLst>
          </a:custGeom>
          <a:solidFill>
            <a:srgbClr val="4a3728"/>
          </a:solidFill>
          <a:ln w="0">
            <a:noFill/>
          </a:ln>
        </p:spPr>
        <p:style>
          <a:lnRef idx="0"/>
          <a:fillRef idx="0"/>
          <a:effectRef idx="0"/>
          <a:fontRef idx="minor"/>
        </p:style>
      </p:sp>
      <p:sp>
        <p:nvSpPr>
          <p:cNvPr id="157" name="Shape 13"/>
          <p:cNvSpPr/>
          <p:nvPr/>
        </p:nvSpPr>
        <p:spPr>
          <a:xfrm>
            <a:off x="873000" y="3209760"/>
            <a:ext cx="128520" cy="128520"/>
          </a:xfrm>
          <a:custGeom>
            <a:avLst/>
            <a:gdLst/>
            <a:ahLst/>
            <a:rect l="l" t="t" r="r" b="b"/>
            <a:pathLst>
              <a:path w="129358" h="129358">
                <a:moveTo>
                  <a:pt x="64679" y="0"/>
                </a:moveTo>
                <a:lnTo>
                  <a:pt x="64679" y="0"/>
                </a:lnTo>
                <a:cubicBezTo>
                  <a:pt x="100376" y="0"/>
                  <a:pt x="129358" y="28982"/>
                  <a:pt x="129358" y="64679"/>
                </a:cubicBezTo>
                <a:lnTo>
                  <a:pt x="129358" y="64679"/>
                </a:lnTo>
                <a:cubicBezTo>
                  <a:pt x="129358" y="100376"/>
                  <a:pt x="100376" y="129358"/>
                  <a:pt x="64679" y="129358"/>
                </a:cubicBezTo>
                <a:lnTo>
                  <a:pt x="64679" y="129358"/>
                </a:lnTo>
                <a:cubicBezTo>
                  <a:pt x="28982" y="129358"/>
                  <a:pt x="0" y="100376"/>
                  <a:pt x="0" y="64679"/>
                </a:cubicBezTo>
                <a:lnTo>
                  <a:pt x="0" y="64679"/>
                </a:lnTo>
                <a:cubicBezTo>
                  <a:pt x="0" y="28982"/>
                  <a:pt x="28982" y="0"/>
                  <a:pt x="64679" y="0"/>
                </a:cubicBezTo>
                <a:close/>
              </a:path>
            </a:pathLst>
          </a:custGeom>
          <a:solidFill>
            <a:srgbClr val="2c2416"/>
          </a:solidFill>
          <a:ln w="0">
            <a:noFill/>
          </a:ln>
        </p:spPr>
        <p:style>
          <a:lnRef idx="0"/>
          <a:fillRef idx="0"/>
          <a:effectRef idx="0"/>
          <a:fontRef idx="minor"/>
        </p:style>
      </p:sp>
      <p:sp>
        <p:nvSpPr>
          <p:cNvPr id="158" name="Text 14"/>
          <p:cNvSpPr/>
          <p:nvPr/>
        </p:nvSpPr>
        <p:spPr>
          <a:xfrm>
            <a:off x="1131840" y="3193560"/>
            <a:ext cx="929160" cy="1609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9" spc="-1" strike="noStrike">
                <a:solidFill>
                  <a:srgbClr val="a3a3a3"/>
                </a:solidFill>
                <a:latin typeface="Quattrocento Sans"/>
                <a:ea typeface="Quattrocento Sans"/>
              </a:rPr>
              <a:t>Dark Earth Palette</a:t>
            </a:r>
            <a:endParaRPr b="0" lang="en-HK" sz="889" spc="-1" strike="noStrike">
              <a:latin typeface="Arial"/>
            </a:endParaRPr>
          </a:p>
        </p:txBody>
      </p:sp>
      <p:sp>
        <p:nvSpPr>
          <p:cNvPr id="159" name="Shape 15"/>
          <p:cNvSpPr/>
          <p:nvPr/>
        </p:nvSpPr>
        <p:spPr>
          <a:xfrm>
            <a:off x="6158880" y="1289520"/>
            <a:ext cx="5707080" cy="2226600"/>
          </a:xfrm>
          <a:custGeom>
            <a:avLst/>
            <a:gdLst/>
            <a:ahLst/>
            <a:rect l="l" t="t" r="r" b="b"/>
            <a:pathLst>
              <a:path w="5707926" h="2227385">
                <a:moveTo>
                  <a:pt x="24255" y="0"/>
                </a:moveTo>
                <a:lnTo>
                  <a:pt x="5683671" y="0"/>
                </a:lnTo>
                <a:cubicBezTo>
                  <a:pt x="5697067" y="0"/>
                  <a:pt x="5707926" y="10859"/>
                  <a:pt x="5707926" y="24255"/>
                </a:cubicBezTo>
                <a:lnTo>
                  <a:pt x="5707926" y="2162701"/>
                </a:lnTo>
                <a:cubicBezTo>
                  <a:pt x="5707926" y="2198425"/>
                  <a:pt x="5678966" y="2227385"/>
                  <a:pt x="5643242" y="2227385"/>
                </a:cubicBezTo>
                <a:lnTo>
                  <a:pt x="64683" y="2227385"/>
                </a:lnTo>
                <a:cubicBezTo>
                  <a:pt x="28960" y="2227385"/>
                  <a:pt x="0" y="2198425"/>
                  <a:pt x="0" y="2162701"/>
                </a:cubicBezTo>
                <a:lnTo>
                  <a:pt x="0" y="24255"/>
                </a:lnTo>
                <a:cubicBezTo>
                  <a:pt x="0" y="10868"/>
                  <a:pt x="10868" y="0"/>
                  <a:pt x="24255" y="0"/>
                </a:cubicBezTo>
                <a:close/>
              </a:path>
            </a:pathLst>
          </a:custGeom>
          <a:solidFill>
            <a:srgbClr val="1a1a1a"/>
          </a:solidFill>
          <a:ln w="0">
            <a:noFill/>
          </a:ln>
        </p:spPr>
        <p:style>
          <a:lnRef idx="0"/>
          <a:fillRef idx="0"/>
          <a:effectRef idx="0"/>
          <a:fontRef idx="minor"/>
        </p:style>
      </p:sp>
      <p:sp>
        <p:nvSpPr>
          <p:cNvPr id="160" name="Shape 16"/>
          <p:cNvSpPr/>
          <p:nvPr/>
        </p:nvSpPr>
        <p:spPr>
          <a:xfrm>
            <a:off x="6158880" y="1289520"/>
            <a:ext cx="5707080" cy="23400"/>
          </a:xfrm>
          <a:custGeom>
            <a:avLst/>
            <a:gdLst/>
            <a:ahLst/>
            <a:rect l="l" t="t" r="r" b="b"/>
            <a:pathLst>
              <a:path w="5707926" h="24255">
                <a:moveTo>
                  <a:pt x="24255" y="0"/>
                </a:moveTo>
                <a:lnTo>
                  <a:pt x="5683671" y="0"/>
                </a:lnTo>
                <a:cubicBezTo>
                  <a:pt x="5697067" y="0"/>
                  <a:pt x="5707926" y="10859"/>
                  <a:pt x="5707926" y="24255"/>
                </a:cubicBezTo>
                <a:lnTo>
                  <a:pt x="5707926" y="24255"/>
                </a:lnTo>
                <a:lnTo>
                  <a:pt x="0" y="24255"/>
                </a:lnTo>
                <a:lnTo>
                  <a:pt x="0" y="24255"/>
                </a:lnTo>
                <a:cubicBezTo>
                  <a:pt x="0" y="10868"/>
                  <a:pt x="10868" y="0"/>
                  <a:pt x="24255" y="0"/>
                </a:cubicBezTo>
                <a:close/>
              </a:path>
            </a:pathLst>
          </a:custGeom>
          <a:solidFill>
            <a:srgbClr val="c9a36a"/>
          </a:solidFill>
          <a:ln w="0">
            <a:noFill/>
          </a:ln>
        </p:spPr>
        <p:style>
          <a:lnRef idx="0"/>
          <a:fillRef idx="0"/>
          <a:effectRef idx="0"/>
          <a:fontRef idx="minor"/>
        </p:style>
      </p:sp>
      <p:sp>
        <p:nvSpPr>
          <p:cNvPr id="161" name="Text 17"/>
          <p:cNvSpPr/>
          <p:nvPr/>
        </p:nvSpPr>
        <p:spPr>
          <a:xfrm>
            <a:off x="6320520" y="1463400"/>
            <a:ext cx="856440" cy="2257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280" spc="-1" strike="noStrike">
                <a:solidFill>
                  <a:srgbClr val="f2f2f2"/>
                </a:solidFill>
                <a:latin typeface="Oranienbaum"/>
                <a:ea typeface="Oranienbaum"/>
              </a:rPr>
              <a:t>Paris Period</a:t>
            </a:r>
            <a:endParaRPr b="0" lang="en-HK" sz="1280" spc="-1" strike="noStrike">
              <a:latin typeface="Arial"/>
            </a:endParaRPr>
          </a:p>
        </p:txBody>
      </p:sp>
      <p:sp>
        <p:nvSpPr>
          <p:cNvPr id="162" name="Text 18"/>
          <p:cNvSpPr/>
          <p:nvPr/>
        </p:nvSpPr>
        <p:spPr>
          <a:xfrm>
            <a:off x="11198160" y="1495800"/>
            <a:ext cx="557280" cy="1609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9" spc="-1" strike="noStrike">
                <a:solidFill>
                  <a:srgbClr val="c9a36a"/>
                </a:solidFill>
                <a:latin typeface="Quattrocento Sans"/>
                <a:ea typeface="Quattrocento Sans"/>
              </a:rPr>
              <a:t>1886-1888</a:t>
            </a:r>
            <a:endParaRPr b="0" lang="en-HK" sz="889" spc="-1" strike="noStrike">
              <a:latin typeface="Arial"/>
            </a:endParaRPr>
          </a:p>
        </p:txBody>
      </p:sp>
      <p:sp>
        <p:nvSpPr>
          <p:cNvPr id="163" name="Text 19"/>
          <p:cNvSpPr/>
          <p:nvPr/>
        </p:nvSpPr>
        <p:spPr>
          <a:xfrm>
            <a:off x="6320520" y="1786680"/>
            <a:ext cx="5448600" cy="63000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20" spc="-1" strike="noStrike">
                <a:solidFill>
                  <a:srgbClr val="b8b8b8"/>
                </a:solidFill>
                <a:latin typeface="Quattrocento Sans"/>
                <a:ea typeface="Quattrocento Sans"/>
              </a:rPr>
              <a:t>Moving to Paris transformed his palette. Through brother Theo, he met </a:t>
            </a:r>
            <a:r>
              <a:rPr b="0" lang="en-US" sz="1020" spc="-1" strike="noStrike">
                <a:solidFill>
                  <a:srgbClr val="f2f2f2"/>
                </a:solidFill>
                <a:latin typeface="Quattrocento Sans"/>
                <a:ea typeface="Quattrocento Sans"/>
              </a:rPr>
              <a:t>Impressionists like Pissarro, Degas, and Seurat</a:t>
            </a:r>
            <a:r>
              <a:rPr b="0" lang="en-US" sz="1020" spc="-1" strike="noStrike">
                <a:solidFill>
                  <a:srgbClr val="b8b8b8"/>
                </a:solidFill>
                <a:latin typeface="Quattrocento Sans"/>
                <a:ea typeface="Quattrocento Sans"/>
              </a:rPr>
              <a:t>, embracing brighter colors, broken brushwork, and the influence of Japanese ukiyo-e prints.</a:t>
            </a:r>
            <a:endParaRPr b="0" lang="en-HK" sz="1020" spc="-1" strike="noStrike">
              <a:latin typeface="Arial"/>
            </a:endParaRPr>
          </a:p>
        </p:txBody>
      </p:sp>
      <p:sp>
        <p:nvSpPr>
          <p:cNvPr id="164" name="Shape 20"/>
          <p:cNvSpPr/>
          <p:nvPr/>
        </p:nvSpPr>
        <p:spPr>
          <a:xfrm>
            <a:off x="6320520" y="2514240"/>
            <a:ext cx="5383800" cy="581400"/>
          </a:xfrm>
          <a:custGeom>
            <a:avLst/>
            <a:gdLst/>
            <a:ahLst/>
            <a:rect l="l" t="t" r="r" b="b"/>
            <a:pathLst>
              <a:path w="5384531" h="582111">
                <a:moveTo>
                  <a:pt x="32342" y="0"/>
                </a:moveTo>
                <a:lnTo>
                  <a:pt x="5352188" y="0"/>
                </a:lnTo>
                <a:cubicBezTo>
                  <a:pt x="5370050" y="0"/>
                  <a:pt x="5384531" y="14480"/>
                  <a:pt x="5384531" y="32342"/>
                </a:cubicBezTo>
                <a:lnTo>
                  <a:pt x="5384531" y="549769"/>
                </a:lnTo>
                <a:cubicBezTo>
                  <a:pt x="5384531" y="567631"/>
                  <a:pt x="5370050" y="582111"/>
                  <a:pt x="5352188" y="582111"/>
                </a:cubicBezTo>
                <a:lnTo>
                  <a:pt x="32342" y="582111"/>
                </a:lnTo>
                <a:cubicBezTo>
                  <a:pt x="14480" y="582111"/>
                  <a:pt x="0" y="567631"/>
                  <a:pt x="0" y="549769"/>
                </a:cubicBezTo>
                <a:lnTo>
                  <a:pt x="0" y="32342"/>
                </a:lnTo>
                <a:cubicBezTo>
                  <a:pt x="0" y="14492"/>
                  <a:pt x="14492" y="0"/>
                  <a:pt x="32342" y="0"/>
                </a:cubicBezTo>
                <a:close/>
              </a:path>
            </a:pathLst>
          </a:custGeom>
          <a:solidFill>
            <a:srgbClr val="2b2b2b"/>
          </a:solidFill>
          <a:ln w="0">
            <a:noFill/>
          </a:ln>
        </p:spPr>
        <p:style>
          <a:lnRef idx="0"/>
          <a:fillRef idx="0"/>
          <a:effectRef idx="0"/>
          <a:fontRef idx="minor"/>
        </p:style>
      </p:sp>
      <p:sp>
        <p:nvSpPr>
          <p:cNvPr id="165" name="Text 21"/>
          <p:cNvSpPr/>
          <p:nvPr/>
        </p:nvSpPr>
        <p:spPr>
          <a:xfrm>
            <a:off x="6417720" y="2611440"/>
            <a:ext cx="5246280" cy="1609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9" spc="-1" strike="noStrike">
                <a:solidFill>
                  <a:srgbClr val="c9a36a"/>
                </a:solidFill>
                <a:latin typeface="Quattrocento Sans"/>
                <a:ea typeface="Quattrocento Sans"/>
              </a:rPr>
              <a:t>Key Development:</a:t>
            </a:r>
            <a:endParaRPr b="0" lang="en-HK" sz="889" spc="-1" strike="noStrike">
              <a:latin typeface="Arial"/>
            </a:endParaRPr>
          </a:p>
        </p:txBody>
      </p:sp>
      <p:sp>
        <p:nvSpPr>
          <p:cNvPr id="166" name="Text 22"/>
          <p:cNvSpPr/>
          <p:nvPr/>
        </p:nvSpPr>
        <p:spPr>
          <a:xfrm>
            <a:off x="6417720" y="2805480"/>
            <a:ext cx="5254560" cy="1933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20" spc="-1" strike="noStrike">
                <a:solidFill>
                  <a:srgbClr val="f2f2f2"/>
                </a:solidFill>
                <a:latin typeface="Quattrocento Sans"/>
                <a:ea typeface="Quattrocento Sans"/>
              </a:rPr>
              <a:t>Discovery of pure color</a:t>
            </a:r>
            <a:endParaRPr b="0" lang="en-HK" sz="1020" spc="-1" strike="noStrike">
              <a:latin typeface="Arial"/>
            </a:endParaRPr>
          </a:p>
        </p:txBody>
      </p:sp>
      <p:sp>
        <p:nvSpPr>
          <p:cNvPr id="167" name="Shape 23"/>
          <p:cNvSpPr/>
          <p:nvPr/>
        </p:nvSpPr>
        <p:spPr>
          <a:xfrm>
            <a:off x="6320520" y="3209760"/>
            <a:ext cx="128520" cy="128520"/>
          </a:xfrm>
          <a:custGeom>
            <a:avLst/>
            <a:gdLst/>
            <a:ahLst/>
            <a:rect l="l" t="t" r="r" b="b"/>
            <a:pathLst>
              <a:path w="129358" h="129358">
                <a:moveTo>
                  <a:pt x="64679" y="0"/>
                </a:moveTo>
                <a:lnTo>
                  <a:pt x="64679" y="0"/>
                </a:lnTo>
                <a:cubicBezTo>
                  <a:pt x="100376" y="0"/>
                  <a:pt x="129358" y="28982"/>
                  <a:pt x="129358" y="64679"/>
                </a:cubicBezTo>
                <a:lnTo>
                  <a:pt x="129358" y="64679"/>
                </a:lnTo>
                <a:cubicBezTo>
                  <a:pt x="129358" y="100376"/>
                  <a:pt x="100376" y="129358"/>
                  <a:pt x="64679" y="129358"/>
                </a:cubicBezTo>
                <a:lnTo>
                  <a:pt x="64679" y="129358"/>
                </a:lnTo>
                <a:cubicBezTo>
                  <a:pt x="28982" y="129358"/>
                  <a:pt x="0" y="100376"/>
                  <a:pt x="0" y="64679"/>
                </a:cubicBezTo>
                <a:lnTo>
                  <a:pt x="0" y="64679"/>
                </a:lnTo>
                <a:cubicBezTo>
                  <a:pt x="0" y="28982"/>
                  <a:pt x="28982" y="0"/>
                  <a:pt x="64679" y="0"/>
                </a:cubicBezTo>
                <a:close/>
              </a:path>
            </a:pathLst>
          </a:custGeom>
          <a:solidFill>
            <a:srgbClr val="ffd700"/>
          </a:solidFill>
          <a:ln w="0">
            <a:noFill/>
          </a:ln>
        </p:spPr>
        <p:style>
          <a:lnRef idx="0"/>
          <a:fillRef idx="0"/>
          <a:effectRef idx="0"/>
          <a:fontRef idx="minor"/>
        </p:style>
      </p:sp>
      <p:sp>
        <p:nvSpPr>
          <p:cNvPr id="168" name="Shape 24"/>
          <p:cNvSpPr/>
          <p:nvPr/>
        </p:nvSpPr>
        <p:spPr>
          <a:xfrm>
            <a:off x="6514560" y="3209760"/>
            <a:ext cx="128520" cy="128520"/>
          </a:xfrm>
          <a:custGeom>
            <a:avLst/>
            <a:gdLst/>
            <a:ahLst/>
            <a:rect l="l" t="t" r="r" b="b"/>
            <a:pathLst>
              <a:path w="129358" h="129358">
                <a:moveTo>
                  <a:pt x="64679" y="0"/>
                </a:moveTo>
                <a:lnTo>
                  <a:pt x="64679" y="0"/>
                </a:lnTo>
                <a:cubicBezTo>
                  <a:pt x="100376" y="0"/>
                  <a:pt x="129358" y="28982"/>
                  <a:pt x="129358" y="64679"/>
                </a:cubicBezTo>
                <a:lnTo>
                  <a:pt x="129358" y="64679"/>
                </a:lnTo>
                <a:cubicBezTo>
                  <a:pt x="129358" y="100376"/>
                  <a:pt x="100376" y="129358"/>
                  <a:pt x="64679" y="129358"/>
                </a:cubicBezTo>
                <a:lnTo>
                  <a:pt x="64679" y="129358"/>
                </a:lnTo>
                <a:cubicBezTo>
                  <a:pt x="28982" y="129358"/>
                  <a:pt x="0" y="100376"/>
                  <a:pt x="0" y="64679"/>
                </a:cubicBezTo>
                <a:lnTo>
                  <a:pt x="0" y="64679"/>
                </a:lnTo>
                <a:cubicBezTo>
                  <a:pt x="0" y="28982"/>
                  <a:pt x="28982" y="0"/>
                  <a:pt x="64679" y="0"/>
                </a:cubicBezTo>
                <a:close/>
              </a:path>
            </a:pathLst>
          </a:custGeom>
          <a:solidFill>
            <a:srgbClr val="87ceeb"/>
          </a:solidFill>
          <a:ln w="0">
            <a:noFill/>
          </a:ln>
        </p:spPr>
        <p:style>
          <a:lnRef idx="0"/>
          <a:fillRef idx="0"/>
          <a:effectRef idx="0"/>
          <a:fontRef idx="minor"/>
        </p:style>
      </p:sp>
      <p:sp>
        <p:nvSpPr>
          <p:cNvPr id="169" name="Shape 25"/>
          <p:cNvSpPr/>
          <p:nvPr/>
        </p:nvSpPr>
        <p:spPr>
          <a:xfrm>
            <a:off x="6708600" y="3209760"/>
            <a:ext cx="128520" cy="128520"/>
          </a:xfrm>
          <a:custGeom>
            <a:avLst/>
            <a:gdLst/>
            <a:ahLst/>
            <a:rect l="l" t="t" r="r" b="b"/>
            <a:pathLst>
              <a:path w="129358" h="129358">
                <a:moveTo>
                  <a:pt x="64679" y="0"/>
                </a:moveTo>
                <a:lnTo>
                  <a:pt x="64679" y="0"/>
                </a:lnTo>
                <a:cubicBezTo>
                  <a:pt x="100376" y="0"/>
                  <a:pt x="129358" y="28982"/>
                  <a:pt x="129358" y="64679"/>
                </a:cubicBezTo>
                <a:lnTo>
                  <a:pt x="129358" y="64679"/>
                </a:lnTo>
                <a:cubicBezTo>
                  <a:pt x="129358" y="100376"/>
                  <a:pt x="100376" y="129358"/>
                  <a:pt x="64679" y="129358"/>
                </a:cubicBezTo>
                <a:lnTo>
                  <a:pt x="64679" y="129358"/>
                </a:lnTo>
                <a:cubicBezTo>
                  <a:pt x="28982" y="129358"/>
                  <a:pt x="0" y="100376"/>
                  <a:pt x="0" y="64679"/>
                </a:cubicBezTo>
                <a:lnTo>
                  <a:pt x="0" y="64679"/>
                </a:lnTo>
                <a:cubicBezTo>
                  <a:pt x="0" y="28982"/>
                  <a:pt x="28982" y="0"/>
                  <a:pt x="64679" y="0"/>
                </a:cubicBezTo>
                <a:close/>
              </a:path>
            </a:pathLst>
          </a:custGeom>
          <a:solidFill>
            <a:srgbClr val="ff6347"/>
          </a:solidFill>
          <a:ln w="0">
            <a:noFill/>
          </a:ln>
        </p:spPr>
        <p:style>
          <a:lnRef idx="0"/>
          <a:fillRef idx="0"/>
          <a:effectRef idx="0"/>
          <a:fontRef idx="minor"/>
        </p:style>
      </p:sp>
      <p:sp>
        <p:nvSpPr>
          <p:cNvPr id="170" name="Text 26"/>
          <p:cNvSpPr/>
          <p:nvPr/>
        </p:nvSpPr>
        <p:spPr>
          <a:xfrm>
            <a:off x="6967440" y="3193560"/>
            <a:ext cx="1381680" cy="1609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9" spc="-1" strike="noStrike">
                <a:solidFill>
                  <a:srgbClr val="a3a3a3"/>
                </a:solidFill>
                <a:latin typeface="Quattrocento Sans"/>
                <a:ea typeface="Quattrocento Sans"/>
              </a:rPr>
              <a:t>Bright Impressionist Palette</a:t>
            </a:r>
            <a:endParaRPr b="0" lang="en-HK" sz="889" spc="-1" strike="noStrike">
              <a:latin typeface="Arial"/>
            </a:endParaRPr>
          </a:p>
        </p:txBody>
      </p:sp>
      <p:sp>
        <p:nvSpPr>
          <p:cNvPr id="171" name="Shape 27"/>
          <p:cNvSpPr/>
          <p:nvPr/>
        </p:nvSpPr>
        <p:spPr>
          <a:xfrm>
            <a:off x="323280" y="3658320"/>
            <a:ext cx="5707080" cy="2226600"/>
          </a:xfrm>
          <a:custGeom>
            <a:avLst/>
            <a:gdLst/>
            <a:ahLst/>
            <a:rect l="l" t="t" r="r" b="b"/>
            <a:pathLst>
              <a:path w="5707926" h="2227385">
                <a:moveTo>
                  <a:pt x="24255" y="0"/>
                </a:moveTo>
                <a:lnTo>
                  <a:pt x="5683671" y="0"/>
                </a:lnTo>
                <a:cubicBezTo>
                  <a:pt x="5697067" y="0"/>
                  <a:pt x="5707926" y="10859"/>
                  <a:pt x="5707926" y="24255"/>
                </a:cubicBezTo>
                <a:lnTo>
                  <a:pt x="5707926" y="2162701"/>
                </a:lnTo>
                <a:cubicBezTo>
                  <a:pt x="5707926" y="2198425"/>
                  <a:pt x="5678966" y="2227385"/>
                  <a:pt x="5643242" y="2227385"/>
                </a:cubicBezTo>
                <a:lnTo>
                  <a:pt x="64683" y="2227385"/>
                </a:lnTo>
                <a:cubicBezTo>
                  <a:pt x="28960" y="2227385"/>
                  <a:pt x="0" y="2198425"/>
                  <a:pt x="0" y="2162701"/>
                </a:cubicBezTo>
                <a:lnTo>
                  <a:pt x="0" y="24255"/>
                </a:lnTo>
                <a:cubicBezTo>
                  <a:pt x="0" y="10868"/>
                  <a:pt x="10868" y="0"/>
                  <a:pt x="24255" y="0"/>
                </a:cubicBezTo>
                <a:close/>
              </a:path>
            </a:pathLst>
          </a:custGeom>
          <a:solidFill>
            <a:srgbClr val="1a1a1a"/>
          </a:solidFill>
          <a:ln w="0">
            <a:noFill/>
          </a:ln>
        </p:spPr>
        <p:style>
          <a:lnRef idx="0"/>
          <a:fillRef idx="0"/>
          <a:effectRef idx="0"/>
          <a:fontRef idx="minor"/>
        </p:style>
      </p:sp>
      <p:sp>
        <p:nvSpPr>
          <p:cNvPr id="172" name="Shape 28"/>
          <p:cNvSpPr/>
          <p:nvPr/>
        </p:nvSpPr>
        <p:spPr>
          <a:xfrm>
            <a:off x="323280" y="3658320"/>
            <a:ext cx="5707080" cy="23400"/>
          </a:xfrm>
          <a:custGeom>
            <a:avLst/>
            <a:gdLst/>
            <a:ahLst/>
            <a:rect l="l" t="t" r="r" b="b"/>
            <a:pathLst>
              <a:path w="5707926" h="24255">
                <a:moveTo>
                  <a:pt x="24255" y="0"/>
                </a:moveTo>
                <a:lnTo>
                  <a:pt x="5683671" y="0"/>
                </a:lnTo>
                <a:cubicBezTo>
                  <a:pt x="5697067" y="0"/>
                  <a:pt x="5707926" y="10859"/>
                  <a:pt x="5707926" y="24255"/>
                </a:cubicBezTo>
                <a:lnTo>
                  <a:pt x="5707926" y="24255"/>
                </a:lnTo>
                <a:lnTo>
                  <a:pt x="0" y="24255"/>
                </a:lnTo>
                <a:lnTo>
                  <a:pt x="0" y="24255"/>
                </a:lnTo>
                <a:cubicBezTo>
                  <a:pt x="0" y="10868"/>
                  <a:pt x="10868" y="0"/>
                  <a:pt x="24255" y="0"/>
                </a:cubicBezTo>
                <a:close/>
              </a:path>
            </a:pathLst>
          </a:custGeom>
          <a:solidFill>
            <a:srgbClr val="c9a36a"/>
          </a:solidFill>
          <a:ln w="0">
            <a:noFill/>
          </a:ln>
        </p:spPr>
        <p:style>
          <a:lnRef idx="0"/>
          <a:fillRef idx="0"/>
          <a:effectRef idx="0"/>
          <a:fontRef idx="minor"/>
        </p:style>
      </p:sp>
      <p:sp>
        <p:nvSpPr>
          <p:cNvPr id="173" name="Text 29"/>
          <p:cNvSpPr/>
          <p:nvPr/>
        </p:nvSpPr>
        <p:spPr>
          <a:xfrm>
            <a:off x="484920" y="3832200"/>
            <a:ext cx="848160" cy="2257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280" spc="-1" strike="noStrike">
                <a:solidFill>
                  <a:srgbClr val="f2f2f2"/>
                </a:solidFill>
                <a:latin typeface="Oranienbaum"/>
                <a:ea typeface="Oranienbaum"/>
              </a:rPr>
              <a:t>Arles Period</a:t>
            </a:r>
            <a:endParaRPr b="0" lang="en-HK" sz="1280" spc="-1" strike="noStrike">
              <a:latin typeface="Arial"/>
            </a:endParaRPr>
          </a:p>
        </p:txBody>
      </p:sp>
      <p:sp>
        <p:nvSpPr>
          <p:cNvPr id="174" name="Text 30"/>
          <p:cNvSpPr/>
          <p:nvPr/>
        </p:nvSpPr>
        <p:spPr>
          <a:xfrm>
            <a:off x="5362560" y="3864600"/>
            <a:ext cx="557280" cy="1609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9" spc="-1" strike="noStrike">
                <a:solidFill>
                  <a:srgbClr val="c9a36a"/>
                </a:solidFill>
                <a:latin typeface="Quattrocento Sans"/>
                <a:ea typeface="Quattrocento Sans"/>
              </a:rPr>
              <a:t>1888-1889</a:t>
            </a:r>
            <a:endParaRPr b="0" lang="en-HK" sz="889" spc="-1" strike="noStrike">
              <a:latin typeface="Arial"/>
            </a:endParaRPr>
          </a:p>
        </p:txBody>
      </p:sp>
      <p:sp>
        <p:nvSpPr>
          <p:cNvPr id="175" name="Text 31"/>
          <p:cNvSpPr/>
          <p:nvPr/>
        </p:nvSpPr>
        <p:spPr>
          <a:xfrm>
            <a:off x="484920" y="4155480"/>
            <a:ext cx="5448600" cy="63000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20" spc="-1" strike="noStrike">
                <a:solidFill>
                  <a:srgbClr val="b8b8b8"/>
                </a:solidFill>
                <a:latin typeface="Quattrocento Sans"/>
                <a:ea typeface="Quattrocento Sans"/>
              </a:rPr>
              <a:t>Seeking the "Japanese" light of the South, Van Gogh created his most iconic works. The </a:t>
            </a:r>
            <a:r>
              <a:rPr b="0" lang="en-US" sz="1020" spc="-1" strike="noStrike">
                <a:solidFill>
                  <a:srgbClr val="f2f2f2"/>
                </a:solidFill>
                <a:latin typeface="Quattrocento Sans"/>
                <a:ea typeface="Quattrocento Sans"/>
              </a:rPr>
              <a:t>intense Provençal sun</a:t>
            </a:r>
            <a:r>
              <a:rPr b="0" lang="en-US" sz="1020" spc="-1" strike="noStrike">
                <a:solidFill>
                  <a:srgbClr val="b8b8b8"/>
                </a:solidFill>
                <a:latin typeface="Quattrocento Sans"/>
                <a:ea typeface="Quattrocento Sans"/>
              </a:rPr>
              <a:t> pushed his colors to pure saturation, developing his signature bold brushwork and emotional expression.</a:t>
            </a:r>
            <a:endParaRPr b="0" lang="en-HK" sz="1020" spc="-1" strike="noStrike">
              <a:latin typeface="Arial"/>
            </a:endParaRPr>
          </a:p>
        </p:txBody>
      </p:sp>
      <p:sp>
        <p:nvSpPr>
          <p:cNvPr id="176" name="Shape 32"/>
          <p:cNvSpPr/>
          <p:nvPr/>
        </p:nvSpPr>
        <p:spPr>
          <a:xfrm>
            <a:off x="484920" y="4883400"/>
            <a:ext cx="5383800" cy="581400"/>
          </a:xfrm>
          <a:custGeom>
            <a:avLst/>
            <a:gdLst/>
            <a:ahLst/>
            <a:rect l="l" t="t" r="r" b="b"/>
            <a:pathLst>
              <a:path w="5384531" h="582111">
                <a:moveTo>
                  <a:pt x="32342" y="0"/>
                </a:moveTo>
                <a:lnTo>
                  <a:pt x="5352188" y="0"/>
                </a:lnTo>
                <a:cubicBezTo>
                  <a:pt x="5370050" y="0"/>
                  <a:pt x="5384531" y="14480"/>
                  <a:pt x="5384531" y="32342"/>
                </a:cubicBezTo>
                <a:lnTo>
                  <a:pt x="5384531" y="549769"/>
                </a:lnTo>
                <a:cubicBezTo>
                  <a:pt x="5384531" y="567631"/>
                  <a:pt x="5370050" y="582111"/>
                  <a:pt x="5352188" y="582111"/>
                </a:cubicBezTo>
                <a:lnTo>
                  <a:pt x="32342" y="582111"/>
                </a:lnTo>
                <a:cubicBezTo>
                  <a:pt x="14480" y="582111"/>
                  <a:pt x="0" y="567631"/>
                  <a:pt x="0" y="549769"/>
                </a:cubicBezTo>
                <a:lnTo>
                  <a:pt x="0" y="32342"/>
                </a:lnTo>
                <a:cubicBezTo>
                  <a:pt x="0" y="14492"/>
                  <a:pt x="14492" y="0"/>
                  <a:pt x="32342" y="0"/>
                </a:cubicBezTo>
                <a:close/>
              </a:path>
            </a:pathLst>
          </a:custGeom>
          <a:solidFill>
            <a:srgbClr val="2b2b2b"/>
          </a:solidFill>
          <a:ln w="0">
            <a:noFill/>
          </a:ln>
        </p:spPr>
        <p:style>
          <a:lnRef idx="0"/>
          <a:fillRef idx="0"/>
          <a:effectRef idx="0"/>
          <a:fontRef idx="minor"/>
        </p:style>
      </p:sp>
      <p:sp>
        <p:nvSpPr>
          <p:cNvPr id="177" name="Text 33"/>
          <p:cNvSpPr/>
          <p:nvPr/>
        </p:nvSpPr>
        <p:spPr>
          <a:xfrm>
            <a:off x="582120" y="4980240"/>
            <a:ext cx="5246280" cy="1609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9" spc="-1" strike="noStrike">
                <a:solidFill>
                  <a:srgbClr val="c9a36a"/>
                </a:solidFill>
                <a:latin typeface="Quattrocento Sans"/>
                <a:ea typeface="Quattrocento Sans"/>
              </a:rPr>
              <a:t>Masterpieces:</a:t>
            </a:r>
            <a:endParaRPr b="0" lang="en-HK" sz="889" spc="-1" strike="noStrike">
              <a:latin typeface="Arial"/>
            </a:endParaRPr>
          </a:p>
        </p:txBody>
      </p:sp>
      <p:sp>
        <p:nvSpPr>
          <p:cNvPr id="178" name="Text 34"/>
          <p:cNvSpPr/>
          <p:nvPr/>
        </p:nvSpPr>
        <p:spPr>
          <a:xfrm>
            <a:off x="582120" y="5174280"/>
            <a:ext cx="5254560" cy="1933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20" spc="-1" strike="noStrike">
                <a:solidFill>
                  <a:srgbClr val="f2f2f2"/>
                </a:solidFill>
                <a:latin typeface="Quattrocento Sans"/>
                <a:ea typeface="Quattrocento Sans"/>
              </a:rPr>
              <a:t>Sunflowers, The Bedroom</a:t>
            </a:r>
            <a:endParaRPr b="0" lang="en-HK" sz="1020" spc="-1" strike="noStrike">
              <a:latin typeface="Arial"/>
            </a:endParaRPr>
          </a:p>
        </p:txBody>
      </p:sp>
      <p:sp>
        <p:nvSpPr>
          <p:cNvPr id="179" name="Shape 35"/>
          <p:cNvSpPr/>
          <p:nvPr/>
        </p:nvSpPr>
        <p:spPr>
          <a:xfrm>
            <a:off x="484920" y="5578560"/>
            <a:ext cx="128520" cy="128520"/>
          </a:xfrm>
          <a:custGeom>
            <a:avLst/>
            <a:gdLst/>
            <a:ahLst/>
            <a:rect l="l" t="t" r="r" b="b"/>
            <a:pathLst>
              <a:path w="129358" h="129358">
                <a:moveTo>
                  <a:pt x="64679" y="0"/>
                </a:moveTo>
                <a:lnTo>
                  <a:pt x="64679" y="0"/>
                </a:lnTo>
                <a:cubicBezTo>
                  <a:pt x="100376" y="0"/>
                  <a:pt x="129358" y="28982"/>
                  <a:pt x="129358" y="64679"/>
                </a:cubicBezTo>
                <a:lnTo>
                  <a:pt x="129358" y="64679"/>
                </a:lnTo>
                <a:cubicBezTo>
                  <a:pt x="129358" y="100376"/>
                  <a:pt x="100376" y="129358"/>
                  <a:pt x="64679" y="129358"/>
                </a:cubicBezTo>
                <a:lnTo>
                  <a:pt x="64679" y="129358"/>
                </a:lnTo>
                <a:cubicBezTo>
                  <a:pt x="28982" y="129358"/>
                  <a:pt x="0" y="100376"/>
                  <a:pt x="0" y="64679"/>
                </a:cubicBezTo>
                <a:lnTo>
                  <a:pt x="0" y="64679"/>
                </a:lnTo>
                <a:cubicBezTo>
                  <a:pt x="0" y="28982"/>
                  <a:pt x="28982" y="0"/>
                  <a:pt x="64679" y="0"/>
                </a:cubicBezTo>
                <a:close/>
              </a:path>
            </a:pathLst>
          </a:custGeom>
          <a:solidFill>
            <a:srgbClr val="ffd700"/>
          </a:solidFill>
          <a:ln w="0">
            <a:noFill/>
          </a:ln>
        </p:spPr>
        <p:style>
          <a:lnRef idx="0"/>
          <a:fillRef idx="0"/>
          <a:effectRef idx="0"/>
          <a:fontRef idx="minor"/>
        </p:style>
      </p:sp>
      <p:sp>
        <p:nvSpPr>
          <p:cNvPr id="180" name="Shape 36"/>
          <p:cNvSpPr/>
          <p:nvPr/>
        </p:nvSpPr>
        <p:spPr>
          <a:xfrm>
            <a:off x="678960" y="5578560"/>
            <a:ext cx="128520" cy="128520"/>
          </a:xfrm>
          <a:custGeom>
            <a:avLst/>
            <a:gdLst/>
            <a:ahLst/>
            <a:rect l="l" t="t" r="r" b="b"/>
            <a:pathLst>
              <a:path w="129358" h="129358">
                <a:moveTo>
                  <a:pt x="64679" y="0"/>
                </a:moveTo>
                <a:lnTo>
                  <a:pt x="64679" y="0"/>
                </a:lnTo>
                <a:cubicBezTo>
                  <a:pt x="100376" y="0"/>
                  <a:pt x="129358" y="28982"/>
                  <a:pt x="129358" y="64679"/>
                </a:cubicBezTo>
                <a:lnTo>
                  <a:pt x="129358" y="64679"/>
                </a:lnTo>
                <a:cubicBezTo>
                  <a:pt x="129358" y="100376"/>
                  <a:pt x="100376" y="129358"/>
                  <a:pt x="64679" y="129358"/>
                </a:cubicBezTo>
                <a:lnTo>
                  <a:pt x="64679" y="129358"/>
                </a:lnTo>
                <a:cubicBezTo>
                  <a:pt x="28982" y="129358"/>
                  <a:pt x="0" y="100376"/>
                  <a:pt x="0" y="64679"/>
                </a:cubicBezTo>
                <a:lnTo>
                  <a:pt x="0" y="64679"/>
                </a:lnTo>
                <a:cubicBezTo>
                  <a:pt x="0" y="28982"/>
                  <a:pt x="28982" y="0"/>
                  <a:pt x="64679" y="0"/>
                </a:cubicBezTo>
                <a:close/>
              </a:path>
            </a:pathLst>
          </a:custGeom>
          <a:solidFill>
            <a:srgbClr val="4169e1"/>
          </a:solidFill>
          <a:ln w="0">
            <a:noFill/>
          </a:ln>
        </p:spPr>
        <p:style>
          <a:lnRef idx="0"/>
          <a:fillRef idx="0"/>
          <a:effectRef idx="0"/>
          <a:fontRef idx="minor"/>
        </p:style>
      </p:sp>
      <p:sp>
        <p:nvSpPr>
          <p:cNvPr id="181" name="Shape 37"/>
          <p:cNvSpPr/>
          <p:nvPr/>
        </p:nvSpPr>
        <p:spPr>
          <a:xfrm>
            <a:off x="873000" y="5578560"/>
            <a:ext cx="128520" cy="128520"/>
          </a:xfrm>
          <a:custGeom>
            <a:avLst/>
            <a:gdLst/>
            <a:ahLst/>
            <a:rect l="l" t="t" r="r" b="b"/>
            <a:pathLst>
              <a:path w="129358" h="129358">
                <a:moveTo>
                  <a:pt x="64679" y="0"/>
                </a:moveTo>
                <a:lnTo>
                  <a:pt x="64679" y="0"/>
                </a:lnTo>
                <a:cubicBezTo>
                  <a:pt x="100376" y="0"/>
                  <a:pt x="129358" y="28982"/>
                  <a:pt x="129358" y="64679"/>
                </a:cubicBezTo>
                <a:lnTo>
                  <a:pt x="129358" y="64679"/>
                </a:lnTo>
                <a:cubicBezTo>
                  <a:pt x="129358" y="100376"/>
                  <a:pt x="100376" y="129358"/>
                  <a:pt x="64679" y="129358"/>
                </a:cubicBezTo>
                <a:lnTo>
                  <a:pt x="64679" y="129358"/>
                </a:lnTo>
                <a:cubicBezTo>
                  <a:pt x="28982" y="129358"/>
                  <a:pt x="0" y="100376"/>
                  <a:pt x="0" y="64679"/>
                </a:cubicBezTo>
                <a:lnTo>
                  <a:pt x="0" y="64679"/>
                </a:lnTo>
                <a:cubicBezTo>
                  <a:pt x="0" y="28982"/>
                  <a:pt x="28982" y="0"/>
                  <a:pt x="64679" y="0"/>
                </a:cubicBezTo>
                <a:close/>
              </a:path>
            </a:pathLst>
          </a:custGeom>
          <a:solidFill>
            <a:srgbClr val="ff8c00"/>
          </a:solidFill>
          <a:ln w="0">
            <a:noFill/>
          </a:ln>
        </p:spPr>
        <p:style>
          <a:lnRef idx="0"/>
          <a:fillRef idx="0"/>
          <a:effectRef idx="0"/>
          <a:fontRef idx="minor"/>
        </p:style>
      </p:sp>
      <p:sp>
        <p:nvSpPr>
          <p:cNvPr id="182" name="Text 38"/>
          <p:cNvSpPr/>
          <p:nvPr/>
        </p:nvSpPr>
        <p:spPr>
          <a:xfrm>
            <a:off x="1131840" y="5562360"/>
            <a:ext cx="1131120" cy="1609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9" spc="-1" strike="noStrike">
                <a:solidFill>
                  <a:srgbClr val="a3a3a3"/>
                </a:solidFill>
                <a:latin typeface="Quattrocento Sans"/>
                <a:ea typeface="Quattrocento Sans"/>
              </a:rPr>
              <a:t>Pure Color Expression</a:t>
            </a:r>
            <a:endParaRPr b="0" lang="en-HK" sz="889" spc="-1" strike="noStrike">
              <a:latin typeface="Arial"/>
            </a:endParaRPr>
          </a:p>
        </p:txBody>
      </p:sp>
      <p:sp>
        <p:nvSpPr>
          <p:cNvPr id="183" name="Shape 39"/>
          <p:cNvSpPr/>
          <p:nvPr/>
        </p:nvSpPr>
        <p:spPr>
          <a:xfrm>
            <a:off x="6158880" y="3658320"/>
            <a:ext cx="5707080" cy="2226600"/>
          </a:xfrm>
          <a:custGeom>
            <a:avLst/>
            <a:gdLst/>
            <a:ahLst/>
            <a:rect l="l" t="t" r="r" b="b"/>
            <a:pathLst>
              <a:path w="5707926" h="2227385">
                <a:moveTo>
                  <a:pt x="24255" y="0"/>
                </a:moveTo>
                <a:lnTo>
                  <a:pt x="5683671" y="0"/>
                </a:lnTo>
                <a:cubicBezTo>
                  <a:pt x="5697067" y="0"/>
                  <a:pt x="5707926" y="10859"/>
                  <a:pt x="5707926" y="24255"/>
                </a:cubicBezTo>
                <a:lnTo>
                  <a:pt x="5707926" y="2162701"/>
                </a:lnTo>
                <a:cubicBezTo>
                  <a:pt x="5707926" y="2198425"/>
                  <a:pt x="5678966" y="2227385"/>
                  <a:pt x="5643242" y="2227385"/>
                </a:cubicBezTo>
                <a:lnTo>
                  <a:pt x="64683" y="2227385"/>
                </a:lnTo>
                <a:cubicBezTo>
                  <a:pt x="28960" y="2227385"/>
                  <a:pt x="0" y="2198425"/>
                  <a:pt x="0" y="2162701"/>
                </a:cubicBezTo>
                <a:lnTo>
                  <a:pt x="0" y="24255"/>
                </a:lnTo>
                <a:cubicBezTo>
                  <a:pt x="0" y="10868"/>
                  <a:pt x="10868" y="0"/>
                  <a:pt x="24255" y="0"/>
                </a:cubicBezTo>
                <a:close/>
              </a:path>
            </a:pathLst>
          </a:custGeom>
          <a:solidFill>
            <a:srgbClr val="1a1a1a"/>
          </a:solidFill>
          <a:ln w="0">
            <a:noFill/>
          </a:ln>
        </p:spPr>
        <p:style>
          <a:lnRef idx="0"/>
          <a:fillRef idx="0"/>
          <a:effectRef idx="0"/>
          <a:fontRef idx="minor"/>
        </p:style>
      </p:sp>
      <p:sp>
        <p:nvSpPr>
          <p:cNvPr id="184" name="Shape 40"/>
          <p:cNvSpPr/>
          <p:nvPr/>
        </p:nvSpPr>
        <p:spPr>
          <a:xfrm>
            <a:off x="6158880" y="3658320"/>
            <a:ext cx="5707080" cy="23400"/>
          </a:xfrm>
          <a:custGeom>
            <a:avLst/>
            <a:gdLst/>
            <a:ahLst/>
            <a:rect l="l" t="t" r="r" b="b"/>
            <a:pathLst>
              <a:path w="5707926" h="24255">
                <a:moveTo>
                  <a:pt x="24255" y="0"/>
                </a:moveTo>
                <a:lnTo>
                  <a:pt x="5683671" y="0"/>
                </a:lnTo>
                <a:cubicBezTo>
                  <a:pt x="5697067" y="0"/>
                  <a:pt x="5707926" y="10859"/>
                  <a:pt x="5707926" y="24255"/>
                </a:cubicBezTo>
                <a:lnTo>
                  <a:pt x="5707926" y="24255"/>
                </a:lnTo>
                <a:lnTo>
                  <a:pt x="0" y="24255"/>
                </a:lnTo>
                <a:lnTo>
                  <a:pt x="0" y="24255"/>
                </a:lnTo>
                <a:cubicBezTo>
                  <a:pt x="0" y="10868"/>
                  <a:pt x="10868" y="0"/>
                  <a:pt x="24255" y="0"/>
                </a:cubicBezTo>
                <a:close/>
              </a:path>
            </a:pathLst>
          </a:custGeom>
          <a:solidFill>
            <a:srgbClr val="c9a36a"/>
          </a:solidFill>
          <a:ln w="0">
            <a:noFill/>
          </a:ln>
        </p:spPr>
        <p:style>
          <a:lnRef idx="0"/>
          <a:fillRef idx="0"/>
          <a:effectRef idx="0"/>
          <a:fontRef idx="minor"/>
        </p:style>
      </p:sp>
      <p:sp>
        <p:nvSpPr>
          <p:cNvPr id="185" name="Text 41"/>
          <p:cNvSpPr/>
          <p:nvPr/>
        </p:nvSpPr>
        <p:spPr>
          <a:xfrm>
            <a:off x="6320520" y="3832200"/>
            <a:ext cx="831960" cy="2257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280" spc="-1" strike="noStrike">
                <a:solidFill>
                  <a:srgbClr val="f2f2f2"/>
                </a:solidFill>
                <a:latin typeface="Oranienbaum"/>
                <a:ea typeface="Oranienbaum"/>
              </a:rPr>
              <a:t>Saint-Rémy</a:t>
            </a:r>
            <a:endParaRPr b="0" lang="en-HK" sz="1280" spc="-1" strike="noStrike">
              <a:latin typeface="Arial"/>
            </a:endParaRPr>
          </a:p>
        </p:txBody>
      </p:sp>
      <p:sp>
        <p:nvSpPr>
          <p:cNvPr id="186" name="Text 42"/>
          <p:cNvSpPr/>
          <p:nvPr/>
        </p:nvSpPr>
        <p:spPr>
          <a:xfrm>
            <a:off x="11188440" y="3864600"/>
            <a:ext cx="573480" cy="1609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9" spc="-1" strike="noStrike">
                <a:solidFill>
                  <a:srgbClr val="c9a36a"/>
                </a:solidFill>
                <a:latin typeface="Quattrocento Sans"/>
                <a:ea typeface="Quattrocento Sans"/>
              </a:rPr>
              <a:t>1889-1890</a:t>
            </a:r>
            <a:endParaRPr b="0" lang="en-HK" sz="889" spc="-1" strike="noStrike">
              <a:latin typeface="Arial"/>
            </a:endParaRPr>
          </a:p>
        </p:txBody>
      </p:sp>
      <p:sp>
        <p:nvSpPr>
          <p:cNvPr id="187" name="Text 43"/>
          <p:cNvSpPr/>
          <p:nvPr/>
        </p:nvSpPr>
        <p:spPr>
          <a:xfrm>
            <a:off x="6320520" y="4155480"/>
            <a:ext cx="5448600" cy="63000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20" spc="-1" strike="noStrike">
                <a:solidFill>
                  <a:srgbClr val="b8b8b8"/>
                </a:solidFill>
                <a:latin typeface="Quattrocento Sans"/>
                <a:ea typeface="Quattrocento Sans"/>
              </a:rPr>
              <a:t>During his asylum stay, Van Gogh painted </a:t>
            </a:r>
            <a:r>
              <a:rPr b="0" lang="en-US" sz="1020" spc="-1" strike="noStrike">
                <a:solidFill>
                  <a:srgbClr val="f2f2f2"/>
                </a:solidFill>
                <a:latin typeface="Quattrocento Sans"/>
                <a:ea typeface="Quattrocento Sans"/>
              </a:rPr>
              <a:t>over 150 works in one year</a:t>
            </a:r>
            <a:r>
              <a:rPr b="0" lang="en-US" sz="1020" spc="-1" strike="noStrike">
                <a:solidFill>
                  <a:srgbClr val="b8b8b8"/>
                </a:solidFill>
                <a:latin typeface="Quattrocento Sans"/>
                <a:ea typeface="Quattrocento Sans"/>
              </a:rPr>
              <a:t>. Confined but prolific, he created swirling, visionary masterpieces that channeled his inner turmoil into transcendent beauty.</a:t>
            </a:r>
            <a:endParaRPr b="0" lang="en-HK" sz="1020" spc="-1" strike="noStrike">
              <a:latin typeface="Arial"/>
            </a:endParaRPr>
          </a:p>
        </p:txBody>
      </p:sp>
      <p:sp>
        <p:nvSpPr>
          <p:cNvPr id="188" name="Shape 44"/>
          <p:cNvSpPr/>
          <p:nvPr/>
        </p:nvSpPr>
        <p:spPr>
          <a:xfrm>
            <a:off x="6320520" y="4883400"/>
            <a:ext cx="5383800" cy="581400"/>
          </a:xfrm>
          <a:custGeom>
            <a:avLst/>
            <a:gdLst/>
            <a:ahLst/>
            <a:rect l="l" t="t" r="r" b="b"/>
            <a:pathLst>
              <a:path w="5384531" h="582111">
                <a:moveTo>
                  <a:pt x="32342" y="0"/>
                </a:moveTo>
                <a:lnTo>
                  <a:pt x="5352188" y="0"/>
                </a:lnTo>
                <a:cubicBezTo>
                  <a:pt x="5370050" y="0"/>
                  <a:pt x="5384531" y="14480"/>
                  <a:pt x="5384531" y="32342"/>
                </a:cubicBezTo>
                <a:lnTo>
                  <a:pt x="5384531" y="549769"/>
                </a:lnTo>
                <a:cubicBezTo>
                  <a:pt x="5384531" y="567631"/>
                  <a:pt x="5370050" y="582111"/>
                  <a:pt x="5352188" y="582111"/>
                </a:cubicBezTo>
                <a:lnTo>
                  <a:pt x="32342" y="582111"/>
                </a:lnTo>
                <a:cubicBezTo>
                  <a:pt x="14480" y="582111"/>
                  <a:pt x="0" y="567631"/>
                  <a:pt x="0" y="549769"/>
                </a:cubicBezTo>
                <a:lnTo>
                  <a:pt x="0" y="32342"/>
                </a:lnTo>
                <a:cubicBezTo>
                  <a:pt x="0" y="14492"/>
                  <a:pt x="14492" y="0"/>
                  <a:pt x="32342" y="0"/>
                </a:cubicBezTo>
                <a:close/>
              </a:path>
            </a:pathLst>
          </a:custGeom>
          <a:solidFill>
            <a:srgbClr val="2b2b2b"/>
          </a:solidFill>
          <a:ln w="0">
            <a:noFill/>
          </a:ln>
        </p:spPr>
        <p:style>
          <a:lnRef idx="0"/>
          <a:fillRef idx="0"/>
          <a:effectRef idx="0"/>
          <a:fontRef idx="minor"/>
        </p:style>
      </p:sp>
      <p:sp>
        <p:nvSpPr>
          <p:cNvPr id="189" name="Text 45"/>
          <p:cNvSpPr/>
          <p:nvPr/>
        </p:nvSpPr>
        <p:spPr>
          <a:xfrm>
            <a:off x="6417720" y="4980240"/>
            <a:ext cx="5246280" cy="1609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9" spc="-1" strike="noStrike">
                <a:solidFill>
                  <a:srgbClr val="c9a36a"/>
                </a:solidFill>
                <a:latin typeface="Quattrocento Sans"/>
                <a:ea typeface="Quattrocento Sans"/>
              </a:rPr>
              <a:t>Masterpiece:</a:t>
            </a:r>
            <a:endParaRPr b="0" lang="en-HK" sz="889" spc="-1" strike="noStrike">
              <a:latin typeface="Arial"/>
            </a:endParaRPr>
          </a:p>
        </p:txBody>
      </p:sp>
      <p:sp>
        <p:nvSpPr>
          <p:cNvPr id="190" name="Text 46"/>
          <p:cNvSpPr/>
          <p:nvPr/>
        </p:nvSpPr>
        <p:spPr>
          <a:xfrm>
            <a:off x="6417720" y="5174280"/>
            <a:ext cx="5254560" cy="1933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20" spc="-1" strike="noStrike">
                <a:solidFill>
                  <a:srgbClr val="f2f2f2"/>
                </a:solidFill>
                <a:latin typeface="Quattrocento Sans"/>
                <a:ea typeface="Quattrocento Sans"/>
              </a:rPr>
              <a:t>The Starry Night (1889)</a:t>
            </a:r>
            <a:endParaRPr b="0" lang="en-HK" sz="1020" spc="-1" strike="noStrike">
              <a:latin typeface="Arial"/>
            </a:endParaRPr>
          </a:p>
        </p:txBody>
      </p:sp>
      <p:sp>
        <p:nvSpPr>
          <p:cNvPr id="191" name="Shape 47"/>
          <p:cNvSpPr/>
          <p:nvPr/>
        </p:nvSpPr>
        <p:spPr>
          <a:xfrm>
            <a:off x="6320520" y="5578560"/>
            <a:ext cx="128520" cy="128520"/>
          </a:xfrm>
          <a:custGeom>
            <a:avLst/>
            <a:gdLst/>
            <a:ahLst/>
            <a:rect l="l" t="t" r="r" b="b"/>
            <a:pathLst>
              <a:path w="129358" h="129358">
                <a:moveTo>
                  <a:pt x="64679" y="0"/>
                </a:moveTo>
                <a:lnTo>
                  <a:pt x="64679" y="0"/>
                </a:lnTo>
                <a:cubicBezTo>
                  <a:pt x="100376" y="0"/>
                  <a:pt x="129358" y="28982"/>
                  <a:pt x="129358" y="64679"/>
                </a:cubicBezTo>
                <a:lnTo>
                  <a:pt x="129358" y="64679"/>
                </a:lnTo>
                <a:cubicBezTo>
                  <a:pt x="129358" y="100376"/>
                  <a:pt x="100376" y="129358"/>
                  <a:pt x="64679" y="129358"/>
                </a:cubicBezTo>
                <a:lnTo>
                  <a:pt x="64679" y="129358"/>
                </a:lnTo>
                <a:cubicBezTo>
                  <a:pt x="28982" y="129358"/>
                  <a:pt x="0" y="100376"/>
                  <a:pt x="0" y="64679"/>
                </a:cubicBezTo>
                <a:lnTo>
                  <a:pt x="0" y="64679"/>
                </a:lnTo>
                <a:cubicBezTo>
                  <a:pt x="0" y="28982"/>
                  <a:pt x="28982" y="0"/>
                  <a:pt x="64679" y="0"/>
                </a:cubicBezTo>
                <a:close/>
              </a:path>
            </a:pathLst>
          </a:custGeom>
          <a:solidFill>
            <a:srgbClr val="191970"/>
          </a:solidFill>
          <a:ln w="0">
            <a:noFill/>
          </a:ln>
        </p:spPr>
        <p:style>
          <a:lnRef idx="0"/>
          <a:fillRef idx="0"/>
          <a:effectRef idx="0"/>
          <a:fontRef idx="minor"/>
        </p:style>
      </p:sp>
      <p:sp>
        <p:nvSpPr>
          <p:cNvPr id="192" name="Shape 48"/>
          <p:cNvSpPr/>
          <p:nvPr/>
        </p:nvSpPr>
        <p:spPr>
          <a:xfrm>
            <a:off x="6514560" y="5578560"/>
            <a:ext cx="128520" cy="128520"/>
          </a:xfrm>
          <a:custGeom>
            <a:avLst/>
            <a:gdLst/>
            <a:ahLst/>
            <a:rect l="l" t="t" r="r" b="b"/>
            <a:pathLst>
              <a:path w="129358" h="129358">
                <a:moveTo>
                  <a:pt x="64679" y="0"/>
                </a:moveTo>
                <a:lnTo>
                  <a:pt x="64679" y="0"/>
                </a:lnTo>
                <a:cubicBezTo>
                  <a:pt x="100376" y="0"/>
                  <a:pt x="129358" y="28982"/>
                  <a:pt x="129358" y="64679"/>
                </a:cubicBezTo>
                <a:lnTo>
                  <a:pt x="129358" y="64679"/>
                </a:lnTo>
                <a:cubicBezTo>
                  <a:pt x="129358" y="100376"/>
                  <a:pt x="100376" y="129358"/>
                  <a:pt x="64679" y="129358"/>
                </a:cubicBezTo>
                <a:lnTo>
                  <a:pt x="64679" y="129358"/>
                </a:lnTo>
                <a:cubicBezTo>
                  <a:pt x="28982" y="129358"/>
                  <a:pt x="0" y="100376"/>
                  <a:pt x="0" y="64679"/>
                </a:cubicBezTo>
                <a:lnTo>
                  <a:pt x="0" y="64679"/>
                </a:lnTo>
                <a:cubicBezTo>
                  <a:pt x="0" y="28982"/>
                  <a:pt x="28982" y="0"/>
                  <a:pt x="64679" y="0"/>
                </a:cubicBezTo>
                <a:close/>
              </a:path>
            </a:pathLst>
          </a:custGeom>
          <a:solidFill>
            <a:srgbClr val="ffd700"/>
          </a:solidFill>
          <a:ln w="0">
            <a:noFill/>
          </a:ln>
        </p:spPr>
        <p:style>
          <a:lnRef idx="0"/>
          <a:fillRef idx="0"/>
          <a:effectRef idx="0"/>
          <a:fontRef idx="minor"/>
        </p:style>
      </p:sp>
      <p:sp>
        <p:nvSpPr>
          <p:cNvPr id="193" name="Shape 49"/>
          <p:cNvSpPr/>
          <p:nvPr/>
        </p:nvSpPr>
        <p:spPr>
          <a:xfrm>
            <a:off x="6708600" y="5578560"/>
            <a:ext cx="128520" cy="128520"/>
          </a:xfrm>
          <a:custGeom>
            <a:avLst/>
            <a:gdLst/>
            <a:ahLst/>
            <a:rect l="l" t="t" r="r" b="b"/>
            <a:pathLst>
              <a:path w="129358" h="129358">
                <a:moveTo>
                  <a:pt x="64679" y="0"/>
                </a:moveTo>
                <a:lnTo>
                  <a:pt x="64679" y="0"/>
                </a:lnTo>
                <a:cubicBezTo>
                  <a:pt x="100376" y="0"/>
                  <a:pt x="129358" y="28982"/>
                  <a:pt x="129358" y="64679"/>
                </a:cubicBezTo>
                <a:lnTo>
                  <a:pt x="129358" y="64679"/>
                </a:lnTo>
                <a:cubicBezTo>
                  <a:pt x="129358" y="100376"/>
                  <a:pt x="100376" y="129358"/>
                  <a:pt x="64679" y="129358"/>
                </a:cubicBezTo>
                <a:lnTo>
                  <a:pt x="64679" y="129358"/>
                </a:lnTo>
                <a:cubicBezTo>
                  <a:pt x="28982" y="129358"/>
                  <a:pt x="0" y="100376"/>
                  <a:pt x="0" y="64679"/>
                </a:cubicBezTo>
                <a:lnTo>
                  <a:pt x="0" y="64679"/>
                </a:lnTo>
                <a:cubicBezTo>
                  <a:pt x="0" y="28982"/>
                  <a:pt x="28982" y="0"/>
                  <a:pt x="64679" y="0"/>
                </a:cubicBezTo>
                <a:close/>
              </a:path>
            </a:pathLst>
          </a:custGeom>
          <a:solidFill>
            <a:srgbClr val="228b22"/>
          </a:solidFill>
          <a:ln w="0">
            <a:noFill/>
          </a:ln>
        </p:spPr>
        <p:style>
          <a:lnRef idx="0"/>
          <a:fillRef idx="0"/>
          <a:effectRef idx="0"/>
          <a:fontRef idx="minor"/>
        </p:style>
      </p:sp>
      <p:sp>
        <p:nvSpPr>
          <p:cNvPr id="194" name="Text 50"/>
          <p:cNvSpPr/>
          <p:nvPr/>
        </p:nvSpPr>
        <p:spPr>
          <a:xfrm>
            <a:off x="6967440" y="5562360"/>
            <a:ext cx="872280" cy="1609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9" spc="-1" strike="noStrike">
                <a:solidFill>
                  <a:srgbClr val="a3a3a3"/>
                </a:solidFill>
                <a:latin typeface="Quattrocento Sans"/>
                <a:ea typeface="Quattrocento Sans"/>
              </a:rPr>
              <a:t>Visionary Palette</a:t>
            </a:r>
            <a:endParaRPr b="0" lang="en-HK" sz="889" spc="-1" strike="noStrike">
              <a:latin typeface="Arial"/>
            </a:endParaRPr>
          </a:p>
        </p:txBody>
      </p:sp>
      <p:sp>
        <p:nvSpPr>
          <p:cNvPr id="195" name="Shape 51"/>
          <p:cNvSpPr/>
          <p:nvPr/>
        </p:nvSpPr>
        <p:spPr>
          <a:xfrm>
            <a:off x="335520" y="6015240"/>
            <a:ext cx="11532240" cy="840240"/>
          </a:xfrm>
          <a:custGeom>
            <a:avLst/>
            <a:gdLst/>
            <a:ahLst/>
            <a:rect l="l" t="t" r="r" b="b"/>
            <a:pathLst>
              <a:path w="11533082" h="840828">
                <a:moveTo>
                  <a:pt x="24255" y="0"/>
                </a:moveTo>
                <a:lnTo>
                  <a:pt x="11468406" y="0"/>
                </a:lnTo>
                <a:cubicBezTo>
                  <a:pt x="11504126" y="0"/>
                  <a:pt x="11533082" y="28957"/>
                  <a:pt x="11533082" y="64676"/>
                </a:cubicBezTo>
                <a:lnTo>
                  <a:pt x="11533082" y="776151"/>
                </a:lnTo>
                <a:cubicBezTo>
                  <a:pt x="11533082" y="811871"/>
                  <a:pt x="11504126" y="840828"/>
                  <a:pt x="11468406" y="840828"/>
                </a:cubicBezTo>
                <a:lnTo>
                  <a:pt x="24255" y="840828"/>
                </a:lnTo>
                <a:cubicBezTo>
                  <a:pt x="10859" y="840828"/>
                  <a:pt x="0" y="829968"/>
                  <a:pt x="0" y="816573"/>
                </a:cubicBezTo>
                <a:lnTo>
                  <a:pt x="0" y="24255"/>
                </a:lnTo>
                <a:cubicBezTo>
                  <a:pt x="0" y="10868"/>
                  <a:pt x="10868" y="0"/>
                  <a:pt x="24255" y="0"/>
                </a:cubicBezTo>
                <a:close/>
              </a:path>
            </a:pathLst>
          </a:custGeom>
          <a:solidFill>
            <a:srgbClr val="1a1a1a"/>
          </a:solidFill>
          <a:ln w="0">
            <a:noFill/>
          </a:ln>
        </p:spPr>
        <p:style>
          <a:lnRef idx="0"/>
          <a:fillRef idx="0"/>
          <a:effectRef idx="0"/>
          <a:fontRef idx="minor"/>
        </p:style>
      </p:sp>
      <p:sp>
        <p:nvSpPr>
          <p:cNvPr id="196" name="Shape 52"/>
          <p:cNvSpPr/>
          <p:nvPr/>
        </p:nvSpPr>
        <p:spPr>
          <a:xfrm>
            <a:off x="335520" y="6015240"/>
            <a:ext cx="23400" cy="840240"/>
          </a:xfrm>
          <a:custGeom>
            <a:avLst/>
            <a:gdLst/>
            <a:ahLst/>
            <a:rect l="l" t="t" r="r" b="b"/>
            <a:pathLst>
              <a:path w="24255" h="840828">
                <a:moveTo>
                  <a:pt x="24255" y="0"/>
                </a:moveTo>
                <a:lnTo>
                  <a:pt x="24255" y="0"/>
                </a:lnTo>
                <a:lnTo>
                  <a:pt x="24255" y="840828"/>
                </a:lnTo>
                <a:lnTo>
                  <a:pt x="24255" y="840828"/>
                </a:lnTo>
                <a:cubicBezTo>
                  <a:pt x="10859" y="840828"/>
                  <a:pt x="0" y="829968"/>
                  <a:pt x="0" y="816573"/>
                </a:cubicBezTo>
                <a:lnTo>
                  <a:pt x="0" y="24255"/>
                </a:lnTo>
                <a:cubicBezTo>
                  <a:pt x="0" y="10868"/>
                  <a:pt x="10868" y="0"/>
                  <a:pt x="24255" y="0"/>
                </a:cubicBezTo>
                <a:close/>
              </a:path>
            </a:pathLst>
          </a:custGeom>
          <a:solidFill>
            <a:srgbClr val="c9a36a"/>
          </a:solidFill>
          <a:ln w="0">
            <a:noFill/>
          </a:ln>
        </p:spPr>
        <p:style>
          <a:lnRef idx="0"/>
          <a:fillRef idx="0"/>
          <a:effectRef idx="0"/>
          <a:fontRef idx="minor"/>
        </p:style>
      </p:sp>
      <p:sp>
        <p:nvSpPr>
          <p:cNvPr id="197" name="Text 53"/>
          <p:cNvSpPr/>
          <p:nvPr/>
        </p:nvSpPr>
        <p:spPr>
          <a:xfrm>
            <a:off x="477000" y="6241680"/>
            <a:ext cx="1406160" cy="2257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50" spc="-1" strike="noStrike">
                <a:solidFill>
                  <a:srgbClr val="f2f2f2"/>
                </a:solidFill>
                <a:latin typeface="Oranienbaum"/>
                <a:ea typeface="Oranienbaum"/>
              </a:rPr>
              <a:t>Auvers-sur-Oise Period</a:t>
            </a:r>
            <a:endParaRPr b="0" lang="en-HK" sz="1150" spc="-1" strike="noStrike">
              <a:latin typeface="Arial"/>
            </a:endParaRPr>
          </a:p>
        </p:txBody>
      </p:sp>
      <p:sp>
        <p:nvSpPr>
          <p:cNvPr id="198" name="Text 54"/>
          <p:cNvSpPr/>
          <p:nvPr/>
        </p:nvSpPr>
        <p:spPr>
          <a:xfrm>
            <a:off x="477000" y="6467760"/>
            <a:ext cx="1389960" cy="1609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9" spc="-1" strike="noStrike">
                <a:solidFill>
                  <a:srgbClr val="c9a36a"/>
                </a:solidFill>
                <a:latin typeface="Quattrocento Sans"/>
                <a:ea typeface="Quattrocento Sans"/>
              </a:rPr>
              <a:t>1890 • Final Months</a:t>
            </a:r>
            <a:endParaRPr b="0" lang="en-HK" sz="889" spc="-1" strike="noStrike">
              <a:latin typeface="Arial"/>
            </a:endParaRPr>
          </a:p>
        </p:txBody>
      </p:sp>
      <p:sp>
        <p:nvSpPr>
          <p:cNvPr id="199" name="Text 55"/>
          <p:cNvSpPr/>
          <p:nvPr/>
        </p:nvSpPr>
        <p:spPr>
          <a:xfrm>
            <a:off x="6302520" y="6144480"/>
            <a:ext cx="5496840" cy="5814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20" spc="-1" strike="noStrike">
                <a:solidFill>
                  <a:srgbClr val="b8b8b8"/>
                </a:solidFill>
                <a:latin typeface="Quattrocento Sans"/>
                <a:ea typeface="Quattrocento Sans"/>
              </a:rPr>
              <a:t>In his final two months, Van Gogh produced </a:t>
            </a:r>
            <a:r>
              <a:rPr b="0" lang="en-US" sz="1020" spc="-1" strike="noStrike">
                <a:solidFill>
                  <a:srgbClr val="f2f2f2"/>
                </a:solidFill>
                <a:latin typeface="Quattrocento Sans"/>
                <a:ea typeface="Quattrocento Sans"/>
              </a:rPr>
              <a:t>70+ paintings</a:t>
            </a:r>
            <a:r>
              <a:rPr b="0" lang="en-US" sz="1020" spc="-1" strike="noStrike">
                <a:solidFill>
                  <a:srgbClr val="b8b8b8"/>
                </a:solidFill>
                <a:latin typeface="Quattrocento Sans"/>
                <a:ea typeface="Quattrocento Sans"/>
              </a:rPr>
              <a:t> with urgent, dramatic brushwork. Works like "Wheatfield with Crows" show heightened emotional intensity and a sense of impending tragedy.</a:t>
            </a:r>
            <a:endParaRPr b="0" lang="en-HK" sz="1020" spc="-1" strike="noStrike">
              <a:latin typeface="Arial"/>
            </a:endParaRPr>
          </a:p>
        </p:txBody>
      </p:sp>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11111"/>
        </a:solidFill>
      </p:bgPr>
    </p:bg>
    <p:spTree>
      <p:nvGrpSpPr>
        <p:cNvPr id="1" name=""/>
        <p:cNvGrpSpPr/>
        <p:nvPr/>
      </p:nvGrpSpPr>
      <p:grpSpPr>
        <a:xfrm>
          <a:off x="0" y="0"/>
          <a:ext cx="0" cy="0"/>
          <a:chOff x="0" y="0"/>
          <a:chExt cx="0" cy="0"/>
        </a:xfrm>
      </p:grpSpPr>
      <p:sp>
        <p:nvSpPr>
          <p:cNvPr id="200" name="Text 0"/>
          <p:cNvSpPr/>
          <p:nvPr/>
        </p:nvSpPr>
        <p:spPr>
          <a:xfrm>
            <a:off x="367920" y="367920"/>
            <a:ext cx="11529360" cy="2199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160" spc="228" strike="noStrike">
                <a:solidFill>
                  <a:srgbClr val="c9a36a"/>
                </a:solidFill>
                <a:latin typeface="Quattrocento Sans"/>
                <a:ea typeface="Quattrocento Sans"/>
              </a:rPr>
              <a:t>Chapter 02</a:t>
            </a:r>
            <a:endParaRPr b="0" lang="en-HK" sz="1160" spc="-1" strike="noStrike">
              <a:latin typeface="Arial"/>
            </a:endParaRPr>
          </a:p>
        </p:txBody>
      </p:sp>
      <p:sp>
        <p:nvSpPr>
          <p:cNvPr id="201" name="Text 1"/>
          <p:cNvSpPr/>
          <p:nvPr/>
        </p:nvSpPr>
        <p:spPr>
          <a:xfrm>
            <a:off x="367920" y="662040"/>
            <a:ext cx="11676240" cy="44064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3480" spc="-1" strike="noStrike">
                <a:solidFill>
                  <a:srgbClr val="f2f2f2"/>
                </a:solidFill>
                <a:latin typeface="Oranienbaum"/>
                <a:ea typeface="Oranienbaum"/>
              </a:rPr>
              <a:t>Signature Techniques: Impasto and Expressive Brushwork</a:t>
            </a:r>
            <a:endParaRPr b="0" lang="en-HK" sz="3480" spc="-1" strike="noStrike">
              <a:latin typeface="Arial"/>
            </a:endParaRPr>
          </a:p>
        </p:txBody>
      </p:sp>
      <p:sp>
        <p:nvSpPr>
          <p:cNvPr id="202" name="Shape 2"/>
          <p:cNvSpPr/>
          <p:nvPr/>
        </p:nvSpPr>
        <p:spPr>
          <a:xfrm>
            <a:off x="367920" y="1250640"/>
            <a:ext cx="1029240" cy="17640"/>
          </a:xfrm>
          <a:custGeom>
            <a:avLst/>
            <a:gdLst/>
            <a:ahLst/>
            <a:rect l="l" t="t" r="r" b="b"/>
            <a:pathLst>
              <a:path w="1029792" h="18389">
                <a:moveTo>
                  <a:pt x="0" y="0"/>
                </a:moveTo>
                <a:lnTo>
                  <a:pt x="1029792" y="0"/>
                </a:lnTo>
                <a:lnTo>
                  <a:pt x="1029792" y="18389"/>
                </a:lnTo>
                <a:lnTo>
                  <a:pt x="0" y="18389"/>
                </a:lnTo>
                <a:lnTo>
                  <a:pt x="0" y="0"/>
                </a:lnTo>
                <a:close/>
              </a:path>
            </a:pathLst>
          </a:custGeom>
          <a:solidFill>
            <a:srgbClr val="c9a36a"/>
          </a:solidFill>
          <a:ln w="0">
            <a:noFill/>
          </a:ln>
        </p:spPr>
        <p:style>
          <a:lnRef idx="0"/>
          <a:fillRef idx="0"/>
          <a:effectRef idx="0"/>
          <a:fontRef idx="minor"/>
        </p:style>
      </p:sp>
      <p:sp>
        <p:nvSpPr>
          <p:cNvPr id="203" name="Shape 3"/>
          <p:cNvSpPr/>
          <p:nvPr/>
        </p:nvSpPr>
        <p:spPr>
          <a:xfrm>
            <a:off x="381600" y="1452600"/>
            <a:ext cx="5603400" cy="3585240"/>
          </a:xfrm>
          <a:custGeom>
            <a:avLst/>
            <a:gdLst/>
            <a:ahLst/>
            <a:rect l="l" t="t" r="r" b="b"/>
            <a:pathLst>
              <a:path w="5604090" h="3585882">
                <a:moveTo>
                  <a:pt x="27584" y="0"/>
                </a:moveTo>
                <a:lnTo>
                  <a:pt x="5530544" y="0"/>
                </a:lnTo>
                <a:cubicBezTo>
                  <a:pt x="5571163" y="0"/>
                  <a:pt x="5604090" y="32928"/>
                  <a:pt x="5604090" y="73546"/>
                </a:cubicBezTo>
                <a:lnTo>
                  <a:pt x="5604090" y="3512336"/>
                </a:lnTo>
                <a:cubicBezTo>
                  <a:pt x="5604090" y="3552954"/>
                  <a:pt x="5571163" y="3585882"/>
                  <a:pt x="5530544" y="3585882"/>
                </a:cubicBezTo>
                <a:lnTo>
                  <a:pt x="27584" y="3585882"/>
                </a:lnTo>
                <a:cubicBezTo>
                  <a:pt x="12350" y="3585882"/>
                  <a:pt x="0" y="3573533"/>
                  <a:pt x="0" y="3558299"/>
                </a:cubicBezTo>
                <a:lnTo>
                  <a:pt x="0" y="27584"/>
                </a:lnTo>
                <a:cubicBezTo>
                  <a:pt x="0" y="12350"/>
                  <a:pt x="12350" y="0"/>
                  <a:pt x="27584" y="0"/>
                </a:cubicBezTo>
                <a:close/>
              </a:path>
            </a:pathLst>
          </a:custGeom>
          <a:solidFill>
            <a:srgbClr val="1a1a1a"/>
          </a:solidFill>
          <a:ln w="0">
            <a:noFill/>
          </a:ln>
        </p:spPr>
        <p:style>
          <a:lnRef idx="0"/>
          <a:fillRef idx="0"/>
          <a:effectRef idx="0"/>
          <a:fontRef idx="minor"/>
        </p:style>
      </p:sp>
      <p:sp>
        <p:nvSpPr>
          <p:cNvPr id="204" name="Shape 4"/>
          <p:cNvSpPr/>
          <p:nvPr/>
        </p:nvSpPr>
        <p:spPr>
          <a:xfrm>
            <a:off x="381600" y="1452600"/>
            <a:ext cx="27000" cy="3585240"/>
          </a:xfrm>
          <a:custGeom>
            <a:avLst/>
            <a:gdLst/>
            <a:ahLst/>
            <a:rect l="l" t="t" r="r" b="b"/>
            <a:pathLst>
              <a:path w="27584" h="3585882">
                <a:moveTo>
                  <a:pt x="27584" y="0"/>
                </a:moveTo>
                <a:lnTo>
                  <a:pt x="27584" y="0"/>
                </a:lnTo>
                <a:lnTo>
                  <a:pt x="27584" y="3585882"/>
                </a:lnTo>
                <a:lnTo>
                  <a:pt x="27584" y="3585882"/>
                </a:lnTo>
                <a:cubicBezTo>
                  <a:pt x="12350" y="3585882"/>
                  <a:pt x="0" y="3573533"/>
                  <a:pt x="0" y="3558299"/>
                </a:cubicBezTo>
                <a:lnTo>
                  <a:pt x="0" y="27584"/>
                </a:lnTo>
                <a:cubicBezTo>
                  <a:pt x="0" y="12360"/>
                  <a:pt x="12360" y="0"/>
                  <a:pt x="27584" y="0"/>
                </a:cubicBezTo>
                <a:close/>
              </a:path>
            </a:pathLst>
          </a:custGeom>
          <a:solidFill>
            <a:srgbClr val="c9a36a"/>
          </a:solidFill>
          <a:ln w="0">
            <a:noFill/>
          </a:ln>
        </p:spPr>
        <p:style>
          <a:lnRef idx="0"/>
          <a:fillRef idx="0"/>
          <a:effectRef idx="0"/>
          <a:fontRef idx="minor"/>
        </p:style>
      </p:sp>
      <p:sp>
        <p:nvSpPr>
          <p:cNvPr id="205" name="Shape 5"/>
          <p:cNvSpPr/>
          <p:nvPr/>
        </p:nvSpPr>
        <p:spPr>
          <a:xfrm>
            <a:off x="579240" y="1636560"/>
            <a:ext cx="440640" cy="440640"/>
          </a:xfrm>
          <a:custGeom>
            <a:avLst/>
            <a:gdLst/>
            <a:ahLst/>
            <a:rect l="l" t="t" r="r" b="b"/>
            <a:pathLst>
              <a:path w="441339" h="441339">
                <a:moveTo>
                  <a:pt x="220670" y="0"/>
                </a:moveTo>
                <a:lnTo>
                  <a:pt x="220670" y="0"/>
                </a:lnTo>
                <a:cubicBezTo>
                  <a:pt x="342461" y="0"/>
                  <a:pt x="441339" y="98879"/>
                  <a:pt x="441339" y="220670"/>
                </a:cubicBezTo>
                <a:lnTo>
                  <a:pt x="441339" y="220670"/>
                </a:lnTo>
                <a:cubicBezTo>
                  <a:pt x="441339" y="342461"/>
                  <a:pt x="342461" y="441339"/>
                  <a:pt x="220670" y="441339"/>
                </a:cubicBezTo>
                <a:lnTo>
                  <a:pt x="220670" y="441339"/>
                </a:lnTo>
                <a:cubicBezTo>
                  <a:pt x="98879" y="441339"/>
                  <a:pt x="0" y="342461"/>
                  <a:pt x="0" y="220670"/>
                </a:cubicBezTo>
                <a:lnTo>
                  <a:pt x="0" y="220670"/>
                </a:lnTo>
                <a:cubicBezTo>
                  <a:pt x="0" y="98879"/>
                  <a:pt x="98879" y="0"/>
                  <a:pt x="220670" y="0"/>
                </a:cubicBezTo>
                <a:close/>
              </a:path>
            </a:pathLst>
          </a:custGeom>
          <a:solidFill>
            <a:srgbClr val="c9a36a">
              <a:alpha val="20000"/>
            </a:srgbClr>
          </a:solidFill>
          <a:ln w="0">
            <a:noFill/>
          </a:ln>
        </p:spPr>
        <p:style>
          <a:lnRef idx="0"/>
          <a:fillRef idx="0"/>
          <a:effectRef idx="0"/>
          <a:fontRef idx="minor"/>
        </p:style>
      </p:sp>
      <p:sp>
        <p:nvSpPr>
          <p:cNvPr id="206" name="Shape 6"/>
          <p:cNvSpPr/>
          <p:nvPr/>
        </p:nvSpPr>
        <p:spPr>
          <a:xfrm>
            <a:off x="708120" y="1765440"/>
            <a:ext cx="183240" cy="183240"/>
          </a:xfrm>
          <a:custGeom>
            <a:avLst/>
            <a:gdLst/>
            <a:ahLst/>
            <a:rect l="l" t="t" r="r" b="b"/>
            <a:pathLst>
              <a:path w="183891" h="183891">
                <a:moveTo>
                  <a:pt x="83505" y="1868"/>
                </a:moveTo>
                <a:cubicBezTo>
                  <a:pt x="88857" y="-611"/>
                  <a:pt x="95035" y="-611"/>
                  <a:pt x="100386" y="1868"/>
                </a:cubicBezTo>
                <a:lnTo>
                  <a:pt x="178899" y="38143"/>
                </a:lnTo>
                <a:cubicBezTo>
                  <a:pt x="181952" y="39544"/>
                  <a:pt x="183891" y="42597"/>
                  <a:pt x="183891" y="45973"/>
                </a:cubicBezTo>
                <a:cubicBezTo>
                  <a:pt x="183891" y="49349"/>
                  <a:pt x="181952" y="52402"/>
                  <a:pt x="178899" y="53803"/>
                </a:cubicBezTo>
                <a:lnTo>
                  <a:pt x="100386" y="90078"/>
                </a:lnTo>
                <a:cubicBezTo>
                  <a:pt x="95035" y="92556"/>
                  <a:pt x="88857" y="92556"/>
                  <a:pt x="83505" y="90078"/>
                </a:cubicBezTo>
                <a:lnTo>
                  <a:pt x="4992" y="53803"/>
                </a:lnTo>
                <a:cubicBezTo>
                  <a:pt x="1939" y="52366"/>
                  <a:pt x="0" y="49313"/>
                  <a:pt x="0" y="45973"/>
                </a:cubicBezTo>
                <a:cubicBezTo>
                  <a:pt x="0" y="42633"/>
                  <a:pt x="1939" y="39544"/>
                  <a:pt x="4992" y="38143"/>
                </a:cubicBezTo>
                <a:lnTo>
                  <a:pt x="83505" y="1868"/>
                </a:lnTo>
                <a:close/>
                <a:moveTo>
                  <a:pt x="17276" y="78441"/>
                </a:moveTo>
                <a:lnTo>
                  <a:pt x="76286" y="105702"/>
                </a:lnTo>
                <a:cubicBezTo>
                  <a:pt x="86235" y="110299"/>
                  <a:pt x="97692" y="110299"/>
                  <a:pt x="107641" y="105702"/>
                </a:cubicBezTo>
                <a:lnTo>
                  <a:pt x="166652" y="78441"/>
                </a:lnTo>
                <a:lnTo>
                  <a:pt x="178899" y="84116"/>
                </a:lnTo>
                <a:cubicBezTo>
                  <a:pt x="181952" y="85517"/>
                  <a:pt x="183891" y="88570"/>
                  <a:pt x="183891" y="91946"/>
                </a:cubicBezTo>
                <a:cubicBezTo>
                  <a:pt x="183891" y="95322"/>
                  <a:pt x="181952" y="98375"/>
                  <a:pt x="178899" y="99775"/>
                </a:cubicBezTo>
                <a:lnTo>
                  <a:pt x="100386" y="136051"/>
                </a:lnTo>
                <a:cubicBezTo>
                  <a:pt x="95035" y="138529"/>
                  <a:pt x="88857" y="138529"/>
                  <a:pt x="83505" y="136051"/>
                </a:cubicBezTo>
                <a:lnTo>
                  <a:pt x="4992" y="99775"/>
                </a:lnTo>
                <a:cubicBezTo>
                  <a:pt x="1939" y="98339"/>
                  <a:pt x="0" y="95286"/>
                  <a:pt x="0" y="91946"/>
                </a:cubicBezTo>
                <a:cubicBezTo>
                  <a:pt x="0" y="88605"/>
                  <a:pt x="1939" y="85517"/>
                  <a:pt x="4992" y="84116"/>
                </a:cubicBezTo>
                <a:lnTo>
                  <a:pt x="17240" y="78441"/>
                </a:lnTo>
                <a:close/>
                <a:moveTo>
                  <a:pt x="4992" y="130089"/>
                </a:moveTo>
                <a:lnTo>
                  <a:pt x="17240" y="124414"/>
                </a:lnTo>
                <a:lnTo>
                  <a:pt x="76250" y="151674"/>
                </a:lnTo>
                <a:cubicBezTo>
                  <a:pt x="86199" y="156272"/>
                  <a:pt x="97656" y="156272"/>
                  <a:pt x="107605" y="151674"/>
                </a:cubicBezTo>
                <a:lnTo>
                  <a:pt x="166616" y="124414"/>
                </a:lnTo>
                <a:lnTo>
                  <a:pt x="178863" y="130089"/>
                </a:lnTo>
                <a:cubicBezTo>
                  <a:pt x="181916" y="131490"/>
                  <a:pt x="183855" y="134542"/>
                  <a:pt x="183855" y="137919"/>
                </a:cubicBezTo>
                <a:cubicBezTo>
                  <a:pt x="183855" y="141295"/>
                  <a:pt x="181916" y="144348"/>
                  <a:pt x="178863" y="145748"/>
                </a:cubicBezTo>
                <a:lnTo>
                  <a:pt x="100350" y="182024"/>
                </a:lnTo>
                <a:cubicBezTo>
                  <a:pt x="94999" y="184502"/>
                  <a:pt x="88821" y="184502"/>
                  <a:pt x="83469" y="182024"/>
                </a:cubicBezTo>
                <a:lnTo>
                  <a:pt x="4992" y="145748"/>
                </a:lnTo>
                <a:cubicBezTo>
                  <a:pt x="1939" y="144312"/>
                  <a:pt x="0" y="141259"/>
                  <a:pt x="0" y="137919"/>
                </a:cubicBezTo>
                <a:cubicBezTo>
                  <a:pt x="0" y="134578"/>
                  <a:pt x="1939" y="131490"/>
                  <a:pt x="4992" y="130089"/>
                </a:cubicBezTo>
                <a:close/>
              </a:path>
            </a:pathLst>
          </a:custGeom>
          <a:solidFill>
            <a:srgbClr val="c9a36a"/>
          </a:solidFill>
          <a:ln w="0">
            <a:noFill/>
          </a:ln>
        </p:spPr>
        <p:style>
          <a:lnRef idx="0"/>
          <a:fillRef idx="0"/>
          <a:effectRef idx="0"/>
          <a:fontRef idx="minor"/>
        </p:style>
      </p:sp>
      <p:sp>
        <p:nvSpPr>
          <p:cNvPr id="207" name="Text 7"/>
          <p:cNvSpPr/>
          <p:nvPr/>
        </p:nvSpPr>
        <p:spPr>
          <a:xfrm>
            <a:off x="1130760" y="1710360"/>
            <a:ext cx="2160000" cy="29340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740" spc="-1" strike="noStrike">
                <a:solidFill>
                  <a:srgbClr val="f2f2f2"/>
                </a:solidFill>
                <a:latin typeface="Oranienbaum"/>
                <a:ea typeface="Oranienbaum"/>
              </a:rPr>
              <a:t>The Impasto Technique</a:t>
            </a:r>
            <a:endParaRPr b="0" lang="en-HK" sz="1740" spc="-1" strike="noStrike">
              <a:latin typeface="Arial"/>
            </a:endParaRPr>
          </a:p>
        </p:txBody>
      </p:sp>
      <p:sp>
        <p:nvSpPr>
          <p:cNvPr id="208" name="Text 8"/>
          <p:cNvSpPr/>
          <p:nvPr/>
        </p:nvSpPr>
        <p:spPr>
          <a:xfrm>
            <a:off x="579240" y="2225160"/>
            <a:ext cx="5295240" cy="95544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160" spc="-1" strike="noStrike">
                <a:solidFill>
                  <a:srgbClr val="b8b8b8"/>
                </a:solidFill>
                <a:latin typeface="Quattrocento Sans"/>
                <a:ea typeface="Quattrocento Sans"/>
              </a:rPr>
              <a:t>Van Gogh revolutionized painting with </a:t>
            </a:r>
            <a:r>
              <a:rPr b="0" lang="en-US" sz="1160" spc="-1" strike="noStrike">
                <a:solidFill>
                  <a:srgbClr val="f2f2f2"/>
                </a:solidFill>
                <a:latin typeface="Quattrocento Sans"/>
                <a:ea typeface="Quattrocento Sans"/>
              </a:rPr>
              <a:t>impasto</a:t>
            </a:r>
            <a:r>
              <a:rPr b="0" lang="en-US" sz="1160" spc="-1" strike="noStrike">
                <a:solidFill>
                  <a:srgbClr val="b8b8b8"/>
                </a:solidFill>
                <a:latin typeface="Quattrocento Sans"/>
                <a:ea typeface="Quattrocento Sans"/>
              </a:rPr>
              <a:t>—applying paint so thickly that brush or palette knife strokes remain visible, creating a textured, three-dimensional surface. This technique transformed paint from mere color into physical matter with its own presence.</a:t>
            </a:r>
            <a:endParaRPr b="0" lang="en-HK" sz="1160" spc="-1" strike="noStrike">
              <a:latin typeface="Arial"/>
            </a:endParaRPr>
          </a:p>
        </p:txBody>
      </p:sp>
      <p:sp>
        <p:nvSpPr>
          <p:cNvPr id="209" name="Shape 9"/>
          <p:cNvSpPr/>
          <p:nvPr/>
        </p:nvSpPr>
        <p:spPr>
          <a:xfrm>
            <a:off x="579240" y="3328560"/>
            <a:ext cx="5221800" cy="1396800"/>
          </a:xfrm>
          <a:custGeom>
            <a:avLst/>
            <a:gdLst/>
            <a:ahLst/>
            <a:rect l="l" t="t" r="r" b="b"/>
            <a:pathLst>
              <a:path w="5222516" h="1397575">
                <a:moveTo>
                  <a:pt x="73554" y="0"/>
                </a:moveTo>
                <a:lnTo>
                  <a:pt x="5148961" y="0"/>
                </a:lnTo>
                <a:cubicBezTo>
                  <a:pt x="5189584" y="0"/>
                  <a:pt x="5222516" y="32931"/>
                  <a:pt x="5222516" y="73554"/>
                </a:cubicBezTo>
                <a:lnTo>
                  <a:pt x="5222516" y="1324020"/>
                </a:lnTo>
                <a:cubicBezTo>
                  <a:pt x="5222516" y="1364643"/>
                  <a:pt x="5189584" y="1397575"/>
                  <a:pt x="5148961" y="1397575"/>
                </a:cubicBezTo>
                <a:lnTo>
                  <a:pt x="73554" y="1397575"/>
                </a:lnTo>
                <a:cubicBezTo>
                  <a:pt x="32931" y="1397575"/>
                  <a:pt x="0" y="1364643"/>
                  <a:pt x="0" y="1324020"/>
                </a:cubicBezTo>
                <a:lnTo>
                  <a:pt x="0" y="73554"/>
                </a:lnTo>
                <a:cubicBezTo>
                  <a:pt x="0" y="32959"/>
                  <a:pt x="32959" y="0"/>
                  <a:pt x="73554" y="0"/>
                </a:cubicBezTo>
                <a:close/>
              </a:path>
            </a:pathLst>
          </a:custGeom>
          <a:solidFill>
            <a:srgbClr val="2b2b2b"/>
          </a:solidFill>
          <a:ln w="0">
            <a:noFill/>
          </a:ln>
        </p:spPr>
        <p:style>
          <a:lnRef idx="0"/>
          <a:fillRef idx="0"/>
          <a:effectRef idx="0"/>
          <a:fontRef idx="minor"/>
        </p:style>
      </p:sp>
      <p:sp>
        <p:nvSpPr>
          <p:cNvPr id="210" name="Text 10"/>
          <p:cNvSpPr/>
          <p:nvPr/>
        </p:nvSpPr>
        <p:spPr>
          <a:xfrm>
            <a:off x="726480" y="3475440"/>
            <a:ext cx="4991760" cy="1832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010" spc="-1" strike="noStrike">
                <a:solidFill>
                  <a:srgbClr val="c9a36a"/>
                </a:solidFill>
                <a:latin typeface="Quattrocento Sans"/>
                <a:ea typeface="Quattrocento Sans"/>
              </a:rPr>
              <a:t>Technical Characteristics:</a:t>
            </a:r>
            <a:endParaRPr b="0" lang="en-HK" sz="1010" spc="-1" strike="noStrike">
              <a:latin typeface="Arial"/>
            </a:endParaRPr>
          </a:p>
        </p:txBody>
      </p:sp>
      <p:sp>
        <p:nvSpPr>
          <p:cNvPr id="211" name="Text 11"/>
          <p:cNvSpPr/>
          <p:nvPr/>
        </p:nvSpPr>
        <p:spPr>
          <a:xfrm>
            <a:off x="726480" y="3732840"/>
            <a:ext cx="4991760" cy="1832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1010" spc="-1" strike="noStrike">
                <a:solidFill>
                  <a:srgbClr val="b8b8b8"/>
                </a:solidFill>
                <a:latin typeface="Quattrocento Sans"/>
                <a:ea typeface="Quattrocento Sans"/>
              </a:rPr>
              <a:t>• </a:t>
            </a:r>
            <a:r>
              <a:rPr b="0" lang="en-US" sz="1010" spc="-1" strike="noStrike">
                <a:solidFill>
                  <a:srgbClr val="b8b8b8"/>
                </a:solidFill>
                <a:latin typeface="Quattrocento Sans"/>
                <a:ea typeface="Quattrocento Sans"/>
              </a:rPr>
              <a:t>Paint applied straight from tubes without pre-mixing</a:t>
            </a:r>
            <a:endParaRPr b="0" lang="en-HK" sz="1010" spc="-1" strike="noStrike">
              <a:latin typeface="Arial"/>
            </a:endParaRPr>
          </a:p>
        </p:txBody>
      </p:sp>
      <p:sp>
        <p:nvSpPr>
          <p:cNvPr id="212" name="Text 12"/>
          <p:cNvSpPr/>
          <p:nvPr/>
        </p:nvSpPr>
        <p:spPr>
          <a:xfrm>
            <a:off x="726480" y="3953520"/>
            <a:ext cx="4991760" cy="1832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1010" spc="-1" strike="noStrike">
                <a:solidFill>
                  <a:srgbClr val="b8b8b8"/>
                </a:solidFill>
                <a:latin typeface="Quattrocento Sans"/>
                <a:ea typeface="Quattrocento Sans"/>
              </a:rPr>
              <a:t>• </a:t>
            </a:r>
            <a:r>
              <a:rPr b="0" lang="en-US" sz="1010" spc="-1" strike="noStrike">
                <a:solidFill>
                  <a:srgbClr val="b8b8b8"/>
                </a:solidFill>
                <a:latin typeface="Quattrocento Sans"/>
                <a:ea typeface="Quattrocento Sans"/>
              </a:rPr>
              <a:t>Thick ridges and valleys catch light dynamically</a:t>
            </a:r>
            <a:endParaRPr b="0" lang="en-HK" sz="1010" spc="-1" strike="noStrike">
              <a:latin typeface="Arial"/>
            </a:endParaRPr>
          </a:p>
        </p:txBody>
      </p:sp>
      <p:sp>
        <p:nvSpPr>
          <p:cNvPr id="213" name="Text 13"/>
          <p:cNvSpPr/>
          <p:nvPr/>
        </p:nvSpPr>
        <p:spPr>
          <a:xfrm>
            <a:off x="726480" y="4174200"/>
            <a:ext cx="4991760" cy="1832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1010" spc="-1" strike="noStrike">
                <a:solidFill>
                  <a:srgbClr val="b8b8b8"/>
                </a:solidFill>
                <a:latin typeface="Quattrocento Sans"/>
                <a:ea typeface="Quattrocento Sans"/>
              </a:rPr>
              <a:t>• </a:t>
            </a:r>
            <a:r>
              <a:rPr b="0" lang="en-US" sz="1010" spc="-1" strike="noStrike">
                <a:solidFill>
                  <a:srgbClr val="b8b8b8"/>
                </a:solidFill>
                <a:latin typeface="Quattrocento Sans"/>
                <a:ea typeface="Quattrocento Sans"/>
              </a:rPr>
              <a:t>Creates tactile, sculptural quality on canvas</a:t>
            </a:r>
            <a:endParaRPr b="0" lang="en-HK" sz="1010" spc="-1" strike="noStrike">
              <a:latin typeface="Arial"/>
            </a:endParaRPr>
          </a:p>
        </p:txBody>
      </p:sp>
      <p:sp>
        <p:nvSpPr>
          <p:cNvPr id="214" name="Text 14"/>
          <p:cNvSpPr/>
          <p:nvPr/>
        </p:nvSpPr>
        <p:spPr>
          <a:xfrm>
            <a:off x="726480" y="4394880"/>
            <a:ext cx="4991760" cy="1832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1010" spc="-1" strike="noStrike">
                <a:solidFill>
                  <a:srgbClr val="b8b8b8"/>
                </a:solidFill>
                <a:latin typeface="Quattrocento Sans"/>
                <a:ea typeface="Quattrocento Sans"/>
              </a:rPr>
              <a:t>• </a:t>
            </a:r>
            <a:r>
              <a:rPr b="0" lang="en-US" sz="1010" spc="-1" strike="noStrike">
                <a:solidFill>
                  <a:srgbClr val="b8b8b8"/>
                </a:solidFill>
                <a:latin typeface="Quattrocento Sans"/>
                <a:ea typeface="Quattrocento Sans"/>
              </a:rPr>
              <a:t>Enhances emotional intensity through physical texture</a:t>
            </a:r>
            <a:endParaRPr b="0" lang="en-HK" sz="1010" spc="-1" strike="noStrike">
              <a:latin typeface="Arial"/>
            </a:endParaRPr>
          </a:p>
        </p:txBody>
      </p:sp>
      <p:sp>
        <p:nvSpPr>
          <p:cNvPr id="215" name="Shape 15"/>
          <p:cNvSpPr/>
          <p:nvPr/>
        </p:nvSpPr>
        <p:spPr>
          <a:xfrm>
            <a:off x="381600" y="5185800"/>
            <a:ext cx="5603400" cy="1672560"/>
          </a:xfrm>
          <a:custGeom>
            <a:avLst/>
            <a:gdLst/>
            <a:ahLst/>
            <a:rect l="l" t="t" r="r" b="b"/>
            <a:pathLst>
              <a:path w="5604090" h="1673412">
                <a:moveTo>
                  <a:pt x="27584" y="0"/>
                </a:moveTo>
                <a:lnTo>
                  <a:pt x="5530527" y="0"/>
                </a:lnTo>
                <a:cubicBezTo>
                  <a:pt x="5571155" y="0"/>
                  <a:pt x="5604090" y="32935"/>
                  <a:pt x="5604090" y="73563"/>
                </a:cubicBezTo>
                <a:lnTo>
                  <a:pt x="5604090" y="1599849"/>
                </a:lnTo>
                <a:cubicBezTo>
                  <a:pt x="5604090" y="1640476"/>
                  <a:pt x="5571155" y="1673412"/>
                  <a:pt x="5530527" y="1673412"/>
                </a:cubicBezTo>
                <a:lnTo>
                  <a:pt x="27584" y="1673412"/>
                </a:lnTo>
                <a:cubicBezTo>
                  <a:pt x="12350" y="1673412"/>
                  <a:pt x="0" y="1661062"/>
                  <a:pt x="0" y="1645828"/>
                </a:cubicBezTo>
                <a:lnTo>
                  <a:pt x="0" y="27584"/>
                </a:lnTo>
                <a:cubicBezTo>
                  <a:pt x="0" y="12360"/>
                  <a:pt x="12360" y="0"/>
                  <a:pt x="27584" y="0"/>
                </a:cubicBezTo>
                <a:close/>
              </a:path>
            </a:pathLst>
          </a:custGeom>
          <a:solidFill>
            <a:srgbClr val="1a1a1a"/>
          </a:solidFill>
          <a:ln w="0">
            <a:noFill/>
          </a:ln>
        </p:spPr>
        <p:style>
          <a:lnRef idx="0"/>
          <a:fillRef idx="0"/>
          <a:effectRef idx="0"/>
          <a:fontRef idx="minor"/>
        </p:style>
      </p:sp>
      <p:sp>
        <p:nvSpPr>
          <p:cNvPr id="216" name="Shape 16"/>
          <p:cNvSpPr/>
          <p:nvPr/>
        </p:nvSpPr>
        <p:spPr>
          <a:xfrm>
            <a:off x="381600" y="5185800"/>
            <a:ext cx="27000" cy="1672560"/>
          </a:xfrm>
          <a:custGeom>
            <a:avLst/>
            <a:gdLst/>
            <a:ahLst/>
            <a:rect l="l" t="t" r="r" b="b"/>
            <a:pathLst>
              <a:path w="27584" h="1673412">
                <a:moveTo>
                  <a:pt x="27584" y="0"/>
                </a:moveTo>
                <a:lnTo>
                  <a:pt x="27584" y="0"/>
                </a:lnTo>
                <a:lnTo>
                  <a:pt x="27584" y="1673412"/>
                </a:lnTo>
                <a:lnTo>
                  <a:pt x="27584" y="1673412"/>
                </a:lnTo>
                <a:cubicBezTo>
                  <a:pt x="12350" y="1673412"/>
                  <a:pt x="0" y="1661062"/>
                  <a:pt x="0" y="1645828"/>
                </a:cubicBezTo>
                <a:lnTo>
                  <a:pt x="0" y="27584"/>
                </a:lnTo>
                <a:cubicBezTo>
                  <a:pt x="0" y="12360"/>
                  <a:pt x="12360" y="0"/>
                  <a:pt x="27584" y="0"/>
                </a:cubicBezTo>
                <a:close/>
              </a:path>
            </a:pathLst>
          </a:custGeom>
          <a:solidFill>
            <a:srgbClr val="c9a36a"/>
          </a:solidFill>
          <a:ln w="0">
            <a:noFill/>
          </a:ln>
        </p:spPr>
        <p:style>
          <a:lnRef idx="0"/>
          <a:fillRef idx="0"/>
          <a:effectRef idx="0"/>
          <a:fontRef idx="minor"/>
        </p:style>
      </p:sp>
      <p:sp>
        <p:nvSpPr>
          <p:cNvPr id="217" name="Shape 17"/>
          <p:cNvSpPr/>
          <p:nvPr/>
        </p:nvSpPr>
        <p:spPr>
          <a:xfrm>
            <a:off x="579240" y="5369760"/>
            <a:ext cx="440640" cy="440640"/>
          </a:xfrm>
          <a:custGeom>
            <a:avLst/>
            <a:gdLst/>
            <a:ahLst/>
            <a:rect l="l" t="t" r="r" b="b"/>
            <a:pathLst>
              <a:path w="441339" h="441339">
                <a:moveTo>
                  <a:pt x="220670" y="0"/>
                </a:moveTo>
                <a:lnTo>
                  <a:pt x="220670" y="0"/>
                </a:lnTo>
                <a:cubicBezTo>
                  <a:pt x="342461" y="0"/>
                  <a:pt x="441339" y="98879"/>
                  <a:pt x="441339" y="220670"/>
                </a:cubicBezTo>
                <a:lnTo>
                  <a:pt x="441339" y="220670"/>
                </a:lnTo>
                <a:cubicBezTo>
                  <a:pt x="441339" y="342461"/>
                  <a:pt x="342461" y="441339"/>
                  <a:pt x="220670" y="441339"/>
                </a:cubicBezTo>
                <a:lnTo>
                  <a:pt x="220670" y="441339"/>
                </a:lnTo>
                <a:cubicBezTo>
                  <a:pt x="98879" y="441339"/>
                  <a:pt x="0" y="342461"/>
                  <a:pt x="0" y="220670"/>
                </a:cubicBezTo>
                <a:lnTo>
                  <a:pt x="0" y="220670"/>
                </a:lnTo>
                <a:cubicBezTo>
                  <a:pt x="0" y="98879"/>
                  <a:pt x="98879" y="0"/>
                  <a:pt x="220670" y="0"/>
                </a:cubicBezTo>
                <a:close/>
              </a:path>
            </a:pathLst>
          </a:custGeom>
          <a:solidFill>
            <a:srgbClr val="c9a36a">
              <a:alpha val="20000"/>
            </a:srgbClr>
          </a:solidFill>
          <a:ln w="0">
            <a:noFill/>
          </a:ln>
        </p:spPr>
        <p:style>
          <a:lnRef idx="0"/>
          <a:fillRef idx="0"/>
          <a:effectRef idx="0"/>
          <a:fontRef idx="minor"/>
        </p:style>
      </p:sp>
      <p:sp>
        <p:nvSpPr>
          <p:cNvPr id="218" name="Shape 18"/>
          <p:cNvSpPr/>
          <p:nvPr/>
        </p:nvSpPr>
        <p:spPr>
          <a:xfrm>
            <a:off x="708120" y="5498280"/>
            <a:ext cx="183240" cy="183240"/>
          </a:xfrm>
          <a:custGeom>
            <a:avLst/>
            <a:gdLst/>
            <a:ahLst/>
            <a:rect l="l" t="t" r="r" b="b"/>
            <a:pathLst>
              <a:path w="183891" h="183891">
                <a:moveTo>
                  <a:pt x="103439" y="11493"/>
                </a:moveTo>
                <a:cubicBezTo>
                  <a:pt x="103439" y="17850"/>
                  <a:pt x="108575" y="22986"/>
                  <a:pt x="114932" y="22986"/>
                </a:cubicBezTo>
                <a:lnTo>
                  <a:pt x="129299" y="22986"/>
                </a:lnTo>
                <a:cubicBezTo>
                  <a:pt x="134076" y="22986"/>
                  <a:pt x="137919" y="26829"/>
                  <a:pt x="137919" y="31606"/>
                </a:cubicBezTo>
                <a:cubicBezTo>
                  <a:pt x="137919" y="36383"/>
                  <a:pt x="134076" y="40226"/>
                  <a:pt x="129299" y="40226"/>
                </a:cubicBezTo>
                <a:lnTo>
                  <a:pt x="11493" y="40226"/>
                </a:lnTo>
                <a:cubicBezTo>
                  <a:pt x="5136" y="40226"/>
                  <a:pt x="0" y="45362"/>
                  <a:pt x="0" y="51719"/>
                </a:cubicBezTo>
                <a:cubicBezTo>
                  <a:pt x="0" y="58077"/>
                  <a:pt x="5136" y="63213"/>
                  <a:pt x="11493" y="63213"/>
                </a:cubicBezTo>
                <a:lnTo>
                  <a:pt x="129299" y="63213"/>
                </a:lnTo>
                <a:cubicBezTo>
                  <a:pt x="146754" y="63213"/>
                  <a:pt x="160905" y="49062"/>
                  <a:pt x="160905" y="31606"/>
                </a:cubicBezTo>
                <a:cubicBezTo>
                  <a:pt x="160905" y="14151"/>
                  <a:pt x="146754" y="0"/>
                  <a:pt x="129299" y="0"/>
                </a:cubicBezTo>
                <a:lnTo>
                  <a:pt x="114932" y="0"/>
                </a:lnTo>
                <a:cubicBezTo>
                  <a:pt x="108575" y="0"/>
                  <a:pt x="103439" y="5136"/>
                  <a:pt x="103439" y="11493"/>
                </a:cubicBezTo>
                <a:close/>
                <a:moveTo>
                  <a:pt x="126425" y="137919"/>
                </a:moveTo>
                <a:cubicBezTo>
                  <a:pt x="126425" y="144276"/>
                  <a:pt x="131561" y="149412"/>
                  <a:pt x="137919" y="149412"/>
                </a:cubicBezTo>
                <a:lnTo>
                  <a:pt x="149412" y="149412"/>
                </a:lnTo>
                <a:cubicBezTo>
                  <a:pt x="168447" y="149412"/>
                  <a:pt x="183891" y="133968"/>
                  <a:pt x="183891" y="114932"/>
                </a:cubicBezTo>
                <a:cubicBezTo>
                  <a:pt x="183891" y="95896"/>
                  <a:pt x="168447" y="80452"/>
                  <a:pt x="149412" y="80452"/>
                </a:cubicBezTo>
                <a:lnTo>
                  <a:pt x="11493" y="80452"/>
                </a:lnTo>
                <a:cubicBezTo>
                  <a:pt x="5136" y="80452"/>
                  <a:pt x="0" y="85589"/>
                  <a:pt x="0" y="91946"/>
                </a:cubicBezTo>
                <a:cubicBezTo>
                  <a:pt x="0" y="98303"/>
                  <a:pt x="5136" y="103439"/>
                  <a:pt x="11493" y="103439"/>
                </a:cubicBezTo>
                <a:lnTo>
                  <a:pt x="149412" y="103439"/>
                </a:lnTo>
                <a:cubicBezTo>
                  <a:pt x="155769" y="103439"/>
                  <a:pt x="160905" y="108575"/>
                  <a:pt x="160905" y="114932"/>
                </a:cubicBezTo>
                <a:cubicBezTo>
                  <a:pt x="160905" y="121289"/>
                  <a:pt x="155769" y="126425"/>
                  <a:pt x="149412" y="126425"/>
                </a:cubicBezTo>
                <a:lnTo>
                  <a:pt x="137919" y="126425"/>
                </a:lnTo>
                <a:cubicBezTo>
                  <a:pt x="131561" y="126425"/>
                  <a:pt x="126425" y="131561"/>
                  <a:pt x="126425" y="137919"/>
                </a:cubicBezTo>
                <a:close/>
                <a:moveTo>
                  <a:pt x="45973" y="183891"/>
                </a:moveTo>
                <a:lnTo>
                  <a:pt x="60339" y="183891"/>
                </a:lnTo>
                <a:cubicBezTo>
                  <a:pt x="77795" y="183891"/>
                  <a:pt x="91946" y="169740"/>
                  <a:pt x="91946" y="152285"/>
                </a:cubicBezTo>
                <a:cubicBezTo>
                  <a:pt x="91946" y="134830"/>
                  <a:pt x="77795" y="120679"/>
                  <a:pt x="60339" y="120679"/>
                </a:cubicBezTo>
                <a:lnTo>
                  <a:pt x="11493" y="120679"/>
                </a:lnTo>
                <a:cubicBezTo>
                  <a:pt x="5136" y="120679"/>
                  <a:pt x="0" y="125815"/>
                  <a:pt x="0" y="132172"/>
                </a:cubicBezTo>
                <a:cubicBezTo>
                  <a:pt x="0" y="138529"/>
                  <a:pt x="5136" y="143665"/>
                  <a:pt x="11493" y="143665"/>
                </a:cubicBezTo>
                <a:lnTo>
                  <a:pt x="60339" y="143665"/>
                </a:lnTo>
                <a:cubicBezTo>
                  <a:pt x="65116" y="143665"/>
                  <a:pt x="68959" y="147508"/>
                  <a:pt x="68959" y="152285"/>
                </a:cubicBezTo>
                <a:cubicBezTo>
                  <a:pt x="68959" y="157062"/>
                  <a:pt x="65116" y="160905"/>
                  <a:pt x="60339" y="160905"/>
                </a:cubicBezTo>
                <a:lnTo>
                  <a:pt x="45973" y="160905"/>
                </a:lnTo>
                <a:cubicBezTo>
                  <a:pt x="39616" y="160905"/>
                  <a:pt x="34480" y="166041"/>
                  <a:pt x="34480" y="172398"/>
                </a:cubicBezTo>
                <a:cubicBezTo>
                  <a:pt x="34480" y="178755"/>
                  <a:pt x="39616" y="183891"/>
                  <a:pt x="45973" y="183891"/>
                </a:cubicBezTo>
                <a:close/>
              </a:path>
            </a:pathLst>
          </a:custGeom>
          <a:solidFill>
            <a:srgbClr val="c9a36a"/>
          </a:solidFill>
          <a:ln w="0">
            <a:noFill/>
          </a:ln>
        </p:spPr>
        <p:style>
          <a:lnRef idx="0"/>
          <a:fillRef idx="0"/>
          <a:effectRef idx="0"/>
          <a:fontRef idx="minor"/>
        </p:style>
      </p:sp>
      <p:sp>
        <p:nvSpPr>
          <p:cNvPr id="219" name="Text 19"/>
          <p:cNvSpPr/>
          <p:nvPr/>
        </p:nvSpPr>
        <p:spPr>
          <a:xfrm>
            <a:off x="1130760" y="5443200"/>
            <a:ext cx="2058840" cy="29340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740" spc="-1" strike="noStrike">
                <a:solidFill>
                  <a:srgbClr val="f2f2f2"/>
                </a:solidFill>
                <a:latin typeface="Oranienbaum"/>
                <a:ea typeface="Oranienbaum"/>
              </a:rPr>
              <a:t>Directional Brushwork</a:t>
            </a:r>
            <a:endParaRPr b="0" lang="en-HK" sz="1740" spc="-1" strike="noStrike">
              <a:latin typeface="Arial"/>
            </a:endParaRPr>
          </a:p>
        </p:txBody>
      </p:sp>
      <p:sp>
        <p:nvSpPr>
          <p:cNvPr id="220" name="Text 20"/>
          <p:cNvSpPr/>
          <p:nvPr/>
        </p:nvSpPr>
        <p:spPr>
          <a:xfrm>
            <a:off x="579240" y="5958000"/>
            <a:ext cx="5295240" cy="71640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160" spc="-1" strike="noStrike">
                <a:solidFill>
                  <a:srgbClr val="b8b8b8"/>
                </a:solidFill>
                <a:latin typeface="Quattrocento Sans"/>
                <a:ea typeface="Quattrocento Sans"/>
              </a:rPr>
              <a:t>His brushstrokes </a:t>
            </a:r>
            <a:r>
              <a:rPr b="0" lang="en-US" sz="1160" spc="-1" strike="noStrike">
                <a:solidFill>
                  <a:srgbClr val="f2f2f2"/>
                </a:solidFill>
                <a:latin typeface="Quattrocento Sans"/>
                <a:ea typeface="Quattrocento Sans"/>
              </a:rPr>
              <a:t>follow the form</a:t>
            </a:r>
            <a:r>
              <a:rPr b="0" lang="en-US" sz="1160" spc="-1" strike="noStrike">
                <a:solidFill>
                  <a:srgbClr val="b8b8b8"/>
                </a:solidFill>
                <a:latin typeface="Quattrocento Sans"/>
                <a:ea typeface="Quattrocento Sans"/>
              </a:rPr>
              <a:t> of what he painted—radiating like sunlight, undulating like earth, swirling like wind. This creates visual movement that makes static paintings feel alive with energy.</a:t>
            </a:r>
            <a:endParaRPr b="0" lang="en-HK" sz="1160" spc="-1" strike="noStrike">
              <a:latin typeface="Arial"/>
            </a:endParaRPr>
          </a:p>
        </p:txBody>
      </p:sp>
      <p:sp>
        <p:nvSpPr>
          <p:cNvPr id="221" name="Shape 21"/>
          <p:cNvSpPr/>
          <p:nvPr/>
        </p:nvSpPr>
        <p:spPr>
          <a:xfrm>
            <a:off x="6221160" y="1452600"/>
            <a:ext cx="5603400" cy="3585240"/>
          </a:xfrm>
          <a:custGeom>
            <a:avLst/>
            <a:gdLst/>
            <a:ahLst/>
            <a:rect l="l" t="t" r="r" b="b"/>
            <a:pathLst>
              <a:path w="5604090" h="3585882">
                <a:moveTo>
                  <a:pt x="27584" y="0"/>
                </a:moveTo>
                <a:lnTo>
                  <a:pt x="5530544" y="0"/>
                </a:lnTo>
                <a:cubicBezTo>
                  <a:pt x="5571163" y="0"/>
                  <a:pt x="5604090" y="32928"/>
                  <a:pt x="5604090" y="73546"/>
                </a:cubicBezTo>
                <a:lnTo>
                  <a:pt x="5604090" y="3512336"/>
                </a:lnTo>
                <a:cubicBezTo>
                  <a:pt x="5604090" y="3552954"/>
                  <a:pt x="5571163" y="3585882"/>
                  <a:pt x="5530544" y="3585882"/>
                </a:cubicBezTo>
                <a:lnTo>
                  <a:pt x="27584" y="3585882"/>
                </a:lnTo>
                <a:cubicBezTo>
                  <a:pt x="12350" y="3585882"/>
                  <a:pt x="0" y="3573533"/>
                  <a:pt x="0" y="3558299"/>
                </a:cubicBezTo>
                <a:lnTo>
                  <a:pt x="0" y="27584"/>
                </a:lnTo>
                <a:cubicBezTo>
                  <a:pt x="0" y="12350"/>
                  <a:pt x="12350" y="0"/>
                  <a:pt x="27584" y="0"/>
                </a:cubicBezTo>
                <a:close/>
              </a:path>
            </a:pathLst>
          </a:custGeom>
          <a:solidFill>
            <a:srgbClr val="1a1a1a"/>
          </a:solidFill>
          <a:ln w="0">
            <a:noFill/>
          </a:ln>
        </p:spPr>
        <p:style>
          <a:lnRef idx="0"/>
          <a:fillRef idx="0"/>
          <a:effectRef idx="0"/>
          <a:fontRef idx="minor"/>
        </p:style>
      </p:sp>
      <p:sp>
        <p:nvSpPr>
          <p:cNvPr id="222" name="Shape 22"/>
          <p:cNvSpPr/>
          <p:nvPr/>
        </p:nvSpPr>
        <p:spPr>
          <a:xfrm>
            <a:off x="6221160" y="1452600"/>
            <a:ext cx="27000" cy="3585240"/>
          </a:xfrm>
          <a:custGeom>
            <a:avLst/>
            <a:gdLst/>
            <a:ahLst/>
            <a:rect l="l" t="t" r="r" b="b"/>
            <a:pathLst>
              <a:path w="27584" h="3585882">
                <a:moveTo>
                  <a:pt x="27584" y="0"/>
                </a:moveTo>
                <a:lnTo>
                  <a:pt x="27584" y="0"/>
                </a:lnTo>
                <a:lnTo>
                  <a:pt x="27584" y="3585882"/>
                </a:lnTo>
                <a:lnTo>
                  <a:pt x="27584" y="3585882"/>
                </a:lnTo>
                <a:cubicBezTo>
                  <a:pt x="12350" y="3585882"/>
                  <a:pt x="0" y="3573533"/>
                  <a:pt x="0" y="3558299"/>
                </a:cubicBezTo>
                <a:lnTo>
                  <a:pt x="0" y="27584"/>
                </a:lnTo>
                <a:cubicBezTo>
                  <a:pt x="0" y="12360"/>
                  <a:pt x="12360" y="0"/>
                  <a:pt x="27584" y="0"/>
                </a:cubicBezTo>
                <a:close/>
              </a:path>
            </a:pathLst>
          </a:custGeom>
          <a:solidFill>
            <a:srgbClr val="c9a36a"/>
          </a:solidFill>
          <a:ln w="0">
            <a:noFill/>
          </a:ln>
        </p:spPr>
        <p:style>
          <a:lnRef idx="0"/>
          <a:fillRef idx="0"/>
          <a:effectRef idx="0"/>
          <a:fontRef idx="minor"/>
        </p:style>
      </p:sp>
      <p:sp>
        <p:nvSpPr>
          <p:cNvPr id="223" name="Shape 23"/>
          <p:cNvSpPr/>
          <p:nvPr/>
        </p:nvSpPr>
        <p:spPr>
          <a:xfrm>
            <a:off x="6418800" y="1636560"/>
            <a:ext cx="440640" cy="440640"/>
          </a:xfrm>
          <a:custGeom>
            <a:avLst/>
            <a:gdLst/>
            <a:ahLst/>
            <a:rect l="l" t="t" r="r" b="b"/>
            <a:pathLst>
              <a:path w="441339" h="441339">
                <a:moveTo>
                  <a:pt x="220670" y="0"/>
                </a:moveTo>
                <a:lnTo>
                  <a:pt x="220670" y="0"/>
                </a:lnTo>
                <a:cubicBezTo>
                  <a:pt x="342461" y="0"/>
                  <a:pt x="441339" y="98879"/>
                  <a:pt x="441339" y="220670"/>
                </a:cubicBezTo>
                <a:lnTo>
                  <a:pt x="441339" y="220670"/>
                </a:lnTo>
                <a:cubicBezTo>
                  <a:pt x="441339" y="342461"/>
                  <a:pt x="342461" y="441339"/>
                  <a:pt x="220670" y="441339"/>
                </a:cubicBezTo>
                <a:lnTo>
                  <a:pt x="220670" y="441339"/>
                </a:lnTo>
                <a:cubicBezTo>
                  <a:pt x="98879" y="441339"/>
                  <a:pt x="0" y="342461"/>
                  <a:pt x="0" y="220670"/>
                </a:cubicBezTo>
                <a:lnTo>
                  <a:pt x="0" y="220670"/>
                </a:lnTo>
                <a:cubicBezTo>
                  <a:pt x="0" y="98879"/>
                  <a:pt x="98879" y="0"/>
                  <a:pt x="220670" y="0"/>
                </a:cubicBezTo>
                <a:close/>
              </a:path>
            </a:pathLst>
          </a:custGeom>
          <a:solidFill>
            <a:srgbClr val="c9a36a">
              <a:alpha val="20000"/>
            </a:srgbClr>
          </a:solidFill>
          <a:ln w="0">
            <a:noFill/>
          </a:ln>
        </p:spPr>
        <p:style>
          <a:lnRef idx="0"/>
          <a:fillRef idx="0"/>
          <a:effectRef idx="0"/>
          <a:fontRef idx="minor"/>
        </p:style>
      </p:sp>
      <p:sp>
        <p:nvSpPr>
          <p:cNvPr id="224" name="Shape 24"/>
          <p:cNvSpPr/>
          <p:nvPr/>
        </p:nvSpPr>
        <p:spPr>
          <a:xfrm>
            <a:off x="6547680" y="1765440"/>
            <a:ext cx="183240" cy="183240"/>
          </a:xfrm>
          <a:custGeom>
            <a:avLst/>
            <a:gdLst/>
            <a:ahLst/>
            <a:rect l="l" t="t" r="r" b="b"/>
            <a:pathLst>
              <a:path w="183891" h="183891">
                <a:moveTo>
                  <a:pt x="183891" y="91946"/>
                </a:moveTo>
                <a:cubicBezTo>
                  <a:pt x="183891" y="92269"/>
                  <a:pt x="183891" y="92592"/>
                  <a:pt x="183891" y="92915"/>
                </a:cubicBezTo>
                <a:cubicBezTo>
                  <a:pt x="183748" y="106025"/>
                  <a:pt x="171824" y="114932"/>
                  <a:pt x="158714" y="114932"/>
                </a:cubicBezTo>
                <a:lnTo>
                  <a:pt x="123552" y="114932"/>
                </a:lnTo>
                <a:cubicBezTo>
                  <a:pt x="114034" y="114932"/>
                  <a:pt x="106312" y="122654"/>
                  <a:pt x="106312" y="132172"/>
                </a:cubicBezTo>
                <a:cubicBezTo>
                  <a:pt x="106312" y="133393"/>
                  <a:pt x="106456" y="134578"/>
                  <a:pt x="106671" y="135728"/>
                </a:cubicBezTo>
                <a:cubicBezTo>
                  <a:pt x="107426" y="139391"/>
                  <a:pt x="109006" y="142911"/>
                  <a:pt x="110550" y="146467"/>
                </a:cubicBezTo>
                <a:cubicBezTo>
                  <a:pt x="112741" y="151423"/>
                  <a:pt x="114896" y="156344"/>
                  <a:pt x="114896" y="161551"/>
                </a:cubicBezTo>
                <a:cubicBezTo>
                  <a:pt x="114896" y="172973"/>
                  <a:pt x="107138" y="183353"/>
                  <a:pt x="95717" y="183820"/>
                </a:cubicBezTo>
                <a:cubicBezTo>
                  <a:pt x="94460" y="183855"/>
                  <a:pt x="93203" y="183891"/>
                  <a:pt x="91910" y="183891"/>
                </a:cubicBezTo>
                <a:cubicBezTo>
                  <a:pt x="41124" y="183891"/>
                  <a:pt x="-36" y="142731"/>
                  <a:pt x="-36" y="91946"/>
                </a:cubicBezTo>
                <a:cubicBezTo>
                  <a:pt x="-36" y="41160"/>
                  <a:pt x="41160" y="0"/>
                  <a:pt x="91946" y="0"/>
                </a:cubicBezTo>
                <a:cubicBezTo>
                  <a:pt x="142731" y="0"/>
                  <a:pt x="183891" y="41160"/>
                  <a:pt x="183891" y="91946"/>
                </a:cubicBezTo>
                <a:close/>
                <a:moveTo>
                  <a:pt x="45973" y="103439"/>
                </a:moveTo>
                <a:cubicBezTo>
                  <a:pt x="45973" y="97096"/>
                  <a:pt x="40823" y="91946"/>
                  <a:pt x="34480" y="91946"/>
                </a:cubicBezTo>
                <a:cubicBezTo>
                  <a:pt x="28136" y="91946"/>
                  <a:pt x="22986" y="97096"/>
                  <a:pt x="22986" y="103439"/>
                </a:cubicBezTo>
                <a:cubicBezTo>
                  <a:pt x="22986" y="109782"/>
                  <a:pt x="28136" y="114932"/>
                  <a:pt x="34480" y="114932"/>
                </a:cubicBezTo>
                <a:cubicBezTo>
                  <a:pt x="40823" y="114932"/>
                  <a:pt x="45973" y="109782"/>
                  <a:pt x="45973" y="103439"/>
                </a:cubicBezTo>
                <a:close/>
                <a:moveTo>
                  <a:pt x="45973" y="68959"/>
                </a:moveTo>
                <a:cubicBezTo>
                  <a:pt x="52316" y="68959"/>
                  <a:pt x="57466" y="63809"/>
                  <a:pt x="57466" y="57466"/>
                </a:cubicBezTo>
                <a:cubicBezTo>
                  <a:pt x="57466" y="51123"/>
                  <a:pt x="52316" y="45973"/>
                  <a:pt x="45973" y="45973"/>
                </a:cubicBezTo>
                <a:cubicBezTo>
                  <a:pt x="39630" y="45973"/>
                  <a:pt x="34480" y="51123"/>
                  <a:pt x="34480" y="57466"/>
                </a:cubicBezTo>
                <a:cubicBezTo>
                  <a:pt x="34480" y="63809"/>
                  <a:pt x="39630" y="68959"/>
                  <a:pt x="45973" y="68959"/>
                </a:cubicBezTo>
                <a:close/>
                <a:moveTo>
                  <a:pt x="103439" y="34480"/>
                </a:moveTo>
                <a:cubicBezTo>
                  <a:pt x="103439" y="28136"/>
                  <a:pt x="98289" y="22986"/>
                  <a:pt x="91946" y="22986"/>
                </a:cubicBezTo>
                <a:cubicBezTo>
                  <a:pt x="85602" y="22986"/>
                  <a:pt x="80452" y="28136"/>
                  <a:pt x="80452" y="34480"/>
                </a:cubicBezTo>
                <a:cubicBezTo>
                  <a:pt x="80452" y="40823"/>
                  <a:pt x="85602" y="45973"/>
                  <a:pt x="91946" y="45973"/>
                </a:cubicBezTo>
                <a:cubicBezTo>
                  <a:pt x="98289" y="45973"/>
                  <a:pt x="103439" y="40823"/>
                  <a:pt x="103439" y="34480"/>
                </a:cubicBezTo>
                <a:close/>
                <a:moveTo>
                  <a:pt x="137919" y="68959"/>
                </a:moveTo>
                <a:cubicBezTo>
                  <a:pt x="144262" y="68959"/>
                  <a:pt x="149412" y="63809"/>
                  <a:pt x="149412" y="57466"/>
                </a:cubicBezTo>
                <a:cubicBezTo>
                  <a:pt x="149412" y="51123"/>
                  <a:pt x="144262" y="45973"/>
                  <a:pt x="137919" y="45973"/>
                </a:cubicBezTo>
                <a:cubicBezTo>
                  <a:pt x="131575" y="45973"/>
                  <a:pt x="126425" y="51123"/>
                  <a:pt x="126425" y="57466"/>
                </a:cubicBezTo>
                <a:cubicBezTo>
                  <a:pt x="126425" y="63809"/>
                  <a:pt x="131575" y="68959"/>
                  <a:pt x="137919" y="68959"/>
                </a:cubicBezTo>
                <a:close/>
              </a:path>
            </a:pathLst>
          </a:custGeom>
          <a:solidFill>
            <a:srgbClr val="c9a36a"/>
          </a:solidFill>
          <a:ln w="0">
            <a:noFill/>
          </a:ln>
        </p:spPr>
        <p:style>
          <a:lnRef idx="0"/>
          <a:fillRef idx="0"/>
          <a:effectRef idx="0"/>
          <a:fontRef idx="minor"/>
        </p:style>
      </p:sp>
      <p:sp>
        <p:nvSpPr>
          <p:cNvPr id="225" name="Text 25"/>
          <p:cNvSpPr/>
          <p:nvPr/>
        </p:nvSpPr>
        <p:spPr>
          <a:xfrm>
            <a:off x="6970320" y="1710360"/>
            <a:ext cx="1985400" cy="29340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740" spc="-1" strike="noStrike">
                <a:solidFill>
                  <a:srgbClr val="f2f2f2"/>
                </a:solidFill>
                <a:latin typeface="Oranienbaum"/>
                <a:ea typeface="Oranienbaum"/>
              </a:rPr>
              <a:t>Color Theory Mastery</a:t>
            </a:r>
            <a:endParaRPr b="0" lang="en-HK" sz="1740" spc="-1" strike="noStrike">
              <a:latin typeface="Arial"/>
            </a:endParaRPr>
          </a:p>
        </p:txBody>
      </p:sp>
      <p:sp>
        <p:nvSpPr>
          <p:cNvPr id="226" name="Text 26"/>
          <p:cNvSpPr/>
          <p:nvPr/>
        </p:nvSpPr>
        <p:spPr>
          <a:xfrm>
            <a:off x="6418800" y="2225160"/>
            <a:ext cx="5295240" cy="71640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160" spc="-1" strike="noStrike">
                <a:solidFill>
                  <a:srgbClr val="b8b8b8"/>
                </a:solidFill>
                <a:latin typeface="Quattrocento Sans"/>
                <a:ea typeface="Quattrocento Sans"/>
              </a:rPr>
              <a:t>Van Gogh used </a:t>
            </a:r>
            <a:r>
              <a:rPr b="0" lang="en-US" sz="1160" spc="-1" strike="noStrike">
                <a:solidFill>
                  <a:srgbClr val="f2f2f2"/>
                </a:solidFill>
                <a:latin typeface="Quattrocento Sans"/>
                <a:ea typeface="Quattrocento Sans"/>
              </a:rPr>
              <a:t>complementary colors</a:t>
            </a:r>
            <a:r>
              <a:rPr b="0" lang="en-US" sz="1160" spc="-1" strike="noStrike">
                <a:solidFill>
                  <a:srgbClr val="b8b8b8"/>
                </a:solidFill>
                <a:latin typeface="Quattrocento Sans"/>
                <a:ea typeface="Quattrocento Sans"/>
              </a:rPr>
              <a:t> (blue-orange, yellow-purple, red-green) in bold contrasts to create visual vibration and emotional intensity. He painted not what he saw, but what he felt.</a:t>
            </a:r>
            <a:endParaRPr b="0" lang="en-HK" sz="1160" spc="-1" strike="noStrike">
              <a:latin typeface="Arial"/>
            </a:endParaRPr>
          </a:p>
        </p:txBody>
      </p:sp>
      <p:sp>
        <p:nvSpPr>
          <p:cNvPr id="227" name="Shape 27"/>
          <p:cNvSpPr/>
          <p:nvPr/>
        </p:nvSpPr>
        <p:spPr>
          <a:xfrm>
            <a:off x="6418800" y="3089520"/>
            <a:ext cx="1663560" cy="587880"/>
          </a:xfrm>
          <a:custGeom>
            <a:avLst/>
            <a:gdLst/>
            <a:ahLst/>
            <a:rect l="l" t="t" r="r" b="b"/>
            <a:pathLst>
              <a:path w="1664217" h="588452">
                <a:moveTo>
                  <a:pt x="36778" y="0"/>
                </a:moveTo>
                <a:lnTo>
                  <a:pt x="1627439" y="0"/>
                </a:lnTo>
                <a:cubicBezTo>
                  <a:pt x="1647751" y="0"/>
                  <a:pt x="1664217" y="16466"/>
                  <a:pt x="1664217" y="36778"/>
                </a:cubicBezTo>
                <a:lnTo>
                  <a:pt x="1664217" y="551674"/>
                </a:lnTo>
                <a:cubicBezTo>
                  <a:pt x="1664217" y="571986"/>
                  <a:pt x="1647751" y="588452"/>
                  <a:pt x="1627439" y="588452"/>
                </a:cubicBezTo>
                <a:lnTo>
                  <a:pt x="36778" y="588452"/>
                </a:lnTo>
                <a:cubicBezTo>
                  <a:pt x="16466" y="588452"/>
                  <a:pt x="0" y="571986"/>
                  <a:pt x="0" y="551674"/>
                </a:cubicBezTo>
                <a:lnTo>
                  <a:pt x="0" y="36778"/>
                </a:lnTo>
                <a:cubicBezTo>
                  <a:pt x="0" y="16480"/>
                  <a:pt x="16480" y="0"/>
                  <a:pt x="36778" y="0"/>
                </a:cubicBezTo>
                <a:close/>
              </a:path>
            </a:pathLst>
          </a:custGeom>
          <a:gradFill rotWithShape="0">
            <a:gsLst>
              <a:gs pos="0">
                <a:srgbClr val="4169e1"/>
              </a:gs>
              <a:gs pos="100000">
                <a:srgbClr val="ffd700"/>
              </a:gs>
            </a:gsLst>
            <a:lin ang="2700000"/>
          </a:gradFill>
          <a:ln w="0">
            <a:noFill/>
          </a:ln>
        </p:spPr>
        <p:style>
          <a:lnRef idx="0"/>
          <a:fillRef idx="0"/>
          <a:effectRef idx="0"/>
          <a:fontRef idx="minor"/>
        </p:style>
      </p:sp>
      <p:sp>
        <p:nvSpPr>
          <p:cNvPr id="228" name="Text 28"/>
          <p:cNvSpPr/>
          <p:nvPr/>
        </p:nvSpPr>
        <p:spPr>
          <a:xfrm>
            <a:off x="6391080" y="3751560"/>
            <a:ext cx="1718640" cy="146520"/>
          </a:xfrm>
          <a:prstGeom prst="rect">
            <a:avLst/>
          </a:prstGeom>
          <a:noFill/>
          <a:ln w="0">
            <a:noFill/>
          </a:ln>
        </p:spPr>
        <p:style>
          <a:lnRef idx="0"/>
          <a:fillRef idx="0"/>
          <a:effectRef idx="0"/>
          <a:fontRef idx="minor"/>
        </p:style>
        <p:txBody>
          <a:bodyPr lIns="0" rIns="0" tIns="0" bIns="0" anchor="ctr">
            <a:noAutofit/>
          </a:bodyPr>
          <a:p>
            <a:pPr algn="ctr">
              <a:lnSpc>
                <a:spcPct val="110000"/>
              </a:lnSpc>
              <a:buNone/>
            </a:pPr>
            <a:r>
              <a:rPr b="0" lang="en-US" sz="870" spc="-1" strike="noStrike">
                <a:solidFill>
                  <a:srgbClr val="a3a3a3"/>
                </a:solidFill>
                <a:latin typeface="Quattrocento Sans"/>
                <a:ea typeface="Quattrocento Sans"/>
              </a:rPr>
              <a:t>Blue/Yellow</a:t>
            </a:r>
            <a:endParaRPr b="0" lang="en-HK" sz="870" spc="-1" strike="noStrike">
              <a:latin typeface="Arial"/>
            </a:endParaRPr>
          </a:p>
        </p:txBody>
      </p:sp>
      <p:sp>
        <p:nvSpPr>
          <p:cNvPr id="229" name="Shape 29"/>
          <p:cNvSpPr/>
          <p:nvPr/>
        </p:nvSpPr>
        <p:spPr>
          <a:xfrm>
            <a:off x="8196840" y="3089520"/>
            <a:ext cx="1663560" cy="587880"/>
          </a:xfrm>
          <a:custGeom>
            <a:avLst/>
            <a:gdLst/>
            <a:ahLst/>
            <a:rect l="l" t="t" r="r" b="b"/>
            <a:pathLst>
              <a:path w="1664217" h="588452">
                <a:moveTo>
                  <a:pt x="36778" y="0"/>
                </a:moveTo>
                <a:lnTo>
                  <a:pt x="1627439" y="0"/>
                </a:lnTo>
                <a:cubicBezTo>
                  <a:pt x="1647751" y="0"/>
                  <a:pt x="1664217" y="16466"/>
                  <a:pt x="1664217" y="36778"/>
                </a:cubicBezTo>
                <a:lnTo>
                  <a:pt x="1664217" y="551674"/>
                </a:lnTo>
                <a:cubicBezTo>
                  <a:pt x="1664217" y="571986"/>
                  <a:pt x="1647751" y="588452"/>
                  <a:pt x="1627439" y="588452"/>
                </a:cubicBezTo>
                <a:lnTo>
                  <a:pt x="36778" y="588452"/>
                </a:lnTo>
                <a:cubicBezTo>
                  <a:pt x="16466" y="588452"/>
                  <a:pt x="0" y="571986"/>
                  <a:pt x="0" y="551674"/>
                </a:cubicBezTo>
                <a:lnTo>
                  <a:pt x="0" y="36778"/>
                </a:lnTo>
                <a:cubicBezTo>
                  <a:pt x="0" y="16480"/>
                  <a:pt x="16480" y="0"/>
                  <a:pt x="36778" y="0"/>
                </a:cubicBezTo>
                <a:close/>
              </a:path>
            </a:pathLst>
          </a:custGeom>
          <a:gradFill rotWithShape="0">
            <a:gsLst>
              <a:gs pos="0">
                <a:srgbClr val="ff6347"/>
              </a:gs>
              <a:gs pos="100000">
                <a:srgbClr val="40e0d0"/>
              </a:gs>
            </a:gsLst>
            <a:lin ang="2700000"/>
          </a:gradFill>
          <a:ln w="0">
            <a:noFill/>
          </a:ln>
        </p:spPr>
        <p:style>
          <a:lnRef idx="0"/>
          <a:fillRef idx="0"/>
          <a:effectRef idx="0"/>
          <a:fontRef idx="minor"/>
        </p:style>
      </p:sp>
      <p:sp>
        <p:nvSpPr>
          <p:cNvPr id="230" name="Text 30"/>
          <p:cNvSpPr/>
          <p:nvPr/>
        </p:nvSpPr>
        <p:spPr>
          <a:xfrm>
            <a:off x="8169120" y="3751560"/>
            <a:ext cx="1718640" cy="146520"/>
          </a:xfrm>
          <a:prstGeom prst="rect">
            <a:avLst/>
          </a:prstGeom>
          <a:noFill/>
          <a:ln w="0">
            <a:noFill/>
          </a:ln>
        </p:spPr>
        <p:style>
          <a:lnRef idx="0"/>
          <a:fillRef idx="0"/>
          <a:effectRef idx="0"/>
          <a:fontRef idx="minor"/>
        </p:style>
        <p:txBody>
          <a:bodyPr lIns="0" rIns="0" tIns="0" bIns="0" anchor="ctr">
            <a:noAutofit/>
          </a:bodyPr>
          <a:p>
            <a:pPr algn="ctr">
              <a:lnSpc>
                <a:spcPct val="110000"/>
              </a:lnSpc>
              <a:buNone/>
            </a:pPr>
            <a:r>
              <a:rPr b="0" lang="en-US" sz="870" spc="-1" strike="noStrike">
                <a:solidFill>
                  <a:srgbClr val="a3a3a3"/>
                </a:solidFill>
                <a:latin typeface="Quattrocento Sans"/>
                <a:ea typeface="Quattrocento Sans"/>
              </a:rPr>
              <a:t>Red/Cyan</a:t>
            </a:r>
            <a:endParaRPr b="0" lang="en-HK" sz="870" spc="-1" strike="noStrike">
              <a:latin typeface="Arial"/>
            </a:endParaRPr>
          </a:p>
        </p:txBody>
      </p:sp>
      <p:sp>
        <p:nvSpPr>
          <p:cNvPr id="231" name="Shape 31"/>
          <p:cNvSpPr/>
          <p:nvPr/>
        </p:nvSpPr>
        <p:spPr>
          <a:xfrm>
            <a:off x="9974520" y="3089520"/>
            <a:ext cx="1663560" cy="587880"/>
          </a:xfrm>
          <a:custGeom>
            <a:avLst/>
            <a:gdLst/>
            <a:ahLst/>
            <a:rect l="l" t="t" r="r" b="b"/>
            <a:pathLst>
              <a:path w="1664217" h="588452">
                <a:moveTo>
                  <a:pt x="36778" y="0"/>
                </a:moveTo>
                <a:lnTo>
                  <a:pt x="1627439" y="0"/>
                </a:lnTo>
                <a:cubicBezTo>
                  <a:pt x="1647751" y="0"/>
                  <a:pt x="1664217" y="16466"/>
                  <a:pt x="1664217" y="36778"/>
                </a:cubicBezTo>
                <a:lnTo>
                  <a:pt x="1664217" y="551674"/>
                </a:lnTo>
                <a:cubicBezTo>
                  <a:pt x="1664217" y="571986"/>
                  <a:pt x="1647751" y="588452"/>
                  <a:pt x="1627439" y="588452"/>
                </a:cubicBezTo>
                <a:lnTo>
                  <a:pt x="36778" y="588452"/>
                </a:lnTo>
                <a:cubicBezTo>
                  <a:pt x="16466" y="588452"/>
                  <a:pt x="0" y="571986"/>
                  <a:pt x="0" y="551674"/>
                </a:cubicBezTo>
                <a:lnTo>
                  <a:pt x="0" y="36778"/>
                </a:lnTo>
                <a:cubicBezTo>
                  <a:pt x="0" y="16480"/>
                  <a:pt x="16480" y="0"/>
                  <a:pt x="36778" y="0"/>
                </a:cubicBezTo>
                <a:close/>
              </a:path>
            </a:pathLst>
          </a:custGeom>
          <a:gradFill rotWithShape="0">
            <a:gsLst>
              <a:gs pos="0">
                <a:srgbClr val="8b4513"/>
              </a:gs>
              <a:gs pos="100000">
                <a:srgbClr val="87ceeb"/>
              </a:gs>
            </a:gsLst>
            <a:lin ang="2700000"/>
          </a:gradFill>
          <a:ln w="0">
            <a:noFill/>
          </a:ln>
        </p:spPr>
        <p:style>
          <a:lnRef idx="0"/>
          <a:fillRef idx="0"/>
          <a:effectRef idx="0"/>
          <a:fontRef idx="minor"/>
        </p:style>
      </p:sp>
      <p:sp>
        <p:nvSpPr>
          <p:cNvPr id="232" name="Text 32"/>
          <p:cNvSpPr/>
          <p:nvPr/>
        </p:nvSpPr>
        <p:spPr>
          <a:xfrm>
            <a:off x="9947160" y="3751560"/>
            <a:ext cx="1718640" cy="146520"/>
          </a:xfrm>
          <a:prstGeom prst="rect">
            <a:avLst/>
          </a:prstGeom>
          <a:noFill/>
          <a:ln w="0">
            <a:noFill/>
          </a:ln>
        </p:spPr>
        <p:style>
          <a:lnRef idx="0"/>
          <a:fillRef idx="0"/>
          <a:effectRef idx="0"/>
          <a:fontRef idx="minor"/>
        </p:style>
        <p:txBody>
          <a:bodyPr lIns="0" rIns="0" tIns="0" bIns="0" anchor="ctr">
            <a:noAutofit/>
          </a:bodyPr>
          <a:p>
            <a:pPr algn="ctr">
              <a:lnSpc>
                <a:spcPct val="110000"/>
              </a:lnSpc>
              <a:buNone/>
            </a:pPr>
            <a:r>
              <a:rPr b="0" lang="en-US" sz="870" spc="-1" strike="noStrike">
                <a:solidFill>
                  <a:srgbClr val="a3a3a3"/>
                </a:solidFill>
                <a:latin typeface="Quattrocento Sans"/>
                <a:ea typeface="Quattrocento Sans"/>
              </a:rPr>
              <a:t>Brown/Sky</a:t>
            </a:r>
            <a:endParaRPr b="0" lang="en-HK" sz="870" spc="-1" strike="noStrike">
              <a:latin typeface="Arial"/>
            </a:endParaRPr>
          </a:p>
        </p:txBody>
      </p:sp>
      <p:sp>
        <p:nvSpPr>
          <p:cNvPr id="233" name="Shape 33"/>
          <p:cNvSpPr/>
          <p:nvPr/>
        </p:nvSpPr>
        <p:spPr>
          <a:xfrm>
            <a:off x="6418800" y="4045680"/>
            <a:ext cx="5221800" cy="808560"/>
          </a:xfrm>
          <a:custGeom>
            <a:avLst/>
            <a:gdLst/>
            <a:ahLst/>
            <a:rect l="l" t="t" r="r" b="b"/>
            <a:pathLst>
              <a:path w="5222516" h="809122">
                <a:moveTo>
                  <a:pt x="36775" y="0"/>
                </a:moveTo>
                <a:lnTo>
                  <a:pt x="5185741" y="0"/>
                </a:lnTo>
                <a:cubicBezTo>
                  <a:pt x="5206051" y="0"/>
                  <a:pt x="5222516" y="16465"/>
                  <a:pt x="5222516" y="36775"/>
                </a:cubicBezTo>
                <a:lnTo>
                  <a:pt x="5222516" y="772348"/>
                </a:lnTo>
                <a:cubicBezTo>
                  <a:pt x="5222516" y="792658"/>
                  <a:pt x="5206051" y="809122"/>
                  <a:pt x="5185741" y="809122"/>
                </a:cubicBezTo>
                <a:lnTo>
                  <a:pt x="36775" y="809122"/>
                </a:lnTo>
                <a:cubicBezTo>
                  <a:pt x="16465" y="809122"/>
                  <a:pt x="0" y="792658"/>
                  <a:pt x="0" y="772348"/>
                </a:cubicBezTo>
                <a:lnTo>
                  <a:pt x="0" y="36775"/>
                </a:lnTo>
                <a:cubicBezTo>
                  <a:pt x="0" y="16478"/>
                  <a:pt x="16478" y="0"/>
                  <a:pt x="36775" y="0"/>
                </a:cubicBezTo>
                <a:close/>
              </a:path>
            </a:pathLst>
          </a:custGeom>
          <a:solidFill>
            <a:srgbClr val="2b2b2b"/>
          </a:solidFill>
          <a:ln w="0">
            <a:noFill/>
          </a:ln>
        </p:spPr>
        <p:style>
          <a:lnRef idx="0"/>
          <a:fillRef idx="0"/>
          <a:effectRef idx="0"/>
          <a:fontRef idx="minor"/>
        </p:style>
      </p:sp>
      <p:sp>
        <p:nvSpPr>
          <p:cNvPr id="234" name="Text 34"/>
          <p:cNvSpPr/>
          <p:nvPr/>
        </p:nvSpPr>
        <p:spPr>
          <a:xfrm>
            <a:off x="6529320" y="4155840"/>
            <a:ext cx="5065560" cy="1832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010" spc="-1" strike="noStrike">
                <a:solidFill>
                  <a:srgbClr val="c9a36a"/>
                </a:solidFill>
                <a:latin typeface="Quattrocento Sans"/>
                <a:ea typeface="Quattrocento Sans"/>
              </a:rPr>
              <a:t>Philosophy:</a:t>
            </a:r>
            <a:endParaRPr b="0" lang="en-HK" sz="1010" spc="-1" strike="noStrike">
              <a:latin typeface="Arial"/>
            </a:endParaRPr>
          </a:p>
        </p:txBody>
      </p:sp>
      <p:sp>
        <p:nvSpPr>
          <p:cNvPr id="235" name="Text 35"/>
          <p:cNvSpPr/>
          <p:nvPr/>
        </p:nvSpPr>
        <p:spPr>
          <a:xfrm>
            <a:off x="6529320" y="4376520"/>
            <a:ext cx="5065560" cy="3672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1010" spc="-1" strike="noStrike">
                <a:solidFill>
                  <a:srgbClr val="b8b8b8"/>
                </a:solidFill>
                <a:latin typeface="Quattrocento Sans"/>
                <a:ea typeface="Quattrocento Sans"/>
              </a:rPr>
              <a:t>"Color expresses something in itself... I use color arbitrarily to express myself more forcefully."</a:t>
            </a:r>
            <a:endParaRPr b="0" lang="en-HK" sz="1010" spc="-1" strike="noStrike">
              <a:latin typeface="Arial"/>
            </a:endParaRPr>
          </a:p>
        </p:txBody>
      </p:sp>
      <p:sp>
        <p:nvSpPr>
          <p:cNvPr id="236" name="Shape 36"/>
          <p:cNvSpPr/>
          <p:nvPr/>
        </p:nvSpPr>
        <p:spPr>
          <a:xfrm>
            <a:off x="6221160" y="5185800"/>
            <a:ext cx="5603400" cy="1672560"/>
          </a:xfrm>
          <a:custGeom>
            <a:avLst/>
            <a:gdLst/>
            <a:ahLst/>
            <a:rect l="l" t="t" r="r" b="b"/>
            <a:pathLst>
              <a:path w="5604090" h="1673412">
                <a:moveTo>
                  <a:pt x="27584" y="0"/>
                </a:moveTo>
                <a:lnTo>
                  <a:pt x="5530527" y="0"/>
                </a:lnTo>
                <a:cubicBezTo>
                  <a:pt x="5571155" y="0"/>
                  <a:pt x="5604090" y="32935"/>
                  <a:pt x="5604090" y="73563"/>
                </a:cubicBezTo>
                <a:lnTo>
                  <a:pt x="5604090" y="1599849"/>
                </a:lnTo>
                <a:cubicBezTo>
                  <a:pt x="5604090" y="1640476"/>
                  <a:pt x="5571155" y="1673412"/>
                  <a:pt x="5530527" y="1673412"/>
                </a:cubicBezTo>
                <a:lnTo>
                  <a:pt x="27584" y="1673412"/>
                </a:lnTo>
                <a:cubicBezTo>
                  <a:pt x="12350" y="1673412"/>
                  <a:pt x="0" y="1661062"/>
                  <a:pt x="0" y="1645828"/>
                </a:cubicBezTo>
                <a:lnTo>
                  <a:pt x="0" y="27584"/>
                </a:lnTo>
                <a:cubicBezTo>
                  <a:pt x="0" y="12360"/>
                  <a:pt x="12360" y="0"/>
                  <a:pt x="27584" y="0"/>
                </a:cubicBezTo>
                <a:close/>
              </a:path>
            </a:pathLst>
          </a:custGeom>
          <a:solidFill>
            <a:srgbClr val="1a1a1a"/>
          </a:solidFill>
          <a:ln w="0">
            <a:noFill/>
          </a:ln>
        </p:spPr>
        <p:style>
          <a:lnRef idx="0"/>
          <a:fillRef idx="0"/>
          <a:effectRef idx="0"/>
          <a:fontRef idx="minor"/>
        </p:style>
      </p:sp>
      <p:sp>
        <p:nvSpPr>
          <p:cNvPr id="237" name="Shape 37"/>
          <p:cNvSpPr/>
          <p:nvPr/>
        </p:nvSpPr>
        <p:spPr>
          <a:xfrm>
            <a:off x="6221160" y="5185800"/>
            <a:ext cx="27000" cy="1672560"/>
          </a:xfrm>
          <a:custGeom>
            <a:avLst/>
            <a:gdLst/>
            <a:ahLst/>
            <a:rect l="l" t="t" r="r" b="b"/>
            <a:pathLst>
              <a:path w="27584" h="1673412">
                <a:moveTo>
                  <a:pt x="27584" y="0"/>
                </a:moveTo>
                <a:lnTo>
                  <a:pt x="27584" y="0"/>
                </a:lnTo>
                <a:lnTo>
                  <a:pt x="27584" y="1673412"/>
                </a:lnTo>
                <a:lnTo>
                  <a:pt x="27584" y="1673412"/>
                </a:lnTo>
                <a:cubicBezTo>
                  <a:pt x="12350" y="1673412"/>
                  <a:pt x="0" y="1661062"/>
                  <a:pt x="0" y="1645828"/>
                </a:cubicBezTo>
                <a:lnTo>
                  <a:pt x="0" y="27584"/>
                </a:lnTo>
                <a:cubicBezTo>
                  <a:pt x="0" y="12360"/>
                  <a:pt x="12360" y="0"/>
                  <a:pt x="27584" y="0"/>
                </a:cubicBezTo>
                <a:close/>
              </a:path>
            </a:pathLst>
          </a:custGeom>
          <a:solidFill>
            <a:srgbClr val="c9a36a"/>
          </a:solidFill>
          <a:ln w="0">
            <a:noFill/>
          </a:ln>
        </p:spPr>
        <p:style>
          <a:lnRef idx="0"/>
          <a:fillRef idx="0"/>
          <a:effectRef idx="0"/>
          <a:fontRef idx="minor"/>
        </p:style>
      </p:sp>
      <p:sp>
        <p:nvSpPr>
          <p:cNvPr id="238" name="Shape 38"/>
          <p:cNvSpPr/>
          <p:nvPr/>
        </p:nvSpPr>
        <p:spPr>
          <a:xfrm>
            <a:off x="6418800" y="5369760"/>
            <a:ext cx="440640" cy="440640"/>
          </a:xfrm>
          <a:custGeom>
            <a:avLst/>
            <a:gdLst/>
            <a:ahLst/>
            <a:rect l="l" t="t" r="r" b="b"/>
            <a:pathLst>
              <a:path w="441339" h="441339">
                <a:moveTo>
                  <a:pt x="220670" y="0"/>
                </a:moveTo>
                <a:lnTo>
                  <a:pt x="220670" y="0"/>
                </a:lnTo>
                <a:cubicBezTo>
                  <a:pt x="342461" y="0"/>
                  <a:pt x="441339" y="98879"/>
                  <a:pt x="441339" y="220670"/>
                </a:cubicBezTo>
                <a:lnTo>
                  <a:pt x="441339" y="220670"/>
                </a:lnTo>
                <a:cubicBezTo>
                  <a:pt x="441339" y="342461"/>
                  <a:pt x="342461" y="441339"/>
                  <a:pt x="220670" y="441339"/>
                </a:cubicBezTo>
                <a:lnTo>
                  <a:pt x="220670" y="441339"/>
                </a:lnTo>
                <a:cubicBezTo>
                  <a:pt x="98879" y="441339"/>
                  <a:pt x="0" y="342461"/>
                  <a:pt x="0" y="220670"/>
                </a:cubicBezTo>
                <a:lnTo>
                  <a:pt x="0" y="220670"/>
                </a:lnTo>
                <a:cubicBezTo>
                  <a:pt x="0" y="98879"/>
                  <a:pt x="98879" y="0"/>
                  <a:pt x="220670" y="0"/>
                </a:cubicBezTo>
                <a:close/>
              </a:path>
            </a:pathLst>
          </a:custGeom>
          <a:solidFill>
            <a:srgbClr val="c9a36a">
              <a:alpha val="20000"/>
            </a:srgbClr>
          </a:solidFill>
          <a:ln w="0">
            <a:noFill/>
          </a:ln>
        </p:spPr>
        <p:style>
          <a:lnRef idx="0"/>
          <a:fillRef idx="0"/>
          <a:effectRef idx="0"/>
          <a:fontRef idx="minor"/>
        </p:style>
      </p:sp>
      <p:sp>
        <p:nvSpPr>
          <p:cNvPr id="239" name="Shape 39"/>
          <p:cNvSpPr/>
          <p:nvPr/>
        </p:nvSpPr>
        <p:spPr>
          <a:xfrm>
            <a:off x="6559200" y="5498280"/>
            <a:ext cx="160200" cy="183240"/>
          </a:xfrm>
          <a:custGeom>
            <a:avLst/>
            <a:gdLst/>
            <a:ahLst/>
            <a:rect l="l" t="t" r="r" b="b"/>
            <a:pathLst>
              <a:path w="160905" h="183891">
                <a:moveTo>
                  <a:pt x="0" y="34480"/>
                </a:moveTo>
                <a:lnTo>
                  <a:pt x="0" y="10236"/>
                </a:lnTo>
                <a:cubicBezTo>
                  <a:pt x="0" y="7758"/>
                  <a:pt x="2011" y="5747"/>
                  <a:pt x="4490" y="5747"/>
                </a:cubicBezTo>
                <a:cubicBezTo>
                  <a:pt x="5316" y="5747"/>
                  <a:pt x="6106" y="5962"/>
                  <a:pt x="6824" y="6393"/>
                </a:cubicBezTo>
                <a:lnTo>
                  <a:pt x="20831" y="14798"/>
                </a:lnTo>
                <a:cubicBezTo>
                  <a:pt x="29775" y="20149"/>
                  <a:pt x="39975" y="22986"/>
                  <a:pt x="50391" y="22986"/>
                </a:cubicBezTo>
                <a:lnTo>
                  <a:pt x="110514" y="22986"/>
                </a:lnTo>
                <a:cubicBezTo>
                  <a:pt x="120930" y="22986"/>
                  <a:pt x="131166" y="20149"/>
                  <a:pt x="140074" y="14798"/>
                </a:cubicBezTo>
                <a:lnTo>
                  <a:pt x="154081" y="6393"/>
                </a:lnTo>
                <a:cubicBezTo>
                  <a:pt x="154763" y="5962"/>
                  <a:pt x="155589" y="5747"/>
                  <a:pt x="156380" y="5747"/>
                </a:cubicBezTo>
                <a:cubicBezTo>
                  <a:pt x="158858" y="5747"/>
                  <a:pt x="160869" y="7758"/>
                  <a:pt x="160869" y="10236"/>
                </a:cubicBezTo>
                <a:lnTo>
                  <a:pt x="160905" y="34480"/>
                </a:lnTo>
                <a:cubicBezTo>
                  <a:pt x="160905" y="47158"/>
                  <a:pt x="150597" y="57466"/>
                  <a:pt x="137919" y="57466"/>
                </a:cubicBezTo>
                <a:lnTo>
                  <a:pt x="137919" y="80452"/>
                </a:lnTo>
                <a:lnTo>
                  <a:pt x="143665" y="80452"/>
                </a:lnTo>
                <a:cubicBezTo>
                  <a:pt x="150022" y="80452"/>
                  <a:pt x="155158" y="85589"/>
                  <a:pt x="155158" y="91946"/>
                </a:cubicBezTo>
                <a:cubicBezTo>
                  <a:pt x="155158" y="98303"/>
                  <a:pt x="150022" y="103439"/>
                  <a:pt x="143665" y="103439"/>
                </a:cubicBezTo>
                <a:lnTo>
                  <a:pt x="137919" y="103439"/>
                </a:lnTo>
                <a:lnTo>
                  <a:pt x="137919" y="172398"/>
                </a:lnTo>
                <a:cubicBezTo>
                  <a:pt x="137919" y="178755"/>
                  <a:pt x="132783" y="183891"/>
                  <a:pt x="126425" y="183891"/>
                </a:cubicBezTo>
                <a:cubicBezTo>
                  <a:pt x="120068" y="183891"/>
                  <a:pt x="114932" y="178755"/>
                  <a:pt x="114932" y="172398"/>
                </a:cubicBezTo>
                <a:lnTo>
                  <a:pt x="114932" y="103439"/>
                </a:lnTo>
                <a:lnTo>
                  <a:pt x="45973" y="103439"/>
                </a:lnTo>
                <a:lnTo>
                  <a:pt x="45973" y="172398"/>
                </a:lnTo>
                <a:cubicBezTo>
                  <a:pt x="45973" y="178755"/>
                  <a:pt x="40837" y="183891"/>
                  <a:pt x="34480" y="183891"/>
                </a:cubicBezTo>
                <a:cubicBezTo>
                  <a:pt x="28122" y="183891"/>
                  <a:pt x="22986" y="178755"/>
                  <a:pt x="22986" y="172398"/>
                </a:cubicBezTo>
                <a:lnTo>
                  <a:pt x="22986" y="103439"/>
                </a:lnTo>
                <a:lnTo>
                  <a:pt x="17240" y="103439"/>
                </a:lnTo>
                <a:cubicBezTo>
                  <a:pt x="10883" y="103439"/>
                  <a:pt x="5747" y="98303"/>
                  <a:pt x="5747" y="91946"/>
                </a:cubicBezTo>
                <a:cubicBezTo>
                  <a:pt x="5747" y="85589"/>
                  <a:pt x="10883" y="80452"/>
                  <a:pt x="17240" y="80452"/>
                </a:cubicBezTo>
                <a:lnTo>
                  <a:pt x="22986" y="80452"/>
                </a:lnTo>
                <a:lnTo>
                  <a:pt x="22986" y="57466"/>
                </a:lnTo>
                <a:cubicBezTo>
                  <a:pt x="10308" y="57466"/>
                  <a:pt x="0" y="47158"/>
                  <a:pt x="0" y="34480"/>
                </a:cubicBezTo>
                <a:close/>
                <a:moveTo>
                  <a:pt x="45973" y="80452"/>
                </a:moveTo>
                <a:lnTo>
                  <a:pt x="68959" y="80452"/>
                </a:lnTo>
                <a:lnTo>
                  <a:pt x="68959" y="57466"/>
                </a:lnTo>
                <a:lnTo>
                  <a:pt x="45973" y="57466"/>
                </a:lnTo>
                <a:lnTo>
                  <a:pt x="45973" y="80452"/>
                </a:lnTo>
                <a:close/>
                <a:moveTo>
                  <a:pt x="91946" y="80452"/>
                </a:moveTo>
                <a:lnTo>
                  <a:pt x="114932" y="80452"/>
                </a:lnTo>
                <a:lnTo>
                  <a:pt x="114932" y="57466"/>
                </a:lnTo>
                <a:lnTo>
                  <a:pt x="91946" y="57466"/>
                </a:lnTo>
                <a:lnTo>
                  <a:pt x="91946" y="80452"/>
                </a:lnTo>
                <a:close/>
              </a:path>
            </a:pathLst>
          </a:custGeom>
          <a:solidFill>
            <a:srgbClr val="c9a36a"/>
          </a:solidFill>
          <a:ln w="0">
            <a:noFill/>
          </a:ln>
        </p:spPr>
        <p:style>
          <a:lnRef idx="0"/>
          <a:fillRef idx="0"/>
          <a:effectRef idx="0"/>
          <a:fontRef idx="minor"/>
        </p:style>
      </p:sp>
      <p:sp>
        <p:nvSpPr>
          <p:cNvPr id="240" name="Text 40"/>
          <p:cNvSpPr/>
          <p:nvPr/>
        </p:nvSpPr>
        <p:spPr>
          <a:xfrm>
            <a:off x="6970320" y="5443200"/>
            <a:ext cx="1810440" cy="29340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740" spc="-1" strike="noStrike">
                <a:solidFill>
                  <a:srgbClr val="f2f2f2"/>
                </a:solidFill>
                <a:latin typeface="Oranienbaum"/>
                <a:ea typeface="Oranienbaum"/>
              </a:rPr>
              <a:t>Japanese Influence</a:t>
            </a:r>
            <a:endParaRPr b="0" lang="en-HK" sz="1740" spc="-1" strike="noStrike">
              <a:latin typeface="Arial"/>
            </a:endParaRPr>
          </a:p>
        </p:txBody>
      </p:sp>
      <p:sp>
        <p:nvSpPr>
          <p:cNvPr id="241" name="Text 41"/>
          <p:cNvSpPr/>
          <p:nvPr/>
        </p:nvSpPr>
        <p:spPr>
          <a:xfrm>
            <a:off x="6418800" y="5958000"/>
            <a:ext cx="5295240" cy="71640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160" spc="-1" strike="noStrike">
                <a:solidFill>
                  <a:srgbClr val="b8b8b8"/>
                </a:solidFill>
                <a:latin typeface="Quattrocento Sans"/>
                <a:ea typeface="Quattrocento Sans"/>
              </a:rPr>
              <a:t>Van Gogh collected hundreds of </a:t>
            </a:r>
            <a:r>
              <a:rPr b="0" lang="en-US" sz="1160" spc="-1" strike="noStrike">
                <a:solidFill>
                  <a:srgbClr val="f2f2f2"/>
                </a:solidFill>
                <a:latin typeface="Quattrocento Sans"/>
                <a:ea typeface="Quattrocento Sans"/>
              </a:rPr>
              <a:t>ukiyo-e woodblock prints</a:t>
            </a:r>
            <a:r>
              <a:rPr b="0" lang="en-US" sz="1160" spc="-1" strike="noStrike">
                <a:solidFill>
                  <a:srgbClr val="b8b8b8"/>
                </a:solidFill>
                <a:latin typeface="Quattrocento Sans"/>
                <a:ea typeface="Quattrocento Sans"/>
              </a:rPr>
              <a:t>, which influenced his use of bold outlines, flat areas of color, cropped compositions, and decorative patterning—liberating him from Western academic conventions.</a:t>
            </a:r>
            <a:endParaRPr b="0" lang="en-HK" sz="1160" spc="-1" strike="noStrike">
              <a:latin typeface="Arial"/>
            </a:endParaRPr>
          </a:p>
        </p:txBody>
      </p:sp>
    </p:spTree>
  </p:cSld>
  <mc:AlternateContent>
    <mc:Choice Requires="p14">
      <p:transition spd="slow" p14:dur="2000"/>
    </mc:Choice>
    <mc:Fallback>
      <p:transition spd="slow"/>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11111"/>
        </a:solidFill>
      </p:bgPr>
    </p:bg>
    <p:spTree>
      <p:nvGrpSpPr>
        <p:cNvPr id="1" name=""/>
        <p:cNvGrpSpPr/>
        <p:nvPr/>
      </p:nvGrpSpPr>
      <p:grpSpPr>
        <a:xfrm>
          <a:off x="0" y="0"/>
          <a:ext cx="0" cy="0"/>
          <a:chOff x="0" y="0"/>
          <a:chExt cx="0" cy="0"/>
        </a:xfrm>
      </p:grpSpPr>
      <p:sp>
        <p:nvSpPr>
          <p:cNvPr id="242" name="Image 0"/>
          <p:cNvSpPr/>
          <p:nvPr/>
        </p:nvSpPr>
        <p:spPr>
          <a:xfrm>
            <a:off x="0" y="0"/>
            <a:ext cx="12191400" cy="6857280"/>
          </a:xfrm>
          <a:prstGeom prst="roundRect">
            <a:avLst>
              <a:gd name="adj" fmla="val 0"/>
            </a:avLst>
          </a:prstGeom>
          <a:blipFill rotWithShape="0">
            <a:blip r:embed="rId1"/>
            <a:srcRect/>
            <a:stretch/>
          </a:blipFill>
          <a:ln w="0">
            <a:noFill/>
          </a:ln>
        </p:spPr>
        <p:style>
          <a:lnRef idx="0"/>
          <a:fillRef idx="0"/>
          <a:effectRef idx="0"/>
          <a:fontRef idx="minor"/>
        </p:style>
      </p:sp>
      <p:sp>
        <p:nvSpPr>
          <p:cNvPr id="243" name="Shape 0"/>
          <p:cNvSpPr/>
          <p:nvPr/>
        </p:nvSpPr>
        <p:spPr>
          <a:xfrm>
            <a:off x="0" y="0"/>
            <a:ext cx="12191400" cy="6857280"/>
          </a:xfrm>
          <a:custGeom>
            <a:avLst/>
            <a:gdLst/>
            <a:ahLst/>
            <a:rect l="l" t="t" r="r" b="b"/>
            <a:pathLst>
              <a:path w="12192000" h="6858000">
                <a:moveTo>
                  <a:pt x="0" y="0"/>
                </a:moveTo>
                <a:lnTo>
                  <a:pt x="12192000" y="0"/>
                </a:lnTo>
                <a:lnTo>
                  <a:pt x="12192000" y="6858000"/>
                </a:lnTo>
                <a:lnTo>
                  <a:pt x="0" y="6858000"/>
                </a:lnTo>
                <a:lnTo>
                  <a:pt x="0" y="0"/>
                </a:lnTo>
                <a:close/>
              </a:path>
            </a:pathLst>
          </a:custGeom>
          <a:gradFill rotWithShape="0">
            <a:gsLst>
              <a:gs pos="0">
                <a:srgbClr val="111111"/>
              </a:gs>
              <a:gs pos="100000">
                <a:srgbClr val="111111">
                  <a:alpha val="60000"/>
                </a:srgbClr>
              </a:gs>
            </a:gsLst>
            <a:lin ang="0"/>
          </a:gradFill>
          <a:ln w="0">
            <a:noFill/>
          </a:ln>
        </p:spPr>
        <p:style>
          <a:lnRef idx="0"/>
          <a:fillRef idx="0"/>
          <a:effectRef idx="0"/>
          <a:fontRef idx="minor"/>
        </p:style>
      </p:sp>
      <p:sp>
        <p:nvSpPr>
          <p:cNvPr id="244" name="Shape 1"/>
          <p:cNvSpPr/>
          <p:nvPr/>
        </p:nvSpPr>
        <p:spPr>
          <a:xfrm>
            <a:off x="385920" y="1463400"/>
            <a:ext cx="1037520" cy="808920"/>
          </a:xfrm>
          <a:custGeom>
            <a:avLst/>
            <a:gdLst/>
            <a:ahLst/>
            <a:rect l="l" t="t" r="r" b="b"/>
            <a:pathLst>
              <a:path w="1038225" h="809625">
                <a:moveTo>
                  <a:pt x="76202" y="0"/>
                </a:moveTo>
                <a:lnTo>
                  <a:pt x="962023" y="0"/>
                </a:lnTo>
                <a:cubicBezTo>
                  <a:pt x="1004108" y="0"/>
                  <a:pt x="1038225" y="34117"/>
                  <a:pt x="1038225" y="76202"/>
                </a:cubicBezTo>
                <a:lnTo>
                  <a:pt x="1038225" y="733423"/>
                </a:lnTo>
                <a:cubicBezTo>
                  <a:pt x="1038225" y="775508"/>
                  <a:pt x="1004108" y="809625"/>
                  <a:pt x="962023" y="809625"/>
                </a:cubicBezTo>
                <a:lnTo>
                  <a:pt x="76202" y="809625"/>
                </a:lnTo>
                <a:cubicBezTo>
                  <a:pt x="34117" y="809625"/>
                  <a:pt x="0" y="775508"/>
                  <a:pt x="0" y="733423"/>
                </a:cubicBezTo>
                <a:lnTo>
                  <a:pt x="0" y="76202"/>
                </a:lnTo>
                <a:cubicBezTo>
                  <a:pt x="0" y="34117"/>
                  <a:pt x="34117" y="0"/>
                  <a:pt x="76202" y="0"/>
                </a:cubicBezTo>
                <a:close/>
              </a:path>
            </a:pathLst>
          </a:custGeom>
          <a:solidFill>
            <a:srgbClr val="c9a36a">
              <a:alpha val="20000"/>
            </a:srgbClr>
          </a:solidFill>
          <a:ln w="12700">
            <a:solidFill>
              <a:srgbClr val="c9a36a">
                <a:alpha val="50000"/>
              </a:srgbClr>
            </a:solidFill>
            <a:round/>
          </a:ln>
        </p:spPr>
        <p:style>
          <a:lnRef idx="0"/>
          <a:fillRef idx="0"/>
          <a:effectRef idx="0"/>
          <a:fontRef idx="minor"/>
        </p:style>
      </p:sp>
      <p:sp>
        <p:nvSpPr>
          <p:cNvPr id="245" name="Text 2"/>
          <p:cNvSpPr/>
          <p:nvPr/>
        </p:nvSpPr>
        <p:spPr>
          <a:xfrm>
            <a:off x="619200" y="1539360"/>
            <a:ext cx="856440" cy="65664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4500" spc="-1" strike="noStrike">
                <a:solidFill>
                  <a:srgbClr val="c9a36a"/>
                </a:solidFill>
                <a:latin typeface="Oranienbaum"/>
                <a:ea typeface="Oranienbaum"/>
              </a:rPr>
              <a:t>03</a:t>
            </a:r>
            <a:endParaRPr b="0" lang="en-HK" sz="4500" spc="-1" strike="noStrike">
              <a:latin typeface="Arial"/>
            </a:endParaRPr>
          </a:p>
        </p:txBody>
      </p:sp>
      <p:sp>
        <p:nvSpPr>
          <p:cNvPr id="246" name="Text 3"/>
          <p:cNvSpPr/>
          <p:nvPr/>
        </p:nvSpPr>
        <p:spPr>
          <a:xfrm>
            <a:off x="380880" y="2582640"/>
            <a:ext cx="8876520" cy="1713960"/>
          </a:xfrm>
          <a:prstGeom prst="rect">
            <a:avLst/>
          </a:prstGeom>
          <a:noFill/>
          <a:ln w="0">
            <a:noFill/>
          </a:ln>
        </p:spPr>
        <p:style>
          <a:lnRef idx="0"/>
          <a:fillRef idx="0"/>
          <a:effectRef idx="0"/>
          <a:fontRef idx="minor"/>
        </p:style>
        <p:txBody>
          <a:bodyPr lIns="0" rIns="0" tIns="0" bIns="0" anchor="ctr">
            <a:noAutofit/>
          </a:bodyPr>
          <a:p>
            <a:pPr>
              <a:lnSpc>
                <a:spcPct val="100000"/>
              </a:lnSpc>
              <a:buNone/>
            </a:pPr>
            <a:r>
              <a:rPr b="1" lang="en-US" sz="5400" spc="-1" strike="noStrike">
                <a:solidFill>
                  <a:srgbClr val="f2f2f2"/>
                </a:solidFill>
                <a:latin typeface="Oranienbaum"/>
                <a:ea typeface="Oranienbaum"/>
              </a:rPr>
              <a:t>Masterpieces That</a:t>
            </a:r>
            <a:endParaRPr b="0" lang="en-HK" sz="5400" spc="-1" strike="noStrike">
              <a:latin typeface="Arial"/>
            </a:endParaRPr>
          </a:p>
          <a:p>
            <a:pPr>
              <a:lnSpc>
                <a:spcPct val="100000"/>
              </a:lnSpc>
              <a:buNone/>
            </a:pPr>
            <a:r>
              <a:rPr b="1" lang="en-US" sz="5400" spc="-1" strike="noStrike">
                <a:solidFill>
                  <a:srgbClr val="f2f2f2"/>
                </a:solidFill>
                <a:latin typeface="Oranienbaum"/>
                <a:ea typeface="Oranienbaum"/>
              </a:rPr>
              <a:t>Define an Era</a:t>
            </a:r>
            <a:endParaRPr b="0" lang="en-HK" sz="5400" spc="-1" strike="noStrike">
              <a:latin typeface="Arial"/>
            </a:endParaRPr>
          </a:p>
        </p:txBody>
      </p:sp>
      <p:sp>
        <p:nvSpPr>
          <p:cNvPr id="247" name="Shape 4"/>
          <p:cNvSpPr/>
          <p:nvPr/>
        </p:nvSpPr>
        <p:spPr>
          <a:xfrm>
            <a:off x="380880" y="4601880"/>
            <a:ext cx="1828080" cy="27720"/>
          </a:xfrm>
          <a:custGeom>
            <a:avLst/>
            <a:gdLst/>
            <a:ahLst/>
            <a:rect l="l" t="t" r="r" b="b"/>
            <a:pathLst>
              <a:path w="1828800" h="28575">
                <a:moveTo>
                  <a:pt x="0" y="0"/>
                </a:moveTo>
                <a:lnTo>
                  <a:pt x="1828800" y="0"/>
                </a:lnTo>
                <a:lnTo>
                  <a:pt x="1828800" y="28575"/>
                </a:lnTo>
                <a:lnTo>
                  <a:pt x="0" y="28575"/>
                </a:lnTo>
                <a:lnTo>
                  <a:pt x="0" y="0"/>
                </a:lnTo>
                <a:close/>
              </a:path>
            </a:pathLst>
          </a:custGeom>
          <a:solidFill>
            <a:srgbClr val="c9a36a"/>
          </a:solidFill>
          <a:ln w="0">
            <a:noFill/>
          </a:ln>
        </p:spPr>
        <p:style>
          <a:lnRef idx="0"/>
          <a:fillRef idx="0"/>
          <a:effectRef idx="0"/>
          <a:fontRef idx="minor"/>
        </p:style>
      </p:sp>
      <p:sp>
        <p:nvSpPr>
          <p:cNvPr id="248" name="Text 5"/>
          <p:cNvSpPr/>
          <p:nvPr/>
        </p:nvSpPr>
        <p:spPr>
          <a:xfrm>
            <a:off x="380880" y="4935240"/>
            <a:ext cx="6543000" cy="46584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2250" spc="-1" strike="noStrike">
                <a:solidFill>
                  <a:srgbClr val="b8b8b8"/>
                </a:solidFill>
                <a:latin typeface="Quattrocento Sans"/>
                <a:ea typeface="Quattrocento Sans"/>
              </a:rPr>
              <a:t>Iconic works that continue to captivate the world</a:t>
            </a:r>
            <a:endParaRPr b="0" lang="en-HK" sz="2250" spc="-1" strike="noStrike">
              <a:latin typeface="Arial"/>
            </a:endParaRPr>
          </a:p>
        </p:txBody>
      </p:sp>
    </p:spTree>
  </p:cSld>
  <mc:AlternateContent>
    <mc:Choice Requires="p14">
      <p:transition spd="slow" p14:dur="2000"/>
    </mc:Choice>
    <mc:Fallback>
      <p:transition spd="slow"/>
    </mc:Fallback>
  </mc:AlternateContent>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11111"/>
        </a:solidFill>
      </p:bgPr>
    </p:bg>
    <p:spTree>
      <p:nvGrpSpPr>
        <p:cNvPr id="1" name=""/>
        <p:cNvGrpSpPr/>
        <p:nvPr/>
      </p:nvGrpSpPr>
      <p:grpSpPr>
        <a:xfrm>
          <a:off x="0" y="0"/>
          <a:ext cx="0" cy="0"/>
          <a:chOff x="0" y="0"/>
          <a:chExt cx="0" cy="0"/>
        </a:xfrm>
      </p:grpSpPr>
      <p:sp>
        <p:nvSpPr>
          <p:cNvPr id="249" name="Text 0"/>
          <p:cNvSpPr/>
          <p:nvPr/>
        </p:nvSpPr>
        <p:spPr>
          <a:xfrm>
            <a:off x="317520" y="317520"/>
            <a:ext cx="11619720" cy="1897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00" spc="197" strike="noStrike">
                <a:solidFill>
                  <a:srgbClr val="c9a36a"/>
                </a:solidFill>
                <a:latin typeface="Quattrocento Sans"/>
                <a:ea typeface="Quattrocento Sans"/>
              </a:rPr>
              <a:t>Chapter 03 • Masterpiece Analysis</a:t>
            </a:r>
            <a:endParaRPr b="0" lang="en-HK" sz="1000" spc="-1" strike="noStrike">
              <a:latin typeface="Arial"/>
            </a:endParaRPr>
          </a:p>
        </p:txBody>
      </p:sp>
      <p:sp>
        <p:nvSpPr>
          <p:cNvPr id="250" name="Text 1"/>
          <p:cNvSpPr/>
          <p:nvPr/>
        </p:nvSpPr>
        <p:spPr>
          <a:xfrm>
            <a:off x="317520" y="571680"/>
            <a:ext cx="11746800" cy="38016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3000" spc="-1" strike="noStrike">
                <a:solidFill>
                  <a:srgbClr val="f2f2f2"/>
                </a:solidFill>
                <a:latin typeface="Oranienbaum"/>
                <a:ea typeface="Oranienbaum"/>
              </a:rPr>
              <a:t>The Starry Night: A Visionary Masterpiece</a:t>
            </a:r>
            <a:endParaRPr b="0" lang="en-HK" sz="3000" spc="-1" strike="noStrike">
              <a:latin typeface="Arial"/>
            </a:endParaRPr>
          </a:p>
        </p:txBody>
      </p:sp>
      <p:sp>
        <p:nvSpPr>
          <p:cNvPr id="251" name="Shape 2"/>
          <p:cNvSpPr/>
          <p:nvPr/>
        </p:nvSpPr>
        <p:spPr>
          <a:xfrm>
            <a:off x="317520" y="1079640"/>
            <a:ext cx="888120" cy="15120"/>
          </a:xfrm>
          <a:custGeom>
            <a:avLst/>
            <a:gdLst/>
            <a:ahLst/>
            <a:rect l="l" t="t" r="r" b="b"/>
            <a:pathLst>
              <a:path w="889000" h="15875">
                <a:moveTo>
                  <a:pt x="0" y="0"/>
                </a:moveTo>
                <a:lnTo>
                  <a:pt x="889000" y="0"/>
                </a:lnTo>
                <a:lnTo>
                  <a:pt x="889000" y="15875"/>
                </a:lnTo>
                <a:lnTo>
                  <a:pt x="0" y="15875"/>
                </a:lnTo>
                <a:lnTo>
                  <a:pt x="0" y="0"/>
                </a:lnTo>
                <a:close/>
              </a:path>
            </a:pathLst>
          </a:custGeom>
          <a:solidFill>
            <a:srgbClr val="c9a36a"/>
          </a:solidFill>
          <a:ln w="0">
            <a:noFill/>
          </a:ln>
        </p:spPr>
        <p:style>
          <a:lnRef idx="0"/>
          <a:fillRef idx="0"/>
          <a:effectRef idx="0"/>
          <a:fontRef idx="minor"/>
        </p:style>
      </p:sp>
      <p:sp>
        <p:nvSpPr>
          <p:cNvPr id="252" name="Shape 3"/>
          <p:cNvSpPr/>
          <p:nvPr/>
        </p:nvSpPr>
        <p:spPr>
          <a:xfrm>
            <a:off x="321480" y="1226520"/>
            <a:ext cx="5103000" cy="4047480"/>
          </a:xfrm>
          <a:custGeom>
            <a:avLst/>
            <a:gdLst/>
            <a:ahLst/>
            <a:rect l="l" t="t" r="r" b="b"/>
            <a:pathLst>
              <a:path w="5103813" h="4048125">
                <a:moveTo>
                  <a:pt x="63515" y="0"/>
                </a:moveTo>
                <a:lnTo>
                  <a:pt x="5040297" y="0"/>
                </a:lnTo>
                <a:cubicBezTo>
                  <a:pt x="5075376" y="0"/>
                  <a:pt x="5103813" y="28437"/>
                  <a:pt x="5103813" y="63515"/>
                </a:cubicBezTo>
                <a:lnTo>
                  <a:pt x="5103813" y="3984610"/>
                </a:lnTo>
                <a:cubicBezTo>
                  <a:pt x="5103813" y="4019688"/>
                  <a:pt x="5075376" y="4048125"/>
                  <a:pt x="5040297" y="4048125"/>
                </a:cubicBezTo>
                <a:lnTo>
                  <a:pt x="63515" y="4048125"/>
                </a:lnTo>
                <a:cubicBezTo>
                  <a:pt x="28437" y="4048125"/>
                  <a:pt x="0" y="4019688"/>
                  <a:pt x="0" y="3984610"/>
                </a:cubicBezTo>
                <a:lnTo>
                  <a:pt x="0" y="63515"/>
                </a:lnTo>
                <a:cubicBezTo>
                  <a:pt x="0" y="28460"/>
                  <a:pt x="28460" y="0"/>
                  <a:pt x="63515" y="0"/>
                </a:cubicBezTo>
                <a:close/>
              </a:path>
            </a:pathLst>
          </a:custGeom>
          <a:solidFill>
            <a:srgbClr val="1a1a1a"/>
          </a:solidFill>
          <a:ln w="12700">
            <a:solidFill>
              <a:srgbClr val="2b2b2b"/>
            </a:solidFill>
            <a:round/>
          </a:ln>
        </p:spPr>
        <p:style>
          <a:lnRef idx="0"/>
          <a:fillRef idx="0"/>
          <a:effectRef idx="0"/>
          <a:fontRef idx="minor"/>
        </p:style>
      </p:sp>
      <p:sp>
        <p:nvSpPr>
          <p:cNvPr id="253" name="Image 0"/>
          <p:cNvSpPr/>
          <p:nvPr/>
        </p:nvSpPr>
        <p:spPr>
          <a:xfrm>
            <a:off x="325440" y="1230480"/>
            <a:ext cx="5095080" cy="4039560"/>
          </a:xfrm>
          <a:prstGeom prst="roundRect">
            <a:avLst>
              <a:gd name="adj" fmla="val 1572"/>
            </a:avLst>
          </a:prstGeom>
          <a:blipFill rotWithShape="0">
            <a:blip r:embed="rId1"/>
            <a:srcRect/>
            <a:stretch/>
          </a:blipFill>
          <a:ln w="0">
            <a:noFill/>
          </a:ln>
        </p:spPr>
        <p:style>
          <a:lnRef idx="0"/>
          <a:fillRef idx="0"/>
          <a:effectRef idx="0"/>
          <a:fontRef idx="minor"/>
        </p:style>
      </p:sp>
      <p:sp>
        <p:nvSpPr>
          <p:cNvPr id="254" name="Shape 4"/>
          <p:cNvSpPr/>
          <p:nvPr/>
        </p:nvSpPr>
        <p:spPr>
          <a:xfrm>
            <a:off x="329400" y="5404680"/>
            <a:ext cx="5099040" cy="1173960"/>
          </a:xfrm>
          <a:custGeom>
            <a:avLst/>
            <a:gdLst/>
            <a:ahLst/>
            <a:rect l="l" t="t" r="r" b="b"/>
            <a:pathLst>
              <a:path w="5099844" h="1174750">
                <a:moveTo>
                  <a:pt x="23813" y="0"/>
                </a:moveTo>
                <a:lnTo>
                  <a:pt x="5036349" y="0"/>
                </a:lnTo>
                <a:cubicBezTo>
                  <a:pt x="5071416" y="0"/>
                  <a:pt x="5099844" y="28428"/>
                  <a:pt x="5099844" y="63495"/>
                </a:cubicBezTo>
                <a:lnTo>
                  <a:pt x="5099844" y="1111255"/>
                </a:lnTo>
                <a:cubicBezTo>
                  <a:pt x="5099844" y="1146322"/>
                  <a:pt x="5071416" y="1174750"/>
                  <a:pt x="5036349" y="1174750"/>
                </a:cubicBezTo>
                <a:lnTo>
                  <a:pt x="23813" y="1174750"/>
                </a:lnTo>
                <a:cubicBezTo>
                  <a:pt x="10670" y="1174750"/>
                  <a:pt x="0" y="1164080"/>
                  <a:pt x="0" y="1150938"/>
                </a:cubicBezTo>
                <a:lnTo>
                  <a:pt x="0" y="23813"/>
                </a:lnTo>
                <a:cubicBezTo>
                  <a:pt x="0" y="10670"/>
                  <a:pt x="10670" y="0"/>
                  <a:pt x="23812" y="0"/>
                </a:cubicBezTo>
                <a:close/>
              </a:path>
            </a:pathLst>
          </a:custGeom>
          <a:solidFill>
            <a:srgbClr val="1a1a1a"/>
          </a:solidFill>
          <a:ln w="0">
            <a:noFill/>
          </a:ln>
        </p:spPr>
        <p:style>
          <a:lnRef idx="0"/>
          <a:fillRef idx="0"/>
          <a:effectRef idx="0"/>
          <a:fontRef idx="minor"/>
        </p:style>
      </p:sp>
      <p:sp>
        <p:nvSpPr>
          <p:cNvPr id="255" name="Shape 5"/>
          <p:cNvSpPr/>
          <p:nvPr/>
        </p:nvSpPr>
        <p:spPr>
          <a:xfrm>
            <a:off x="329400" y="5404680"/>
            <a:ext cx="23040" cy="1173960"/>
          </a:xfrm>
          <a:custGeom>
            <a:avLst/>
            <a:gdLst/>
            <a:ahLst/>
            <a:rect l="l" t="t" r="r" b="b"/>
            <a:pathLst>
              <a:path w="23813" h="1174750">
                <a:moveTo>
                  <a:pt x="23813" y="0"/>
                </a:moveTo>
                <a:lnTo>
                  <a:pt x="23813" y="0"/>
                </a:lnTo>
                <a:lnTo>
                  <a:pt x="23813" y="1174750"/>
                </a:lnTo>
                <a:lnTo>
                  <a:pt x="23813" y="1174750"/>
                </a:lnTo>
                <a:cubicBezTo>
                  <a:pt x="10670" y="1174750"/>
                  <a:pt x="0" y="1164080"/>
                  <a:pt x="0" y="1150938"/>
                </a:cubicBezTo>
                <a:lnTo>
                  <a:pt x="0" y="23813"/>
                </a:lnTo>
                <a:cubicBezTo>
                  <a:pt x="0" y="10670"/>
                  <a:pt x="10670" y="0"/>
                  <a:pt x="23812" y="0"/>
                </a:cubicBezTo>
                <a:close/>
              </a:path>
            </a:pathLst>
          </a:custGeom>
          <a:solidFill>
            <a:srgbClr val="c9a36a"/>
          </a:solidFill>
          <a:ln w="0">
            <a:noFill/>
          </a:ln>
        </p:spPr>
        <p:style>
          <a:lnRef idx="0"/>
          <a:fillRef idx="0"/>
          <a:effectRef idx="0"/>
          <a:fontRef idx="minor"/>
        </p:style>
      </p:sp>
      <p:sp>
        <p:nvSpPr>
          <p:cNvPr id="256" name="Text 6"/>
          <p:cNvSpPr/>
          <p:nvPr/>
        </p:nvSpPr>
        <p:spPr>
          <a:xfrm>
            <a:off x="468360" y="5531760"/>
            <a:ext cx="4888800" cy="1580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0" spc="-1" strike="noStrike">
                <a:solidFill>
                  <a:srgbClr val="c9a36a"/>
                </a:solidFill>
                <a:latin typeface="Quattrocento Sans"/>
                <a:ea typeface="Quattrocento Sans"/>
              </a:rPr>
              <a:t>Painting Details</a:t>
            </a:r>
            <a:endParaRPr b="0" lang="en-HK" sz="880" spc="-1" strike="noStrike">
              <a:latin typeface="Arial"/>
            </a:endParaRPr>
          </a:p>
        </p:txBody>
      </p:sp>
      <p:sp>
        <p:nvSpPr>
          <p:cNvPr id="257" name="Text 7"/>
          <p:cNvSpPr/>
          <p:nvPr/>
        </p:nvSpPr>
        <p:spPr>
          <a:xfrm>
            <a:off x="468360" y="5753880"/>
            <a:ext cx="2444040" cy="1580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0" spc="-1" strike="noStrike">
                <a:solidFill>
                  <a:srgbClr val="a3a3a3"/>
                </a:solidFill>
                <a:latin typeface="Quattrocento Sans"/>
                <a:ea typeface="Quattrocento Sans"/>
              </a:rPr>
              <a:t>Year</a:t>
            </a:r>
            <a:endParaRPr b="0" lang="en-HK" sz="880" spc="-1" strike="noStrike">
              <a:latin typeface="Arial"/>
            </a:endParaRPr>
          </a:p>
        </p:txBody>
      </p:sp>
      <p:sp>
        <p:nvSpPr>
          <p:cNvPr id="258" name="Text 8"/>
          <p:cNvSpPr/>
          <p:nvPr/>
        </p:nvSpPr>
        <p:spPr>
          <a:xfrm>
            <a:off x="468360" y="5912640"/>
            <a:ext cx="2444040" cy="1580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0" spc="-1" strike="noStrike">
                <a:solidFill>
                  <a:srgbClr val="f2f2f2"/>
                </a:solidFill>
                <a:latin typeface="Quattrocento Sans"/>
                <a:ea typeface="Quattrocento Sans"/>
              </a:rPr>
              <a:t>June 1889</a:t>
            </a:r>
            <a:endParaRPr b="0" lang="en-HK" sz="880" spc="-1" strike="noStrike">
              <a:latin typeface="Arial"/>
            </a:endParaRPr>
          </a:p>
        </p:txBody>
      </p:sp>
      <p:sp>
        <p:nvSpPr>
          <p:cNvPr id="259" name="Text 9"/>
          <p:cNvSpPr/>
          <p:nvPr/>
        </p:nvSpPr>
        <p:spPr>
          <a:xfrm>
            <a:off x="2918520" y="5753880"/>
            <a:ext cx="2444040" cy="1580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0" spc="-1" strike="noStrike">
                <a:solidFill>
                  <a:srgbClr val="a3a3a3"/>
                </a:solidFill>
                <a:latin typeface="Quattrocento Sans"/>
                <a:ea typeface="Quattrocento Sans"/>
              </a:rPr>
              <a:t>Medium</a:t>
            </a:r>
            <a:endParaRPr b="0" lang="en-HK" sz="880" spc="-1" strike="noStrike">
              <a:latin typeface="Arial"/>
            </a:endParaRPr>
          </a:p>
        </p:txBody>
      </p:sp>
      <p:sp>
        <p:nvSpPr>
          <p:cNvPr id="260" name="Text 10"/>
          <p:cNvSpPr/>
          <p:nvPr/>
        </p:nvSpPr>
        <p:spPr>
          <a:xfrm>
            <a:off x="2918520" y="5912640"/>
            <a:ext cx="2444040" cy="1580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0" spc="-1" strike="noStrike">
                <a:solidFill>
                  <a:srgbClr val="f2f2f2"/>
                </a:solidFill>
                <a:latin typeface="Quattrocento Sans"/>
                <a:ea typeface="Quattrocento Sans"/>
              </a:rPr>
              <a:t>Oil on canvas</a:t>
            </a:r>
            <a:endParaRPr b="0" lang="en-HK" sz="880" spc="-1" strike="noStrike">
              <a:latin typeface="Arial"/>
            </a:endParaRPr>
          </a:p>
        </p:txBody>
      </p:sp>
      <p:sp>
        <p:nvSpPr>
          <p:cNvPr id="261" name="Text 11"/>
          <p:cNvSpPr/>
          <p:nvPr/>
        </p:nvSpPr>
        <p:spPr>
          <a:xfrm>
            <a:off x="468360" y="6134760"/>
            <a:ext cx="2444040" cy="1580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0" spc="-1" strike="noStrike">
                <a:solidFill>
                  <a:srgbClr val="a3a3a3"/>
                </a:solidFill>
                <a:latin typeface="Quattrocento Sans"/>
                <a:ea typeface="Quattrocento Sans"/>
              </a:rPr>
              <a:t>Dimensions</a:t>
            </a:r>
            <a:endParaRPr b="0" lang="en-HK" sz="880" spc="-1" strike="noStrike">
              <a:latin typeface="Arial"/>
            </a:endParaRPr>
          </a:p>
        </p:txBody>
      </p:sp>
      <p:sp>
        <p:nvSpPr>
          <p:cNvPr id="262" name="Text 12"/>
          <p:cNvSpPr/>
          <p:nvPr/>
        </p:nvSpPr>
        <p:spPr>
          <a:xfrm>
            <a:off x="468360" y="6293520"/>
            <a:ext cx="2444040" cy="1580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0" spc="-1" strike="noStrike">
                <a:solidFill>
                  <a:srgbClr val="f2f2f2"/>
                </a:solidFill>
                <a:latin typeface="Quattrocento Sans"/>
                <a:ea typeface="Quattrocento Sans"/>
              </a:rPr>
              <a:t>73.7 × 92.1 cm</a:t>
            </a:r>
            <a:endParaRPr b="0" lang="en-HK" sz="880" spc="-1" strike="noStrike">
              <a:latin typeface="Arial"/>
            </a:endParaRPr>
          </a:p>
        </p:txBody>
      </p:sp>
      <p:sp>
        <p:nvSpPr>
          <p:cNvPr id="263" name="Text 13"/>
          <p:cNvSpPr/>
          <p:nvPr/>
        </p:nvSpPr>
        <p:spPr>
          <a:xfrm>
            <a:off x="2918520" y="6134760"/>
            <a:ext cx="2444040" cy="1580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0" spc="-1" strike="noStrike">
                <a:solidFill>
                  <a:srgbClr val="a3a3a3"/>
                </a:solidFill>
                <a:latin typeface="Quattrocento Sans"/>
                <a:ea typeface="Quattrocento Sans"/>
              </a:rPr>
              <a:t>Location</a:t>
            </a:r>
            <a:endParaRPr b="0" lang="en-HK" sz="880" spc="-1" strike="noStrike">
              <a:latin typeface="Arial"/>
            </a:endParaRPr>
          </a:p>
        </p:txBody>
      </p:sp>
      <p:sp>
        <p:nvSpPr>
          <p:cNvPr id="264" name="Text 14"/>
          <p:cNvSpPr/>
          <p:nvPr/>
        </p:nvSpPr>
        <p:spPr>
          <a:xfrm>
            <a:off x="2918520" y="6293520"/>
            <a:ext cx="2444040" cy="1580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0" spc="-1" strike="noStrike">
                <a:solidFill>
                  <a:srgbClr val="f2f2f2"/>
                </a:solidFill>
                <a:latin typeface="Quattrocento Sans"/>
                <a:ea typeface="Quattrocento Sans"/>
              </a:rPr>
              <a:t>MoMA, New York</a:t>
            </a:r>
            <a:endParaRPr b="0" lang="en-HK" sz="880" spc="-1" strike="noStrike">
              <a:latin typeface="Arial"/>
            </a:endParaRPr>
          </a:p>
        </p:txBody>
      </p:sp>
      <p:sp>
        <p:nvSpPr>
          <p:cNvPr id="265" name="Shape 15"/>
          <p:cNvSpPr/>
          <p:nvPr/>
        </p:nvSpPr>
        <p:spPr>
          <a:xfrm>
            <a:off x="5634720" y="1222200"/>
            <a:ext cx="6242040" cy="1999440"/>
          </a:xfrm>
          <a:custGeom>
            <a:avLst/>
            <a:gdLst/>
            <a:ahLst/>
            <a:rect l="l" t="t" r="r" b="b"/>
            <a:pathLst>
              <a:path w="6242844" h="2000250">
                <a:moveTo>
                  <a:pt x="23812" y="0"/>
                </a:moveTo>
                <a:lnTo>
                  <a:pt x="6179336" y="0"/>
                </a:lnTo>
                <a:cubicBezTo>
                  <a:pt x="6214410" y="0"/>
                  <a:pt x="6242844" y="28433"/>
                  <a:pt x="6242844" y="63508"/>
                </a:cubicBezTo>
                <a:lnTo>
                  <a:pt x="6242844" y="1936742"/>
                </a:lnTo>
                <a:cubicBezTo>
                  <a:pt x="6242844" y="1971817"/>
                  <a:pt x="6214410" y="2000250"/>
                  <a:pt x="6179336" y="2000250"/>
                </a:cubicBezTo>
                <a:lnTo>
                  <a:pt x="23812" y="2000250"/>
                </a:lnTo>
                <a:cubicBezTo>
                  <a:pt x="10661" y="2000250"/>
                  <a:pt x="0" y="1989589"/>
                  <a:pt x="0" y="1976438"/>
                </a:cubicBezTo>
                <a:lnTo>
                  <a:pt x="0" y="23812"/>
                </a:lnTo>
                <a:cubicBezTo>
                  <a:pt x="0" y="10670"/>
                  <a:pt x="10670" y="0"/>
                  <a:pt x="23812" y="0"/>
                </a:cubicBezTo>
                <a:close/>
              </a:path>
            </a:pathLst>
          </a:custGeom>
          <a:solidFill>
            <a:srgbClr val="1a1a1a"/>
          </a:solidFill>
          <a:ln w="0">
            <a:noFill/>
          </a:ln>
        </p:spPr>
        <p:style>
          <a:lnRef idx="0"/>
          <a:fillRef idx="0"/>
          <a:effectRef idx="0"/>
          <a:fontRef idx="minor"/>
        </p:style>
      </p:sp>
      <p:sp>
        <p:nvSpPr>
          <p:cNvPr id="266" name="Shape 16"/>
          <p:cNvSpPr/>
          <p:nvPr/>
        </p:nvSpPr>
        <p:spPr>
          <a:xfrm>
            <a:off x="5634720" y="1222200"/>
            <a:ext cx="23040" cy="1999440"/>
          </a:xfrm>
          <a:custGeom>
            <a:avLst/>
            <a:gdLst/>
            <a:ahLst/>
            <a:rect l="l" t="t" r="r" b="b"/>
            <a:pathLst>
              <a:path w="23813" h="2000250">
                <a:moveTo>
                  <a:pt x="23813" y="0"/>
                </a:moveTo>
                <a:lnTo>
                  <a:pt x="23813" y="0"/>
                </a:lnTo>
                <a:lnTo>
                  <a:pt x="23813" y="2000250"/>
                </a:lnTo>
                <a:lnTo>
                  <a:pt x="23813" y="2000250"/>
                </a:lnTo>
                <a:cubicBezTo>
                  <a:pt x="10670" y="2000250"/>
                  <a:pt x="0" y="1989580"/>
                  <a:pt x="0" y="1976438"/>
                </a:cubicBezTo>
                <a:lnTo>
                  <a:pt x="0" y="23813"/>
                </a:lnTo>
                <a:cubicBezTo>
                  <a:pt x="0" y="10670"/>
                  <a:pt x="10670" y="0"/>
                  <a:pt x="23812" y="0"/>
                </a:cubicBezTo>
                <a:close/>
              </a:path>
            </a:pathLst>
          </a:custGeom>
          <a:solidFill>
            <a:srgbClr val="c9a36a"/>
          </a:solidFill>
          <a:ln w="0">
            <a:noFill/>
          </a:ln>
        </p:spPr>
        <p:style>
          <a:lnRef idx="0"/>
          <a:fillRef idx="0"/>
          <a:effectRef idx="0"/>
          <a:fontRef idx="minor"/>
        </p:style>
      </p:sp>
      <p:sp>
        <p:nvSpPr>
          <p:cNvPr id="267" name="Text 17"/>
          <p:cNvSpPr/>
          <p:nvPr/>
        </p:nvSpPr>
        <p:spPr>
          <a:xfrm>
            <a:off x="5805360" y="1380960"/>
            <a:ext cx="6008040" cy="25344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500" spc="-1" strike="noStrike">
                <a:solidFill>
                  <a:srgbClr val="f2f2f2"/>
                </a:solidFill>
                <a:latin typeface="Oranienbaum"/>
                <a:ea typeface="Oranienbaum"/>
              </a:rPr>
              <a:t>A View from the Asylum</a:t>
            </a:r>
            <a:endParaRPr b="0" lang="en-HK" sz="1500" spc="-1" strike="noStrike">
              <a:latin typeface="Arial"/>
            </a:endParaRPr>
          </a:p>
        </p:txBody>
      </p:sp>
      <p:sp>
        <p:nvSpPr>
          <p:cNvPr id="268" name="Text 18"/>
          <p:cNvSpPr/>
          <p:nvPr/>
        </p:nvSpPr>
        <p:spPr>
          <a:xfrm>
            <a:off x="5805360" y="1730520"/>
            <a:ext cx="5976360" cy="61848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00" spc="-1" strike="noStrike">
                <a:solidFill>
                  <a:srgbClr val="b8b8b8"/>
                </a:solidFill>
                <a:latin typeface="Quattrocento Sans"/>
                <a:ea typeface="Quattrocento Sans"/>
              </a:rPr>
              <a:t>Painted during his stay at </a:t>
            </a:r>
            <a:r>
              <a:rPr b="0" lang="en-US" sz="1000" spc="-1" strike="noStrike">
                <a:solidFill>
                  <a:srgbClr val="f2f2f2"/>
                </a:solidFill>
                <a:latin typeface="Quattrocento Sans"/>
                <a:ea typeface="Quattrocento Sans"/>
              </a:rPr>
              <a:t>Saint-Paul-de-Mausole asylum</a:t>
            </a:r>
            <a:r>
              <a:rPr b="0" lang="en-US" sz="1000" spc="-1" strike="noStrike">
                <a:solidFill>
                  <a:srgbClr val="b8b8b8"/>
                </a:solidFill>
                <a:latin typeface="Quattrocento Sans"/>
                <a:ea typeface="Quattrocento Sans"/>
              </a:rPr>
              <a:t> in Saint-Rémy-de-Provence, "The Starry Night" depicts the view from his bedroom window just before sunrise. However, Van Gogh painted this masterpiece from memory during the day, transforming observation into visionary experience.</a:t>
            </a:r>
            <a:endParaRPr b="0" lang="en-HK" sz="1000" spc="-1" strike="noStrike">
              <a:latin typeface="Arial"/>
            </a:endParaRPr>
          </a:p>
        </p:txBody>
      </p:sp>
      <p:sp>
        <p:nvSpPr>
          <p:cNvPr id="269" name="Text 19"/>
          <p:cNvSpPr/>
          <p:nvPr/>
        </p:nvSpPr>
        <p:spPr>
          <a:xfrm>
            <a:off x="5805360" y="2444760"/>
            <a:ext cx="5976360" cy="61848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00" spc="-1" strike="noStrike">
                <a:solidFill>
                  <a:srgbClr val="b8b8b8"/>
                </a:solidFill>
                <a:latin typeface="Quattrocento Sans"/>
                <a:ea typeface="Quattrocento Sans"/>
              </a:rPr>
              <a:t>The painting represents both his </a:t>
            </a:r>
            <a:r>
              <a:rPr b="0" lang="en-US" sz="1000" spc="-1" strike="noStrike">
                <a:solidFill>
                  <a:srgbClr val="c9a36a"/>
                </a:solidFill>
                <a:latin typeface="Quattrocento Sans"/>
                <a:ea typeface="Quattrocento Sans"/>
              </a:rPr>
              <a:t>inner turmoil</a:t>
            </a:r>
            <a:r>
              <a:rPr b="0" lang="en-US" sz="1000" spc="-1" strike="noStrike">
                <a:solidFill>
                  <a:srgbClr val="b8b8b8"/>
                </a:solidFill>
                <a:latin typeface="Quattrocento Sans"/>
                <a:ea typeface="Quattrocento Sans"/>
              </a:rPr>
              <a:t> and his </a:t>
            </a:r>
            <a:r>
              <a:rPr b="0" lang="en-US" sz="1000" spc="-1" strike="noStrike">
                <a:solidFill>
                  <a:srgbClr val="c9a36a"/>
                </a:solidFill>
                <a:latin typeface="Quattrocento Sans"/>
                <a:ea typeface="Quattrocento Sans"/>
              </a:rPr>
              <a:t>transcendent hope</a:t>
            </a:r>
            <a:r>
              <a:rPr b="0" lang="en-US" sz="1000" spc="-1" strike="noStrike">
                <a:solidFill>
                  <a:srgbClr val="b8b8b8"/>
                </a:solidFill>
                <a:latin typeface="Quattrocento Sans"/>
                <a:ea typeface="Quattrocento Sans"/>
              </a:rPr>
              <a:t>—the swirling chaos of the sky contrasted with the peaceful village below, suggesting that even in madness, beauty and meaning can be found.</a:t>
            </a:r>
            <a:endParaRPr b="0" lang="en-HK" sz="1000" spc="-1" strike="noStrike">
              <a:latin typeface="Arial"/>
            </a:endParaRPr>
          </a:p>
        </p:txBody>
      </p:sp>
      <p:sp>
        <p:nvSpPr>
          <p:cNvPr id="270" name="Shape 20"/>
          <p:cNvSpPr/>
          <p:nvPr/>
        </p:nvSpPr>
        <p:spPr>
          <a:xfrm>
            <a:off x="5634720" y="3349800"/>
            <a:ext cx="6242040" cy="2079000"/>
          </a:xfrm>
          <a:custGeom>
            <a:avLst/>
            <a:gdLst/>
            <a:ahLst/>
            <a:rect l="l" t="t" r="r" b="b"/>
            <a:pathLst>
              <a:path w="6242844" h="2079625">
                <a:moveTo>
                  <a:pt x="23813" y="0"/>
                </a:moveTo>
                <a:lnTo>
                  <a:pt x="6179353" y="0"/>
                </a:lnTo>
                <a:cubicBezTo>
                  <a:pt x="6214418" y="0"/>
                  <a:pt x="6242844" y="28426"/>
                  <a:pt x="6242844" y="63491"/>
                </a:cubicBezTo>
                <a:lnTo>
                  <a:pt x="6242844" y="2016134"/>
                </a:lnTo>
                <a:cubicBezTo>
                  <a:pt x="6242844" y="2051199"/>
                  <a:pt x="6214418" y="2079625"/>
                  <a:pt x="6179353" y="2079625"/>
                </a:cubicBezTo>
                <a:lnTo>
                  <a:pt x="23813" y="2079625"/>
                </a:lnTo>
                <a:cubicBezTo>
                  <a:pt x="10670" y="2079625"/>
                  <a:pt x="0" y="2068955"/>
                  <a:pt x="0" y="2055813"/>
                </a:cubicBezTo>
                <a:lnTo>
                  <a:pt x="0" y="23813"/>
                </a:lnTo>
                <a:cubicBezTo>
                  <a:pt x="0" y="10670"/>
                  <a:pt x="10670" y="0"/>
                  <a:pt x="23812" y="0"/>
                </a:cubicBezTo>
                <a:close/>
              </a:path>
            </a:pathLst>
          </a:custGeom>
          <a:solidFill>
            <a:srgbClr val="1a1a1a"/>
          </a:solidFill>
          <a:ln w="0">
            <a:noFill/>
          </a:ln>
        </p:spPr>
        <p:style>
          <a:lnRef idx="0"/>
          <a:fillRef idx="0"/>
          <a:effectRef idx="0"/>
          <a:fontRef idx="minor"/>
        </p:style>
      </p:sp>
      <p:sp>
        <p:nvSpPr>
          <p:cNvPr id="271" name="Shape 21"/>
          <p:cNvSpPr/>
          <p:nvPr/>
        </p:nvSpPr>
        <p:spPr>
          <a:xfrm>
            <a:off x="5634720" y="3349800"/>
            <a:ext cx="23040" cy="2079000"/>
          </a:xfrm>
          <a:custGeom>
            <a:avLst/>
            <a:gdLst/>
            <a:ahLst/>
            <a:rect l="l" t="t" r="r" b="b"/>
            <a:pathLst>
              <a:path w="23813" h="2079625">
                <a:moveTo>
                  <a:pt x="23813" y="0"/>
                </a:moveTo>
                <a:lnTo>
                  <a:pt x="23813" y="0"/>
                </a:lnTo>
                <a:lnTo>
                  <a:pt x="23813" y="2079625"/>
                </a:lnTo>
                <a:lnTo>
                  <a:pt x="23813" y="2079625"/>
                </a:lnTo>
                <a:cubicBezTo>
                  <a:pt x="10670" y="2079625"/>
                  <a:pt x="0" y="2068955"/>
                  <a:pt x="0" y="2055813"/>
                </a:cubicBezTo>
                <a:lnTo>
                  <a:pt x="0" y="23813"/>
                </a:lnTo>
                <a:cubicBezTo>
                  <a:pt x="0" y="10670"/>
                  <a:pt x="10670" y="0"/>
                  <a:pt x="23812" y="0"/>
                </a:cubicBezTo>
                <a:close/>
              </a:path>
            </a:pathLst>
          </a:custGeom>
          <a:solidFill>
            <a:srgbClr val="c9a36a"/>
          </a:solidFill>
          <a:ln w="0">
            <a:noFill/>
          </a:ln>
        </p:spPr>
        <p:style>
          <a:lnRef idx="0"/>
          <a:fillRef idx="0"/>
          <a:effectRef idx="0"/>
          <a:fontRef idx="minor"/>
        </p:style>
      </p:sp>
      <p:sp>
        <p:nvSpPr>
          <p:cNvPr id="272" name="Text 22"/>
          <p:cNvSpPr/>
          <p:nvPr/>
        </p:nvSpPr>
        <p:spPr>
          <a:xfrm>
            <a:off x="5805360" y="3508200"/>
            <a:ext cx="6008040" cy="25344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500" spc="-1" strike="noStrike">
                <a:solidFill>
                  <a:srgbClr val="f2f2f2"/>
                </a:solidFill>
                <a:latin typeface="Oranienbaum"/>
                <a:ea typeface="Oranienbaum"/>
              </a:rPr>
              <a:t>Scientific Revelation</a:t>
            </a:r>
            <a:endParaRPr b="0" lang="en-HK" sz="1500" spc="-1" strike="noStrike">
              <a:latin typeface="Arial"/>
            </a:endParaRPr>
          </a:p>
        </p:txBody>
      </p:sp>
      <p:sp>
        <p:nvSpPr>
          <p:cNvPr id="273" name="Text 23"/>
          <p:cNvSpPr/>
          <p:nvPr/>
        </p:nvSpPr>
        <p:spPr>
          <a:xfrm>
            <a:off x="5805360" y="3857760"/>
            <a:ext cx="5976360" cy="61848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00" spc="-1" strike="noStrike">
                <a:solidFill>
                  <a:srgbClr val="b8b8b8"/>
                </a:solidFill>
                <a:latin typeface="Quattrocento Sans"/>
                <a:ea typeface="Quattrocento Sans"/>
              </a:rPr>
              <a:t>In 2006, scientists analyzing the painting's swirling patterns discovered something remarkable: </a:t>
            </a:r>
            <a:r>
              <a:rPr b="0" lang="en-US" sz="1000" spc="-1" strike="noStrike">
                <a:solidFill>
                  <a:srgbClr val="f2f2f2"/>
                </a:solidFill>
                <a:latin typeface="Quattrocento Sans"/>
                <a:ea typeface="Quattrocento Sans"/>
              </a:rPr>
              <a:t>Van Gogh's turbulent brushstrokes accurately depict the physics of fluid turbulence</a:t>
            </a:r>
            <a:r>
              <a:rPr b="0" lang="en-US" sz="1000" spc="-1" strike="noStrike">
                <a:solidFill>
                  <a:srgbClr val="b8b8b8"/>
                </a:solidFill>
                <a:latin typeface="Quattrocento Sans"/>
                <a:ea typeface="Quattrocento Sans"/>
              </a:rPr>
              <a:t>—mathematical patterns that scientists wouldn't fully understand until decades after his death.</a:t>
            </a:r>
            <a:endParaRPr b="0" lang="en-HK" sz="1000" spc="-1" strike="noStrike">
              <a:latin typeface="Arial"/>
            </a:endParaRPr>
          </a:p>
        </p:txBody>
      </p:sp>
      <p:sp>
        <p:nvSpPr>
          <p:cNvPr id="274" name="Shape 24"/>
          <p:cNvSpPr/>
          <p:nvPr/>
        </p:nvSpPr>
        <p:spPr>
          <a:xfrm>
            <a:off x="5805360" y="4572000"/>
            <a:ext cx="5912640" cy="697680"/>
          </a:xfrm>
          <a:custGeom>
            <a:avLst/>
            <a:gdLst/>
            <a:ahLst/>
            <a:rect l="l" t="t" r="r" b="b"/>
            <a:pathLst>
              <a:path w="5913438" h="698500">
                <a:moveTo>
                  <a:pt x="31747" y="0"/>
                </a:moveTo>
                <a:lnTo>
                  <a:pt x="5881691" y="0"/>
                </a:lnTo>
                <a:cubicBezTo>
                  <a:pt x="5899224" y="0"/>
                  <a:pt x="5913438" y="14214"/>
                  <a:pt x="5913438" y="31747"/>
                </a:cubicBezTo>
                <a:lnTo>
                  <a:pt x="5913438" y="666753"/>
                </a:lnTo>
                <a:cubicBezTo>
                  <a:pt x="5913437" y="684286"/>
                  <a:pt x="5899224" y="698500"/>
                  <a:pt x="5881691" y="698500"/>
                </a:cubicBezTo>
                <a:lnTo>
                  <a:pt x="31747" y="698500"/>
                </a:lnTo>
                <a:cubicBezTo>
                  <a:pt x="14214" y="698500"/>
                  <a:pt x="0" y="684286"/>
                  <a:pt x="0" y="666753"/>
                </a:cubicBezTo>
                <a:lnTo>
                  <a:pt x="0" y="31747"/>
                </a:lnTo>
                <a:cubicBezTo>
                  <a:pt x="0" y="14225"/>
                  <a:pt x="14225" y="0"/>
                  <a:pt x="31747" y="0"/>
                </a:cubicBezTo>
                <a:close/>
              </a:path>
            </a:pathLst>
          </a:custGeom>
          <a:solidFill>
            <a:srgbClr val="2b2b2b"/>
          </a:solidFill>
          <a:ln w="0">
            <a:noFill/>
          </a:ln>
        </p:spPr>
        <p:style>
          <a:lnRef idx="0"/>
          <a:fillRef idx="0"/>
          <a:effectRef idx="0"/>
          <a:fontRef idx="minor"/>
        </p:style>
      </p:sp>
      <p:sp>
        <p:nvSpPr>
          <p:cNvPr id="275" name="Text 25"/>
          <p:cNvSpPr/>
          <p:nvPr/>
        </p:nvSpPr>
        <p:spPr>
          <a:xfrm>
            <a:off x="5900760" y="4667400"/>
            <a:ext cx="5777640" cy="1580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0" spc="-1" strike="noStrike">
                <a:solidFill>
                  <a:srgbClr val="c9a36a"/>
                </a:solidFill>
                <a:latin typeface="Quattrocento Sans"/>
                <a:ea typeface="Quattrocento Sans"/>
              </a:rPr>
              <a:t>Key Insight:</a:t>
            </a:r>
            <a:endParaRPr b="0" lang="en-HK" sz="880" spc="-1" strike="noStrike">
              <a:latin typeface="Arial"/>
            </a:endParaRPr>
          </a:p>
        </p:txBody>
      </p:sp>
      <p:sp>
        <p:nvSpPr>
          <p:cNvPr id="276" name="Text 26"/>
          <p:cNvSpPr/>
          <p:nvPr/>
        </p:nvSpPr>
        <p:spPr>
          <a:xfrm>
            <a:off x="5900760" y="4857840"/>
            <a:ext cx="5777640" cy="3168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0" spc="-1" strike="noStrike">
                <a:solidFill>
                  <a:srgbClr val="b8b8b8"/>
                </a:solidFill>
                <a:latin typeface="Quattrocento Sans"/>
                <a:ea typeface="Quattrocento Sans"/>
              </a:rPr>
              <a:t>The spiral patterns in "The Starry Night" follow Kolmogorov's theory of turbulence, showing Van Gogh's intuitive grasp of natural phenomena that science would later formalize.</a:t>
            </a:r>
            <a:endParaRPr b="0" lang="en-HK" sz="880" spc="-1" strike="noStrike">
              <a:latin typeface="Arial"/>
            </a:endParaRPr>
          </a:p>
        </p:txBody>
      </p:sp>
      <p:sp>
        <p:nvSpPr>
          <p:cNvPr id="277" name="Shape 27"/>
          <p:cNvSpPr/>
          <p:nvPr/>
        </p:nvSpPr>
        <p:spPr>
          <a:xfrm>
            <a:off x="5626800" y="5560200"/>
            <a:ext cx="6246000" cy="896040"/>
          </a:xfrm>
          <a:custGeom>
            <a:avLst/>
            <a:gdLst/>
            <a:ahLst/>
            <a:rect l="l" t="t" r="r" b="b"/>
            <a:pathLst>
              <a:path w="6246813" h="896938">
                <a:moveTo>
                  <a:pt x="63503" y="0"/>
                </a:moveTo>
                <a:lnTo>
                  <a:pt x="6183309" y="0"/>
                </a:lnTo>
                <a:cubicBezTo>
                  <a:pt x="6218381" y="0"/>
                  <a:pt x="6246812" y="28431"/>
                  <a:pt x="6246812" y="63503"/>
                </a:cubicBezTo>
                <a:lnTo>
                  <a:pt x="6246813" y="833434"/>
                </a:lnTo>
                <a:cubicBezTo>
                  <a:pt x="6246812" y="868506"/>
                  <a:pt x="6218381" y="896938"/>
                  <a:pt x="6183309" y="896938"/>
                </a:cubicBezTo>
                <a:lnTo>
                  <a:pt x="63503" y="896938"/>
                </a:lnTo>
                <a:cubicBezTo>
                  <a:pt x="28431" y="896938"/>
                  <a:pt x="0" y="868506"/>
                  <a:pt x="0" y="833434"/>
                </a:cubicBezTo>
                <a:lnTo>
                  <a:pt x="0" y="63503"/>
                </a:lnTo>
                <a:cubicBezTo>
                  <a:pt x="0" y="28431"/>
                  <a:pt x="28431" y="0"/>
                  <a:pt x="63503" y="0"/>
                </a:cubicBezTo>
                <a:close/>
              </a:path>
            </a:pathLst>
          </a:custGeom>
          <a:gradFill rotWithShape="0">
            <a:gsLst>
              <a:gs pos="0">
                <a:srgbClr val="c9a36a">
                  <a:alpha val="20000"/>
                </a:srgbClr>
              </a:gs>
              <a:gs pos="100000">
                <a:srgbClr val="c9a36a">
                  <a:alpha val="5098"/>
                </a:srgbClr>
              </a:gs>
            </a:gsLst>
            <a:lin ang="2700000"/>
          </a:gradFill>
          <a:ln w="12700">
            <a:solidFill>
              <a:srgbClr val="c9a36a">
                <a:alpha val="30000"/>
              </a:srgbClr>
            </a:solidFill>
            <a:round/>
          </a:ln>
        </p:spPr>
        <p:style>
          <a:lnRef idx="0"/>
          <a:fillRef idx="0"/>
          <a:effectRef idx="0"/>
          <a:fontRef idx="minor"/>
        </p:style>
      </p:sp>
      <p:sp>
        <p:nvSpPr>
          <p:cNvPr id="278" name="Shape 28"/>
          <p:cNvSpPr/>
          <p:nvPr/>
        </p:nvSpPr>
        <p:spPr>
          <a:xfrm>
            <a:off x="5763960" y="5722920"/>
            <a:ext cx="138240" cy="158040"/>
          </a:xfrm>
          <a:custGeom>
            <a:avLst/>
            <a:gdLst/>
            <a:ahLst/>
            <a:rect l="l" t="t" r="r" b="b"/>
            <a:pathLst>
              <a:path w="138906" h="158750">
                <a:moveTo>
                  <a:pt x="0" y="66973"/>
                </a:moveTo>
                <a:cubicBezTo>
                  <a:pt x="0" y="46416"/>
                  <a:pt x="16650" y="29766"/>
                  <a:pt x="37207" y="29766"/>
                </a:cubicBezTo>
                <a:lnTo>
                  <a:pt x="39688" y="29766"/>
                </a:lnTo>
                <a:cubicBezTo>
                  <a:pt x="45176" y="29766"/>
                  <a:pt x="49609" y="34199"/>
                  <a:pt x="49609" y="39688"/>
                </a:cubicBezTo>
                <a:cubicBezTo>
                  <a:pt x="49609" y="45176"/>
                  <a:pt x="45176" y="49609"/>
                  <a:pt x="39688" y="49609"/>
                </a:cubicBezTo>
                <a:lnTo>
                  <a:pt x="37207" y="49609"/>
                </a:lnTo>
                <a:cubicBezTo>
                  <a:pt x="27626" y="49609"/>
                  <a:pt x="19844" y="57392"/>
                  <a:pt x="19844" y="66973"/>
                </a:cubicBezTo>
                <a:lnTo>
                  <a:pt x="19844" y="69453"/>
                </a:lnTo>
                <a:lnTo>
                  <a:pt x="39688" y="69453"/>
                </a:lnTo>
                <a:cubicBezTo>
                  <a:pt x="50633" y="69453"/>
                  <a:pt x="59531" y="78352"/>
                  <a:pt x="59531" y="89297"/>
                </a:cubicBezTo>
                <a:lnTo>
                  <a:pt x="59531" y="109141"/>
                </a:lnTo>
                <a:cubicBezTo>
                  <a:pt x="59531" y="120086"/>
                  <a:pt x="50633" y="128984"/>
                  <a:pt x="39688" y="128984"/>
                </a:cubicBezTo>
                <a:lnTo>
                  <a:pt x="19844" y="128984"/>
                </a:lnTo>
                <a:cubicBezTo>
                  <a:pt x="8899" y="128984"/>
                  <a:pt x="0" y="120086"/>
                  <a:pt x="0" y="109141"/>
                </a:cubicBezTo>
                <a:lnTo>
                  <a:pt x="0" y="66973"/>
                </a:lnTo>
                <a:close/>
                <a:moveTo>
                  <a:pt x="79375" y="66973"/>
                </a:moveTo>
                <a:cubicBezTo>
                  <a:pt x="79375" y="46416"/>
                  <a:pt x="96025" y="29766"/>
                  <a:pt x="116582" y="29766"/>
                </a:cubicBezTo>
                <a:lnTo>
                  <a:pt x="119062" y="29766"/>
                </a:lnTo>
                <a:cubicBezTo>
                  <a:pt x="124551" y="29766"/>
                  <a:pt x="128984" y="34199"/>
                  <a:pt x="128984" y="39688"/>
                </a:cubicBezTo>
                <a:cubicBezTo>
                  <a:pt x="128984" y="45176"/>
                  <a:pt x="124551" y="49609"/>
                  <a:pt x="119062" y="49609"/>
                </a:cubicBezTo>
                <a:lnTo>
                  <a:pt x="116582" y="49609"/>
                </a:lnTo>
                <a:cubicBezTo>
                  <a:pt x="107001" y="49609"/>
                  <a:pt x="99219" y="57392"/>
                  <a:pt x="99219" y="66973"/>
                </a:cubicBezTo>
                <a:lnTo>
                  <a:pt x="99219" y="69453"/>
                </a:lnTo>
                <a:lnTo>
                  <a:pt x="119062" y="69453"/>
                </a:lnTo>
                <a:cubicBezTo>
                  <a:pt x="130008" y="69453"/>
                  <a:pt x="138906" y="78352"/>
                  <a:pt x="138906" y="89297"/>
                </a:cubicBezTo>
                <a:lnTo>
                  <a:pt x="138906" y="109141"/>
                </a:lnTo>
                <a:cubicBezTo>
                  <a:pt x="138906" y="120086"/>
                  <a:pt x="130008" y="128984"/>
                  <a:pt x="119062" y="128984"/>
                </a:cubicBezTo>
                <a:lnTo>
                  <a:pt x="99219" y="128984"/>
                </a:lnTo>
                <a:cubicBezTo>
                  <a:pt x="88274" y="128984"/>
                  <a:pt x="79375" y="120086"/>
                  <a:pt x="79375" y="109141"/>
                </a:cubicBezTo>
                <a:lnTo>
                  <a:pt x="79375" y="66973"/>
                </a:lnTo>
                <a:close/>
              </a:path>
            </a:pathLst>
          </a:custGeom>
          <a:solidFill>
            <a:srgbClr val="c9a36a"/>
          </a:solidFill>
          <a:ln w="0">
            <a:noFill/>
          </a:ln>
        </p:spPr>
        <p:style>
          <a:lnRef idx="0"/>
          <a:fillRef idx="0"/>
          <a:effectRef idx="0"/>
          <a:fontRef idx="minor"/>
        </p:style>
      </p:sp>
      <p:sp>
        <p:nvSpPr>
          <p:cNvPr id="279" name="Text 29"/>
          <p:cNvSpPr/>
          <p:nvPr/>
        </p:nvSpPr>
        <p:spPr>
          <a:xfrm>
            <a:off x="6002640" y="5691240"/>
            <a:ext cx="5801760" cy="41220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00" spc="-1" strike="noStrike">
                <a:solidFill>
                  <a:srgbClr val="f2f2f2"/>
                </a:solidFill>
                <a:latin typeface="Quattrocento Sans"/>
                <a:ea typeface="Quattrocento Sans"/>
              </a:rPr>
              <a:t>"This morning I saw the countryside from my window a long time before sunrise, with nothing but the morning star, which looked very big."</a:t>
            </a:r>
            <a:endParaRPr b="0" lang="en-HK" sz="1000" spc="-1" strike="noStrike">
              <a:latin typeface="Arial"/>
            </a:endParaRPr>
          </a:p>
        </p:txBody>
      </p:sp>
      <p:sp>
        <p:nvSpPr>
          <p:cNvPr id="280" name="Text 30"/>
          <p:cNvSpPr/>
          <p:nvPr/>
        </p:nvSpPr>
        <p:spPr>
          <a:xfrm>
            <a:off x="6002640" y="6167520"/>
            <a:ext cx="5793480" cy="1580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0" spc="-1" strike="noStrike">
                <a:solidFill>
                  <a:srgbClr val="c9a36a"/>
                </a:solidFill>
                <a:latin typeface="Quattrocento Sans"/>
                <a:ea typeface="Quattrocento Sans"/>
              </a:rPr>
              <a:t>— </a:t>
            </a:r>
            <a:r>
              <a:rPr b="0" lang="en-US" sz="880" spc="-1" strike="noStrike">
                <a:solidFill>
                  <a:srgbClr val="c9a36a"/>
                </a:solidFill>
                <a:latin typeface="Quattrocento Sans"/>
                <a:ea typeface="Quattrocento Sans"/>
              </a:rPr>
              <a:t>Letter to Theo, June 1889</a:t>
            </a:r>
            <a:endParaRPr b="0" lang="en-HK" sz="880" spc="-1" strike="noStrike">
              <a:latin typeface="Arial"/>
            </a:endParaRPr>
          </a:p>
        </p:txBody>
      </p:sp>
    </p:spTree>
  </p:cSld>
  <mc:AlternateContent>
    <mc:Choice Requires="p14">
      <p:transition spd="slow" p14:dur="2000"/>
    </mc:Choice>
    <mc:Fallback>
      <p:transition spd="slow"/>
    </mc:Fallback>
  </mc:AlternateContent>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11111"/>
        </a:solidFill>
      </p:bgPr>
    </p:bg>
    <p:spTree>
      <p:nvGrpSpPr>
        <p:cNvPr id="1" name=""/>
        <p:cNvGrpSpPr/>
        <p:nvPr/>
      </p:nvGrpSpPr>
      <p:grpSpPr>
        <a:xfrm>
          <a:off x="0" y="0"/>
          <a:ext cx="0" cy="0"/>
          <a:chOff x="0" y="0"/>
          <a:chExt cx="0" cy="0"/>
        </a:xfrm>
      </p:grpSpPr>
      <p:sp>
        <p:nvSpPr>
          <p:cNvPr id="281" name="Text 0"/>
          <p:cNvSpPr/>
          <p:nvPr/>
        </p:nvSpPr>
        <p:spPr>
          <a:xfrm>
            <a:off x="317520" y="317520"/>
            <a:ext cx="11619720" cy="1897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00" spc="197" strike="noStrike">
                <a:solidFill>
                  <a:srgbClr val="c9a36a"/>
                </a:solidFill>
                <a:latin typeface="Quattrocento Sans"/>
                <a:ea typeface="Quattrocento Sans"/>
              </a:rPr>
              <a:t>Chapter 03 • Masterpiece Analysis</a:t>
            </a:r>
            <a:endParaRPr b="0" lang="en-HK" sz="1000" spc="-1" strike="noStrike">
              <a:latin typeface="Arial"/>
            </a:endParaRPr>
          </a:p>
        </p:txBody>
      </p:sp>
      <p:sp>
        <p:nvSpPr>
          <p:cNvPr id="282" name="Text 1"/>
          <p:cNvSpPr/>
          <p:nvPr/>
        </p:nvSpPr>
        <p:spPr>
          <a:xfrm>
            <a:off x="317520" y="571680"/>
            <a:ext cx="11746800" cy="38016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3000" spc="-1" strike="noStrike">
                <a:solidFill>
                  <a:srgbClr val="f2f2f2"/>
                </a:solidFill>
                <a:latin typeface="Oranienbaum"/>
                <a:ea typeface="Oranienbaum"/>
              </a:rPr>
              <a:t>Sunflowers: The Celebration of Color and Light</a:t>
            </a:r>
            <a:endParaRPr b="0" lang="en-HK" sz="3000" spc="-1" strike="noStrike">
              <a:latin typeface="Arial"/>
            </a:endParaRPr>
          </a:p>
        </p:txBody>
      </p:sp>
      <p:sp>
        <p:nvSpPr>
          <p:cNvPr id="283" name="Shape 2"/>
          <p:cNvSpPr/>
          <p:nvPr/>
        </p:nvSpPr>
        <p:spPr>
          <a:xfrm>
            <a:off x="317520" y="1079640"/>
            <a:ext cx="888120" cy="15120"/>
          </a:xfrm>
          <a:custGeom>
            <a:avLst/>
            <a:gdLst/>
            <a:ahLst/>
            <a:rect l="l" t="t" r="r" b="b"/>
            <a:pathLst>
              <a:path w="889000" h="15875">
                <a:moveTo>
                  <a:pt x="0" y="0"/>
                </a:moveTo>
                <a:lnTo>
                  <a:pt x="889000" y="0"/>
                </a:lnTo>
                <a:lnTo>
                  <a:pt x="889000" y="15875"/>
                </a:lnTo>
                <a:lnTo>
                  <a:pt x="0" y="15875"/>
                </a:lnTo>
                <a:lnTo>
                  <a:pt x="0" y="0"/>
                </a:lnTo>
                <a:close/>
              </a:path>
            </a:pathLst>
          </a:custGeom>
          <a:solidFill>
            <a:srgbClr val="c9a36a"/>
          </a:solidFill>
          <a:ln w="0">
            <a:noFill/>
          </a:ln>
        </p:spPr>
        <p:style>
          <a:lnRef idx="0"/>
          <a:fillRef idx="0"/>
          <a:effectRef idx="0"/>
          <a:fontRef idx="minor"/>
        </p:style>
      </p:sp>
      <p:sp>
        <p:nvSpPr>
          <p:cNvPr id="284" name="Shape 3"/>
          <p:cNvSpPr/>
          <p:nvPr/>
        </p:nvSpPr>
        <p:spPr>
          <a:xfrm>
            <a:off x="329400" y="1222200"/>
            <a:ext cx="6242040" cy="1999440"/>
          </a:xfrm>
          <a:custGeom>
            <a:avLst/>
            <a:gdLst/>
            <a:ahLst/>
            <a:rect l="l" t="t" r="r" b="b"/>
            <a:pathLst>
              <a:path w="6242844" h="2000250">
                <a:moveTo>
                  <a:pt x="23812" y="0"/>
                </a:moveTo>
                <a:lnTo>
                  <a:pt x="6179336" y="0"/>
                </a:lnTo>
                <a:cubicBezTo>
                  <a:pt x="6214410" y="0"/>
                  <a:pt x="6242844" y="28433"/>
                  <a:pt x="6242844" y="63508"/>
                </a:cubicBezTo>
                <a:lnTo>
                  <a:pt x="6242844" y="1936742"/>
                </a:lnTo>
                <a:cubicBezTo>
                  <a:pt x="6242844" y="1971817"/>
                  <a:pt x="6214410" y="2000250"/>
                  <a:pt x="6179336" y="2000250"/>
                </a:cubicBezTo>
                <a:lnTo>
                  <a:pt x="23812" y="2000250"/>
                </a:lnTo>
                <a:cubicBezTo>
                  <a:pt x="10661" y="2000250"/>
                  <a:pt x="0" y="1989589"/>
                  <a:pt x="0" y="1976438"/>
                </a:cubicBezTo>
                <a:lnTo>
                  <a:pt x="0" y="23812"/>
                </a:lnTo>
                <a:cubicBezTo>
                  <a:pt x="0" y="10670"/>
                  <a:pt x="10670" y="0"/>
                  <a:pt x="23812" y="0"/>
                </a:cubicBezTo>
                <a:close/>
              </a:path>
            </a:pathLst>
          </a:custGeom>
          <a:solidFill>
            <a:srgbClr val="1a1a1a"/>
          </a:solidFill>
          <a:ln w="0">
            <a:noFill/>
          </a:ln>
        </p:spPr>
        <p:style>
          <a:lnRef idx="0"/>
          <a:fillRef idx="0"/>
          <a:effectRef idx="0"/>
          <a:fontRef idx="minor"/>
        </p:style>
      </p:sp>
      <p:sp>
        <p:nvSpPr>
          <p:cNvPr id="285" name="Shape 4"/>
          <p:cNvSpPr/>
          <p:nvPr/>
        </p:nvSpPr>
        <p:spPr>
          <a:xfrm>
            <a:off x="329400" y="1222200"/>
            <a:ext cx="23040" cy="1999440"/>
          </a:xfrm>
          <a:custGeom>
            <a:avLst/>
            <a:gdLst/>
            <a:ahLst/>
            <a:rect l="l" t="t" r="r" b="b"/>
            <a:pathLst>
              <a:path w="23813" h="2000250">
                <a:moveTo>
                  <a:pt x="23813" y="0"/>
                </a:moveTo>
                <a:lnTo>
                  <a:pt x="23813" y="0"/>
                </a:lnTo>
                <a:lnTo>
                  <a:pt x="23813" y="2000250"/>
                </a:lnTo>
                <a:lnTo>
                  <a:pt x="23813" y="2000250"/>
                </a:lnTo>
                <a:cubicBezTo>
                  <a:pt x="10670" y="2000250"/>
                  <a:pt x="0" y="1989580"/>
                  <a:pt x="0" y="1976438"/>
                </a:cubicBezTo>
                <a:lnTo>
                  <a:pt x="0" y="23813"/>
                </a:lnTo>
                <a:cubicBezTo>
                  <a:pt x="0" y="10670"/>
                  <a:pt x="10670" y="0"/>
                  <a:pt x="23812" y="0"/>
                </a:cubicBezTo>
                <a:close/>
              </a:path>
            </a:pathLst>
          </a:custGeom>
          <a:solidFill>
            <a:srgbClr val="c9a36a"/>
          </a:solidFill>
          <a:ln w="0">
            <a:noFill/>
          </a:ln>
        </p:spPr>
        <p:style>
          <a:lnRef idx="0"/>
          <a:fillRef idx="0"/>
          <a:effectRef idx="0"/>
          <a:fontRef idx="minor"/>
        </p:style>
      </p:sp>
      <p:sp>
        <p:nvSpPr>
          <p:cNvPr id="286" name="Text 5"/>
          <p:cNvSpPr/>
          <p:nvPr/>
        </p:nvSpPr>
        <p:spPr>
          <a:xfrm>
            <a:off x="500040" y="1380960"/>
            <a:ext cx="6008040" cy="25344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500" spc="-1" strike="noStrike">
                <a:solidFill>
                  <a:srgbClr val="f2f2f2"/>
                </a:solidFill>
                <a:latin typeface="Oranienbaum"/>
                <a:ea typeface="Oranienbaum"/>
              </a:rPr>
              <a:t>A Series of Joy</a:t>
            </a:r>
            <a:endParaRPr b="0" lang="en-HK" sz="1500" spc="-1" strike="noStrike">
              <a:latin typeface="Arial"/>
            </a:endParaRPr>
          </a:p>
        </p:txBody>
      </p:sp>
      <p:sp>
        <p:nvSpPr>
          <p:cNvPr id="287" name="Text 6"/>
          <p:cNvSpPr/>
          <p:nvPr/>
        </p:nvSpPr>
        <p:spPr>
          <a:xfrm>
            <a:off x="500040" y="1730520"/>
            <a:ext cx="5976360" cy="61848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00" spc="-1" strike="noStrike">
                <a:solidFill>
                  <a:srgbClr val="b8b8b8"/>
                </a:solidFill>
                <a:latin typeface="Quattrocento Sans"/>
                <a:ea typeface="Quattrocento Sans"/>
              </a:rPr>
              <a:t>Van Gogh painted </a:t>
            </a:r>
            <a:r>
              <a:rPr b="0" lang="en-US" sz="1000" spc="-1" strike="noStrike">
                <a:solidFill>
                  <a:srgbClr val="f2f2f2"/>
                </a:solidFill>
                <a:latin typeface="Quattrocento Sans"/>
                <a:ea typeface="Quattrocento Sans"/>
              </a:rPr>
              <a:t>five versions of sunflowers</a:t>
            </a:r>
            <a:r>
              <a:rPr b="0" lang="en-US" sz="1000" spc="-1" strike="noStrike">
                <a:solidFill>
                  <a:srgbClr val="b8b8b8"/>
                </a:solidFill>
                <a:latin typeface="Quattrocento Sans"/>
                <a:ea typeface="Quattrocento Sans"/>
              </a:rPr>
              <a:t> in Arles between 1888-1889, using only three shades of yellow and nothing else. This deliberate limitation was an artistic challenge—to create variety and depth using a single color family.</a:t>
            </a:r>
            <a:endParaRPr b="0" lang="en-HK" sz="1000" spc="-1" strike="noStrike">
              <a:latin typeface="Arial"/>
            </a:endParaRPr>
          </a:p>
        </p:txBody>
      </p:sp>
      <p:sp>
        <p:nvSpPr>
          <p:cNvPr id="288" name="Text 7"/>
          <p:cNvSpPr/>
          <p:nvPr/>
        </p:nvSpPr>
        <p:spPr>
          <a:xfrm>
            <a:off x="500040" y="2444760"/>
            <a:ext cx="5976360" cy="61848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00" spc="-1" strike="noStrike">
                <a:solidFill>
                  <a:srgbClr val="b8b8b8"/>
                </a:solidFill>
                <a:latin typeface="Quattrocento Sans"/>
                <a:ea typeface="Quattrocento Sans"/>
              </a:rPr>
              <a:t>The flowers represent </a:t>
            </a:r>
            <a:r>
              <a:rPr b="0" lang="en-US" sz="1000" spc="-1" strike="noStrike">
                <a:solidFill>
                  <a:srgbClr val="c9a36a"/>
                </a:solidFill>
                <a:latin typeface="Quattrocento Sans"/>
                <a:ea typeface="Quattrocento Sans"/>
              </a:rPr>
              <a:t>gratitude and friendship</a:t>
            </a:r>
            <a:r>
              <a:rPr b="0" lang="en-US" sz="1000" spc="-1" strike="noStrike">
                <a:solidFill>
                  <a:srgbClr val="b8b8b8"/>
                </a:solidFill>
                <a:latin typeface="Quattrocento Sans"/>
                <a:ea typeface="Quattrocento Sans"/>
              </a:rPr>
              <a:t>. Van Gogh painted them to decorate the room where his friend Paul Gauguin would stay, hoping to create an artist's colony in the Yellow House. The series embodies his search for joy and connection.</a:t>
            </a:r>
            <a:endParaRPr b="0" lang="en-HK" sz="1000" spc="-1" strike="noStrike">
              <a:latin typeface="Arial"/>
            </a:endParaRPr>
          </a:p>
        </p:txBody>
      </p:sp>
      <p:sp>
        <p:nvSpPr>
          <p:cNvPr id="289" name="Shape 8"/>
          <p:cNvSpPr/>
          <p:nvPr/>
        </p:nvSpPr>
        <p:spPr>
          <a:xfrm>
            <a:off x="329400" y="3349800"/>
            <a:ext cx="6242040" cy="2079000"/>
          </a:xfrm>
          <a:custGeom>
            <a:avLst/>
            <a:gdLst/>
            <a:ahLst/>
            <a:rect l="l" t="t" r="r" b="b"/>
            <a:pathLst>
              <a:path w="6242844" h="2079625">
                <a:moveTo>
                  <a:pt x="23813" y="0"/>
                </a:moveTo>
                <a:lnTo>
                  <a:pt x="6179353" y="0"/>
                </a:lnTo>
                <a:cubicBezTo>
                  <a:pt x="6214418" y="0"/>
                  <a:pt x="6242844" y="28426"/>
                  <a:pt x="6242844" y="63491"/>
                </a:cubicBezTo>
                <a:lnTo>
                  <a:pt x="6242844" y="2016134"/>
                </a:lnTo>
                <a:cubicBezTo>
                  <a:pt x="6242844" y="2051199"/>
                  <a:pt x="6214418" y="2079625"/>
                  <a:pt x="6179353" y="2079625"/>
                </a:cubicBezTo>
                <a:lnTo>
                  <a:pt x="23813" y="2079625"/>
                </a:lnTo>
                <a:cubicBezTo>
                  <a:pt x="10670" y="2079625"/>
                  <a:pt x="0" y="2068955"/>
                  <a:pt x="0" y="2055813"/>
                </a:cubicBezTo>
                <a:lnTo>
                  <a:pt x="0" y="23813"/>
                </a:lnTo>
                <a:cubicBezTo>
                  <a:pt x="0" y="10670"/>
                  <a:pt x="10670" y="0"/>
                  <a:pt x="23812" y="0"/>
                </a:cubicBezTo>
                <a:close/>
              </a:path>
            </a:pathLst>
          </a:custGeom>
          <a:solidFill>
            <a:srgbClr val="1a1a1a"/>
          </a:solidFill>
          <a:ln w="0">
            <a:noFill/>
          </a:ln>
        </p:spPr>
        <p:style>
          <a:lnRef idx="0"/>
          <a:fillRef idx="0"/>
          <a:effectRef idx="0"/>
          <a:fontRef idx="minor"/>
        </p:style>
      </p:sp>
      <p:sp>
        <p:nvSpPr>
          <p:cNvPr id="290" name="Shape 9"/>
          <p:cNvSpPr/>
          <p:nvPr/>
        </p:nvSpPr>
        <p:spPr>
          <a:xfrm>
            <a:off x="329400" y="3349800"/>
            <a:ext cx="23040" cy="2079000"/>
          </a:xfrm>
          <a:custGeom>
            <a:avLst/>
            <a:gdLst/>
            <a:ahLst/>
            <a:rect l="l" t="t" r="r" b="b"/>
            <a:pathLst>
              <a:path w="23813" h="2079625">
                <a:moveTo>
                  <a:pt x="23813" y="0"/>
                </a:moveTo>
                <a:lnTo>
                  <a:pt x="23813" y="0"/>
                </a:lnTo>
                <a:lnTo>
                  <a:pt x="23813" y="2079625"/>
                </a:lnTo>
                <a:lnTo>
                  <a:pt x="23813" y="2079625"/>
                </a:lnTo>
                <a:cubicBezTo>
                  <a:pt x="10670" y="2079625"/>
                  <a:pt x="0" y="2068955"/>
                  <a:pt x="0" y="2055813"/>
                </a:cubicBezTo>
                <a:lnTo>
                  <a:pt x="0" y="23813"/>
                </a:lnTo>
                <a:cubicBezTo>
                  <a:pt x="0" y="10670"/>
                  <a:pt x="10670" y="0"/>
                  <a:pt x="23812" y="0"/>
                </a:cubicBezTo>
                <a:close/>
              </a:path>
            </a:pathLst>
          </a:custGeom>
          <a:solidFill>
            <a:srgbClr val="c9a36a"/>
          </a:solidFill>
          <a:ln w="0">
            <a:noFill/>
          </a:ln>
        </p:spPr>
        <p:style>
          <a:lnRef idx="0"/>
          <a:fillRef idx="0"/>
          <a:effectRef idx="0"/>
          <a:fontRef idx="minor"/>
        </p:style>
      </p:sp>
      <p:sp>
        <p:nvSpPr>
          <p:cNvPr id="291" name="Text 10"/>
          <p:cNvSpPr/>
          <p:nvPr/>
        </p:nvSpPr>
        <p:spPr>
          <a:xfrm>
            <a:off x="500040" y="3508200"/>
            <a:ext cx="6008040" cy="25344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500" spc="-1" strike="noStrike">
                <a:solidFill>
                  <a:srgbClr val="f2f2f2"/>
                </a:solidFill>
                <a:latin typeface="Oranienbaum"/>
                <a:ea typeface="Oranienbaum"/>
              </a:rPr>
              <a:t>Color as Emotion</a:t>
            </a:r>
            <a:endParaRPr b="0" lang="en-HK" sz="1500" spc="-1" strike="noStrike">
              <a:latin typeface="Arial"/>
            </a:endParaRPr>
          </a:p>
        </p:txBody>
      </p:sp>
      <p:sp>
        <p:nvSpPr>
          <p:cNvPr id="292" name="Text 11"/>
          <p:cNvSpPr/>
          <p:nvPr/>
        </p:nvSpPr>
        <p:spPr>
          <a:xfrm>
            <a:off x="500040" y="3857760"/>
            <a:ext cx="5976360" cy="61848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00" spc="-1" strike="noStrike">
                <a:solidFill>
                  <a:srgbClr val="b8b8b8"/>
                </a:solidFill>
                <a:latin typeface="Quattrocento Sans"/>
                <a:ea typeface="Quattrocento Sans"/>
              </a:rPr>
              <a:t>The vibrant yellows were revolutionary. Van Gogh used newly developed </a:t>
            </a:r>
            <a:r>
              <a:rPr b="0" lang="en-US" sz="1000" spc="-1" strike="noStrike">
                <a:solidFill>
                  <a:srgbClr val="f2f2f2"/>
                </a:solidFill>
                <a:latin typeface="Quattrocento Sans"/>
                <a:ea typeface="Quattrocento Sans"/>
              </a:rPr>
              <a:t>chrome yellow pigments</a:t>
            </a:r>
            <a:r>
              <a:rPr b="0" lang="en-US" sz="1000" spc="-1" strike="noStrike">
                <a:solidFill>
                  <a:srgbClr val="b8b8b8"/>
                </a:solidFill>
                <a:latin typeface="Quattrocento Sans"/>
                <a:ea typeface="Quattrocento Sans"/>
              </a:rPr>
              <a:t> that were more intense than any previously available. The thick impasto technique makes the petals feel almost three-dimensional, as if reaching toward the viewer.</a:t>
            </a:r>
            <a:endParaRPr b="0" lang="en-HK" sz="1000" spc="-1" strike="noStrike">
              <a:latin typeface="Arial"/>
            </a:endParaRPr>
          </a:p>
        </p:txBody>
      </p:sp>
      <p:sp>
        <p:nvSpPr>
          <p:cNvPr id="293" name="Shape 12"/>
          <p:cNvSpPr/>
          <p:nvPr/>
        </p:nvSpPr>
        <p:spPr>
          <a:xfrm>
            <a:off x="500040" y="4572000"/>
            <a:ext cx="5912640" cy="697680"/>
          </a:xfrm>
          <a:custGeom>
            <a:avLst/>
            <a:gdLst/>
            <a:ahLst/>
            <a:rect l="l" t="t" r="r" b="b"/>
            <a:pathLst>
              <a:path w="5913438" h="698500">
                <a:moveTo>
                  <a:pt x="31747" y="0"/>
                </a:moveTo>
                <a:lnTo>
                  <a:pt x="5881691" y="0"/>
                </a:lnTo>
                <a:cubicBezTo>
                  <a:pt x="5899224" y="0"/>
                  <a:pt x="5913438" y="14214"/>
                  <a:pt x="5913438" y="31747"/>
                </a:cubicBezTo>
                <a:lnTo>
                  <a:pt x="5913438" y="666753"/>
                </a:lnTo>
                <a:cubicBezTo>
                  <a:pt x="5913437" y="684286"/>
                  <a:pt x="5899224" y="698500"/>
                  <a:pt x="5881691" y="698500"/>
                </a:cubicBezTo>
                <a:lnTo>
                  <a:pt x="31747" y="698500"/>
                </a:lnTo>
                <a:cubicBezTo>
                  <a:pt x="14214" y="698500"/>
                  <a:pt x="0" y="684286"/>
                  <a:pt x="0" y="666753"/>
                </a:cubicBezTo>
                <a:lnTo>
                  <a:pt x="0" y="31747"/>
                </a:lnTo>
                <a:cubicBezTo>
                  <a:pt x="0" y="14225"/>
                  <a:pt x="14225" y="0"/>
                  <a:pt x="31747" y="0"/>
                </a:cubicBezTo>
                <a:close/>
              </a:path>
            </a:pathLst>
          </a:custGeom>
          <a:solidFill>
            <a:srgbClr val="2b2b2b"/>
          </a:solidFill>
          <a:ln w="0">
            <a:noFill/>
          </a:ln>
        </p:spPr>
        <p:style>
          <a:lnRef idx="0"/>
          <a:fillRef idx="0"/>
          <a:effectRef idx="0"/>
          <a:fontRef idx="minor"/>
        </p:style>
      </p:sp>
      <p:sp>
        <p:nvSpPr>
          <p:cNvPr id="294" name="Text 13"/>
          <p:cNvSpPr/>
          <p:nvPr/>
        </p:nvSpPr>
        <p:spPr>
          <a:xfrm>
            <a:off x="595440" y="4667400"/>
            <a:ext cx="5777640" cy="1580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0" spc="-1" strike="noStrike">
                <a:solidFill>
                  <a:srgbClr val="c9a36a"/>
                </a:solidFill>
                <a:latin typeface="Quattrocento Sans"/>
                <a:ea typeface="Quattrocento Sans"/>
              </a:rPr>
              <a:t>Symbolic Meaning:</a:t>
            </a:r>
            <a:endParaRPr b="0" lang="en-HK" sz="880" spc="-1" strike="noStrike">
              <a:latin typeface="Arial"/>
            </a:endParaRPr>
          </a:p>
        </p:txBody>
      </p:sp>
      <p:sp>
        <p:nvSpPr>
          <p:cNvPr id="295" name="Text 14"/>
          <p:cNvSpPr/>
          <p:nvPr/>
        </p:nvSpPr>
        <p:spPr>
          <a:xfrm>
            <a:off x="595440" y="4857840"/>
            <a:ext cx="5777640" cy="3168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0" spc="-1" strike="noStrike">
                <a:solidFill>
                  <a:srgbClr val="b8b8b8"/>
                </a:solidFill>
                <a:latin typeface="Quattrocento Sans"/>
                <a:ea typeface="Quattrocento Sans"/>
              </a:rPr>
              <a:t>Sunflowers follow the sun—turning their faces toward light. For Van Gogh, they represented faith, adoration, and the pursuit of light even in darkness.</a:t>
            </a:r>
            <a:endParaRPr b="0" lang="en-HK" sz="880" spc="-1" strike="noStrike">
              <a:latin typeface="Arial"/>
            </a:endParaRPr>
          </a:p>
        </p:txBody>
      </p:sp>
      <p:sp>
        <p:nvSpPr>
          <p:cNvPr id="296" name="Shape 15"/>
          <p:cNvSpPr/>
          <p:nvPr/>
        </p:nvSpPr>
        <p:spPr>
          <a:xfrm>
            <a:off x="321480" y="5560200"/>
            <a:ext cx="6246000" cy="689760"/>
          </a:xfrm>
          <a:custGeom>
            <a:avLst/>
            <a:gdLst/>
            <a:ahLst/>
            <a:rect l="l" t="t" r="r" b="b"/>
            <a:pathLst>
              <a:path w="6246813" h="690563">
                <a:moveTo>
                  <a:pt x="63497" y="0"/>
                </a:moveTo>
                <a:lnTo>
                  <a:pt x="6183315" y="0"/>
                </a:lnTo>
                <a:cubicBezTo>
                  <a:pt x="6218384" y="0"/>
                  <a:pt x="6246813" y="28429"/>
                  <a:pt x="6246813" y="63497"/>
                </a:cubicBezTo>
                <a:lnTo>
                  <a:pt x="6246813" y="627065"/>
                </a:lnTo>
                <a:cubicBezTo>
                  <a:pt x="6246813" y="662134"/>
                  <a:pt x="6218384" y="690563"/>
                  <a:pt x="6183315" y="690563"/>
                </a:cubicBezTo>
                <a:lnTo>
                  <a:pt x="63497" y="690563"/>
                </a:lnTo>
                <a:cubicBezTo>
                  <a:pt x="28429" y="690563"/>
                  <a:pt x="0" y="662134"/>
                  <a:pt x="0" y="627065"/>
                </a:cubicBezTo>
                <a:lnTo>
                  <a:pt x="0" y="63497"/>
                </a:lnTo>
                <a:cubicBezTo>
                  <a:pt x="0" y="28452"/>
                  <a:pt x="28452" y="0"/>
                  <a:pt x="63497" y="0"/>
                </a:cubicBezTo>
                <a:close/>
              </a:path>
            </a:pathLst>
          </a:custGeom>
          <a:gradFill rotWithShape="0">
            <a:gsLst>
              <a:gs pos="0">
                <a:srgbClr val="c9a36a">
                  <a:alpha val="20000"/>
                </a:srgbClr>
              </a:gs>
              <a:gs pos="100000">
                <a:srgbClr val="c9a36a">
                  <a:alpha val="5098"/>
                </a:srgbClr>
              </a:gs>
            </a:gsLst>
            <a:lin ang="2700000"/>
          </a:gradFill>
          <a:ln w="12700">
            <a:solidFill>
              <a:srgbClr val="c9a36a">
                <a:alpha val="30000"/>
              </a:srgbClr>
            </a:solidFill>
            <a:round/>
          </a:ln>
        </p:spPr>
        <p:style>
          <a:lnRef idx="0"/>
          <a:fillRef idx="0"/>
          <a:effectRef idx="0"/>
          <a:fontRef idx="minor"/>
        </p:style>
      </p:sp>
      <p:sp>
        <p:nvSpPr>
          <p:cNvPr id="297" name="Shape 16"/>
          <p:cNvSpPr/>
          <p:nvPr/>
        </p:nvSpPr>
        <p:spPr>
          <a:xfrm>
            <a:off x="482040" y="5722920"/>
            <a:ext cx="138240" cy="158040"/>
          </a:xfrm>
          <a:custGeom>
            <a:avLst/>
            <a:gdLst/>
            <a:ahLst/>
            <a:rect l="l" t="t" r="r" b="b"/>
            <a:pathLst>
              <a:path w="138906" h="158750">
                <a:moveTo>
                  <a:pt x="0" y="66973"/>
                </a:moveTo>
                <a:cubicBezTo>
                  <a:pt x="0" y="46416"/>
                  <a:pt x="16650" y="29766"/>
                  <a:pt x="37207" y="29766"/>
                </a:cubicBezTo>
                <a:lnTo>
                  <a:pt x="39688" y="29766"/>
                </a:lnTo>
                <a:cubicBezTo>
                  <a:pt x="45176" y="29766"/>
                  <a:pt x="49609" y="34199"/>
                  <a:pt x="49609" y="39688"/>
                </a:cubicBezTo>
                <a:cubicBezTo>
                  <a:pt x="49609" y="45176"/>
                  <a:pt x="45176" y="49609"/>
                  <a:pt x="39688" y="49609"/>
                </a:cubicBezTo>
                <a:lnTo>
                  <a:pt x="37207" y="49609"/>
                </a:lnTo>
                <a:cubicBezTo>
                  <a:pt x="27626" y="49609"/>
                  <a:pt x="19844" y="57392"/>
                  <a:pt x="19844" y="66973"/>
                </a:cubicBezTo>
                <a:lnTo>
                  <a:pt x="19844" y="69453"/>
                </a:lnTo>
                <a:lnTo>
                  <a:pt x="39688" y="69453"/>
                </a:lnTo>
                <a:cubicBezTo>
                  <a:pt x="50633" y="69453"/>
                  <a:pt x="59531" y="78352"/>
                  <a:pt x="59531" y="89297"/>
                </a:cubicBezTo>
                <a:lnTo>
                  <a:pt x="59531" y="109141"/>
                </a:lnTo>
                <a:cubicBezTo>
                  <a:pt x="59531" y="120086"/>
                  <a:pt x="50633" y="128984"/>
                  <a:pt x="39688" y="128984"/>
                </a:cubicBezTo>
                <a:lnTo>
                  <a:pt x="19844" y="128984"/>
                </a:lnTo>
                <a:cubicBezTo>
                  <a:pt x="8899" y="128984"/>
                  <a:pt x="0" y="120086"/>
                  <a:pt x="0" y="109141"/>
                </a:cubicBezTo>
                <a:lnTo>
                  <a:pt x="0" y="66973"/>
                </a:lnTo>
                <a:close/>
                <a:moveTo>
                  <a:pt x="79375" y="66973"/>
                </a:moveTo>
                <a:cubicBezTo>
                  <a:pt x="79375" y="46416"/>
                  <a:pt x="96025" y="29766"/>
                  <a:pt x="116582" y="29766"/>
                </a:cubicBezTo>
                <a:lnTo>
                  <a:pt x="119062" y="29766"/>
                </a:lnTo>
                <a:cubicBezTo>
                  <a:pt x="124551" y="29766"/>
                  <a:pt x="128984" y="34199"/>
                  <a:pt x="128984" y="39688"/>
                </a:cubicBezTo>
                <a:cubicBezTo>
                  <a:pt x="128984" y="45176"/>
                  <a:pt x="124551" y="49609"/>
                  <a:pt x="119062" y="49609"/>
                </a:cubicBezTo>
                <a:lnTo>
                  <a:pt x="116582" y="49609"/>
                </a:lnTo>
                <a:cubicBezTo>
                  <a:pt x="107001" y="49609"/>
                  <a:pt x="99219" y="57392"/>
                  <a:pt x="99219" y="66973"/>
                </a:cubicBezTo>
                <a:lnTo>
                  <a:pt x="99219" y="69453"/>
                </a:lnTo>
                <a:lnTo>
                  <a:pt x="119062" y="69453"/>
                </a:lnTo>
                <a:cubicBezTo>
                  <a:pt x="130008" y="69453"/>
                  <a:pt x="138906" y="78352"/>
                  <a:pt x="138906" y="89297"/>
                </a:cubicBezTo>
                <a:lnTo>
                  <a:pt x="138906" y="109141"/>
                </a:lnTo>
                <a:cubicBezTo>
                  <a:pt x="138906" y="120086"/>
                  <a:pt x="130008" y="128984"/>
                  <a:pt x="119062" y="128984"/>
                </a:cubicBezTo>
                <a:lnTo>
                  <a:pt x="99219" y="128984"/>
                </a:lnTo>
                <a:cubicBezTo>
                  <a:pt x="88274" y="128984"/>
                  <a:pt x="79375" y="120086"/>
                  <a:pt x="79375" y="109141"/>
                </a:cubicBezTo>
                <a:lnTo>
                  <a:pt x="79375" y="66973"/>
                </a:lnTo>
                <a:close/>
              </a:path>
            </a:pathLst>
          </a:custGeom>
          <a:solidFill>
            <a:srgbClr val="c9a36a"/>
          </a:solidFill>
          <a:ln w="0">
            <a:noFill/>
          </a:ln>
        </p:spPr>
        <p:style>
          <a:lnRef idx="0"/>
          <a:fillRef idx="0"/>
          <a:effectRef idx="0"/>
          <a:fontRef idx="minor"/>
        </p:style>
      </p:sp>
      <p:sp>
        <p:nvSpPr>
          <p:cNvPr id="298" name="Text 17"/>
          <p:cNvSpPr/>
          <p:nvPr/>
        </p:nvSpPr>
        <p:spPr>
          <a:xfrm>
            <a:off x="746280" y="5691240"/>
            <a:ext cx="1896480" cy="20556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00" spc="-1" strike="noStrike">
                <a:solidFill>
                  <a:srgbClr val="f2f2f2"/>
                </a:solidFill>
                <a:latin typeface="Quattrocento Sans"/>
                <a:ea typeface="Quattrocento Sans"/>
              </a:rPr>
              <a:t>"The sunflower is mine, in a way."</a:t>
            </a:r>
            <a:endParaRPr b="0" lang="en-HK" sz="1000" spc="-1" strike="noStrike">
              <a:latin typeface="Arial"/>
            </a:endParaRPr>
          </a:p>
        </p:txBody>
      </p:sp>
      <p:sp>
        <p:nvSpPr>
          <p:cNvPr id="299" name="Text 18"/>
          <p:cNvSpPr/>
          <p:nvPr/>
        </p:nvSpPr>
        <p:spPr>
          <a:xfrm>
            <a:off x="746280" y="5961240"/>
            <a:ext cx="1888560" cy="1580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0" spc="-1" strike="noStrike">
                <a:solidFill>
                  <a:srgbClr val="c9a36a"/>
                </a:solidFill>
                <a:latin typeface="Quattrocento Sans"/>
                <a:ea typeface="Quattrocento Sans"/>
              </a:rPr>
              <a:t>— </a:t>
            </a:r>
            <a:r>
              <a:rPr b="0" lang="en-US" sz="880" spc="-1" strike="noStrike">
                <a:solidFill>
                  <a:srgbClr val="c9a36a"/>
                </a:solidFill>
                <a:latin typeface="Quattrocento Sans"/>
                <a:ea typeface="Quattrocento Sans"/>
              </a:rPr>
              <a:t>Vincent van Gogh</a:t>
            </a:r>
            <a:endParaRPr b="0" lang="en-HK" sz="880" spc="-1" strike="noStrike">
              <a:latin typeface="Arial"/>
            </a:endParaRPr>
          </a:p>
        </p:txBody>
      </p:sp>
      <p:sp>
        <p:nvSpPr>
          <p:cNvPr id="300" name="Shape 19"/>
          <p:cNvSpPr/>
          <p:nvPr/>
        </p:nvSpPr>
        <p:spPr>
          <a:xfrm>
            <a:off x="6763680" y="1226520"/>
            <a:ext cx="5103000" cy="6904800"/>
          </a:xfrm>
          <a:custGeom>
            <a:avLst/>
            <a:gdLst/>
            <a:ahLst/>
            <a:rect l="l" t="t" r="r" b="b"/>
            <a:pathLst>
              <a:path w="5103813" h="6905625">
                <a:moveTo>
                  <a:pt x="63491" y="0"/>
                </a:moveTo>
                <a:lnTo>
                  <a:pt x="5040321" y="0"/>
                </a:lnTo>
                <a:cubicBezTo>
                  <a:pt x="5075386" y="0"/>
                  <a:pt x="5103813" y="28426"/>
                  <a:pt x="5103813" y="63491"/>
                </a:cubicBezTo>
                <a:lnTo>
                  <a:pt x="5103813" y="6842134"/>
                </a:lnTo>
                <a:cubicBezTo>
                  <a:pt x="5103812" y="6877199"/>
                  <a:pt x="5075386" y="6905625"/>
                  <a:pt x="5040321" y="6905625"/>
                </a:cubicBezTo>
                <a:lnTo>
                  <a:pt x="63491" y="6905625"/>
                </a:lnTo>
                <a:cubicBezTo>
                  <a:pt x="28426" y="6905625"/>
                  <a:pt x="0" y="6877199"/>
                  <a:pt x="0" y="6842134"/>
                </a:cubicBezTo>
                <a:lnTo>
                  <a:pt x="0" y="63491"/>
                </a:lnTo>
                <a:cubicBezTo>
                  <a:pt x="0" y="28450"/>
                  <a:pt x="28450" y="0"/>
                  <a:pt x="63491" y="0"/>
                </a:cubicBezTo>
                <a:close/>
              </a:path>
            </a:pathLst>
          </a:custGeom>
          <a:solidFill>
            <a:srgbClr val="1a1a1a"/>
          </a:solidFill>
          <a:ln w="12700">
            <a:solidFill>
              <a:srgbClr val="2b2b2b"/>
            </a:solidFill>
            <a:round/>
          </a:ln>
        </p:spPr>
        <p:style>
          <a:lnRef idx="0"/>
          <a:fillRef idx="0"/>
          <a:effectRef idx="0"/>
          <a:fontRef idx="minor"/>
        </p:style>
      </p:sp>
      <p:sp>
        <p:nvSpPr>
          <p:cNvPr id="301" name="Image 0"/>
          <p:cNvSpPr/>
          <p:nvPr/>
        </p:nvSpPr>
        <p:spPr>
          <a:xfrm>
            <a:off x="6767640" y="1230480"/>
            <a:ext cx="5095080" cy="6896880"/>
          </a:xfrm>
          <a:prstGeom prst="roundRect">
            <a:avLst>
              <a:gd name="adj" fmla="val 1246"/>
            </a:avLst>
          </a:prstGeom>
          <a:blipFill rotWithShape="0">
            <a:blip r:embed="rId1"/>
            <a:srcRect/>
            <a:stretch/>
          </a:blipFill>
          <a:ln w="0">
            <a:noFill/>
          </a:ln>
        </p:spPr>
        <p:style>
          <a:lnRef idx="0"/>
          <a:fillRef idx="0"/>
          <a:effectRef idx="0"/>
          <a:fontRef idx="minor"/>
        </p:style>
      </p:sp>
      <p:sp>
        <p:nvSpPr>
          <p:cNvPr id="302" name="Shape 20"/>
          <p:cNvSpPr/>
          <p:nvPr/>
        </p:nvSpPr>
        <p:spPr>
          <a:xfrm>
            <a:off x="6771600" y="8259840"/>
            <a:ext cx="5099040" cy="1301040"/>
          </a:xfrm>
          <a:custGeom>
            <a:avLst/>
            <a:gdLst/>
            <a:ahLst/>
            <a:rect l="l" t="t" r="r" b="b"/>
            <a:pathLst>
              <a:path w="5099844" h="1301750">
                <a:moveTo>
                  <a:pt x="23813" y="0"/>
                </a:moveTo>
                <a:lnTo>
                  <a:pt x="5036344" y="0"/>
                </a:lnTo>
                <a:cubicBezTo>
                  <a:pt x="5071414" y="0"/>
                  <a:pt x="5099844" y="28430"/>
                  <a:pt x="5099844" y="63499"/>
                </a:cubicBezTo>
                <a:lnTo>
                  <a:pt x="5099844" y="1238251"/>
                </a:lnTo>
                <a:cubicBezTo>
                  <a:pt x="5099844" y="1273320"/>
                  <a:pt x="5071414" y="1301750"/>
                  <a:pt x="5036344" y="1301750"/>
                </a:cubicBezTo>
                <a:lnTo>
                  <a:pt x="23813" y="1301750"/>
                </a:lnTo>
                <a:cubicBezTo>
                  <a:pt x="10670" y="1301750"/>
                  <a:pt x="0" y="1291080"/>
                  <a:pt x="0" y="1277938"/>
                </a:cubicBezTo>
                <a:lnTo>
                  <a:pt x="0" y="23813"/>
                </a:lnTo>
                <a:cubicBezTo>
                  <a:pt x="0" y="10670"/>
                  <a:pt x="10670" y="0"/>
                  <a:pt x="23812" y="0"/>
                </a:cubicBezTo>
                <a:close/>
              </a:path>
            </a:pathLst>
          </a:custGeom>
          <a:solidFill>
            <a:srgbClr val="1a1a1a"/>
          </a:solidFill>
          <a:ln w="0">
            <a:noFill/>
          </a:ln>
        </p:spPr>
        <p:style>
          <a:lnRef idx="0"/>
          <a:fillRef idx="0"/>
          <a:effectRef idx="0"/>
          <a:fontRef idx="minor"/>
        </p:style>
      </p:sp>
      <p:sp>
        <p:nvSpPr>
          <p:cNvPr id="303" name="Shape 21"/>
          <p:cNvSpPr/>
          <p:nvPr/>
        </p:nvSpPr>
        <p:spPr>
          <a:xfrm>
            <a:off x="6771600" y="8259840"/>
            <a:ext cx="23040" cy="1301040"/>
          </a:xfrm>
          <a:custGeom>
            <a:avLst/>
            <a:gdLst/>
            <a:ahLst/>
            <a:rect l="l" t="t" r="r" b="b"/>
            <a:pathLst>
              <a:path w="23813" h="1301750">
                <a:moveTo>
                  <a:pt x="23813" y="0"/>
                </a:moveTo>
                <a:lnTo>
                  <a:pt x="23813" y="0"/>
                </a:lnTo>
                <a:lnTo>
                  <a:pt x="23813" y="1301750"/>
                </a:lnTo>
                <a:lnTo>
                  <a:pt x="23813" y="1301750"/>
                </a:lnTo>
                <a:cubicBezTo>
                  <a:pt x="10670" y="1301750"/>
                  <a:pt x="0" y="1291080"/>
                  <a:pt x="0" y="1277938"/>
                </a:cubicBezTo>
                <a:lnTo>
                  <a:pt x="0" y="23813"/>
                </a:lnTo>
                <a:cubicBezTo>
                  <a:pt x="0" y="10670"/>
                  <a:pt x="10670" y="0"/>
                  <a:pt x="23812" y="0"/>
                </a:cubicBezTo>
                <a:close/>
              </a:path>
            </a:pathLst>
          </a:custGeom>
          <a:solidFill>
            <a:srgbClr val="c9a36a"/>
          </a:solidFill>
          <a:ln w="0">
            <a:noFill/>
          </a:ln>
        </p:spPr>
        <p:style>
          <a:lnRef idx="0"/>
          <a:fillRef idx="0"/>
          <a:effectRef idx="0"/>
          <a:fontRef idx="minor"/>
        </p:style>
      </p:sp>
      <p:sp>
        <p:nvSpPr>
          <p:cNvPr id="304" name="Text 22"/>
          <p:cNvSpPr/>
          <p:nvPr/>
        </p:nvSpPr>
        <p:spPr>
          <a:xfrm>
            <a:off x="6910560" y="8386920"/>
            <a:ext cx="4888800" cy="1580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0" spc="-1" strike="noStrike">
                <a:solidFill>
                  <a:srgbClr val="c9a36a"/>
                </a:solidFill>
                <a:latin typeface="Quattrocento Sans"/>
                <a:ea typeface="Quattrocento Sans"/>
              </a:rPr>
              <a:t>Series Overview</a:t>
            </a:r>
            <a:endParaRPr b="0" lang="en-HK" sz="880" spc="-1" strike="noStrike">
              <a:latin typeface="Arial"/>
            </a:endParaRPr>
          </a:p>
        </p:txBody>
      </p:sp>
      <p:sp>
        <p:nvSpPr>
          <p:cNvPr id="305" name="Text 23"/>
          <p:cNvSpPr/>
          <p:nvPr/>
        </p:nvSpPr>
        <p:spPr>
          <a:xfrm>
            <a:off x="6910560" y="8609040"/>
            <a:ext cx="856440" cy="1580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0" spc="-1" strike="noStrike">
                <a:solidFill>
                  <a:srgbClr val="b8b8b8"/>
                </a:solidFill>
                <a:latin typeface="Quattrocento Sans"/>
                <a:ea typeface="Quattrocento Sans"/>
              </a:rPr>
              <a:t>Versions Painted</a:t>
            </a:r>
            <a:endParaRPr b="0" lang="en-HK" sz="880" spc="-1" strike="noStrike">
              <a:latin typeface="Arial"/>
            </a:endParaRPr>
          </a:p>
        </p:txBody>
      </p:sp>
      <p:sp>
        <p:nvSpPr>
          <p:cNvPr id="306" name="Text 24"/>
          <p:cNvSpPr/>
          <p:nvPr/>
        </p:nvSpPr>
        <p:spPr>
          <a:xfrm>
            <a:off x="10954080" y="8609040"/>
            <a:ext cx="848520" cy="1580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0" spc="-1" strike="noStrike">
                <a:solidFill>
                  <a:srgbClr val="f2f2f2"/>
                </a:solidFill>
                <a:latin typeface="Quattrocento Sans"/>
                <a:ea typeface="Quattrocento Sans"/>
              </a:rPr>
              <a:t>5 major versions</a:t>
            </a:r>
            <a:endParaRPr b="0" lang="en-HK" sz="880" spc="-1" strike="noStrike">
              <a:latin typeface="Arial"/>
            </a:endParaRPr>
          </a:p>
        </p:txBody>
      </p:sp>
      <p:sp>
        <p:nvSpPr>
          <p:cNvPr id="307" name="Text 25"/>
          <p:cNvSpPr/>
          <p:nvPr/>
        </p:nvSpPr>
        <p:spPr>
          <a:xfrm>
            <a:off x="6910560" y="8831160"/>
            <a:ext cx="626400" cy="1580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0" spc="-1" strike="noStrike">
                <a:solidFill>
                  <a:srgbClr val="b8b8b8"/>
                </a:solidFill>
                <a:latin typeface="Quattrocento Sans"/>
                <a:ea typeface="Quattrocento Sans"/>
              </a:rPr>
              <a:t>Time Period</a:t>
            </a:r>
            <a:endParaRPr b="0" lang="en-HK" sz="880" spc="-1" strike="noStrike">
              <a:latin typeface="Arial"/>
            </a:endParaRPr>
          </a:p>
        </p:txBody>
      </p:sp>
      <p:sp>
        <p:nvSpPr>
          <p:cNvPr id="308" name="Text 26"/>
          <p:cNvSpPr/>
          <p:nvPr/>
        </p:nvSpPr>
        <p:spPr>
          <a:xfrm>
            <a:off x="11251800" y="8831160"/>
            <a:ext cx="546840" cy="1580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0" spc="-1" strike="noStrike">
                <a:solidFill>
                  <a:srgbClr val="f2f2f2"/>
                </a:solidFill>
                <a:latin typeface="Quattrocento Sans"/>
                <a:ea typeface="Quattrocento Sans"/>
              </a:rPr>
              <a:t>1888-1889</a:t>
            </a:r>
            <a:endParaRPr b="0" lang="en-HK" sz="880" spc="-1" strike="noStrike">
              <a:latin typeface="Arial"/>
            </a:endParaRPr>
          </a:p>
        </p:txBody>
      </p:sp>
      <p:sp>
        <p:nvSpPr>
          <p:cNvPr id="309" name="Text 27"/>
          <p:cNvSpPr/>
          <p:nvPr/>
        </p:nvSpPr>
        <p:spPr>
          <a:xfrm>
            <a:off x="6910560" y="9053640"/>
            <a:ext cx="713520" cy="1580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0" spc="-1" strike="noStrike">
                <a:solidFill>
                  <a:srgbClr val="b8b8b8"/>
                </a:solidFill>
                <a:latin typeface="Quattrocento Sans"/>
                <a:ea typeface="Quattrocento Sans"/>
              </a:rPr>
              <a:t>Primary Color</a:t>
            </a:r>
            <a:endParaRPr b="0" lang="en-HK" sz="880" spc="-1" strike="noStrike">
              <a:latin typeface="Arial"/>
            </a:endParaRPr>
          </a:p>
        </p:txBody>
      </p:sp>
      <p:sp>
        <p:nvSpPr>
          <p:cNvPr id="310" name="Text 28"/>
          <p:cNvSpPr/>
          <p:nvPr/>
        </p:nvSpPr>
        <p:spPr>
          <a:xfrm>
            <a:off x="11006640" y="9053640"/>
            <a:ext cx="793080" cy="1580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0" spc="-1" strike="noStrike">
                <a:solidFill>
                  <a:srgbClr val="f2f2f2"/>
                </a:solidFill>
                <a:latin typeface="Quattrocento Sans"/>
                <a:ea typeface="Quattrocento Sans"/>
              </a:rPr>
              <a:t>Chrome Yellow</a:t>
            </a:r>
            <a:endParaRPr b="0" lang="en-HK" sz="880" spc="-1" strike="noStrike">
              <a:latin typeface="Arial"/>
            </a:endParaRPr>
          </a:p>
        </p:txBody>
      </p:sp>
      <p:sp>
        <p:nvSpPr>
          <p:cNvPr id="311" name="Text 29"/>
          <p:cNvSpPr/>
          <p:nvPr/>
        </p:nvSpPr>
        <p:spPr>
          <a:xfrm>
            <a:off x="6910560" y="9275760"/>
            <a:ext cx="713520" cy="1580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0" spc="-1" strike="noStrike">
                <a:solidFill>
                  <a:srgbClr val="b8b8b8"/>
                </a:solidFill>
                <a:latin typeface="Quattrocento Sans"/>
                <a:ea typeface="Quattrocento Sans"/>
              </a:rPr>
              <a:t>Current Value</a:t>
            </a:r>
            <a:endParaRPr b="0" lang="en-HK" sz="880" spc="-1" strike="noStrike">
              <a:latin typeface="Arial"/>
            </a:endParaRPr>
          </a:p>
        </p:txBody>
      </p:sp>
      <p:sp>
        <p:nvSpPr>
          <p:cNvPr id="312" name="Text 30"/>
          <p:cNvSpPr/>
          <p:nvPr/>
        </p:nvSpPr>
        <p:spPr>
          <a:xfrm>
            <a:off x="11105280" y="9275760"/>
            <a:ext cx="697680" cy="1580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0" spc="-1" strike="noStrike">
                <a:solidFill>
                  <a:srgbClr val="f2f2f2"/>
                </a:solidFill>
                <a:latin typeface="Quattrocento Sans"/>
                <a:ea typeface="Quattrocento Sans"/>
              </a:rPr>
              <a:t>$100+ million</a:t>
            </a:r>
            <a:endParaRPr b="0" lang="en-HK" sz="880" spc="-1" strike="noStrike">
              <a:latin typeface="Arial"/>
            </a:endParaRPr>
          </a:p>
        </p:txBody>
      </p:sp>
    </p:spTree>
  </p:cSld>
  <mc:AlternateContent>
    <mc:Choice Requires="p14">
      <p:transition spd="slow" p14:dur="2000"/>
    </mc:Choice>
    <mc:Fallback>
      <p:transition spd="slow"/>
    </mc:Fallback>
  </mc:AlternateContent>
</p:sld>
</file>

<file path=ppt/slides/slide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11111"/>
        </a:solidFill>
      </p:bgPr>
    </p:bg>
    <p:spTree>
      <p:nvGrpSpPr>
        <p:cNvPr id="1" name=""/>
        <p:cNvGrpSpPr/>
        <p:nvPr/>
      </p:nvGrpSpPr>
      <p:grpSpPr>
        <a:xfrm>
          <a:off x="0" y="0"/>
          <a:ext cx="0" cy="0"/>
          <a:chOff x="0" y="0"/>
          <a:chExt cx="0" cy="0"/>
        </a:xfrm>
      </p:grpSpPr>
      <p:sp>
        <p:nvSpPr>
          <p:cNvPr id="313" name="Text 0"/>
          <p:cNvSpPr/>
          <p:nvPr/>
        </p:nvSpPr>
        <p:spPr>
          <a:xfrm>
            <a:off x="333360" y="333360"/>
            <a:ext cx="11591280" cy="1994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50" spc="205" strike="noStrike">
                <a:solidFill>
                  <a:srgbClr val="c9a36a"/>
                </a:solidFill>
                <a:latin typeface="Quattrocento Sans"/>
                <a:ea typeface="Quattrocento Sans"/>
              </a:rPr>
              <a:t>Chapter 03</a:t>
            </a:r>
            <a:endParaRPr b="0" lang="en-HK" sz="1050" spc="-1" strike="noStrike">
              <a:latin typeface="Arial"/>
            </a:endParaRPr>
          </a:p>
        </p:txBody>
      </p:sp>
      <p:sp>
        <p:nvSpPr>
          <p:cNvPr id="314" name="Text 1"/>
          <p:cNvSpPr/>
          <p:nvPr/>
        </p:nvSpPr>
        <p:spPr>
          <a:xfrm>
            <a:off x="333360" y="600120"/>
            <a:ext cx="11724480" cy="39924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3150" spc="-1" strike="noStrike">
                <a:solidFill>
                  <a:srgbClr val="f2f2f2"/>
                </a:solidFill>
                <a:latin typeface="Oranienbaum"/>
                <a:ea typeface="Oranienbaum"/>
              </a:rPr>
              <a:t>Other Iconic Works: From Irises to Wheatfields</a:t>
            </a:r>
            <a:endParaRPr b="0" lang="en-HK" sz="3150" spc="-1" strike="noStrike">
              <a:latin typeface="Arial"/>
            </a:endParaRPr>
          </a:p>
        </p:txBody>
      </p:sp>
      <p:sp>
        <p:nvSpPr>
          <p:cNvPr id="315" name="Shape 2"/>
          <p:cNvSpPr/>
          <p:nvPr/>
        </p:nvSpPr>
        <p:spPr>
          <a:xfrm>
            <a:off x="333360" y="1133280"/>
            <a:ext cx="932760" cy="15840"/>
          </a:xfrm>
          <a:custGeom>
            <a:avLst/>
            <a:gdLst/>
            <a:ahLst/>
            <a:rect l="l" t="t" r="r" b="b"/>
            <a:pathLst>
              <a:path w="933359" h="16667">
                <a:moveTo>
                  <a:pt x="0" y="0"/>
                </a:moveTo>
                <a:lnTo>
                  <a:pt x="933359" y="0"/>
                </a:lnTo>
                <a:lnTo>
                  <a:pt x="933359" y="16667"/>
                </a:lnTo>
                <a:lnTo>
                  <a:pt x="0" y="16667"/>
                </a:lnTo>
                <a:lnTo>
                  <a:pt x="0" y="0"/>
                </a:lnTo>
                <a:close/>
              </a:path>
            </a:pathLst>
          </a:custGeom>
          <a:solidFill>
            <a:srgbClr val="c9a36a"/>
          </a:solidFill>
          <a:ln w="0">
            <a:noFill/>
          </a:ln>
        </p:spPr>
        <p:style>
          <a:lnRef idx="0"/>
          <a:fillRef idx="0"/>
          <a:effectRef idx="0"/>
          <a:fontRef idx="minor"/>
        </p:style>
      </p:sp>
      <p:sp>
        <p:nvSpPr>
          <p:cNvPr id="316" name="Shape 3"/>
          <p:cNvSpPr/>
          <p:nvPr/>
        </p:nvSpPr>
        <p:spPr>
          <a:xfrm>
            <a:off x="337680" y="1320840"/>
            <a:ext cx="5674320" cy="2516040"/>
          </a:xfrm>
          <a:custGeom>
            <a:avLst/>
            <a:gdLst/>
            <a:ahLst/>
            <a:rect l="l" t="t" r="r" b="b"/>
            <a:pathLst>
              <a:path w="5675155" h="2516735">
                <a:moveTo>
                  <a:pt x="66668" y="0"/>
                </a:moveTo>
                <a:lnTo>
                  <a:pt x="5608487" y="0"/>
                </a:lnTo>
                <a:cubicBezTo>
                  <a:pt x="5645307" y="0"/>
                  <a:pt x="5675155" y="29848"/>
                  <a:pt x="5675155" y="66668"/>
                </a:cubicBezTo>
                <a:lnTo>
                  <a:pt x="5675155" y="2450067"/>
                </a:lnTo>
                <a:cubicBezTo>
                  <a:pt x="5675155" y="2486887"/>
                  <a:pt x="5645307" y="2516735"/>
                  <a:pt x="5608487" y="2516735"/>
                </a:cubicBezTo>
                <a:lnTo>
                  <a:pt x="66668" y="2516735"/>
                </a:lnTo>
                <a:cubicBezTo>
                  <a:pt x="29848" y="2516735"/>
                  <a:pt x="0" y="2486887"/>
                  <a:pt x="0" y="2450067"/>
                </a:cubicBezTo>
                <a:lnTo>
                  <a:pt x="0" y="66668"/>
                </a:lnTo>
                <a:cubicBezTo>
                  <a:pt x="0" y="29848"/>
                  <a:pt x="29848" y="0"/>
                  <a:pt x="66668" y="0"/>
                </a:cubicBezTo>
                <a:close/>
              </a:path>
            </a:pathLst>
          </a:custGeom>
          <a:solidFill>
            <a:srgbClr val="1a1a1a"/>
          </a:solidFill>
          <a:ln w="12700">
            <a:solidFill>
              <a:srgbClr val="2b2b2b"/>
            </a:solidFill>
            <a:round/>
          </a:ln>
        </p:spPr>
        <p:style>
          <a:lnRef idx="0"/>
          <a:fillRef idx="0"/>
          <a:effectRef idx="0"/>
          <a:fontRef idx="minor"/>
        </p:style>
      </p:sp>
      <p:sp>
        <p:nvSpPr>
          <p:cNvPr id="317" name="Image 0"/>
          <p:cNvSpPr/>
          <p:nvPr/>
        </p:nvSpPr>
        <p:spPr>
          <a:xfrm>
            <a:off x="341640" y="1325160"/>
            <a:ext cx="5666040" cy="1166040"/>
          </a:xfrm>
          <a:prstGeom prst="roundRect">
            <a:avLst>
              <a:gd name="adj" fmla="val 0"/>
            </a:avLst>
          </a:prstGeom>
          <a:blipFill rotWithShape="0">
            <a:blip r:embed="rId1"/>
            <a:srcRect/>
            <a:stretch/>
          </a:blipFill>
          <a:ln w="0">
            <a:noFill/>
          </a:ln>
        </p:spPr>
        <p:style>
          <a:lnRef idx="0"/>
          <a:fillRef idx="0"/>
          <a:effectRef idx="0"/>
          <a:fontRef idx="minor"/>
        </p:style>
      </p:sp>
      <p:sp>
        <p:nvSpPr>
          <p:cNvPr id="318" name="Text 4"/>
          <p:cNvSpPr/>
          <p:nvPr/>
        </p:nvSpPr>
        <p:spPr>
          <a:xfrm>
            <a:off x="474840" y="2625120"/>
            <a:ext cx="441000" cy="2325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310" spc="-1" strike="noStrike">
                <a:solidFill>
                  <a:srgbClr val="f2f2f2"/>
                </a:solidFill>
                <a:latin typeface="Oranienbaum"/>
                <a:ea typeface="Oranienbaum"/>
              </a:rPr>
              <a:t>Irises</a:t>
            </a:r>
            <a:endParaRPr b="0" lang="en-HK" sz="1310" spc="-1" strike="noStrike">
              <a:latin typeface="Arial"/>
            </a:endParaRPr>
          </a:p>
        </p:txBody>
      </p:sp>
      <p:sp>
        <p:nvSpPr>
          <p:cNvPr id="319" name="Text 5"/>
          <p:cNvSpPr/>
          <p:nvPr/>
        </p:nvSpPr>
        <p:spPr>
          <a:xfrm>
            <a:off x="5639760" y="2658240"/>
            <a:ext cx="290880" cy="1659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20" spc="-1" strike="noStrike">
                <a:solidFill>
                  <a:srgbClr val="c9a36a"/>
                </a:solidFill>
                <a:latin typeface="Quattrocento Sans"/>
                <a:ea typeface="Quattrocento Sans"/>
              </a:rPr>
              <a:t>1889</a:t>
            </a:r>
            <a:endParaRPr b="0" lang="en-HK" sz="920" spc="-1" strike="noStrike">
              <a:latin typeface="Arial"/>
            </a:endParaRPr>
          </a:p>
        </p:txBody>
      </p:sp>
      <p:sp>
        <p:nvSpPr>
          <p:cNvPr id="320" name="Text 6"/>
          <p:cNvSpPr/>
          <p:nvPr/>
        </p:nvSpPr>
        <p:spPr>
          <a:xfrm>
            <a:off x="474840" y="2925000"/>
            <a:ext cx="5457600" cy="40752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920" spc="-1" strike="noStrike">
                <a:solidFill>
                  <a:srgbClr val="b8b8b8"/>
                </a:solidFill>
                <a:latin typeface="Quattrocento Sans"/>
                <a:ea typeface="Quattrocento Sans"/>
              </a:rPr>
              <a:t>Painted in the asylum garden, this work showcases Van Gogh's study of color with </a:t>
            </a:r>
            <a:r>
              <a:rPr b="0" lang="en-US" sz="920" spc="-1" strike="noStrike">
                <a:solidFill>
                  <a:srgbClr val="f2f2f2"/>
                </a:solidFill>
                <a:latin typeface="Quattrocento Sans"/>
                <a:ea typeface="Quattrocento Sans"/>
              </a:rPr>
              <a:t>vibrant blues and greens</a:t>
            </a:r>
            <a:r>
              <a:rPr b="0" lang="en-US" sz="920" spc="-1" strike="noStrike">
                <a:solidFill>
                  <a:srgbClr val="b8b8b8"/>
                </a:solidFill>
                <a:latin typeface="Quattrocento Sans"/>
                <a:ea typeface="Quattrocento Sans"/>
              </a:rPr>
              <a:t>. Originally the irises were purple, but the pigment faded over time to cobalt blue.</a:t>
            </a:r>
            <a:endParaRPr b="0" lang="en-HK" sz="920" spc="-1" strike="noStrike">
              <a:latin typeface="Arial"/>
            </a:endParaRPr>
          </a:p>
        </p:txBody>
      </p:sp>
      <p:sp>
        <p:nvSpPr>
          <p:cNvPr id="321" name="Shape 7"/>
          <p:cNvSpPr/>
          <p:nvPr/>
        </p:nvSpPr>
        <p:spPr>
          <a:xfrm>
            <a:off x="474840" y="3429360"/>
            <a:ext cx="5399280" cy="266040"/>
          </a:xfrm>
          <a:custGeom>
            <a:avLst/>
            <a:gdLst/>
            <a:ahLst/>
            <a:rect l="l" t="t" r="r" b="b"/>
            <a:pathLst>
              <a:path w="5400148" h="266674">
                <a:moveTo>
                  <a:pt x="33334" y="0"/>
                </a:moveTo>
                <a:lnTo>
                  <a:pt x="5366813" y="0"/>
                </a:lnTo>
                <a:cubicBezTo>
                  <a:pt x="5385223" y="0"/>
                  <a:pt x="5400148" y="14924"/>
                  <a:pt x="5400148" y="33334"/>
                </a:cubicBezTo>
                <a:lnTo>
                  <a:pt x="5400148" y="233340"/>
                </a:lnTo>
                <a:cubicBezTo>
                  <a:pt x="5400148" y="251750"/>
                  <a:pt x="5385223" y="266674"/>
                  <a:pt x="5366813" y="266674"/>
                </a:cubicBezTo>
                <a:lnTo>
                  <a:pt x="33334" y="266674"/>
                </a:lnTo>
                <a:cubicBezTo>
                  <a:pt x="14924" y="266674"/>
                  <a:pt x="0" y="251750"/>
                  <a:pt x="0" y="233340"/>
                </a:cubicBezTo>
                <a:lnTo>
                  <a:pt x="0" y="33334"/>
                </a:lnTo>
                <a:cubicBezTo>
                  <a:pt x="0" y="14924"/>
                  <a:pt x="14924" y="0"/>
                  <a:pt x="33334" y="0"/>
                </a:cubicBezTo>
                <a:close/>
              </a:path>
            </a:pathLst>
          </a:custGeom>
          <a:solidFill>
            <a:srgbClr val="2b2b2b"/>
          </a:solidFill>
          <a:ln w="0">
            <a:noFill/>
          </a:ln>
        </p:spPr>
        <p:style>
          <a:lnRef idx="0"/>
          <a:fillRef idx="0"/>
          <a:effectRef idx="0"/>
          <a:fontRef idx="minor"/>
        </p:style>
      </p:sp>
      <p:sp>
        <p:nvSpPr>
          <p:cNvPr id="322" name="Text 8"/>
          <p:cNvSpPr/>
          <p:nvPr/>
        </p:nvSpPr>
        <p:spPr>
          <a:xfrm>
            <a:off x="541800" y="3495960"/>
            <a:ext cx="5316120" cy="13248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0" lang="en-US" sz="790" spc="-1" strike="noStrike">
                <a:solidFill>
                  <a:srgbClr val="a3a3a3"/>
                </a:solidFill>
                <a:latin typeface="Quattrocento Sans"/>
                <a:ea typeface="Quattrocento Sans"/>
              </a:rPr>
              <a:t>Location: Getty Center, Los Angeles</a:t>
            </a:r>
            <a:endParaRPr b="0" lang="en-HK" sz="790" spc="-1" strike="noStrike">
              <a:latin typeface="Arial"/>
            </a:endParaRPr>
          </a:p>
        </p:txBody>
      </p:sp>
      <p:sp>
        <p:nvSpPr>
          <p:cNvPr id="323" name="Shape 9"/>
          <p:cNvSpPr/>
          <p:nvPr/>
        </p:nvSpPr>
        <p:spPr>
          <a:xfrm>
            <a:off x="6184080" y="1320840"/>
            <a:ext cx="5674320" cy="2516040"/>
          </a:xfrm>
          <a:custGeom>
            <a:avLst/>
            <a:gdLst/>
            <a:ahLst/>
            <a:rect l="l" t="t" r="r" b="b"/>
            <a:pathLst>
              <a:path w="5675155" h="2516735">
                <a:moveTo>
                  <a:pt x="66668" y="0"/>
                </a:moveTo>
                <a:lnTo>
                  <a:pt x="5608487" y="0"/>
                </a:lnTo>
                <a:cubicBezTo>
                  <a:pt x="5645307" y="0"/>
                  <a:pt x="5675155" y="29848"/>
                  <a:pt x="5675155" y="66668"/>
                </a:cubicBezTo>
                <a:lnTo>
                  <a:pt x="5675155" y="2450067"/>
                </a:lnTo>
                <a:cubicBezTo>
                  <a:pt x="5675155" y="2486887"/>
                  <a:pt x="5645307" y="2516735"/>
                  <a:pt x="5608487" y="2516735"/>
                </a:cubicBezTo>
                <a:lnTo>
                  <a:pt x="66668" y="2516735"/>
                </a:lnTo>
                <a:cubicBezTo>
                  <a:pt x="29848" y="2516735"/>
                  <a:pt x="0" y="2486887"/>
                  <a:pt x="0" y="2450067"/>
                </a:cubicBezTo>
                <a:lnTo>
                  <a:pt x="0" y="66668"/>
                </a:lnTo>
                <a:cubicBezTo>
                  <a:pt x="0" y="29848"/>
                  <a:pt x="29848" y="0"/>
                  <a:pt x="66668" y="0"/>
                </a:cubicBezTo>
                <a:close/>
              </a:path>
            </a:pathLst>
          </a:custGeom>
          <a:solidFill>
            <a:srgbClr val="1a1a1a"/>
          </a:solidFill>
          <a:ln w="12700">
            <a:solidFill>
              <a:srgbClr val="2b2b2b"/>
            </a:solidFill>
            <a:round/>
          </a:ln>
        </p:spPr>
        <p:style>
          <a:lnRef idx="0"/>
          <a:fillRef idx="0"/>
          <a:effectRef idx="0"/>
          <a:fontRef idx="minor"/>
        </p:style>
      </p:sp>
      <p:sp>
        <p:nvSpPr>
          <p:cNvPr id="324" name="Image 1"/>
          <p:cNvSpPr/>
          <p:nvPr/>
        </p:nvSpPr>
        <p:spPr>
          <a:xfrm>
            <a:off x="6188040" y="1325160"/>
            <a:ext cx="5666040" cy="1166040"/>
          </a:xfrm>
          <a:prstGeom prst="roundRect">
            <a:avLst>
              <a:gd name="adj" fmla="val 0"/>
            </a:avLst>
          </a:prstGeom>
          <a:blipFill rotWithShape="0">
            <a:blip r:embed="rId2"/>
            <a:srcRect/>
            <a:stretch/>
          </a:blipFill>
          <a:ln w="0">
            <a:noFill/>
          </a:ln>
        </p:spPr>
        <p:style>
          <a:lnRef idx="0"/>
          <a:fillRef idx="0"/>
          <a:effectRef idx="0"/>
          <a:fontRef idx="minor"/>
        </p:style>
      </p:sp>
      <p:sp>
        <p:nvSpPr>
          <p:cNvPr id="325" name="Text 10"/>
          <p:cNvSpPr/>
          <p:nvPr/>
        </p:nvSpPr>
        <p:spPr>
          <a:xfrm>
            <a:off x="6321600" y="2625120"/>
            <a:ext cx="949320" cy="2325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310" spc="-1" strike="noStrike">
                <a:solidFill>
                  <a:srgbClr val="f2f2f2"/>
                </a:solidFill>
                <a:latin typeface="Oranienbaum"/>
                <a:ea typeface="Oranienbaum"/>
              </a:rPr>
              <a:t>The Bedroom</a:t>
            </a:r>
            <a:endParaRPr b="0" lang="en-HK" sz="1310" spc="-1" strike="noStrike">
              <a:latin typeface="Arial"/>
            </a:endParaRPr>
          </a:p>
        </p:txBody>
      </p:sp>
      <p:sp>
        <p:nvSpPr>
          <p:cNvPr id="326" name="Text 11"/>
          <p:cNvSpPr/>
          <p:nvPr/>
        </p:nvSpPr>
        <p:spPr>
          <a:xfrm>
            <a:off x="11485440" y="2658240"/>
            <a:ext cx="290880" cy="1659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20" spc="-1" strike="noStrike">
                <a:solidFill>
                  <a:srgbClr val="c9a36a"/>
                </a:solidFill>
                <a:latin typeface="Quattrocento Sans"/>
                <a:ea typeface="Quattrocento Sans"/>
              </a:rPr>
              <a:t>1888</a:t>
            </a:r>
            <a:endParaRPr b="0" lang="en-HK" sz="920" spc="-1" strike="noStrike">
              <a:latin typeface="Arial"/>
            </a:endParaRPr>
          </a:p>
        </p:txBody>
      </p:sp>
      <p:sp>
        <p:nvSpPr>
          <p:cNvPr id="327" name="Text 12"/>
          <p:cNvSpPr/>
          <p:nvPr/>
        </p:nvSpPr>
        <p:spPr>
          <a:xfrm>
            <a:off x="6321600" y="2925000"/>
            <a:ext cx="5457600" cy="40752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920" spc="-1" strike="noStrike">
                <a:solidFill>
                  <a:srgbClr val="b8b8b8"/>
                </a:solidFill>
                <a:latin typeface="Quattrocento Sans"/>
                <a:ea typeface="Quattrocento Sans"/>
              </a:rPr>
              <a:t>A glimpse into Van Gogh's personal space in Arles, featuring </a:t>
            </a:r>
            <a:r>
              <a:rPr b="0" lang="en-US" sz="920" spc="-1" strike="noStrike">
                <a:solidFill>
                  <a:srgbClr val="f2f2f2"/>
                </a:solidFill>
                <a:latin typeface="Quattrocento Sans"/>
                <a:ea typeface="Quattrocento Sans"/>
              </a:rPr>
              <a:t>distorted perspective</a:t>
            </a:r>
            <a:r>
              <a:rPr b="0" lang="en-US" sz="920" spc="-1" strike="noStrike">
                <a:solidFill>
                  <a:srgbClr val="b8b8b8"/>
                </a:solidFill>
                <a:latin typeface="Quattrocento Sans"/>
                <a:ea typeface="Quattrocento Sans"/>
              </a:rPr>
              <a:t> and bold colors. The painting reflects his desire for tranquility and simplicity.</a:t>
            </a:r>
            <a:endParaRPr b="0" lang="en-HK" sz="920" spc="-1" strike="noStrike">
              <a:latin typeface="Arial"/>
            </a:endParaRPr>
          </a:p>
        </p:txBody>
      </p:sp>
      <p:sp>
        <p:nvSpPr>
          <p:cNvPr id="328" name="Shape 13"/>
          <p:cNvSpPr/>
          <p:nvPr/>
        </p:nvSpPr>
        <p:spPr>
          <a:xfrm>
            <a:off x="6321600" y="3429360"/>
            <a:ext cx="5399280" cy="266040"/>
          </a:xfrm>
          <a:custGeom>
            <a:avLst/>
            <a:gdLst/>
            <a:ahLst/>
            <a:rect l="l" t="t" r="r" b="b"/>
            <a:pathLst>
              <a:path w="5400148" h="266674">
                <a:moveTo>
                  <a:pt x="33334" y="0"/>
                </a:moveTo>
                <a:lnTo>
                  <a:pt x="5366813" y="0"/>
                </a:lnTo>
                <a:cubicBezTo>
                  <a:pt x="5385223" y="0"/>
                  <a:pt x="5400148" y="14924"/>
                  <a:pt x="5400148" y="33334"/>
                </a:cubicBezTo>
                <a:lnTo>
                  <a:pt x="5400148" y="233340"/>
                </a:lnTo>
                <a:cubicBezTo>
                  <a:pt x="5400148" y="251750"/>
                  <a:pt x="5385223" y="266674"/>
                  <a:pt x="5366813" y="266674"/>
                </a:cubicBezTo>
                <a:lnTo>
                  <a:pt x="33334" y="266674"/>
                </a:lnTo>
                <a:cubicBezTo>
                  <a:pt x="14924" y="266674"/>
                  <a:pt x="0" y="251750"/>
                  <a:pt x="0" y="233340"/>
                </a:cubicBezTo>
                <a:lnTo>
                  <a:pt x="0" y="33334"/>
                </a:lnTo>
                <a:cubicBezTo>
                  <a:pt x="0" y="14924"/>
                  <a:pt x="14924" y="0"/>
                  <a:pt x="33334" y="0"/>
                </a:cubicBezTo>
                <a:close/>
              </a:path>
            </a:pathLst>
          </a:custGeom>
          <a:solidFill>
            <a:srgbClr val="2b2b2b"/>
          </a:solidFill>
          <a:ln w="0">
            <a:noFill/>
          </a:ln>
        </p:spPr>
        <p:style>
          <a:lnRef idx="0"/>
          <a:fillRef idx="0"/>
          <a:effectRef idx="0"/>
          <a:fontRef idx="minor"/>
        </p:style>
      </p:sp>
      <p:sp>
        <p:nvSpPr>
          <p:cNvPr id="329" name="Text 14"/>
          <p:cNvSpPr/>
          <p:nvPr/>
        </p:nvSpPr>
        <p:spPr>
          <a:xfrm>
            <a:off x="6388200" y="3495960"/>
            <a:ext cx="5316120" cy="13248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0" lang="en-US" sz="790" spc="-1" strike="noStrike">
                <a:solidFill>
                  <a:srgbClr val="a3a3a3"/>
                </a:solidFill>
                <a:latin typeface="Quattrocento Sans"/>
                <a:ea typeface="Quattrocento Sans"/>
              </a:rPr>
              <a:t>Location: Van Gogh Museum, Amsterdam</a:t>
            </a:r>
            <a:endParaRPr b="0" lang="en-HK" sz="790" spc="-1" strike="noStrike">
              <a:latin typeface="Arial"/>
            </a:endParaRPr>
          </a:p>
        </p:txBody>
      </p:sp>
      <p:sp>
        <p:nvSpPr>
          <p:cNvPr id="330" name="Shape 15"/>
          <p:cNvSpPr/>
          <p:nvPr/>
        </p:nvSpPr>
        <p:spPr>
          <a:xfrm>
            <a:off x="337680" y="4008600"/>
            <a:ext cx="5674320" cy="2516040"/>
          </a:xfrm>
          <a:custGeom>
            <a:avLst/>
            <a:gdLst/>
            <a:ahLst/>
            <a:rect l="l" t="t" r="r" b="b"/>
            <a:pathLst>
              <a:path w="5675155" h="2516735">
                <a:moveTo>
                  <a:pt x="66668" y="0"/>
                </a:moveTo>
                <a:lnTo>
                  <a:pt x="5608487" y="0"/>
                </a:lnTo>
                <a:cubicBezTo>
                  <a:pt x="5645307" y="0"/>
                  <a:pt x="5675155" y="29848"/>
                  <a:pt x="5675155" y="66668"/>
                </a:cubicBezTo>
                <a:lnTo>
                  <a:pt x="5675155" y="2450067"/>
                </a:lnTo>
                <a:cubicBezTo>
                  <a:pt x="5675155" y="2486887"/>
                  <a:pt x="5645307" y="2516735"/>
                  <a:pt x="5608487" y="2516735"/>
                </a:cubicBezTo>
                <a:lnTo>
                  <a:pt x="66668" y="2516735"/>
                </a:lnTo>
                <a:cubicBezTo>
                  <a:pt x="29848" y="2516735"/>
                  <a:pt x="0" y="2486887"/>
                  <a:pt x="0" y="2450067"/>
                </a:cubicBezTo>
                <a:lnTo>
                  <a:pt x="0" y="66668"/>
                </a:lnTo>
                <a:cubicBezTo>
                  <a:pt x="0" y="29848"/>
                  <a:pt x="29848" y="0"/>
                  <a:pt x="66668" y="0"/>
                </a:cubicBezTo>
                <a:close/>
              </a:path>
            </a:pathLst>
          </a:custGeom>
          <a:solidFill>
            <a:srgbClr val="1a1a1a"/>
          </a:solidFill>
          <a:ln w="12700">
            <a:solidFill>
              <a:srgbClr val="2b2b2b"/>
            </a:solidFill>
            <a:round/>
          </a:ln>
        </p:spPr>
        <p:style>
          <a:lnRef idx="0"/>
          <a:fillRef idx="0"/>
          <a:effectRef idx="0"/>
          <a:fontRef idx="minor"/>
        </p:style>
      </p:sp>
      <p:sp>
        <p:nvSpPr>
          <p:cNvPr id="331" name="Image 2"/>
          <p:cNvSpPr/>
          <p:nvPr/>
        </p:nvSpPr>
        <p:spPr>
          <a:xfrm>
            <a:off x="341640" y="4012560"/>
            <a:ext cx="5666040" cy="1166040"/>
          </a:xfrm>
          <a:prstGeom prst="roundRect">
            <a:avLst>
              <a:gd name="adj" fmla="val 0"/>
            </a:avLst>
          </a:prstGeom>
          <a:solidFill>
            <a:srgbClr val="729fcf"/>
          </a:solidFill>
          <a:ln w="0">
            <a:noFill/>
          </a:ln>
        </p:spPr>
        <p:style>
          <a:lnRef idx="0"/>
          <a:fillRef idx="0"/>
          <a:effectRef idx="0"/>
          <a:fontRef idx="minor"/>
        </p:style>
      </p:sp>
      <p:sp>
        <p:nvSpPr>
          <p:cNvPr id="332" name="Text 16"/>
          <p:cNvSpPr/>
          <p:nvPr/>
        </p:nvSpPr>
        <p:spPr>
          <a:xfrm>
            <a:off x="474840" y="5312520"/>
            <a:ext cx="1582560" cy="2325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310" spc="-1" strike="noStrike">
                <a:solidFill>
                  <a:srgbClr val="f2f2f2"/>
                </a:solidFill>
                <a:latin typeface="Oranienbaum"/>
                <a:ea typeface="Oranienbaum"/>
              </a:rPr>
              <a:t>Wheatfield with Crows</a:t>
            </a:r>
            <a:endParaRPr b="0" lang="en-HK" sz="1310" spc="-1" strike="noStrike">
              <a:latin typeface="Arial"/>
            </a:endParaRPr>
          </a:p>
        </p:txBody>
      </p:sp>
      <p:sp>
        <p:nvSpPr>
          <p:cNvPr id="333" name="Text 17"/>
          <p:cNvSpPr/>
          <p:nvPr/>
        </p:nvSpPr>
        <p:spPr>
          <a:xfrm>
            <a:off x="5629320" y="5346000"/>
            <a:ext cx="299160" cy="1659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20" spc="-1" strike="noStrike">
                <a:solidFill>
                  <a:srgbClr val="c9a36a"/>
                </a:solidFill>
                <a:latin typeface="Quattrocento Sans"/>
                <a:ea typeface="Quattrocento Sans"/>
              </a:rPr>
              <a:t>1890</a:t>
            </a:r>
            <a:endParaRPr b="0" lang="en-HK" sz="920" spc="-1" strike="noStrike">
              <a:latin typeface="Arial"/>
            </a:endParaRPr>
          </a:p>
        </p:txBody>
      </p:sp>
      <p:sp>
        <p:nvSpPr>
          <p:cNvPr id="334" name="Text 18"/>
          <p:cNvSpPr/>
          <p:nvPr/>
        </p:nvSpPr>
        <p:spPr>
          <a:xfrm>
            <a:off x="474840" y="5612760"/>
            <a:ext cx="5457600" cy="40752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920" spc="-1" strike="noStrike">
                <a:solidFill>
                  <a:srgbClr val="b8b8b8"/>
                </a:solidFill>
                <a:latin typeface="Quattrocento Sans"/>
                <a:ea typeface="Quattrocento Sans"/>
              </a:rPr>
              <a:t>Often considered his final painting, this work shows </a:t>
            </a:r>
            <a:r>
              <a:rPr b="0" lang="en-US" sz="920" spc="-1" strike="noStrike">
                <a:solidFill>
                  <a:srgbClr val="f2f2f2"/>
                </a:solidFill>
                <a:latin typeface="Quattrocento Sans"/>
                <a:ea typeface="Quattrocento Sans"/>
              </a:rPr>
              <a:t>menacing skies</a:t>
            </a:r>
            <a:r>
              <a:rPr b="0" lang="en-US" sz="920" spc="-1" strike="noStrike">
                <a:solidFill>
                  <a:srgbClr val="b8b8b8"/>
                </a:solidFill>
                <a:latin typeface="Quattrocento Sans"/>
                <a:ea typeface="Quattrocento Sans"/>
              </a:rPr>
              <a:t>, dark crows, and a dead-end path—interpreted as expressing his emotional turmoil and foreshadowing his death.</a:t>
            </a:r>
            <a:endParaRPr b="0" lang="en-HK" sz="920" spc="-1" strike="noStrike">
              <a:latin typeface="Arial"/>
            </a:endParaRPr>
          </a:p>
        </p:txBody>
      </p:sp>
      <p:sp>
        <p:nvSpPr>
          <p:cNvPr id="335" name="Shape 19"/>
          <p:cNvSpPr/>
          <p:nvPr/>
        </p:nvSpPr>
        <p:spPr>
          <a:xfrm>
            <a:off x="474840" y="6116760"/>
            <a:ext cx="5399280" cy="266040"/>
          </a:xfrm>
          <a:custGeom>
            <a:avLst/>
            <a:gdLst/>
            <a:ahLst/>
            <a:rect l="l" t="t" r="r" b="b"/>
            <a:pathLst>
              <a:path w="5400148" h="266674">
                <a:moveTo>
                  <a:pt x="33334" y="0"/>
                </a:moveTo>
                <a:lnTo>
                  <a:pt x="5366813" y="0"/>
                </a:lnTo>
                <a:cubicBezTo>
                  <a:pt x="5385223" y="0"/>
                  <a:pt x="5400148" y="14924"/>
                  <a:pt x="5400148" y="33334"/>
                </a:cubicBezTo>
                <a:lnTo>
                  <a:pt x="5400148" y="233340"/>
                </a:lnTo>
                <a:cubicBezTo>
                  <a:pt x="5400148" y="251750"/>
                  <a:pt x="5385223" y="266674"/>
                  <a:pt x="5366813" y="266674"/>
                </a:cubicBezTo>
                <a:lnTo>
                  <a:pt x="33334" y="266674"/>
                </a:lnTo>
                <a:cubicBezTo>
                  <a:pt x="14924" y="266674"/>
                  <a:pt x="0" y="251750"/>
                  <a:pt x="0" y="233340"/>
                </a:cubicBezTo>
                <a:lnTo>
                  <a:pt x="0" y="33334"/>
                </a:lnTo>
                <a:cubicBezTo>
                  <a:pt x="0" y="14924"/>
                  <a:pt x="14924" y="0"/>
                  <a:pt x="33334" y="0"/>
                </a:cubicBezTo>
                <a:close/>
              </a:path>
            </a:pathLst>
          </a:custGeom>
          <a:solidFill>
            <a:srgbClr val="2b2b2b"/>
          </a:solidFill>
          <a:ln w="0">
            <a:noFill/>
          </a:ln>
        </p:spPr>
        <p:style>
          <a:lnRef idx="0"/>
          <a:fillRef idx="0"/>
          <a:effectRef idx="0"/>
          <a:fontRef idx="minor"/>
        </p:style>
      </p:sp>
      <p:sp>
        <p:nvSpPr>
          <p:cNvPr id="336" name="Text 20"/>
          <p:cNvSpPr/>
          <p:nvPr/>
        </p:nvSpPr>
        <p:spPr>
          <a:xfrm>
            <a:off x="541800" y="6183360"/>
            <a:ext cx="5316120" cy="13248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0" lang="en-US" sz="790" spc="-1" strike="noStrike">
                <a:solidFill>
                  <a:srgbClr val="a3a3a3"/>
                </a:solidFill>
                <a:latin typeface="Quattrocento Sans"/>
                <a:ea typeface="Quattrocento Sans"/>
              </a:rPr>
              <a:t>Location: Van Gogh Museum, Amsterdam</a:t>
            </a:r>
            <a:endParaRPr b="0" lang="en-HK" sz="790" spc="-1" strike="noStrike">
              <a:latin typeface="Arial"/>
            </a:endParaRPr>
          </a:p>
        </p:txBody>
      </p:sp>
      <p:sp>
        <p:nvSpPr>
          <p:cNvPr id="337" name="Shape 21"/>
          <p:cNvSpPr/>
          <p:nvPr/>
        </p:nvSpPr>
        <p:spPr>
          <a:xfrm>
            <a:off x="6184080" y="4008600"/>
            <a:ext cx="5674320" cy="2516040"/>
          </a:xfrm>
          <a:custGeom>
            <a:avLst/>
            <a:gdLst/>
            <a:ahLst/>
            <a:rect l="l" t="t" r="r" b="b"/>
            <a:pathLst>
              <a:path w="5675155" h="2516735">
                <a:moveTo>
                  <a:pt x="66668" y="0"/>
                </a:moveTo>
                <a:lnTo>
                  <a:pt x="5608487" y="0"/>
                </a:lnTo>
                <a:cubicBezTo>
                  <a:pt x="5645307" y="0"/>
                  <a:pt x="5675155" y="29848"/>
                  <a:pt x="5675155" y="66668"/>
                </a:cubicBezTo>
                <a:lnTo>
                  <a:pt x="5675155" y="2450067"/>
                </a:lnTo>
                <a:cubicBezTo>
                  <a:pt x="5675155" y="2486887"/>
                  <a:pt x="5645307" y="2516735"/>
                  <a:pt x="5608487" y="2516735"/>
                </a:cubicBezTo>
                <a:lnTo>
                  <a:pt x="66668" y="2516735"/>
                </a:lnTo>
                <a:cubicBezTo>
                  <a:pt x="29848" y="2516735"/>
                  <a:pt x="0" y="2486887"/>
                  <a:pt x="0" y="2450067"/>
                </a:cubicBezTo>
                <a:lnTo>
                  <a:pt x="0" y="66668"/>
                </a:lnTo>
                <a:cubicBezTo>
                  <a:pt x="0" y="29848"/>
                  <a:pt x="29848" y="0"/>
                  <a:pt x="66668" y="0"/>
                </a:cubicBezTo>
                <a:close/>
              </a:path>
            </a:pathLst>
          </a:custGeom>
          <a:solidFill>
            <a:srgbClr val="1a1a1a"/>
          </a:solidFill>
          <a:ln w="12700">
            <a:solidFill>
              <a:srgbClr val="2b2b2b"/>
            </a:solidFill>
            <a:round/>
          </a:ln>
        </p:spPr>
        <p:style>
          <a:lnRef idx="0"/>
          <a:fillRef idx="0"/>
          <a:effectRef idx="0"/>
          <a:fontRef idx="minor"/>
        </p:style>
      </p:sp>
      <p:sp>
        <p:nvSpPr>
          <p:cNvPr id="338" name="Image 3"/>
          <p:cNvSpPr/>
          <p:nvPr/>
        </p:nvSpPr>
        <p:spPr>
          <a:xfrm>
            <a:off x="6188040" y="4012560"/>
            <a:ext cx="5666040" cy="1166040"/>
          </a:xfrm>
          <a:prstGeom prst="roundRect">
            <a:avLst>
              <a:gd name="adj" fmla="val 0"/>
            </a:avLst>
          </a:prstGeom>
          <a:blipFill rotWithShape="0">
            <a:blip r:embed="rId3"/>
            <a:srcRect/>
            <a:stretch/>
          </a:blipFill>
          <a:ln w="0">
            <a:noFill/>
          </a:ln>
        </p:spPr>
        <p:style>
          <a:lnRef idx="0"/>
          <a:fillRef idx="0"/>
          <a:effectRef idx="0"/>
          <a:fontRef idx="minor"/>
        </p:style>
      </p:sp>
      <p:sp>
        <p:nvSpPr>
          <p:cNvPr id="339" name="Text 22"/>
          <p:cNvSpPr/>
          <p:nvPr/>
        </p:nvSpPr>
        <p:spPr>
          <a:xfrm>
            <a:off x="6321600" y="5312520"/>
            <a:ext cx="1174320" cy="2325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310" spc="-1" strike="noStrike">
                <a:solidFill>
                  <a:srgbClr val="f2f2f2"/>
                </a:solidFill>
                <a:latin typeface="Oranienbaum"/>
                <a:ea typeface="Oranienbaum"/>
              </a:rPr>
              <a:t>Almond Blossom</a:t>
            </a:r>
            <a:endParaRPr b="0" lang="en-HK" sz="1310" spc="-1" strike="noStrike">
              <a:latin typeface="Arial"/>
            </a:endParaRPr>
          </a:p>
        </p:txBody>
      </p:sp>
      <p:sp>
        <p:nvSpPr>
          <p:cNvPr id="340" name="Text 23"/>
          <p:cNvSpPr/>
          <p:nvPr/>
        </p:nvSpPr>
        <p:spPr>
          <a:xfrm>
            <a:off x="11475720" y="5346000"/>
            <a:ext cx="299160" cy="1659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20" spc="-1" strike="noStrike">
                <a:solidFill>
                  <a:srgbClr val="c9a36a"/>
                </a:solidFill>
                <a:latin typeface="Quattrocento Sans"/>
                <a:ea typeface="Quattrocento Sans"/>
              </a:rPr>
              <a:t>1890</a:t>
            </a:r>
            <a:endParaRPr b="0" lang="en-HK" sz="920" spc="-1" strike="noStrike">
              <a:latin typeface="Arial"/>
            </a:endParaRPr>
          </a:p>
        </p:txBody>
      </p:sp>
      <p:sp>
        <p:nvSpPr>
          <p:cNvPr id="341" name="Text 24"/>
          <p:cNvSpPr/>
          <p:nvPr/>
        </p:nvSpPr>
        <p:spPr>
          <a:xfrm>
            <a:off x="6321600" y="5612760"/>
            <a:ext cx="5457600" cy="40752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920" spc="-1" strike="noStrike">
                <a:solidFill>
                  <a:srgbClr val="b8b8b8"/>
                </a:solidFill>
                <a:latin typeface="Quattrocento Sans"/>
                <a:ea typeface="Quattrocento Sans"/>
              </a:rPr>
              <a:t>Painted as a gift for his newborn nephew, this work shows </a:t>
            </a:r>
            <a:r>
              <a:rPr b="0" lang="en-US" sz="920" spc="-1" strike="noStrike">
                <a:solidFill>
                  <a:srgbClr val="f2f2f2"/>
                </a:solidFill>
                <a:latin typeface="Quattrocento Sans"/>
                <a:ea typeface="Quattrocento Sans"/>
              </a:rPr>
              <a:t>delicate branches against turquoise sky</a:t>
            </a:r>
            <a:r>
              <a:rPr b="0" lang="en-US" sz="920" spc="-1" strike="noStrike">
                <a:solidFill>
                  <a:srgbClr val="b8b8b8"/>
                </a:solidFill>
                <a:latin typeface="Quattrocento Sans"/>
                <a:ea typeface="Quattrocento Sans"/>
              </a:rPr>
              <a:t>. It represents new life and hope, heavily influenced by Japanese prints.</a:t>
            </a:r>
            <a:endParaRPr b="0" lang="en-HK" sz="920" spc="-1" strike="noStrike">
              <a:latin typeface="Arial"/>
            </a:endParaRPr>
          </a:p>
        </p:txBody>
      </p:sp>
      <p:sp>
        <p:nvSpPr>
          <p:cNvPr id="342" name="Shape 25"/>
          <p:cNvSpPr/>
          <p:nvPr/>
        </p:nvSpPr>
        <p:spPr>
          <a:xfrm>
            <a:off x="6321600" y="6116760"/>
            <a:ext cx="5399280" cy="266040"/>
          </a:xfrm>
          <a:custGeom>
            <a:avLst/>
            <a:gdLst/>
            <a:ahLst/>
            <a:rect l="l" t="t" r="r" b="b"/>
            <a:pathLst>
              <a:path w="5400148" h="266674">
                <a:moveTo>
                  <a:pt x="33334" y="0"/>
                </a:moveTo>
                <a:lnTo>
                  <a:pt x="5366813" y="0"/>
                </a:lnTo>
                <a:cubicBezTo>
                  <a:pt x="5385223" y="0"/>
                  <a:pt x="5400148" y="14924"/>
                  <a:pt x="5400148" y="33334"/>
                </a:cubicBezTo>
                <a:lnTo>
                  <a:pt x="5400148" y="233340"/>
                </a:lnTo>
                <a:cubicBezTo>
                  <a:pt x="5400148" y="251750"/>
                  <a:pt x="5385223" y="266674"/>
                  <a:pt x="5366813" y="266674"/>
                </a:cubicBezTo>
                <a:lnTo>
                  <a:pt x="33334" y="266674"/>
                </a:lnTo>
                <a:cubicBezTo>
                  <a:pt x="14924" y="266674"/>
                  <a:pt x="0" y="251750"/>
                  <a:pt x="0" y="233340"/>
                </a:cubicBezTo>
                <a:lnTo>
                  <a:pt x="0" y="33334"/>
                </a:lnTo>
                <a:cubicBezTo>
                  <a:pt x="0" y="14924"/>
                  <a:pt x="14924" y="0"/>
                  <a:pt x="33334" y="0"/>
                </a:cubicBezTo>
                <a:close/>
              </a:path>
            </a:pathLst>
          </a:custGeom>
          <a:solidFill>
            <a:srgbClr val="2b2b2b"/>
          </a:solidFill>
          <a:ln w="0">
            <a:noFill/>
          </a:ln>
        </p:spPr>
        <p:style>
          <a:lnRef idx="0"/>
          <a:fillRef idx="0"/>
          <a:effectRef idx="0"/>
          <a:fontRef idx="minor"/>
        </p:style>
      </p:sp>
      <p:sp>
        <p:nvSpPr>
          <p:cNvPr id="343" name="Text 26"/>
          <p:cNvSpPr/>
          <p:nvPr/>
        </p:nvSpPr>
        <p:spPr>
          <a:xfrm>
            <a:off x="6388200" y="6183360"/>
            <a:ext cx="5316120" cy="13248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0" lang="en-US" sz="790" spc="-1" strike="noStrike">
                <a:solidFill>
                  <a:srgbClr val="a3a3a3"/>
                </a:solidFill>
                <a:latin typeface="Quattrocento Sans"/>
                <a:ea typeface="Quattrocento Sans"/>
              </a:rPr>
              <a:t>Location: Van Gogh Museum, Amsterdam</a:t>
            </a:r>
            <a:endParaRPr b="0" lang="en-HK" sz="790" spc="-1" strike="noStrike">
              <a:latin typeface="Arial"/>
            </a:endParaRPr>
          </a:p>
        </p:txBody>
      </p:sp>
    </p:spTree>
  </p:cSld>
  <mc:AlternateContent>
    <mc:Choice Requires="p14">
      <p:transition spd="slow" p14:dur="2000"/>
    </mc:Choice>
    <mc:Fallback>
      <p:transition spd="slow"/>
    </mc:Fallback>
  </mc:AlternateContent>
</p:sld>
</file>

<file path=ppt/slides/slide1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11111"/>
        </a:solidFill>
      </p:bgPr>
    </p:bg>
    <p:spTree>
      <p:nvGrpSpPr>
        <p:cNvPr id="1" name=""/>
        <p:cNvGrpSpPr/>
        <p:nvPr/>
      </p:nvGrpSpPr>
      <p:grpSpPr>
        <a:xfrm>
          <a:off x="0" y="0"/>
          <a:ext cx="0" cy="0"/>
          <a:chOff x="0" y="0"/>
          <a:chExt cx="0" cy="0"/>
        </a:xfrm>
      </p:grpSpPr>
      <p:sp>
        <p:nvSpPr>
          <p:cNvPr id="344" name="Image 0"/>
          <p:cNvSpPr/>
          <p:nvPr/>
        </p:nvSpPr>
        <p:spPr>
          <a:xfrm>
            <a:off x="0" y="0"/>
            <a:ext cx="12191400" cy="6857280"/>
          </a:xfrm>
          <a:prstGeom prst="roundRect">
            <a:avLst>
              <a:gd name="adj" fmla="val 0"/>
            </a:avLst>
          </a:prstGeom>
          <a:blipFill rotWithShape="0">
            <a:blip r:embed="rId1"/>
            <a:srcRect/>
            <a:stretch/>
          </a:blipFill>
          <a:ln w="0">
            <a:noFill/>
          </a:ln>
        </p:spPr>
        <p:style>
          <a:lnRef idx="0"/>
          <a:fillRef idx="0"/>
          <a:effectRef idx="0"/>
          <a:fontRef idx="minor"/>
        </p:style>
      </p:sp>
      <p:sp>
        <p:nvSpPr>
          <p:cNvPr id="345" name="Shape 0"/>
          <p:cNvSpPr/>
          <p:nvPr/>
        </p:nvSpPr>
        <p:spPr>
          <a:xfrm>
            <a:off x="0" y="0"/>
            <a:ext cx="12191400" cy="6857280"/>
          </a:xfrm>
          <a:custGeom>
            <a:avLst/>
            <a:gdLst/>
            <a:ahLst/>
            <a:rect l="l" t="t" r="r" b="b"/>
            <a:pathLst>
              <a:path w="12192000" h="6858000">
                <a:moveTo>
                  <a:pt x="0" y="0"/>
                </a:moveTo>
                <a:lnTo>
                  <a:pt x="12192000" y="0"/>
                </a:lnTo>
                <a:lnTo>
                  <a:pt x="12192000" y="6858000"/>
                </a:lnTo>
                <a:lnTo>
                  <a:pt x="0" y="6858000"/>
                </a:lnTo>
                <a:lnTo>
                  <a:pt x="0" y="0"/>
                </a:lnTo>
                <a:close/>
              </a:path>
            </a:pathLst>
          </a:custGeom>
          <a:gradFill rotWithShape="0">
            <a:gsLst>
              <a:gs pos="0">
                <a:srgbClr val="111111"/>
              </a:gs>
              <a:gs pos="100000">
                <a:srgbClr val="111111">
                  <a:alpha val="60000"/>
                </a:srgbClr>
              </a:gs>
            </a:gsLst>
            <a:lin ang="0"/>
          </a:gradFill>
          <a:ln w="0">
            <a:noFill/>
          </a:ln>
        </p:spPr>
        <p:style>
          <a:lnRef idx="0"/>
          <a:fillRef idx="0"/>
          <a:effectRef idx="0"/>
          <a:fontRef idx="minor"/>
        </p:style>
      </p:sp>
      <p:sp>
        <p:nvSpPr>
          <p:cNvPr id="346" name="Shape 1"/>
          <p:cNvSpPr/>
          <p:nvPr/>
        </p:nvSpPr>
        <p:spPr>
          <a:xfrm>
            <a:off x="385920" y="1231200"/>
            <a:ext cx="1065960" cy="808920"/>
          </a:xfrm>
          <a:custGeom>
            <a:avLst/>
            <a:gdLst/>
            <a:ahLst/>
            <a:rect l="l" t="t" r="r" b="b"/>
            <a:pathLst>
              <a:path w="1066800" h="809625">
                <a:moveTo>
                  <a:pt x="76202" y="0"/>
                </a:moveTo>
                <a:lnTo>
                  <a:pt x="990598" y="0"/>
                </a:lnTo>
                <a:cubicBezTo>
                  <a:pt x="1032683" y="0"/>
                  <a:pt x="1066800" y="34117"/>
                  <a:pt x="1066800" y="76202"/>
                </a:cubicBezTo>
                <a:lnTo>
                  <a:pt x="1066800" y="733423"/>
                </a:lnTo>
                <a:cubicBezTo>
                  <a:pt x="1066800" y="775508"/>
                  <a:pt x="1032683" y="809625"/>
                  <a:pt x="990598" y="809625"/>
                </a:cubicBezTo>
                <a:lnTo>
                  <a:pt x="76202" y="809625"/>
                </a:lnTo>
                <a:cubicBezTo>
                  <a:pt x="34117" y="809625"/>
                  <a:pt x="0" y="775508"/>
                  <a:pt x="0" y="733423"/>
                </a:cubicBezTo>
                <a:lnTo>
                  <a:pt x="0" y="76202"/>
                </a:lnTo>
                <a:cubicBezTo>
                  <a:pt x="0" y="34117"/>
                  <a:pt x="34117" y="0"/>
                  <a:pt x="76202" y="0"/>
                </a:cubicBezTo>
                <a:close/>
              </a:path>
            </a:pathLst>
          </a:custGeom>
          <a:solidFill>
            <a:srgbClr val="c9a36a">
              <a:alpha val="20000"/>
            </a:srgbClr>
          </a:solidFill>
          <a:ln w="12700">
            <a:solidFill>
              <a:srgbClr val="c9a36a">
                <a:alpha val="50000"/>
              </a:srgbClr>
            </a:solidFill>
            <a:round/>
          </a:ln>
        </p:spPr>
        <p:style>
          <a:lnRef idx="0"/>
          <a:fillRef idx="0"/>
          <a:effectRef idx="0"/>
          <a:fontRef idx="minor"/>
        </p:style>
      </p:sp>
      <p:sp>
        <p:nvSpPr>
          <p:cNvPr id="347" name="Text 2"/>
          <p:cNvSpPr/>
          <p:nvPr/>
        </p:nvSpPr>
        <p:spPr>
          <a:xfrm>
            <a:off x="619200" y="1307160"/>
            <a:ext cx="882360" cy="65664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4500" spc="-1" strike="noStrike">
                <a:solidFill>
                  <a:srgbClr val="c9a36a"/>
                </a:solidFill>
                <a:latin typeface="Oranienbaum"/>
                <a:ea typeface="Oranienbaum"/>
              </a:rPr>
              <a:t>04</a:t>
            </a:r>
            <a:endParaRPr b="0" lang="en-HK" sz="4500" spc="-1" strike="noStrike">
              <a:latin typeface="Arial"/>
            </a:endParaRPr>
          </a:p>
        </p:txBody>
      </p:sp>
      <p:sp>
        <p:nvSpPr>
          <p:cNvPr id="348" name="Text 3"/>
          <p:cNvSpPr/>
          <p:nvPr/>
        </p:nvSpPr>
        <p:spPr>
          <a:xfrm>
            <a:off x="380880" y="2350440"/>
            <a:ext cx="8876520" cy="1713960"/>
          </a:xfrm>
          <a:prstGeom prst="rect">
            <a:avLst/>
          </a:prstGeom>
          <a:noFill/>
          <a:ln w="0">
            <a:noFill/>
          </a:ln>
        </p:spPr>
        <p:style>
          <a:lnRef idx="0"/>
          <a:fillRef idx="0"/>
          <a:effectRef idx="0"/>
          <a:fontRef idx="minor"/>
        </p:style>
        <p:txBody>
          <a:bodyPr lIns="0" rIns="0" tIns="0" bIns="0" anchor="ctr">
            <a:noAutofit/>
          </a:bodyPr>
          <a:p>
            <a:pPr>
              <a:lnSpc>
                <a:spcPct val="100000"/>
              </a:lnSpc>
              <a:buNone/>
            </a:pPr>
            <a:r>
              <a:rPr b="1" lang="en-US" sz="5400" spc="-1" strike="noStrike">
                <a:solidFill>
                  <a:srgbClr val="f2f2f2"/>
                </a:solidFill>
                <a:latin typeface="Oranienbaum"/>
                <a:ea typeface="Oranienbaum"/>
              </a:rPr>
              <a:t>Mental Health and</a:t>
            </a:r>
            <a:endParaRPr b="0" lang="en-HK" sz="5400" spc="-1" strike="noStrike">
              <a:latin typeface="Arial"/>
            </a:endParaRPr>
          </a:p>
          <a:p>
            <a:pPr>
              <a:lnSpc>
                <a:spcPct val="100000"/>
              </a:lnSpc>
              <a:buNone/>
            </a:pPr>
            <a:r>
              <a:rPr b="1" lang="en-US" sz="5400" spc="-1" strike="noStrike">
                <a:solidFill>
                  <a:srgbClr val="f2f2f2"/>
                </a:solidFill>
                <a:latin typeface="Oranienbaum"/>
                <a:ea typeface="Oranienbaum"/>
              </a:rPr>
              <a:t>the Price of Genius</a:t>
            </a:r>
            <a:endParaRPr b="0" lang="en-HK" sz="5400" spc="-1" strike="noStrike">
              <a:latin typeface="Arial"/>
            </a:endParaRPr>
          </a:p>
        </p:txBody>
      </p:sp>
      <p:sp>
        <p:nvSpPr>
          <p:cNvPr id="349" name="Shape 4"/>
          <p:cNvSpPr/>
          <p:nvPr/>
        </p:nvSpPr>
        <p:spPr>
          <a:xfrm>
            <a:off x="380880" y="4369680"/>
            <a:ext cx="1828080" cy="27720"/>
          </a:xfrm>
          <a:custGeom>
            <a:avLst/>
            <a:gdLst/>
            <a:ahLst/>
            <a:rect l="l" t="t" r="r" b="b"/>
            <a:pathLst>
              <a:path w="1828800" h="28575">
                <a:moveTo>
                  <a:pt x="0" y="0"/>
                </a:moveTo>
                <a:lnTo>
                  <a:pt x="1828800" y="0"/>
                </a:lnTo>
                <a:lnTo>
                  <a:pt x="1828800" y="28575"/>
                </a:lnTo>
                <a:lnTo>
                  <a:pt x="0" y="28575"/>
                </a:lnTo>
                <a:lnTo>
                  <a:pt x="0" y="0"/>
                </a:lnTo>
                <a:close/>
              </a:path>
            </a:pathLst>
          </a:custGeom>
          <a:solidFill>
            <a:srgbClr val="c9a36a"/>
          </a:solidFill>
          <a:ln w="0">
            <a:noFill/>
          </a:ln>
        </p:spPr>
        <p:style>
          <a:lnRef idx="0"/>
          <a:fillRef idx="0"/>
          <a:effectRef idx="0"/>
          <a:fontRef idx="minor"/>
        </p:style>
      </p:sp>
      <p:sp>
        <p:nvSpPr>
          <p:cNvPr id="350" name="Text 5"/>
          <p:cNvSpPr/>
          <p:nvPr/>
        </p:nvSpPr>
        <p:spPr>
          <a:xfrm>
            <a:off x="380880" y="4703040"/>
            <a:ext cx="6543000" cy="93276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2250" spc="-1" strike="noStrike">
                <a:solidFill>
                  <a:srgbClr val="b8b8b8"/>
                </a:solidFill>
                <a:latin typeface="Quattrocento Sans"/>
                <a:ea typeface="Quattrocento Sans"/>
              </a:rPr>
              <a:t>The complex relationship between creativity and psychological struggle</a:t>
            </a:r>
            <a:endParaRPr b="0" lang="en-HK" sz="2250" spc="-1" strike="noStrike">
              <a:latin typeface="Arial"/>
            </a:endParaRPr>
          </a:p>
        </p:txBody>
      </p:sp>
    </p:spTree>
  </p:cSld>
  <mc:AlternateContent>
    <mc:Choice Requires="p14">
      <p:transition spd="slow" p14:dur="2000"/>
    </mc:Choice>
    <mc:Fallback>
      <p:transition spd="slow"/>
    </mc:Fallback>
  </mc:AlternateContent>
</p:sld>
</file>

<file path=ppt/slides/slide1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11111"/>
        </a:solidFill>
      </p:bgPr>
    </p:bg>
    <p:spTree>
      <p:nvGrpSpPr>
        <p:cNvPr id="1" name=""/>
        <p:cNvGrpSpPr/>
        <p:nvPr/>
      </p:nvGrpSpPr>
      <p:grpSpPr>
        <a:xfrm>
          <a:off x="0" y="0"/>
          <a:ext cx="0" cy="0"/>
          <a:chOff x="0" y="0"/>
          <a:chExt cx="0" cy="0"/>
        </a:xfrm>
      </p:grpSpPr>
      <p:sp>
        <p:nvSpPr>
          <p:cNvPr id="351" name="Text 0"/>
          <p:cNvSpPr/>
          <p:nvPr/>
        </p:nvSpPr>
        <p:spPr>
          <a:xfrm>
            <a:off x="337680" y="337680"/>
            <a:ext cx="11583360" cy="2019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70" spc="208" strike="noStrike">
                <a:solidFill>
                  <a:srgbClr val="c9a36a"/>
                </a:solidFill>
                <a:latin typeface="Quattrocento Sans"/>
                <a:ea typeface="Quattrocento Sans"/>
              </a:rPr>
              <a:t>Chapter 04</a:t>
            </a:r>
            <a:endParaRPr b="0" lang="en-HK" sz="1070" spc="-1" strike="noStrike">
              <a:latin typeface="Arial"/>
            </a:endParaRPr>
          </a:p>
        </p:txBody>
      </p:sp>
      <p:sp>
        <p:nvSpPr>
          <p:cNvPr id="352" name="Text 1"/>
          <p:cNvSpPr/>
          <p:nvPr/>
        </p:nvSpPr>
        <p:spPr>
          <a:xfrm>
            <a:off x="337680" y="608040"/>
            <a:ext cx="11718360" cy="40464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3190" spc="-1" strike="noStrike">
                <a:solidFill>
                  <a:srgbClr val="f2f2f2"/>
                </a:solidFill>
                <a:latin typeface="Oranienbaum"/>
                <a:ea typeface="Oranienbaum"/>
              </a:rPr>
              <a:t>The Struggle Within: Mental Health and Artistic Creation</a:t>
            </a:r>
            <a:endParaRPr b="0" lang="en-HK" sz="3190" spc="-1" strike="noStrike">
              <a:latin typeface="Arial"/>
            </a:endParaRPr>
          </a:p>
        </p:txBody>
      </p:sp>
      <p:sp>
        <p:nvSpPr>
          <p:cNvPr id="353" name="Shape 2"/>
          <p:cNvSpPr/>
          <p:nvPr/>
        </p:nvSpPr>
        <p:spPr>
          <a:xfrm>
            <a:off x="337680" y="1148400"/>
            <a:ext cx="945000" cy="16200"/>
          </a:xfrm>
          <a:custGeom>
            <a:avLst/>
            <a:gdLst/>
            <a:ahLst/>
            <a:rect l="l" t="t" r="r" b="b"/>
            <a:pathLst>
              <a:path w="945640" h="16886">
                <a:moveTo>
                  <a:pt x="0" y="0"/>
                </a:moveTo>
                <a:lnTo>
                  <a:pt x="945640" y="0"/>
                </a:lnTo>
                <a:lnTo>
                  <a:pt x="945640" y="16886"/>
                </a:lnTo>
                <a:lnTo>
                  <a:pt x="0" y="16886"/>
                </a:lnTo>
                <a:lnTo>
                  <a:pt x="0" y="0"/>
                </a:lnTo>
                <a:close/>
              </a:path>
            </a:pathLst>
          </a:custGeom>
          <a:solidFill>
            <a:srgbClr val="c9a36a"/>
          </a:solidFill>
          <a:ln w="0">
            <a:noFill/>
          </a:ln>
        </p:spPr>
        <p:style>
          <a:lnRef idx="0"/>
          <a:fillRef idx="0"/>
          <a:effectRef idx="0"/>
          <a:fontRef idx="minor"/>
        </p:style>
      </p:sp>
      <p:sp>
        <p:nvSpPr>
          <p:cNvPr id="354" name="Shape 3"/>
          <p:cNvSpPr/>
          <p:nvPr/>
        </p:nvSpPr>
        <p:spPr>
          <a:xfrm>
            <a:off x="350280" y="1334160"/>
            <a:ext cx="5643720" cy="3309120"/>
          </a:xfrm>
          <a:custGeom>
            <a:avLst/>
            <a:gdLst/>
            <a:ahLst/>
            <a:rect l="l" t="t" r="r" b="b"/>
            <a:pathLst>
              <a:path w="5644288" h="3309740">
                <a:moveTo>
                  <a:pt x="25330" y="0"/>
                </a:moveTo>
                <a:lnTo>
                  <a:pt x="5576736" y="0"/>
                </a:lnTo>
                <a:cubicBezTo>
                  <a:pt x="5614044" y="0"/>
                  <a:pt x="5644288" y="30244"/>
                  <a:pt x="5644288" y="67552"/>
                </a:cubicBezTo>
                <a:lnTo>
                  <a:pt x="5644288" y="3242188"/>
                </a:lnTo>
                <a:cubicBezTo>
                  <a:pt x="5644288" y="3279496"/>
                  <a:pt x="5614044" y="3309740"/>
                  <a:pt x="5576736" y="3309740"/>
                </a:cubicBezTo>
                <a:lnTo>
                  <a:pt x="25330" y="3309740"/>
                </a:lnTo>
                <a:cubicBezTo>
                  <a:pt x="11340" y="3309740"/>
                  <a:pt x="0" y="3298399"/>
                  <a:pt x="0" y="3284410"/>
                </a:cubicBezTo>
                <a:lnTo>
                  <a:pt x="0" y="25330"/>
                </a:lnTo>
                <a:cubicBezTo>
                  <a:pt x="0" y="11350"/>
                  <a:pt x="11350" y="0"/>
                  <a:pt x="25330" y="0"/>
                </a:cubicBezTo>
                <a:close/>
              </a:path>
            </a:pathLst>
          </a:custGeom>
          <a:solidFill>
            <a:srgbClr val="1a1a1a"/>
          </a:solidFill>
          <a:ln w="0">
            <a:noFill/>
          </a:ln>
        </p:spPr>
        <p:style>
          <a:lnRef idx="0"/>
          <a:fillRef idx="0"/>
          <a:effectRef idx="0"/>
          <a:fontRef idx="minor"/>
        </p:style>
      </p:sp>
      <p:sp>
        <p:nvSpPr>
          <p:cNvPr id="355" name="Shape 4"/>
          <p:cNvSpPr/>
          <p:nvPr/>
        </p:nvSpPr>
        <p:spPr>
          <a:xfrm>
            <a:off x="350280" y="1334160"/>
            <a:ext cx="24480" cy="3309120"/>
          </a:xfrm>
          <a:custGeom>
            <a:avLst/>
            <a:gdLst/>
            <a:ahLst/>
            <a:rect l="l" t="t" r="r" b="b"/>
            <a:pathLst>
              <a:path w="25330" h="3309740">
                <a:moveTo>
                  <a:pt x="25330" y="0"/>
                </a:moveTo>
                <a:lnTo>
                  <a:pt x="25330" y="0"/>
                </a:lnTo>
                <a:lnTo>
                  <a:pt x="25330" y="3309740"/>
                </a:lnTo>
                <a:lnTo>
                  <a:pt x="25330" y="3309740"/>
                </a:lnTo>
                <a:cubicBezTo>
                  <a:pt x="11340" y="3309740"/>
                  <a:pt x="0" y="3298399"/>
                  <a:pt x="0" y="3284410"/>
                </a:cubicBezTo>
                <a:lnTo>
                  <a:pt x="0" y="25330"/>
                </a:lnTo>
                <a:cubicBezTo>
                  <a:pt x="0" y="11350"/>
                  <a:pt x="11350" y="0"/>
                  <a:pt x="25330" y="0"/>
                </a:cubicBezTo>
                <a:close/>
              </a:path>
            </a:pathLst>
          </a:custGeom>
          <a:solidFill>
            <a:srgbClr val="c9a36a"/>
          </a:solidFill>
          <a:ln w="0">
            <a:noFill/>
          </a:ln>
        </p:spPr>
        <p:style>
          <a:lnRef idx="0"/>
          <a:fillRef idx="0"/>
          <a:effectRef idx="0"/>
          <a:fontRef idx="minor"/>
        </p:style>
      </p:sp>
      <p:sp>
        <p:nvSpPr>
          <p:cNvPr id="356" name="Shape 5"/>
          <p:cNvSpPr/>
          <p:nvPr/>
        </p:nvSpPr>
        <p:spPr>
          <a:xfrm>
            <a:off x="532080" y="1503000"/>
            <a:ext cx="404640" cy="404640"/>
          </a:xfrm>
          <a:custGeom>
            <a:avLst/>
            <a:gdLst/>
            <a:ahLst/>
            <a:rect l="l" t="t" r="r" b="b"/>
            <a:pathLst>
              <a:path w="405274" h="405274">
                <a:moveTo>
                  <a:pt x="202637" y="0"/>
                </a:moveTo>
                <a:lnTo>
                  <a:pt x="202637" y="0"/>
                </a:lnTo>
                <a:cubicBezTo>
                  <a:pt x="314476" y="0"/>
                  <a:pt x="405274" y="90799"/>
                  <a:pt x="405274" y="202637"/>
                </a:cubicBezTo>
                <a:lnTo>
                  <a:pt x="405274" y="202637"/>
                </a:lnTo>
                <a:cubicBezTo>
                  <a:pt x="405274" y="314476"/>
                  <a:pt x="314476" y="405274"/>
                  <a:pt x="202637" y="405274"/>
                </a:cubicBezTo>
                <a:lnTo>
                  <a:pt x="202637" y="405274"/>
                </a:lnTo>
                <a:cubicBezTo>
                  <a:pt x="90799" y="405274"/>
                  <a:pt x="0" y="314476"/>
                  <a:pt x="0" y="202637"/>
                </a:cubicBezTo>
                <a:lnTo>
                  <a:pt x="0" y="202637"/>
                </a:lnTo>
                <a:cubicBezTo>
                  <a:pt x="0" y="90799"/>
                  <a:pt x="90799" y="0"/>
                  <a:pt x="202637" y="0"/>
                </a:cubicBezTo>
                <a:close/>
              </a:path>
            </a:pathLst>
          </a:custGeom>
          <a:solidFill>
            <a:srgbClr val="c9a36a">
              <a:alpha val="20000"/>
            </a:srgbClr>
          </a:solidFill>
          <a:ln w="0">
            <a:noFill/>
          </a:ln>
        </p:spPr>
        <p:style>
          <a:lnRef idx="0"/>
          <a:fillRef idx="0"/>
          <a:effectRef idx="0"/>
          <a:fontRef idx="minor"/>
        </p:style>
      </p:sp>
      <p:sp>
        <p:nvSpPr>
          <p:cNvPr id="357" name="Shape 6"/>
          <p:cNvSpPr/>
          <p:nvPr/>
        </p:nvSpPr>
        <p:spPr>
          <a:xfrm>
            <a:off x="650160" y="1621080"/>
            <a:ext cx="168120" cy="168120"/>
          </a:xfrm>
          <a:custGeom>
            <a:avLst/>
            <a:gdLst/>
            <a:ahLst/>
            <a:rect l="l" t="t" r="r" b="b"/>
            <a:pathLst>
              <a:path w="168864" h="168864">
                <a:moveTo>
                  <a:pt x="39578" y="18470"/>
                </a:moveTo>
                <a:cubicBezTo>
                  <a:pt x="39578" y="8278"/>
                  <a:pt x="47856" y="0"/>
                  <a:pt x="58047" y="0"/>
                </a:cubicBezTo>
                <a:lnTo>
                  <a:pt x="65963" y="0"/>
                </a:lnTo>
                <a:cubicBezTo>
                  <a:pt x="71800" y="0"/>
                  <a:pt x="76517" y="4716"/>
                  <a:pt x="76517" y="10554"/>
                </a:cubicBezTo>
                <a:lnTo>
                  <a:pt x="76517" y="158310"/>
                </a:lnTo>
                <a:cubicBezTo>
                  <a:pt x="76517" y="164148"/>
                  <a:pt x="71800" y="168864"/>
                  <a:pt x="65963" y="168864"/>
                </a:cubicBezTo>
                <a:lnTo>
                  <a:pt x="55409" y="168864"/>
                </a:lnTo>
                <a:cubicBezTo>
                  <a:pt x="45580" y="168864"/>
                  <a:pt x="37302" y="162136"/>
                  <a:pt x="34960" y="153033"/>
                </a:cubicBezTo>
                <a:cubicBezTo>
                  <a:pt x="34729" y="153033"/>
                  <a:pt x="34531" y="153033"/>
                  <a:pt x="34301" y="153033"/>
                </a:cubicBezTo>
                <a:cubicBezTo>
                  <a:pt x="19723" y="153033"/>
                  <a:pt x="7916" y="141226"/>
                  <a:pt x="7916" y="126648"/>
                </a:cubicBezTo>
                <a:cubicBezTo>
                  <a:pt x="7916" y="120712"/>
                  <a:pt x="9894" y="115237"/>
                  <a:pt x="13193" y="110817"/>
                </a:cubicBezTo>
                <a:cubicBezTo>
                  <a:pt x="6794" y="106002"/>
                  <a:pt x="2639" y="98350"/>
                  <a:pt x="2639" y="89709"/>
                </a:cubicBezTo>
                <a:cubicBezTo>
                  <a:pt x="2639" y="79518"/>
                  <a:pt x="8443" y="70646"/>
                  <a:pt x="16886" y="66259"/>
                </a:cubicBezTo>
                <a:cubicBezTo>
                  <a:pt x="14545" y="62302"/>
                  <a:pt x="13193" y="57684"/>
                  <a:pt x="13193" y="52770"/>
                </a:cubicBezTo>
                <a:cubicBezTo>
                  <a:pt x="13193" y="38192"/>
                  <a:pt x="25000" y="26385"/>
                  <a:pt x="39578" y="26385"/>
                </a:cubicBezTo>
                <a:lnTo>
                  <a:pt x="39578" y="18470"/>
                </a:lnTo>
                <a:close/>
                <a:moveTo>
                  <a:pt x="129287" y="18470"/>
                </a:moveTo>
                <a:lnTo>
                  <a:pt x="129287" y="26385"/>
                </a:lnTo>
                <a:cubicBezTo>
                  <a:pt x="143864" y="26385"/>
                  <a:pt x="155672" y="38192"/>
                  <a:pt x="155672" y="52770"/>
                </a:cubicBezTo>
                <a:cubicBezTo>
                  <a:pt x="155672" y="57717"/>
                  <a:pt x="154320" y="62335"/>
                  <a:pt x="151978" y="66259"/>
                </a:cubicBezTo>
                <a:cubicBezTo>
                  <a:pt x="160454" y="70646"/>
                  <a:pt x="166226" y="79485"/>
                  <a:pt x="166226" y="89709"/>
                </a:cubicBezTo>
                <a:cubicBezTo>
                  <a:pt x="166226" y="98350"/>
                  <a:pt x="162070" y="106002"/>
                  <a:pt x="155672" y="110817"/>
                </a:cubicBezTo>
                <a:cubicBezTo>
                  <a:pt x="158970" y="115237"/>
                  <a:pt x="160949" y="120712"/>
                  <a:pt x="160949" y="126648"/>
                </a:cubicBezTo>
                <a:cubicBezTo>
                  <a:pt x="160949" y="141226"/>
                  <a:pt x="149141" y="153033"/>
                  <a:pt x="134564" y="153033"/>
                </a:cubicBezTo>
                <a:cubicBezTo>
                  <a:pt x="134333" y="153033"/>
                  <a:pt x="134135" y="153033"/>
                  <a:pt x="133904" y="153033"/>
                </a:cubicBezTo>
                <a:cubicBezTo>
                  <a:pt x="131562" y="162136"/>
                  <a:pt x="123284" y="168864"/>
                  <a:pt x="113456" y="168864"/>
                </a:cubicBezTo>
                <a:lnTo>
                  <a:pt x="102902" y="168864"/>
                </a:lnTo>
                <a:cubicBezTo>
                  <a:pt x="97064" y="168864"/>
                  <a:pt x="92348" y="164148"/>
                  <a:pt x="92348" y="158310"/>
                </a:cubicBezTo>
                <a:lnTo>
                  <a:pt x="92348" y="10554"/>
                </a:lnTo>
                <a:cubicBezTo>
                  <a:pt x="92348" y="4716"/>
                  <a:pt x="97064" y="0"/>
                  <a:pt x="102902" y="0"/>
                </a:cubicBezTo>
                <a:lnTo>
                  <a:pt x="110817" y="0"/>
                </a:lnTo>
                <a:cubicBezTo>
                  <a:pt x="121008" y="0"/>
                  <a:pt x="129287" y="8278"/>
                  <a:pt x="129287" y="18470"/>
                </a:cubicBezTo>
                <a:close/>
              </a:path>
            </a:pathLst>
          </a:custGeom>
          <a:solidFill>
            <a:srgbClr val="c9a36a"/>
          </a:solidFill>
          <a:ln w="0">
            <a:noFill/>
          </a:ln>
        </p:spPr>
        <p:style>
          <a:lnRef idx="0"/>
          <a:fillRef idx="0"/>
          <a:effectRef idx="0"/>
          <a:fontRef idx="minor"/>
        </p:style>
      </p:sp>
      <p:sp>
        <p:nvSpPr>
          <p:cNvPr id="358" name="Text 7"/>
          <p:cNvSpPr/>
          <p:nvPr/>
        </p:nvSpPr>
        <p:spPr>
          <a:xfrm>
            <a:off x="1038600" y="1570320"/>
            <a:ext cx="1620360" cy="26964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600" spc="-1" strike="noStrike">
                <a:solidFill>
                  <a:srgbClr val="f2f2f2"/>
                </a:solidFill>
                <a:latin typeface="Oranienbaum"/>
                <a:ea typeface="Oranienbaum"/>
              </a:rPr>
              <a:t>Possible Diagnoses</a:t>
            </a:r>
            <a:endParaRPr b="0" lang="en-HK" sz="1600" spc="-1" strike="noStrike">
              <a:latin typeface="Arial"/>
            </a:endParaRPr>
          </a:p>
        </p:txBody>
      </p:sp>
      <p:sp>
        <p:nvSpPr>
          <p:cNvPr id="359" name="Text 8"/>
          <p:cNvSpPr/>
          <p:nvPr/>
        </p:nvSpPr>
        <p:spPr>
          <a:xfrm>
            <a:off x="532080" y="2043360"/>
            <a:ext cx="5360760" cy="43848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70" spc="-1" strike="noStrike">
                <a:solidFill>
                  <a:srgbClr val="b8b8b8"/>
                </a:solidFill>
                <a:latin typeface="Quattrocento Sans"/>
                <a:ea typeface="Quattrocento Sans"/>
              </a:rPr>
              <a:t>Modern psychiatrists have proposed various diagnoses for Van Gogh's condition, though no consensus exists. The leading theories include:</a:t>
            </a:r>
            <a:endParaRPr b="0" lang="en-HK" sz="1070" spc="-1" strike="noStrike">
              <a:latin typeface="Arial"/>
            </a:endParaRPr>
          </a:p>
        </p:txBody>
      </p:sp>
      <p:sp>
        <p:nvSpPr>
          <p:cNvPr id="360" name="Shape 9"/>
          <p:cNvSpPr/>
          <p:nvPr/>
        </p:nvSpPr>
        <p:spPr>
          <a:xfrm>
            <a:off x="532080" y="2617560"/>
            <a:ext cx="5293080" cy="573480"/>
          </a:xfrm>
          <a:custGeom>
            <a:avLst/>
            <a:gdLst/>
            <a:ahLst/>
            <a:rect l="l" t="t" r="r" b="b"/>
            <a:pathLst>
              <a:path w="5293895" h="574139">
                <a:moveTo>
                  <a:pt x="33771" y="0"/>
                </a:moveTo>
                <a:lnTo>
                  <a:pt x="5260124" y="0"/>
                </a:lnTo>
                <a:cubicBezTo>
                  <a:pt x="5278775" y="0"/>
                  <a:pt x="5293895" y="15120"/>
                  <a:pt x="5293895" y="33771"/>
                </a:cubicBezTo>
                <a:lnTo>
                  <a:pt x="5293895" y="540368"/>
                </a:lnTo>
                <a:cubicBezTo>
                  <a:pt x="5293895" y="559019"/>
                  <a:pt x="5278775" y="574139"/>
                  <a:pt x="5260124" y="574139"/>
                </a:cubicBezTo>
                <a:lnTo>
                  <a:pt x="33771" y="574139"/>
                </a:lnTo>
                <a:cubicBezTo>
                  <a:pt x="15120" y="574139"/>
                  <a:pt x="0" y="559019"/>
                  <a:pt x="0" y="540368"/>
                </a:cubicBezTo>
                <a:lnTo>
                  <a:pt x="0" y="33771"/>
                </a:lnTo>
                <a:cubicBezTo>
                  <a:pt x="0" y="15132"/>
                  <a:pt x="15132" y="0"/>
                  <a:pt x="33771" y="0"/>
                </a:cubicBezTo>
                <a:close/>
              </a:path>
            </a:pathLst>
          </a:custGeom>
          <a:solidFill>
            <a:srgbClr val="2b2b2b"/>
          </a:solidFill>
          <a:ln w="0">
            <a:noFill/>
          </a:ln>
        </p:spPr>
        <p:style>
          <a:lnRef idx="0"/>
          <a:fillRef idx="0"/>
          <a:effectRef idx="0"/>
          <a:fontRef idx="minor"/>
        </p:style>
      </p:sp>
      <p:sp>
        <p:nvSpPr>
          <p:cNvPr id="361" name="Text 10"/>
          <p:cNvSpPr/>
          <p:nvPr/>
        </p:nvSpPr>
        <p:spPr>
          <a:xfrm>
            <a:off x="633240" y="2718720"/>
            <a:ext cx="5149800" cy="1681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930" spc="-1" strike="noStrike">
                <a:solidFill>
                  <a:srgbClr val="c9a36a"/>
                </a:solidFill>
                <a:latin typeface="Quattrocento Sans"/>
                <a:ea typeface="Quattrocento Sans"/>
              </a:rPr>
              <a:t>Bipolar Disorder</a:t>
            </a:r>
            <a:endParaRPr b="0" lang="en-HK" sz="930" spc="-1" strike="noStrike">
              <a:latin typeface="Arial"/>
            </a:endParaRPr>
          </a:p>
        </p:txBody>
      </p:sp>
      <p:sp>
        <p:nvSpPr>
          <p:cNvPr id="362" name="Text 11"/>
          <p:cNvSpPr/>
          <p:nvPr/>
        </p:nvSpPr>
        <p:spPr>
          <a:xfrm>
            <a:off x="633240" y="2921400"/>
            <a:ext cx="5149800" cy="1681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30" spc="-1" strike="noStrike">
                <a:solidFill>
                  <a:srgbClr val="b8b8b8"/>
                </a:solidFill>
                <a:latin typeface="Quattrocento Sans"/>
                <a:ea typeface="Quattrocento Sans"/>
              </a:rPr>
              <a:t>Cycles of intense creativity and deep depression match his productive patterns</a:t>
            </a:r>
            <a:endParaRPr b="0" lang="en-HK" sz="930" spc="-1" strike="noStrike">
              <a:latin typeface="Arial"/>
            </a:endParaRPr>
          </a:p>
        </p:txBody>
      </p:sp>
      <p:sp>
        <p:nvSpPr>
          <p:cNvPr id="363" name="Shape 12"/>
          <p:cNvSpPr/>
          <p:nvPr/>
        </p:nvSpPr>
        <p:spPr>
          <a:xfrm>
            <a:off x="532080" y="3259080"/>
            <a:ext cx="5293080" cy="573480"/>
          </a:xfrm>
          <a:custGeom>
            <a:avLst/>
            <a:gdLst/>
            <a:ahLst/>
            <a:rect l="l" t="t" r="r" b="b"/>
            <a:pathLst>
              <a:path w="5293895" h="574139">
                <a:moveTo>
                  <a:pt x="33771" y="0"/>
                </a:moveTo>
                <a:lnTo>
                  <a:pt x="5260124" y="0"/>
                </a:lnTo>
                <a:cubicBezTo>
                  <a:pt x="5278775" y="0"/>
                  <a:pt x="5293895" y="15120"/>
                  <a:pt x="5293895" y="33771"/>
                </a:cubicBezTo>
                <a:lnTo>
                  <a:pt x="5293895" y="540368"/>
                </a:lnTo>
                <a:cubicBezTo>
                  <a:pt x="5293895" y="559019"/>
                  <a:pt x="5278775" y="574139"/>
                  <a:pt x="5260124" y="574139"/>
                </a:cubicBezTo>
                <a:lnTo>
                  <a:pt x="33771" y="574139"/>
                </a:lnTo>
                <a:cubicBezTo>
                  <a:pt x="15120" y="574139"/>
                  <a:pt x="0" y="559019"/>
                  <a:pt x="0" y="540368"/>
                </a:cubicBezTo>
                <a:lnTo>
                  <a:pt x="0" y="33771"/>
                </a:lnTo>
                <a:cubicBezTo>
                  <a:pt x="0" y="15132"/>
                  <a:pt x="15132" y="0"/>
                  <a:pt x="33771" y="0"/>
                </a:cubicBezTo>
                <a:close/>
              </a:path>
            </a:pathLst>
          </a:custGeom>
          <a:solidFill>
            <a:srgbClr val="2b2b2b"/>
          </a:solidFill>
          <a:ln w="0">
            <a:noFill/>
          </a:ln>
        </p:spPr>
        <p:style>
          <a:lnRef idx="0"/>
          <a:fillRef idx="0"/>
          <a:effectRef idx="0"/>
          <a:fontRef idx="minor"/>
        </p:style>
      </p:sp>
      <p:sp>
        <p:nvSpPr>
          <p:cNvPr id="364" name="Text 13"/>
          <p:cNvSpPr/>
          <p:nvPr/>
        </p:nvSpPr>
        <p:spPr>
          <a:xfrm>
            <a:off x="633240" y="3360240"/>
            <a:ext cx="5149800" cy="1681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930" spc="-1" strike="noStrike">
                <a:solidFill>
                  <a:srgbClr val="c9a36a"/>
                </a:solidFill>
                <a:latin typeface="Quattrocento Sans"/>
                <a:ea typeface="Quattrocento Sans"/>
              </a:rPr>
              <a:t>Temporal Lobe Epilepsy</a:t>
            </a:r>
            <a:endParaRPr b="0" lang="en-HK" sz="930" spc="-1" strike="noStrike">
              <a:latin typeface="Arial"/>
            </a:endParaRPr>
          </a:p>
        </p:txBody>
      </p:sp>
      <p:sp>
        <p:nvSpPr>
          <p:cNvPr id="365" name="Text 14"/>
          <p:cNvSpPr/>
          <p:nvPr/>
        </p:nvSpPr>
        <p:spPr>
          <a:xfrm>
            <a:off x="633240" y="3562920"/>
            <a:ext cx="5149800" cy="1681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30" spc="-1" strike="noStrike">
                <a:solidFill>
                  <a:srgbClr val="b8b8b8"/>
                </a:solidFill>
                <a:latin typeface="Quattrocento Sans"/>
                <a:ea typeface="Quattrocento Sans"/>
              </a:rPr>
              <a:t>Could explain his religious fervor, altered perceptions, and aura experiences</a:t>
            </a:r>
            <a:endParaRPr b="0" lang="en-HK" sz="930" spc="-1" strike="noStrike">
              <a:latin typeface="Arial"/>
            </a:endParaRPr>
          </a:p>
        </p:txBody>
      </p:sp>
      <p:sp>
        <p:nvSpPr>
          <p:cNvPr id="366" name="Shape 15"/>
          <p:cNvSpPr/>
          <p:nvPr/>
        </p:nvSpPr>
        <p:spPr>
          <a:xfrm>
            <a:off x="532080" y="3900600"/>
            <a:ext cx="5293080" cy="573480"/>
          </a:xfrm>
          <a:custGeom>
            <a:avLst/>
            <a:gdLst/>
            <a:ahLst/>
            <a:rect l="l" t="t" r="r" b="b"/>
            <a:pathLst>
              <a:path w="5293895" h="574139">
                <a:moveTo>
                  <a:pt x="33771" y="0"/>
                </a:moveTo>
                <a:lnTo>
                  <a:pt x="5260124" y="0"/>
                </a:lnTo>
                <a:cubicBezTo>
                  <a:pt x="5278775" y="0"/>
                  <a:pt x="5293895" y="15120"/>
                  <a:pt x="5293895" y="33771"/>
                </a:cubicBezTo>
                <a:lnTo>
                  <a:pt x="5293895" y="540368"/>
                </a:lnTo>
                <a:cubicBezTo>
                  <a:pt x="5293895" y="559019"/>
                  <a:pt x="5278775" y="574139"/>
                  <a:pt x="5260124" y="574139"/>
                </a:cubicBezTo>
                <a:lnTo>
                  <a:pt x="33771" y="574139"/>
                </a:lnTo>
                <a:cubicBezTo>
                  <a:pt x="15120" y="574139"/>
                  <a:pt x="0" y="559019"/>
                  <a:pt x="0" y="540368"/>
                </a:cubicBezTo>
                <a:lnTo>
                  <a:pt x="0" y="33771"/>
                </a:lnTo>
                <a:cubicBezTo>
                  <a:pt x="0" y="15132"/>
                  <a:pt x="15132" y="0"/>
                  <a:pt x="33771" y="0"/>
                </a:cubicBezTo>
                <a:close/>
              </a:path>
            </a:pathLst>
          </a:custGeom>
          <a:solidFill>
            <a:srgbClr val="2b2b2b"/>
          </a:solidFill>
          <a:ln w="0">
            <a:noFill/>
          </a:ln>
        </p:spPr>
        <p:style>
          <a:lnRef idx="0"/>
          <a:fillRef idx="0"/>
          <a:effectRef idx="0"/>
          <a:fontRef idx="minor"/>
        </p:style>
      </p:sp>
      <p:sp>
        <p:nvSpPr>
          <p:cNvPr id="367" name="Text 16"/>
          <p:cNvSpPr/>
          <p:nvPr/>
        </p:nvSpPr>
        <p:spPr>
          <a:xfrm>
            <a:off x="633240" y="4002120"/>
            <a:ext cx="5149800" cy="1681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930" spc="-1" strike="noStrike">
                <a:solidFill>
                  <a:srgbClr val="c9a36a"/>
                </a:solidFill>
                <a:latin typeface="Quattrocento Sans"/>
                <a:ea typeface="Quattrocento Sans"/>
              </a:rPr>
              <a:t>Schizophrenia</a:t>
            </a:r>
            <a:endParaRPr b="0" lang="en-HK" sz="930" spc="-1" strike="noStrike">
              <a:latin typeface="Arial"/>
            </a:endParaRPr>
          </a:p>
        </p:txBody>
      </p:sp>
      <p:sp>
        <p:nvSpPr>
          <p:cNvPr id="368" name="Text 17"/>
          <p:cNvSpPr/>
          <p:nvPr/>
        </p:nvSpPr>
        <p:spPr>
          <a:xfrm>
            <a:off x="633240" y="4204800"/>
            <a:ext cx="5149800" cy="1681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30" spc="-1" strike="noStrike">
                <a:solidFill>
                  <a:srgbClr val="b8b8b8"/>
                </a:solidFill>
                <a:latin typeface="Quattrocento Sans"/>
                <a:ea typeface="Quattrocento Sans"/>
              </a:rPr>
              <a:t>His psychotic episodes, paranoia, and hallucinations support this theory</a:t>
            </a:r>
            <a:endParaRPr b="0" lang="en-HK" sz="930" spc="-1" strike="noStrike">
              <a:latin typeface="Arial"/>
            </a:endParaRPr>
          </a:p>
        </p:txBody>
      </p:sp>
      <p:sp>
        <p:nvSpPr>
          <p:cNvPr id="369" name="Shape 18"/>
          <p:cNvSpPr/>
          <p:nvPr/>
        </p:nvSpPr>
        <p:spPr>
          <a:xfrm>
            <a:off x="350280" y="4779000"/>
            <a:ext cx="5643720" cy="1536120"/>
          </a:xfrm>
          <a:custGeom>
            <a:avLst/>
            <a:gdLst/>
            <a:ahLst/>
            <a:rect l="l" t="t" r="r" b="b"/>
            <a:pathLst>
              <a:path w="5644288" h="1536665">
                <a:moveTo>
                  <a:pt x="25330" y="0"/>
                </a:moveTo>
                <a:lnTo>
                  <a:pt x="5576736" y="0"/>
                </a:lnTo>
                <a:cubicBezTo>
                  <a:pt x="5614044" y="0"/>
                  <a:pt x="5644288" y="30244"/>
                  <a:pt x="5644288" y="67552"/>
                </a:cubicBezTo>
                <a:lnTo>
                  <a:pt x="5644288" y="1469113"/>
                </a:lnTo>
                <a:cubicBezTo>
                  <a:pt x="5644288" y="1506421"/>
                  <a:pt x="5614044" y="1536665"/>
                  <a:pt x="5576736" y="1536665"/>
                </a:cubicBezTo>
                <a:lnTo>
                  <a:pt x="25330" y="1536665"/>
                </a:lnTo>
                <a:cubicBezTo>
                  <a:pt x="11340" y="1536665"/>
                  <a:pt x="0" y="1525324"/>
                  <a:pt x="0" y="1511335"/>
                </a:cubicBezTo>
                <a:lnTo>
                  <a:pt x="0" y="25330"/>
                </a:lnTo>
                <a:cubicBezTo>
                  <a:pt x="0" y="11350"/>
                  <a:pt x="11350" y="0"/>
                  <a:pt x="25330" y="0"/>
                </a:cubicBezTo>
                <a:close/>
              </a:path>
            </a:pathLst>
          </a:custGeom>
          <a:solidFill>
            <a:srgbClr val="1a1a1a"/>
          </a:solidFill>
          <a:ln w="0">
            <a:noFill/>
          </a:ln>
        </p:spPr>
        <p:style>
          <a:lnRef idx="0"/>
          <a:fillRef idx="0"/>
          <a:effectRef idx="0"/>
          <a:fontRef idx="minor"/>
        </p:style>
      </p:sp>
      <p:sp>
        <p:nvSpPr>
          <p:cNvPr id="370" name="Shape 19"/>
          <p:cNvSpPr/>
          <p:nvPr/>
        </p:nvSpPr>
        <p:spPr>
          <a:xfrm>
            <a:off x="350280" y="4779000"/>
            <a:ext cx="24480" cy="1536120"/>
          </a:xfrm>
          <a:custGeom>
            <a:avLst/>
            <a:gdLst/>
            <a:ahLst/>
            <a:rect l="l" t="t" r="r" b="b"/>
            <a:pathLst>
              <a:path w="25330" h="1536665">
                <a:moveTo>
                  <a:pt x="25330" y="0"/>
                </a:moveTo>
                <a:lnTo>
                  <a:pt x="25330" y="0"/>
                </a:lnTo>
                <a:lnTo>
                  <a:pt x="25330" y="1536665"/>
                </a:lnTo>
                <a:lnTo>
                  <a:pt x="25330" y="1536665"/>
                </a:lnTo>
                <a:cubicBezTo>
                  <a:pt x="11340" y="1536665"/>
                  <a:pt x="0" y="1525324"/>
                  <a:pt x="0" y="1511335"/>
                </a:cubicBezTo>
                <a:lnTo>
                  <a:pt x="0" y="25330"/>
                </a:lnTo>
                <a:cubicBezTo>
                  <a:pt x="0" y="11350"/>
                  <a:pt x="11350" y="0"/>
                  <a:pt x="25330" y="0"/>
                </a:cubicBezTo>
                <a:close/>
              </a:path>
            </a:pathLst>
          </a:custGeom>
          <a:solidFill>
            <a:srgbClr val="c9a36a"/>
          </a:solidFill>
          <a:ln w="0">
            <a:noFill/>
          </a:ln>
        </p:spPr>
        <p:style>
          <a:lnRef idx="0"/>
          <a:fillRef idx="0"/>
          <a:effectRef idx="0"/>
          <a:fontRef idx="minor"/>
        </p:style>
      </p:sp>
      <p:sp>
        <p:nvSpPr>
          <p:cNvPr id="371" name="Shape 20"/>
          <p:cNvSpPr/>
          <p:nvPr/>
        </p:nvSpPr>
        <p:spPr>
          <a:xfrm>
            <a:off x="532080" y="4947840"/>
            <a:ext cx="404640" cy="404640"/>
          </a:xfrm>
          <a:custGeom>
            <a:avLst/>
            <a:gdLst/>
            <a:ahLst/>
            <a:rect l="l" t="t" r="r" b="b"/>
            <a:pathLst>
              <a:path w="405274" h="405274">
                <a:moveTo>
                  <a:pt x="202637" y="0"/>
                </a:moveTo>
                <a:lnTo>
                  <a:pt x="202637" y="0"/>
                </a:lnTo>
                <a:cubicBezTo>
                  <a:pt x="314476" y="0"/>
                  <a:pt x="405274" y="90799"/>
                  <a:pt x="405274" y="202637"/>
                </a:cubicBezTo>
                <a:lnTo>
                  <a:pt x="405274" y="202637"/>
                </a:lnTo>
                <a:cubicBezTo>
                  <a:pt x="405274" y="314476"/>
                  <a:pt x="314476" y="405274"/>
                  <a:pt x="202637" y="405274"/>
                </a:cubicBezTo>
                <a:lnTo>
                  <a:pt x="202637" y="405274"/>
                </a:lnTo>
                <a:cubicBezTo>
                  <a:pt x="90799" y="405274"/>
                  <a:pt x="0" y="314476"/>
                  <a:pt x="0" y="202637"/>
                </a:cubicBezTo>
                <a:lnTo>
                  <a:pt x="0" y="202637"/>
                </a:lnTo>
                <a:cubicBezTo>
                  <a:pt x="0" y="90799"/>
                  <a:pt x="90799" y="0"/>
                  <a:pt x="202637" y="0"/>
                </a:cubicBezTo>
                <a:close/>
              </a:path>
            </a:pathLst>
          </a:custGeom>
          <a:solidFill>
            <a:srgbClr val="c9a36a">
              <a:alpha val="20000"/>
            </a:srgbClr>
          </a:solidFill>
          <a:ln w="0">
            <a:noFill/>
          </a:ln>
        </p:spPr>
        <p:style>
          <a:lnRef idx="0"/>
          <a:fillRef idx="0"/>
          <a:effectRef idx="0"/>
          <a:fontRef idx="minor"/>
        </p:style>
      </p:sp>
      <p:sp>
        <p:nvSpPr>
          <p:cNvPr id="372" name="Shape 21"/>
          <p:cNvSpPr/>
          <p:nvPr/>
        </p:nvSpPr>
        <p:spPr>
          <a:xfrm>
            <a:off x="639720" y="5065920"/>
            <a:ext cx="189360" cy="168120"/>
          </a:xfrm>
          <a:custGeom>
            <a:avLst/>
            <a:gdLst/>
            <a:ahLst/>
            <a:rect l="l" t="t" r="r" b="b"/>
            <a:pathLst>
              <a:path w="189972" h="168864">
                <a:moveTo>
                  <a:pt x="42216" y="21108"/>
                </a:moveTo>
                <a:cubicBezTo>
                  <a:pt x="42216" y="9466"/>
                  <a:pt x="51682" y="0"/>
                  <a:pt x="63324" y="0"/>
                </a:cubicBezTo>
                <a:lnTo>
                  <a:pt x="126648" y="0"/>
                </a:lnTo>
                <a:cubicBezTo>
                  <a:pt x="138291" y="0"/>
                  <a:pt x="147756" y="9466"/>
                  <a:pt x="147756" y="21108"/>
                </a:cubicBezTo>
                <a:lnTo>
                  <a:pt x="147756" y="42216"/>
                </a:lnTo>
                <a:lnTo>
                  <a:pt x="168864" y="42216"/>
                </a:lnTo>
                <a:cubicBezTo>
                  <a:pt x="180507" y="42216"/>
                  <a:pt x="189972" y="51682"/>
                  <a:pt x="189972" y="63324"/>
                </a:cubicBezTo>
                <a:lnTo>
                  <a:pt x="189972" y="147756"/>
                </a:lnTo>
                <a:cubicBezTo>
                  <a:pt x="189972" y="159399"/>
                  <a:pt x="180507" y="168864"/>
                  <a:pt x="168864" y="168864"/>
                </a:cubicBezTo>
                <a:lnTo>
                  <a:pt x="21108" y="168864"/>
                </a:lnTo>
                <a:cubicBezTo>
                  <a:pt x="9466" y="168864"/>
                  <a:pt x="0" y="159399"/>
                  <a:pt x="0" y="147756"/>
                </a:cubicBezTo>
                <a:lnTo>
                  <a:pt x="0" y="63324"/>
                </a:lnTo>
                <a:cubicBezTo>
                  <a:pt x="0" y="51682"/>
                  <a:pt x="9466" y="42216"/>
                  <a:pt x="21108" y="42216"/>
                </a:cubicBezTo>
                <a:lnTo>
                  <a:pt x="42216" y="42216"/>
                </a:lnTo>
                <a:lnTo>
                  <a:pt x="42216" y="21108"/>
                </a:lnTo>
                <a:close/>
                <a:moveTo>
                  <a:pt x="89709" y="116094"/>
                </a:moveTo>
                <a:cubicBezTo>
                  <a:pt x="83871" y="116094"/>
                  <a:pt x="79155" y="120811"/>
                  <a:pt x="79155" y="126648"/>
                </a:cubicBezTo>
                <a:lnTo>
                  <a:pt x="79155" y="153033"/>
                </a:lnTo>
                <a:lnTo>
                  <a:pt x="110817" y="153033"/>
                </a:lnTo>
                <a:lnTo>
                  <a:pt x="110817" y="126648"/>
                </a:lnTo>
                <a:cubicBezTo>
                  <a:pt x="110817" y="120811"/>
                  <a:pt x="106101" y="116094"/>
                  <a:pt x="100263" y="116094"/>
                </a:cubicBezTo>
                <a:lnTo>
                  <a:pt x="89709" y="116094"/>
                </a:lnTo>
                <a:close/>
                <a:moveTo>
                  <a:pt x="42216" y="121371"/>
                </a:moveTo>
                <a:lnTo>
                  <a:pt x="42216" y="110817"/>
                </a:lnTo>
                <a:cubicBezTo>
                  <a:pt x="42216" y="107915"/>
                  <a:pt x="39841" y="105540"/>
                  <a:pt x="36939" y="105540"/>
                </a:cubicBezTo>
                <a:lnTo>
                  <a:pt x="26385" y="105540"/>
                </a:lnTo>
                <a:cubicBezTo>
                  <a:pt x="23483" y="105540"/>
                  <a:pt x="21108" y="107915"/>
                  <a:pt x="21108" y="110817"/>
                </a:cubicBezTo>
                <a:lnTo>
                  <a:pt x="21108" y="121371"/>
                </a:lnTo>
                <a:cubicBezTo>
                  <a:pt x="21108" y="124274"/>
                  <a:pt x="23483" y="126648"/>
                  <a:pt x="26385" y="126648"/>
                </a:cubicBezTo>
                <a:lnTo>
                  <a:pt x="36939" y="126648"/>
                </a:lnTo>
                <a:cubicBezTo>
                  <a:pt x="39841" y="126648"/>
                  <a:pt x="42216" y="124274"/>
                  <a:pt x="42216" y="121371"/>
                </a:cubicBezTo>
                <a:close/>
                <a:moveTo>
                  <a:pt x="36939" y="84432"/>
                </a:moveTo>
                <a:cubicBezTo>
                  <a:pt x="39841" y="84432"/>
                  <a:pt x="42216" y="82057"/>
                  <a:pt x="42216" y="79155"/>
                </a:cubicBezTo>
                <a:lnTo>
                  <a:pt x="42216" y="68601"/>
                </a:lnTo>
                <a:cubicBezTo>
                  <a:pt x="42216" y="65699"/>
                  <a:pt x="39841" y="63324"/>
                  <a:pt x="36939" y="63324"/>
                </a:cubicBezTo>
                <a:lnTo>
                  <a:pt x="26385" y="63324"/>
                </a:lnTo>
                <a:cubicBezTo>
                  <a:pt x="23483" y="63324"/>
                  <a:pt x="21108" y="65699"/>
                  <a:pt x="21108" y="68601"/>
                </a:cubicBezTo>
                <a:lnTo>
                  <a:pt x="21108" y="79155"/>
                </a:lnTo>
                <a:cubicBezTo>
                  <a:pt x="21108" y="82057"/>
                  <a:pt x="23483" y="84432"/>
                  <a:pt x="26385" y="84432"/>
                </a:cubicBezTo>
                <a:lnTo>
                  <a:pt x="36939" y="84432"/>
                </a:lnTo>
                <a:close/>
                <a:moveTo>
                  <a:pt x="168864" y="121371"/>
                </a:moveTo>
                <a:lnTo>
                  <a:pt x="168864" y="110817"/>
                </a:lnTo>
                <a:cubicBezTo>
                  <a:pt x="168864" y="107915"/>
                  <a:pt x="166490" y="105540"/>
                  <a:pt x="163587" y="105540"/>
                </a:cubicBezTo>
                <a:lnTo>
                  <a:pt x="153033" y="105540"/>
                </a:lnTo>
                <a:cubicBezTo>
                  <a:pt x="150131" y="105540"/>
                  <a:pt x="147756" y="107915"/>
                  <a:pt x="147756" y="110817"/>
                </a:cubicBezTo>
                <a:lnTo>
                  <a:pt x="147756" y="121371"/>
                </a:lnTo>
                <a:cubicBezTo>
                  <a:pt x="147756" y="124274"/>
                  <a:pt x="150131" y="126648"/>
                  <a:pt x="153033" y="126648"/>
                </a:cubicBezTo>
                <a:lnTo>
                  <a:pt x="163587" y="126648"/>
                </a:lnTo>
                <a:cubicBezTo>
                  <a:pt x="166490" y="126648"/>
                  <a:pt x="168864" y="124274"/>
                  <a:pt x="168864" y="121371"/>
                </a:cubicBezTo>
                <a:close/>
                <a:moveTo>
                  <a:pt x="163587" y="84432"/>
                </a:moveTo>
                <a:cubicBezTo>
                  <a:pt x="166490" y="84432"/>
                  <a:pt x="168864" y="82057"/>
                  <a:pt x="168864" y="79155"/>
                </a:cubicBezTo>
                <a:lnTo>
                  <a:pt x="168864" y="68601"/>
                </a:lnTo>
                <a:cubicBezTo>
                  <a:pt x="168864" y="65699"/>
                  <a:pt x="166490" y="63324"/>
                  <a:pt x="163587" y="63324"/>
                </a:cubicBezTo>
                <a:lnTo>
                  <a:pt x="153033" y="63324"/>
                </a:lnTo>
                <a:cubicBezTo>
                  <a:pt x="150131" y="63324"/>
                  <a:pt x="147756" y="65699"/>
                  <a:pt x="147756" y="68601"/>
                </a:cubicBezTo>
                <a:lnTo>
                  <a:pt x="147756" y="79155"/>
                </a:lnTo>
                <a:cubicBezTo>
                  <a:pt x="147756" y="82057"/>
                  <a:pt x="150131" y="84432"/>
                  <a:pt x="153033" y="84432"/>
                </a:cubicBezTo>
                <a:lnTo>
                  <a:pt x="163587" y="84432"/>
                </a:lnTo>
                <a:close/>
                <a:moveTo>
                  <a:pt x="87071" y="34301"/>
                </a:moveTo>
                <a:lnTo>
                  <a:pt x="87071" y="44855"/>
                </a:lnTo>
                <a:lnTo>
                  <a:pt x="76517" y="44855"/>
                </a:lnTo>
                <a:cubicBezTo>
                  <a:pt x="73614" y="44855"/>
                  <a:pt x="71240" y="47229"/>
                  <a:pt x="71240" y="50132"/>
                </a:cubicBezTo>
                <a:lnTo>
                  <a:pt x="71240" y="55409"/>
                </a:lnTo>
                <a:cubicBezTo>
                  <a:pt x="71240" y="58311"/>
                  <a:pt x="73614" y="60686"/>
                  <a:pt x="76517" y="60686"/>
                </a:cubicBezTo>
                <a:lnTo>
                  <a:pt x="87071" y="60686"/>
                </a:lnTo>
                <a:lnTo>
                  <a:pt x="87071" y="71240"/>
                </a:lnTo>
                <a:cubicBezTo>
                  <a:pt x="87071" y="74142"/>
                  <a:pt x="89445" y="76517"/>
                  <a:pt x="92348" y="76517"/>
                </a:cubicBezTo>
                <a:lnTo>
                  <a:pt x="97625" y="76517"/>
                </a:lnTo>
                <a:cubicBezTo>
                  <a:pt x="100527" y="76517"/>
                  <a:pt x="102902" y="74142"/>
                  <a:pt x="102902" y="71240"/>
                </a:cubicBezTo>
                <a:lnTo>
                  <a:pt x="102902" y="60686"/>
                </a:lnTo>
                <a:lnTo>
                  <a:pt x="113456" y="60686"/>
                </a:lnTo>
                <a:cubicBezTo>
                  <a:pt x="116358" y="60686"/>
                  <a:pt x="118733" y="58311"/>
                  <a:pt x="118733" y="55409"/>
                </a:cubicBezTo>
                <a:lnTo>
                  <a:pt x="118733" y="50132"/>
                </a:lnTo>
                <a:cubicBezTo>
                  <a:pt x="118733" y="47229"/>
                  <a:pt x="116358" y="44855"/>
                  <a:pt x="113456" y="44855"/>
                </a:cubicBezTo>
                <a:lnTo>
                  <a:pt x="102902" y="44855"/>
                </a:lnTo>
                <a:lnTo>
                  <a:pt x="102902" y="34301"/>
                </a:lnTo>
                <a:cubicBezTo>
                  <a:pt x="102902" y="31398"/>
                  <a:pt x="100527" y="29024"/>
                  <a:pt x="97625" y="29024"/>
                </a:cubicBezTo>
                <a:lnTo>
                  <a:pt x="92348" y="29024"/>
                </a:lnTo>
                <a:cubicBezTo>
                  <a:pt x="89445" y="29024"/>
                  <a:pt x="87071" y="31398"/>
                  <a:pt x="87071" y="34301"/>
                </a:cubicBezTo>
                <a:close/>
              </a:path>
            </a:pathLst>
          </a:custGeom>
          <a:solidFill>
            <a:srgbClr val="c9a36a"/>
          </a:solidFill>
          <a:ln w="0">
            <a:noFill/>
          </a:ln>
        </p:spPr>
        <p:style>
          <a:lnRef idx="0"/>
          <a:fillRef idx="0"/>
          <a:effectRef idx="0"/>
          <a:fontRef idx="minor"/>
        </p:style>
      </p:sp>
      <p:sp>
        <p:nvSpPr>
          <p:cNvPr id="373" name="Text 22"/>
          <p:cNvSpPr/>
          <p:nvPr/>
        </p:nvSpPr>
        <p:spPr>
          <a:xfrm>
            <a:off x="1038600" y="5015160"/>
            <a:ext cx="1721520" cy="26964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600" spc="-1" strike="noStrike">
                <a:solidFill>
                  <a:srgbClr val="f2f2f2"/>
                </a:solidFill>
                <a:latin typeface="Oranienbaum"/>
                <a:ea typeface="Oranienbaum"/>
              </a:rPr>
              <a:t>Asylum Productivity</a:t>
            </a:r>
            <a:endParaRPr b="0" lang="en-HK" sz="1600" spc="-1" strike="noStrike">
              <a:latin typeface="Arial"/>
            </a:endParaRPr>
          </a:p>
        </p:txBody>
      </p:sp>
      <p:sp>
        <p:nvSpPr>
          <p:cNvPr id="374" name="Text 23"/>
          <p:cNvSpPr/>
          <p:nvPr/>
        </p:nvSpPr>
        <p:spPr>
          <a:xfrm>
            <a:off x="532080" y="5488200"/>
            <a:ext cx="5360760" cy="65772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70" spc="-1" strike="noStrike">
                <a:solidFill>
                  <a:srgbClr val="b8b8b8"/>
                </a:solidFill>
                <a:latin typeface="Quattrocento Sans"/>
                <a:ea typeface="Quattrocento Sans"/>
              </a:rPr>
              <a:t>Paradoxically, his time at Saint-Rémy was one of his most productive periods. Despite confinement and mental anguish, he created </a:t>
            </a:r>
            <a:r>
              <a:rPr b="0" lang="en-US" sz="1070" spc="-1" strike="noStrike">
                <a:solidFill>
                  <a:srgbClr val="f2f2f2"/>
                </a:solidFill>
                <a:latin typeface="Quattrocento Sans"/>
                <a:ea typeface="Quattrocento Sans"/>
              </a:rPr>
              <a:t>over 150 works in one year</a:t>
            </a:r>
            <a:r>
              <a:rPr b="0" lang="en-US" sz="1070" spc="-1" strike="noStrike">
                <a:solidFill>
                  <a:srgbClr val="b8b8b8"/>
                </a:solidFill>
                <a:latin typeface="Quattrocento Sans"/>
                <a:ea typeface="Quattrocento Sans"/>
              </a:rPr>
              <a:t>, including "The Starry Night" and "Irises." His art became both therapy and transcendence.</a:t>
            </a:r>
            <a:endParaRPr b="0" lang="en-HK" sz="1070" spc="-1" strike="noStrike">
              <a:latin typeface="Arial"/>
            </a:endParaRPr>
          </a:p>
        </p:txBody>
      </p:sp>
      <p:sp>
        <p:nvSpPr>
          <p:cNvPr id="375" name="Shape 24"/>
          <p:cNvSpPr/>
          <p:nvPr/>
        </p:nvSpPr>
        <p:spPr>
          <a:xfrm>
            <a:off x="6208200" y="1334160"/>
            <a:ext cx="5643720" cy="3207600"/>
          </a:xfrm>
          <a:custGeom>
            <a:avLst/>
            <a:gdLst/>
            <a:ahLst/>
            <a:rect l="l" t="t" r="r" b="b"/>
            <a:pathLst>
              <a:path w="5644288" h="3208421">
                <a:moveTo>
                  <a:pt x="25330" y="0"/>
                </a:moveTo>
                <a:lnTo>
                  <a:pt x="5576751" y="0"/>
                </a:lnTo>
                <a:cubicBezTo>
                  <a:pt x="5614051" y="0"/>
                  <a:pt x="5644288" y="30237"/>
                  <a:pt x="5644288" y="67537"/>
                </a:cubicBezTo>
                <a:lnTo>
                  <a:pt x="5644288" y="3140884"/>
                </a:lnTo>
                <a:cubicBezTo>
                  <a:pt x="5644288" y="3178184"/>
                  <a:pt x="5614051" y="3208421"/>
                  <a:pt x="5576751" y="3208421"/>
                </a:cubicBezTo>
                <a:lnTo>
                  <a:pt x="25330" y="3208421"/>
                </a:lnTo>
                <a:cubicBezTo>
                  <a:pt x="11340" y="3208421"/>
                  <a:pt x="0" y="3197081"/>
                  <a:pt x="0" y="3183091"/>
                </a:cubicBezTo>
                <a:lnTo>
                  <a:pt x="0" y="25330"/>
                </a:lnTo>
                <a:cubicBezTo>
                  <a:pt x="0" y="11350"/>
                  <a:pt x="11350" y="0"/>
                  <a:pt x="25330" y="0"/>
                </a:cubicBezTo>
                <a:close/>
              </a:path>
            </a:pathLst>
          </a:custGeom>
          <a:solidFill>
            <a:srgbClr val="1a1a1a"/>
          </a:solidFill>
          <a:ln w="0">
            <a:noFill/>
          </a:ln>
        </p:spPr>
        <p:style>
          <a:lnRef idx="0"/>
          <a:fillRef idx="0"/>
          <a:effectRef idx="0"/>
          <a:fontRef idx="minor"/>
        </p:style>
      </p:sp>
      <p:sp>
        <p:nvSpPr>
          <p:cNvPr id="376" name="Shape 25"/>
          <p:cNvSpPr/>
          <p:nvPr/>
        </p:nvSpPr>
        <p:spPr>
          <a:xfrm>
            <a:off x="6208200" y="1334160"/>
            <a:ext cx="24480" cy="3207600"/>
          </a:xfrm>
          <a:custGeom>
            <a:avLst/>
            <a:gdLst/>
            <a:ahLst/>
            <a:rect l="l" t="t" r="r" b="b"/>
            <a:pathLst>
              <a:path w="25330" h="3208421">
                <a:moveTo>
                  <a:pt x="25330" y="0"/>
                </a:moveTo>
                <a:lnTo>
                  <a:pt x="25330" y="0"/>
                </a:lnTo>
                <a:lnTo>
                  <a:pt x="25330" y="3208421"/>
                </a:lnTo>
                <a:lnTo>
                  <a:pt x="25330" y="3208421"/>
                </a:lnTo>
                <a:cubicBezTo>
                  <a:pt x="11340" y="3208421"/>
                  <a:pt x="0" y="3197081"/>
                  <a:pt x="0" y="3183091"/>
                </a:cubicBezTo>
                <a:lnTo>
                  <a:pt x="0" y="25330"/>
                </a:lnTo>
                <a:cubicBezTo>
                  <a:pt x="0" y="11350"/>
                  <a:pt x="11350" y="0"/>
                  <a:pt x="25330" y="0"/>
                </a:cubicBezTo>
                <a:close/>
              </a:path>
            </a:pathLst>
          </a:custGeom>
          <a:solidFill>
            <a:srgbClr val="c9a36a"/>
          </a:solidFill>
          <a:ln w="0">
            <a:noFill/>
          </a:ln>
        </p:spPr>
        <p:style>
          <a:lnRef idx="0"/>
          <a:fillRef idx="0"/>
          <a:effectRef idx="0"/>
          <a:fontRef idx="minor"/>
        </p:style>
      </p:sp>
      <p:sp>
        <p:nvSpPr>
          <p:cNvPr id="377" name="Shape 26"/>
          <p:cNvSpPr/>
          <p:nvPr/>
        </p:nvSpPr>
        <p:spPr>
          <a:xfrm>
            <a:off x="6389640" y="1503000"/>
            <a:ext cx="404640" cy="404640"/>
          </a:xfrm>
          <a:custGeom>
            <a:avLst/>
            <a:gdLst/>
            <a:ahLst/>
            <a:rect l="l" t="t" r="r" b="b"/>
            <a:pathLst>
              <a:path w="405274" h="405274">
                <a:moveTo>
                  <a:pt x="202637" y="0"/>
                </a:moveTo>
                <a:lnTo>
                  <a:pt x="202637" y="0"/>
                </a:lnTo>
                <a:cubicBezTo>
                  <a:pt x="314476" y="0"/>
                  <a:pt x="405274" y="90799"/>
                  <a:pt x="405274" y="202637"/>
                </a:cubicBezTo>
                <a:lnTo>
                  <a:pt x="405274" y="202637"/>
                </a:lnTo>
                <a:cubicBezTo>
                  <a:pt x="405274" y="314476"/>
                  <a:pt x="314476" y="405274"/>
                  <a:pt x="202637" y="405274"/>
                </a:cubicBezTo>
                <a:lnTo>
                  <a:pt x="202637" y="405274"/>
                </a:lnTo>
                <a:cubicBezTo>
                  <a:pt x="90799" y="405274"/>
                  <a:pt x="0" y="314476"/>
                  <a:pt x="0" y="202637"/>
                </a:cubicBezTo>
                <a:lnTo>
                  <a:pt x="0" y="202637"/>
                </a:lnTo>
                <a:cubicBezTo>
                  <a:pt x="0" y="90799"/>
                  <a:pt x="90799" y="0"/>
                  <a:pt x="202637" y="0"/>
                </a:cubicBezTo>
                <a:close/>
              </a:path>
            </a:pathLst>
          </a:custGeom>
          <a:solidFill>
            <a:srgbClr val="c9a36a">
              <a:alpha val="20000"/>
            </a:srgbClr>
          </a:solidFill>
          <a:ln w="0">
            <a:noFill/>
          </a:ln>
        </p:spPr>
        <p:style>
          <a:lnRef idx="0"/>
          <a:fillRef idx="0"/>
          <a:effectRef idx="0"/>
          <a:fontRef idx="minor"/>
        </p:style>
      </p:sp>
      <p:sp>
        <p:nvSpPr>
          <p:cNvPr id="378" name="Shape 27"/>
          <p:cNvSpPr/>
          <p:nvPr/>
        </p:nvSpPr>
        <p:spPr>
          <a:xfrm>
            <a:off x="6507720" y="1621080"/>
            <a:ext cx="168120" cy="168120"/>
          </a:xfrm>
          <a:custGeom>
            <a:avLst/>
            <a:gdLst/>
            <a:ahLst/>
            <a:rect l="l" t="t" r="r" b="b"/>
            <a:pathLst>
              <a:path w="168864" h="168864">
                <a:moveTo>
                  <a:pt x="63324" y="84432"/>
                </a:moveTo>
                <a:lnTo>
                  <a:pt x="50296" y="97460"/>
                </a:lnTo>
                <a:cubicBezTo>
                  <a:pt x="46141" y="95844"/>
                  <a:pt x="41655" y="94986"/>
                  <a:pt x="36939" y="94986"/>
                </a:cubicBezTo>
                <a:cubicBezTo>
                  <a:pt x="16524" y="94986"/>
                  <a:pt x="0" y="111510"/>
                  <a:pt x="0" y="131925"/>
                </a:cubicBezTo>
                <a:cubicBezTo>
                  <a:pt x="0" y="152341"/>
                  <a:pt x="16524" y="168864"/>
                  <a:pt x="36939" y="168864"/>
                </a:cubicBezTo>
                <a:cubicBezTo>
                  <a:pt x="57354" y="168864"/>
                  <a:pt x="73878" y="152341"/>
                  <a:pt x="73878" y="131925"/>
                </a:cubicBezTo>
                <a:cubicBezTo>
                  <a:pt x="73878" y="127209"/>
                  <a:pt x="72988" y="122723"/>
                  <a:pt x="71405" y="118568"/>
                </a:cubicBezTo>
                <a:lnTo>
                  <a:pt x="164643" y="25330"/>
                </a:lnTo>
                <a:cubicBezTo>
                  <a:pt x="166984" y="22988"/>
                  <a:pt x="166984" y="19228"/>
                  <a:pt x="164643" y="16886"/>
                </a:cubicBezTo>
                <a:cubicBezTo>
                  <a:pt x="155309" y="7553"/>
                  <a:pt x="140204" y="7553"/>
                  <a:pt x="130870" y="16886"/>
                </a:cubicBezTo>
                <a:lnTo>
                  <a:pt x="84432" y="63324"/>
                </a:lnTo>
                <a:lnTo>
                  <a:pt x="71405" y="50296"/>
                </a:lnTo>
                <a:cubicBezTo>
                  <a:pt x="73021" y="46141"/>
                  <a:pt x="73878" y="41655"/>
                  <a:pt x="73878" y="36939"/>
                </a:cubicBezTo>
                <a:cubicBezTo>
                  <a:pt x="73878" y="16524"/>
                  <a:pt x="57354" y="0"/>
                  <a:pt x="36939" y="0"/>
                </a:cubicBezTo>
                <a:cubicBezTo>
                  <a:pt x="16524" y="0"/>
                  <a:pt x="0" y="16524"/>
                  <a:pt x="0" y="36939"/>
                </a:cubicBezTo>
                <a:cubicBezTo>
                  <a:pt x="0" y="57354"/>
                  <a:pt x="16524" y="73878"/>
                  <a:pt x="36939" y="73878"/>
                </a:cubicBezTo>
                <a:cubicBezTo>
                  <a:pt x="41655" y="73878"/>
                  <a:pt x="46141" y="72988"/>
                  <a:pt x="50296" y="71405"/>
                </a:cubicBezTo>
                <a:lnTo>
                  <a:pt x="63324" y="84432"/>
                </a:lnTo>
                <a:close/>
                <a:moveTo>
                  <a:pt x="95613" y="116721"/>
                </a:moveTo>
                <a:lnTo>
                  <a:pt x="130870" y="151978"/>
                </a:lnTo>
                <a:cubicBezTo>
                  <a:pt x="140204" y="161312"/>
                  <a:pt x="155309" y="161312"/>
                  <a:pt x="164643" y="151978"/>
                </a:cubicBezTo>
                <a:cubicBezTo>
                  <a:pt x="166984" y="149636"/>
                  <a:pt x="166984" y="145876"/>
                  <a:pt x="164643" y="143535"/>
                </a:cubicBezTo>
                <a:lnTo>
                  <a:pt x="116721" y="95613"/>
                </a:lnTo>
                <a:lnTo>
                  <a:pt x="95613" y="116721"/>
                </a:lnTo>
                <a:close/>
                <a:moveTo>
                  <a:pt x="21108" y="36939"/>
                </a:moveTo>
                <a:cubicBezTo>
                  <a:pt x="21108" y="28202"/>
                  <a:pt x="28202" y="21108"/>
                  <a:pt x="36939" y="21108"/>
                </a:cubicBezTo>
                <a:cubicBezTo>
                  <a:pt x="45676" y="21108"/>
                  <a:pt x="52770" y="28202"/>
                  <a:pt x="52770" y="36939"/>
                </a:cubicBezTo>
                <a:cubicBezTo>
                  <a:pt x="52770" y="45676"/>
                  <a:pt x="45676" y="52770"/>
                  <a:pt x="36939" y="52770"/>
                </a:cubicBezTo>
                <a:cubicBezTo>
                  <a:pt x="28202" y="52770"/>
                  <a:pt x="21108" y="45676"/>
                  <a:pt x="21108" y="36939"/>
                </a:cubicBezTo>
                <a:close/>
                <a:moveTo>
                  <a:pt x="36939" y="116094"/>
                </a:moveTo>
                <a:cubicBezTo>
                  <a:pt x="45676" y="116094"/>
                  <a:pt x="52770" y="123188"/>
                  <a:pt x="52770" y="131925"/>
                </a:cubicBezTo>
                <a:cubicBezTo>
                  <a:pt x="52770" y="140663"/>
                  <a:pt x="45676" y="147756"/>
                  <a:pt x="36939" y="147756"/>
                </a:cubicBezTo>
                <a:cubicBezTo>
                  <a:pt x="28202" y="147756"/>
                  <a:pt x="21108" y="140663"/>
                  <a:pt x="21108" y="131925"/>
                </a:cubicBezTo>
                <a:cubicBezTo>
                  <a:pt x="21108" y="123188"/>
                  <a:pt x="28202" y="116094"/>
                  <a:pt x="36939" y="116094"/>
                </a:cubicBezTo>
                <a:close/>
              </a:path>
            </a:pathLst>
          </a:custGeom>
          <a:solidFill>
            <a:srgbClr val="c9a36a"/>
          </a:solidFill>
          <a:ln w="0">
            <a:noFill/>
          </a:ln>
        </p:spPr>
        <p:style>
          <a:lnRef idx="0"/>
          <a:fillRef idx="0"/>
          <a:effectRef idx="0"/>
          <a:fontRef idx="minor"/>
        </p:style>
      </p:sp>
      <p:sp>
        <p:nvSpPr>
          <p:cNvPr id="379" name="Text 28"/>
          <p:cNvSpPr/>
          <p:nvPr/>
        </p:nvSpPr>
        <p:spPr>
          <a:xfrm>
            <a:off x="6896160" y="1570320"/>
            <a:ext cx="1434600" cy="26964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600" spc="-1" strike="noStrike">
                <a:solidFill>
                  <a:srgbClr val="f2f2f2"/>
                </a:solidFill>
                <a:latin typeface="Oranienbaum"/>
                <a:ea typeface="Oranienbaum"/>
              </a:rPr>
              <a:t>The Ear Incident</a:t>
            </a:r>
            <a:endParaRPr b="0" lang="en-HK" sz="1600" spc="-1" strike="noStrike">
              <a:latin typeface="Arial"/>
            </a:endParaRPr>
          </a:p>
        </p:txBody>
      </p:sp>
      <p:sp>
        <p:nvSpPr>
          <p:cNvPr id="380" name="Text 29"/>
          <p:cNvSpPr/>
          <p:nvPr/>
        </p:nvSpPr>
        <p:spPr>
          <a:xfrm>
            <a:off x="6389640" y="2043360"/>
            <a:ext cx="5360760" cy="65772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070" spc="-1" strike="noStrike">
                <a:solidFill>
                  <a:srgbClr val="f2f2f2"/>
                </a:solidFill>
                <a:latin typeface="Quattrocento Sans"/>
                <a:ea typeface="Quattrocento Sans"/>
              </a:rPr>
              <a:t>December 23, 1888</a:t>
            </a:r>
            <a:r>
              <a:rPr b="0" lang="en-US" sz="1070" spc="-1" strike="noStrike">
                <a:solidFill>
                  <a:srgbClr val="b8b8b8"/>
                </a:solidFill>
                <a:latin typeface="Quattrocento Sans"/>
                <a:ea typeface="Quattrocento Sans"/>
              </a:rPr>
              <a:t> — After a heated argument with Paul Gauguin in Arles, Van Gogh suffered a severe mental breakdown. He </a:t>
            </a:r>
            <a:r>
              <a:rPr b="0" lang="en-US" sz="1070" spc="-1" strike="noStrike">
                <a:solidFill>
                  <a:srgbClr val="f2f2f2"/>
                </a:solidFill>
                <a:latin typeface="Quattrocento Sans"/>
                <a:ea typeface="Quattrocento Sans"/>
              </a:rPr>
              <a:t>severed part of his left ear</a:t>
            </a:r>
            <a:r>
              <a:rPr b="0" lang="en-US" sz="1070" spc="-1" strike="noStrike">
                <a:solidFill>
                  <a:srgbClr val="b8b8b8"/>
                </a:solidFill>
                <a:latin typeface="Quattrocento Sans"/>
                <a:ea typeface="Quattrocento Sans"/>
              </a:rPr>
              <a:t> with a razor, wrapped it in paper, and delivered it to a woman at a nearby brothel.</a:t>
            </a:r>
            <a:endParaRPr b="0" lang="en-HK" sz="1070" spc="-1" strike="noStrike">
              <a:latin typeface="Arial"/>
            </a:endParaRPr>
          </a:p>
        </p:txBody>
      </p:sp>
      <p:sp>
        <p:nvSpPr>
          <p:cNvPr id="381" name="Text 30"/>
          <p:cNvSpPr/>
          <p:nvPr/>
        </p:nvSpPr>
        <p:spPr>
          <a:xfrm>
            <a:off x="6389640" y="2836800"/>
            <a:ext cx="5360760" cy="65772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70" spc="-1" strike="noStrike">
                <a:solidFill>
                  <a:srgbClr val="b8b8b8"/>
                </a:solidFill>
                <a:latin typeface="Quattrocento Sans"/>
                <a:ea typeface="Quattrocento Sans"/>
              </a:rPr>
              <a:t>The incident marked a turning point. Gauguin left Arles permanently, and Van Gogh was hospitalized. The exact circumstances remain debated—some theories suggest Gauguin may have been involved, while others attribute it solely to Van Gogh's psychosis.</a:t>
            </a:r>
            <a:endParaRPr b="0" lang="en-HK" sz="1070" spc="-1" strike="noStrike">
              <a:latin typeface="Arial"/>
            </a:endParaRPr>
          </a:p>
        </p:txBody>
      </p:sp>
      <p:sp>
        <p:nvSpPr>
          <p:cNvPr id="382" name="Shape 31"/>
          <p:cNvSpPr/>
          <p:nvPr/>
        </p:nvSpPr>
        <p:spPr>
          <a:xfrm>
            <a:off x="6389640" y="3630600"/>
            <a:ext cx="5293080" cy="742320"/>
          </a:xfrm>
          <a:custGeom>
            <a:avLst/>
            <a:gdLst/>
            <a:ahLst/>
            <a:rect l="l" t="t" r="r" b="b"/>
            <a:pathLst>
              <a:path w="5293895" h="743003">
                <a:moveTo>
                  <a:pt x="33769" y="0"/>
                </a:moveTo>
                <a:lnTo>
                  <a:pt x="5260125" y="0"/>
                </a:lnTo>
                <a:cubicBezTo>
                  <a:pt x="5278776" y="0"/>
                  <a:pt x="5293895" y="15119"/>
                  <a:pt x="5293895" y="33769"/>
                </a:cubicBezTo>
                <a:lnTo>
                  <a:pt x="5293895" y="709233"/>
                </a:lnTo>
                <a:cubicBezTo>
                  <a:pt x="5293895" y="727884"/>
                  <a:pt x="5278776" y="743003"/>
                  <a:pt x="5260125" y="743003"/>
                </a:cubicBezTo>
                <a:lnTo>
                  <a:pt x="33769" y="743003"/>
                </a:lnTo>
                <a:cubicBezTo>
                  <a:pt x="15132" y="743003"/>
                  <a:pt x="0" y="727871"/>
                  <a:pt x="0" y="709233"/>
                </a:cubicBezTo>
                <a:lnTo>
                  <a:pt x="0" y="33769"/>
                </a:lnTo>
                <a:cubicBezTo>
                  <a:pt x="0" y="15132"/>
                  <a:pt x="15132" y="0"/>
                  <a:pt x="33769" y="0"/>
                </a:cubicBezTo>
                <a:close/>
              </a:path>
            </a:pathLst>
          </a:custGeom>
          <a:solidFill>
            <a:srgbClr val="2b2b2b"/>
          </a:solidFill>
          <a:ln w="0">
            <a:noFill/>
          </a:ln>
        </p:spPr>
        <p:style>
          <a:lnRef idx="0"/>
          <a:fillRef idx="0"/>
          <a:effectRef idx="0"/>
          <a:fontRef idx="minor"/>
        </p:style>
      </p:sp>
      <p:sp>
        <p:nvSpPr>
          <p:cNvPr id="383" name="Text 32"/>
          <p:cNvSpPr/>
          <p:nvPr/>
        </p:nvSpPr>
        <p:spPr>
          <a:xfrm>
            <a:off x="6490800" y="3731760"/>
            <a:ext cx="5149800" cy="1681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930" spc="-1" strike="noStrike">
                <a:solidFill>
                  <a:srgbClr val="c9a36a"/>
                </a:solidFill>
                <a:latin typeface="Quattrocento Sans"/>
                <a:ea typeface="Quattrocento Sans"/>
              </a:rPr>
              <a:t>Aftermath:</a:t>
            </a:r>
            <a:endParaRPr b="0" lang="en-HK" sz="930" spc="-1" strike="noStrike">
              <a:latin typeface="Arial"/>
            </a:endParaRPr>
          </a:p>
        </p:txBody>
      </p:sp>
      <p:sp>
        <p:nvSpPr>
          <p:cNvPr id="384" name="Text 33"/>
          <p:cNvSpPr/>
          <p:nvPr/>
        </p:nvSpPr>
        <p:spPr>
          <a:xfrm>
            <a:off x="6490800" y="3934440"/>
            <a:ext cx="5149800" cy="3369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30" spc="-1" strike="noStrike">
                <a:solidFill>
                  <a:srgbClr val="b8b8b8"/>
                </a:solidFill>
                <a:latin typeface="Quattrocento Sans"/>
                <a:ea typeface="Quattrocento Sans"/>
              </a:rPr>
              <a:t>Van Gogh painted "Self-Portrait with Bandaged Ear" (1889) as both documentation and artistic transformation of trauma.</a:t>
            </a:r>
            <a:endParaRPr b="0" lang="en-HK" sz="930" spc="-1" strike="noStrike">
              <a:latin typeface="Arial"/>
            </a:endParaRPr>
          </a:p>
        </p:txBody>
      </p:sp>
      <p:sp>
        <p:nvSpPr>
          <p:cNvPr id="385" name="Shape 34"/>
          <p:cNvSpPr/>
          <p:nvPr/>
        </p:nvSpPr>
        <p:spPr>
          <a:xfrm>
            <a:off x="6199560" y="4681800"/>
            <a:ext cx="5647680" cy="1831320"/>
          </a:xfrm>
          <a:custGeom>
            <a:avLst/>
            <a:gdLst/>
            <a:ahLst/>
            <a:rect l="l" t="t" r="r" b="b"/>
            <a:pathLst>
              <a:path w="5648510" h="1832177">
                <a:moveTo>
                  <a:pt x="67552" y="0"/>
                </a:moveTo>
                <a:lnTo>
                  <a:pt x="5580957" y="0"/>
                </a:lnTo>
                <a:cubicBezTo>
                  <a:pt x="5618240" y="0"/>
                  <a:pt x="5648510" y="30269"/>
                  <a:pt x="5648510" y="67552"/>
                </a:cubicBezTo>
                <a:lnTo>
                  <a:pt x="5648510" y="1764625"/>
                </a:lnTo>
                <a:cubicBezTo>
                  <a:pt x="5648510" y="1801908"/>
                  <a:pt x="5618240" y="1832177"/>
                  <a:pt x="5580957" y="1832177"/>
                </a:cubicBezTo>
                <a:lnTo>
                  <a:pt x="67552" y="1832177"/>
                </a:lnTo>
                <a:cubicBezTo>
                  <a:pt x="30269" y="1832177"/>
                  <a:pt x="0" y="1801908"/>
                  <a:pt x="0" y="1764625"/>
                </a:cubicBezTo>
                <a:lnTo>
                  <a:pt x="0" y="67552"/>
                </a:lnTo>
                <a:cubicBezTo>
                  <a:pt x="0" y="30269"/>
                  <a:pt x="30269" y="0"/>
                  <a:pt x="67552" y="0"/>
                </a:cubicBezTo>
                <a:close/>
              </a:path>
            </a:pathLst>
          </a:custGeom>
          <a:gradFill rotWithShape="0">
            <a:gsLst>
              <a:gs pos="0">
                <a:srgbClr val="c9a36a">
                  <a:alpha val="20000"/>
                </a:srgbClr>
              </a:gs>
              <a:gs pos="100000">
                <a:srgbClr val="c9a36a">
                  <a:alpha val="5098"/>
                </a:srgbClr>
              </a:gs>
            </a:gsLst>
            <a:lin ang="2700000"/>
          </a:gradFill>
          <a:ln w="12700">
            <a:solidFill>
              <a:srgbClr val="c9a36a">
                <a:alpha val="30000"/>
              </a:srgbClr>
            </a:solidFill>
            <a:round/>
          </a:ln>
        </p:spPr>
        <p:style>
          <a:lnRef idx="0"/>
          <a:fillRef idx="0"/>
          <a:effectRef idx="0"/>
          <a:fontRef idx="minor"/>
        </p:style>
      </p:sp>
      <p:sp>
        <p:nvSpPr>
          <p:cNvPr id="386" name="Shape 35"/>
          <p:cNvSpPr/>
          <p:nvPr/>
        </p:nvSpPr>
        <p:spPr>
          <a:xfrm>
            <a:off x="8930160" y="4905360"/>
            <a:ext cx="189360" cy="252720"/>
          </a:xfrm>
          <a:custGeom>
            <a:avLst/>
            <a:gdLst/>
            <a:ahLst/>
            <a:rect l="l" t="t" r="r" b="b"/>
            <a:pathLst>
              <a:path w="189972" h="253296">
                <a:moveTo>
                  <a:pt x="144903" y="189972"/>
                </a:moveTo>
                <a:cubicBezTo>
                  <a:pt x="148515" y="178940"/>
                  <a:pt x="155738" y="168947"/>
                  <a:pt x="163901" y="160339"/>
                </a:cubicBezTo>
                <a:cubicBezTo>
                  <a:pt x="180078" y="143320"/>
                  <a:pt x="189972" y="120316"/>
                  <a:pt x="189972" y="94986"/>
                </a:cubicBezTo>
                <a:cubicBezTo>
                  <a:pt x="189972" y="42546"/>
                  <a:pt x="147426" y="0"/>
                  <a:pt x="94986" y="0"/>
                </a:cubicBezTo>
                <a:cubicBezTo>
                  <a:pt x="42546" y="0"/>
                  <a:pt x="0" y="42546"/>
                  <a:pt x="0" y="94986"/>
                </a:cubicBezTo>
                <a:cubicBezTo>
                  <a:pt x="0" y="120316"/>
                  <a:pt x="9894" y="143320"/>
                  <a:pt x="26072" y="160339"/>
                </a:cubicBezTo>
                <a:cubicBezTo>
                  <a:pt x="34235" y="168947"/>
                  <a:pt x="41507" y="178940"/>
                  <a:pt x="45069" y="189972"/>
                </a:cubicBezTo>
                <a:lnTo>
                  <a:pt x="144854" y="189972"/>
                </a:lnTo>
                <a:close/>
                <a:moveTo>
                  <a:pt x="142479" y="213719"/>
                </a:moveTo>
                <a:lnTo>
                  <a:pt x="47493" y="213719"/>
                </a:lnTo>
                <a:lnTo>
                  <a:pt x="47493" y="221634"/>
                </a:lnTo>
                <a:cubicBezTo>
                  <a:pt x="47493" y="243501"/>
                  <a:pt x="65204" y="261212"/>
                  <a:pt x="87071" y="261212"/>
                </a:cubicBezTo>
                <a:lnTo>
                  <a:pt x="102902" y="261212"/>
                </a:lnTo>
                <a:cubicBezTo>
                  <a:pt x="124768" y="261212"/>
                  <a:pt x="142479" y="243501"/>
                  <a:pt x="142479" y="221634"/>
                </a:cubicBezTo>
                <a:lnTo>
                  <a:pt x="142479" y="213719"/>
                </a:lnTo>
                <a:close/>
                <a:moveTo>
                  <a:pt x="91028" y="55409"/>
                </a:moveTo>
                <a:cubicBezTo>
                  <a:pt x="71339" y="55409"/>
                  <a:pt x="55409" y="71339"/>
                  <a:pt x="55409" y="91028"/>
                </a:cubicBezTo>
                <a:cubicBezTo>
                  <a:pt x="55409" y="97608"/>
                  <a:pt x="50115" y="102902"/>
                  <a:pt x="43535" y="102902"/>
                </a:cubicBezTo>
                <a:cubicBezTo>
                  <a:pt x="36956" y="102902"/>
                  <a:pt x="31662" y="97608"/>
                  <a:pt x="31662" y="91028"/>
                </a:cubicBezTo>
                <a:cubicBezTo>
                  <a:pt x="31662" y="58228"/>
                  <a:pt x="58228" y="31662"/>
                  <a:pt x="91028" y="31662"/>
                </a:cubicBezTo>
                <a:cubicBezTo>
                  <a:pt x="97608" y="31662"/>
                  <a:pt x="102902" y="36956"/>
                  <a:pt x="102902" y="43535"/>
                </a:cubicBezTo>
                <a:cubicBezTo>
                  <a:pt x="102902" y="50115"/>
                  <a:pt x="97608" y="55409"/>
                  <a:pt x="91028" y="55409"/>
                </a:cubicBezTo>
                <a:close/>
              </a:path>
            </a:pathLst>
          </a:custGeom>
          <a:solidFill>
            <a:srgbClr val="c9a36a"/>
          </a:solidFill>
          <a:ln w="0">
            <a:noFill/>
          </a:ln>
        </p:spPr>
        <p:style>
          <a:lnRef idx="0"/>
          <a:fillRef idx="0"/>
          <a:effectRef idx="0"/>
          <a:fontRef idx="minor"/>
        </p:style>
      </p:sp>
      <p:sp>
        <p:nvSpPr>
          <p:cNvPr id="387" name="Text 36"/>
          <p:cNvSpPr/>
          <p:nvPr/>
        </p:nvSpPr>
        <p:spPr>
          <a:xfrm>
            <a:off x="6330600" y="5293800"/>
            <a:ext cx="5385960" cy="23580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1" lang="en-US" sz="1330" spc="-1" strike="noStrike">
                <a:solidFill>
                  <a:srgbClr val="f2f2f2"/>
                </a:solidFill>
                <a:latin typeface="Oranienbaum"/>
                <a:ea typeface="Oranienbaum"/>
              </a:rPr>
              <a:t>The Paradox of Creativity</a:t>
            </a:r>
            <a:endParaRPr b="0" lang="en-HK" sz="1330" spc="-1" strike="noStrike">
              <a:latin typeface="Arial"/>
            </a:endParaRPr>
          </a:p>
        </p:txBody>
      </p:sp>
      <p:sp>
        <p:nvSpPr>
          <p:cNvPr id="388" name="Text 37"/>
          <p:cNvSpPr/>
          <p:nvPr/>
        </p:nvSpPr>
        <p:spPr>
          <a:xfrm>
            <a:off x="6338880" y="5631480"/>
            <a:ext cx="5369040" cy="657720"/>
          </a:xfrm>
          <a:prstGeom prst="rect">
            <a:avLst/>
          </a:prstGeom>
          <a:noFill/>
          <a:ln w="0">
            <a:noFill/>
          </a:ln>
        </p:spPr>
        <p:style>
          <a:lnRef idx="0"/>
          <a:fillRef idx="0"/>
          <a:effectRef idx="0"/>
          <a:fontRef idx="minor"/>
        </p:style>
        <p:txBody>
          <a:bodyPr lIns="0" rIns="0" tIns="0" bIns="0" anchor="ctr">
            <a:noAutofit/>
          </a:bodyPr>
          <a:p>
            <a:pPr algn="ctr">
              <a:lnSpc>
                <a:spcPct val="140000"/>
              </a:lnSpc>
              <a:buNone/>
            </a:pPr>
            <a:r>
              <a:rPr b="0" lang="en-US" sz="1070" spc="-1" strike="noStrike">
                <a:solidFill>
                  <a:srgbClr val="b8b8b8"/>
                </a:solidFill>
                <a:latin typeface="Quattrocento Sans"/>
                <a:ea typeface="Quattrocento Sans"/>
              </a:rPr>
              <a:t>Van Gogh's mental illness both tormented him and fueled his art. His suffering gave him unique vision, while his art provided temporary relief from suffering. This complex relationship between madness and genius continues to fascinate scholars and artists today.</a:t>
            </a:r>
            <a:endParaRPr b="0" lang="en-HK" sz="1070" spc="-1" strike="noStrike">
              <a:latin typeface="Arial"/>
            </a:endParaRPr>
          </a:p>
        </p:txBody>
      </p:sp>
    </p:spTree>
  </p:cSld>
  <mc:AlternateContent>
    <mc:Choice Requires="p14">
      <p:transition spd="slow" p14:dur="2000"/>
    </mc:Choice>
    <mc:Fallback>
      <p:transition spd="slow"/>
    </mc:Fallback>
  </mc:AlternateContent>
</p:sld>
</file>

<file path=ppt/slides/slide1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11111"/>
        </a:solidFill>
      </p:bgPr>
    </p:bg>
    <p:spTree>
      <p:nvGrpSpPr>
        <p:cNvPr id="1" name=""/>
        <p:cNvGrpSpPr/>
        <p:nvPr/>
      </p:nvGrpSpPr>
      <p:grpSpPr>
        <a:xfrm>
          <a:off x="0" y="0"/>
          <a:ext cx="0" cy="0"/>
          <a:chOff x="0" y="0"/>
          <a:chExt cx="0" cy="0"/>
        </a:xfrm>
      </p:grpSpPr>
      <p:sp>
        <p:nvSpPr>
          <p:cNvPr id="389" name="Image 0"/>
          <p:cNvSpPr/>
          <p:nvPr/>
        </p:nvSpPr>
        <p:spPr>
          <a:xfrm>
            <a:off x="0" y="0"/>
            <a:ext cx="12191400" cy="6857280"/>
          </a:xfrm>
          <a:prstGeom prst="roundRect">
            <a:avLst>
              <a:gd name="adj" fmla="val 0"/>
            </a:avLst>
          </a:prstGeom>
          <a:blipFill rotWithShape="0">
            <a:blip r:embed="rId1"/>
            <a:srcRect/>
            <a:stretch/>
          </a:blipFill>
          <a:ln w="0">
            <a:noFill/>
          </a:ln>
        </p:spPr>
        <p:style>
          <a:lnRef idx="0"/>
          <a:fillRef idx="0"/>
          <a:effectRef idx="0"/>
          <a:fontRef idx="minor"/>
        </p:style>
      </p:sp>
      <p:sp>
        <p:nvSpPr>
          <p:cNvPr id="390" name="Shape 0"/>
          <p:cNvSpPr/>
          <p:nvPr/>
        </p:nvSpPr>
        <p:spPr>
          <a:xfrm>
            <a:off x="0" y="0"/>
            <a:ext cx="12191400" cy="6857280"/>
          </a:xfrm>
          <a:custGeom>
            <a:avLst/>
            <a:gdLst/>
            <a:ahLst/>
            <a:rect l="l" t="t" r="r" b="b"/>
            <a:pathLst>
              <a:path w="12192000" h="6858000">
                <a:moveTo>
                  <a:pt x="0" y="0"/>
                </a:moveTo>
                <a:lnTo>
                  <a:pt x="12192000" y="0"/>
                </a:lnTo>
                <a:lnTo>
                  <a:pt x="12192000" y="6858000"/>
                </a:lnTo>
                <a:lnTo>
                  <a:pt x="0" y="6858000"/>
                </a:lnTo>
                <a:lnTo>
                  <a:pt x="0" y="0"/>
                </a:lnTo>
                <a:close/>
              </a:path>
            </a:pathLst>
          </a:custGeom>
          <a:gradFill rotWithShape="0">
            <a:gsLst>
              <a:gs pos="0">
                <a:srgbClr val="111111"/>
              </a:gs>
              <a:gs pos="100000">
                <a:srgbClr val="111111">
                  <a:alpha val="60000"/>
                </a:srgbClr>
              </a:gs>
            </a:gsLst>
            <a:lin ang="0"/>
          </a:gradFill>
          <a:ln w="0">
            <a:noFill/>
          </a:ln>
        </p:spPr>
        <p:style>
          <a:lnRef idx="0"/>
          <a:fillRef idx="0"/>
          <a:effectRef idx="0"/>
          <a:fontRef idx="minor"/>
        </p:style>
      </p:sp>
      <p:sp>
        <p:nvSpPr>
          <p:cNvPr id="391" name="Shape 1"/>
          <p:cNvSpPr/>
          <p:nvPr/>
        </p:nvSpPr>
        <p:spPr>
          <a:xfrm>
            <a:off x="385920" y="1463400"/>
            <a:ext cx="1028160" cy="808920"/>
          </a:xfrm>
          <a:custGeom>
            <a:avLst/>
            <a:gdLst/>
            <a:ahLst/>
            <a:rect l="l" t="t" r="r" b="b"/>
            <a:pathLst>
              <a:path w="1028700" h="809625">
                <a:moveTo>
                  <a:pt x="76202" y="0"/>
                </a:moveTo>
                <a:lnTo>
                  <a:pt x="952498" y="0"/>
                </a:lnTo>
                <a:cubicBezTo>
                  <a:pt x="994583" y="0"/>
                  <a:pt x="1028700" y="34117"/>
                  <a:pt x="1028700" y="76202"/>
                </a:cubicBezTo>
                <a:lnTo>
                  <a:pt x="1028700" y="733423"/>
                </a:lnTo>
                <a:cubicBezTo>
                  <a:pt x="1028700" y="775508"/>
                  <a:pt x="994583" y="809625"/>
                  <a:pt x="952498" y="809625"/>
                </a:cubicBezTo>
                <a:lnTo>
                  <a:pt x="76202" y="809625"/>
                </a:lnTo>
                <a:cubicBezTo>
                  <a:pt x="34117" y="809625"/>
                  <a:pt x="0" y="775508"/>
                  <a:pt x="0" y="733423"/>
                </a:cubicBezTo>
                <a:lnTo>
                  <a:pt x="0" y="76202"/>
                </a:lnTo>
                <a:cubicBezTo>
                  <a:pt x="0" y="34117"/>
                  <a:pt x="34117" y="0"/>
                  <a:pt x="76202" y="0"/>
                </a:cubicBezTo>
                <a:close/>
              </a:path>
            </a:pathLst>
          </a:custGeom>
          <a:solidFill>
            <a:srgbClr val="c9a36a">
              <a:alpha val="20000"/>
            </a:srgbClr>
          </a:solidFill>
          <a:ln w="12700">
            <a:solidFill>
              <a:srgbClr val="c9a36a">
                <a:alpha val="50000"/>
              </a:srgbClr>
            </a:solidFill>
            <a:round/>
          </a:ln>
        </p:spPr>
        <p:style>
          <a:lnRef idx="0"/>
          <a:fillRef idx="0"/>
          <a:effectRef idx="0"/>
          <a:fontRef idx="minor"/>
        </p:style>
      </p:sp>
      <p:sp>
        <p:nvSpPr>
          <p:cNvPr id="392" name="Text 2"/>
          <p:cNvSpPr/>
          <p:nvPr/>
        </p:nvSpPr>
        <p:spPr>
          <a:xfrm>
            <a:off x="619200" y="1539360"/>
            <a:ext cx="851040" cy="65664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4500" spc="-1" strike="noStrike">
                <a:solidFill>
                  <a:srgbClr val="c9a36a"/>
                </a:solidFill>
                <a:latin typeface="Oranienbaum"/>
                <a:ea typeface="Oranienbaum"/>
              </a:rPr>
              <a:t>05</a:t>
            </a:r>
            <a:endParaRPr b="0" lang="en-HK" sz="4500" spc="-1" strike="noStrike">
              <a:latin typeface="Arial"/>
            </a:endParaRPr>
          </a:p>
        </p:txBody>
      </p:sp>
      <p:sp>
        <p:nvSpPr>
          <p:cNvPr id="393" name="Text 3"/>
          <p:cNvSpPr/>
          <p:nvPr/>
        </p:nvSpPr>
        <p:spPr>
          <a:xfrm>
            <a:off x="380880" y="2582640"/>
            <a:ext cx="8876520" cy="1713960"/>
          </a:xfrm>
          <a:prstGeom prst="rect">
            <a:avLst/>
          </a:prstGeom>
          <a:noFill/>
          <a:ln w="0">
            <a:noFill/>
          </a:ln>
        </p:spPr>
        <p:style>
          <a:lnRef idx="0"/>
          <a:fillRef idx="0"/>
          <a:effectRef idx="0"/>
          <a:fontRef idx="minor"/>
        </p:style>
        <p:txBody>
          <a:bodyPr lIns="0" rIns="0" tIns="0" bIns="0" anchor="ctr">
            <a:noAutofit/>
          </a:bodyPr>
          <a:p>
            <a:pPr>
              <a:lnSpc>
                <a:spcPct val="100000"/>
              </a:lnSpc>
              <a:buNone/>
            </a:pPr>
            <a:r>
              <a:rPr b="1" lang="en-US" sz="5400" spc="-1" strike="noStrike">
                <a:solidFill>
                  <a:srgbClr val="f2f2f2"/>
                </a:solidFill>
                <a:latin typeface="Oranienbaum"/>
                <a:ea typeface="Oranienbaum"/>
              </a:rPr>
              <a:t>The Unbreakable</a:t>
            </a:r>
            <a:endParaRPr b="0" lang="en-HK" sz="5400" spc="-1" strike="noStrike">
              <a:latin typeface="Arial"/>
            </a:endParaRPr>
          </a:p>
          <a:p>
            <a:pPr>
              <a:lnSpc>
                <a:spcPct val="100000"/>
              </a:lnSpc>
              <a:buNone/>
            </a:pPr>
            <a:r>
              <a:rPr b="1" lang="en-US" sz="5400" spc="-1" strike="noStrike">
                <a:solidFill>
                  <a:srgbClr val="f2f2f2"/>
                </a:solidFill>
                <a:latin typeface="Oranienbaum"/>
                <a:ea typeface="Oranienbaum"/>
              </a:rPr>
              <a:t>Bond: Vincent and Theo</a:t>
            </a:r>
            <a:endParaRPr b="0" lang="en-HK" sz="5400" spc="-1" strike="noStrike">
              <a:latin typeface="Arial"/>
            </a:endParaRPr>
          </a:p>
        </p:txBody>
      </p:sp>
      <p:sp>
        <p:nvSpPr>
          <p:cNvPr id="394" name="Shape 4"/>
          <p:cNvSpPr/>
          <p:nvPr/>
        </p:nvSpPr>
        <p:spPr>
          <a:xfrm>
            <a:off x="380880" y="4601880"/>
            <a:ext cx="1828080" cy="27720"/>
          </a:xfrm>
          <a:custGeom>
            <a:avLst/>
            <a:gdLst/>
            <a:ahLst/>
            <a:rect l="l" t="t" r="r" b="b"/>
            <a:pathLst>
              <a:path w="1828800" h="28575">
                <a:moveTo>
                  <a:pt x="0" y="0"/>
                </a:moveTo>
                <a:lnTo>
                  <a:pt x="1828800" y="0"/>
                </a:lnTo>
                <a:lnTo>
                  <a:pt x="1828800" y="28575"/>
                </a:lnTo>
                <a:lnTo>
                  <a:pt x="0" y="28575"/>
                </a:lnTo>
                <a:lnTo>
                  <a:pt x="0" y="0"/>
                </a:lnTo>
                <a:close/>
              </a:path>
            </a:pathLst>
          </a:custGeom>
          <a:solidFill>
            <a:srgbClr val="c9a36a"/>
          </a:solidFill>
          <a:ln w="0">
            <a:noFill/>
          </a:ln>
        </p:spPr>
        <p:style>
          <a:lnRef idx="0"/>
          <a:fillRef idx="0"/>
          <a:effectRef idx="0"/>
          <a:fontRef idx="minor"/>
        </p:style>
      </p:sp>
      <p:sp>
        <p:nvSpPr>
          <p:cNvPr id="395" name="Text 5"/>
          <p:cNvSpPr/>
          <p:nvPr/>
        </p:nvSpPr>
        <p:spPr>
          <a:xfrm>
            <a:off x="380880" y="4935240"/>
            <a:ext cx="6543000" cy="46584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2250" spc="-1" strike="noStrike">
                <a:solidFill>
                  <a:srgbClr val="b8b8b8"/>
                </a:solidFill>
                <a:latin typeface="Quattrocento Sans"/>
                <a:ea typeface="Quattrocento Sans"/>
              </a:rPr>
              <a:t>A brotherhood that sustained an artistic genius</a:t>
            </a:r>
            <a:endParaRPr b="0" lang="en-HK" sz="2250" spc="-1" strike="noStrike">
              <a:latin typeface="Arial"/>
            </a:endParaRPr>
          </a:p>
        </p:txBody>
      </p:sp>
    </p:spTree>
  </p:cSld>
  <mc:AlternateContent>
    <mc:Choice Requires="p14">
      <p:transition spd="slow" p14:dur="2000"/>
    </mc:Choice>
    <mc:Fallback>
      <p:transition spd="slow"/>
    </mc:Fallback>
  </mc:AlternateContent>
</p:sld>
</file>

<file path=ppt/slides/slide1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11111"/>
        </a:solidFill>
      </p:bgPr>
    </p:bg>
    <p:spTree>
      <p:nvGrpSpPr>
        <p:cNvPr id="1" name=""/>
        <p:cNvGrpSpPr/>
        <p:nvPr/>
      </p:nvGrpSpPr>
      <p:grpSpPr>
        <a:xfrm>
          <a:off x="0" y="0"/>
          <a:ext cx="0" cy="0"/>
          <a:chOff x="0" y="0"/>
          <a:chExt cx="0" cy="0"/>
        </a:xfrm>
      </p:grpSpPr>
      <p:sp>
        <p:nvSpPr>
          <p:cNvPr id="396" name="Text 0"/>
          <p:cNvSpPr/>
          <p:nvPr/>
        </p:nvSpPr>
        <p:spPr>
          <a:xfrm>
            <a:off x="320400" y="320400"/>
            <a:ext cx="11614680" cy="1915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10" spc="197" strike="noStrike">
                <a:solidFill>
                  <a:srgbClr val="c9a36a"/>
                </a:solidFill>
                <a:latin typeface="Quattrocento Sans"/>
                <a:ea typeface="Quattrocento Sans"/>
              </a:rPr>
              <a:t>Chapter 05</a:t>
            </a:r>
            <a:endParaRPr b="0" lang="en-HK" sz="1010" spc="-1" strike="noStrike">
              <a:latin typeface="Arial"/>
            </a:endParaRPr>
          </a:p>
        </p:txBody>
      </p:sp>
      <p:sp>
        <p:nvSpPr>
          <p:cNvPr id="397" name="Text 1"/>
          <p:cNvSpPr/>
          <p:nvPr/>
        </p:nvSpPr>
        <p:spPr>
          <a:xfrm>
            <a:off x="320400" y="576720"/>
            <a:ext cx="11742840" cy="38376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3030" spc="-1" strike="noStrike">
                <a:solidFill>
                  <a:srgbClr val="f2f2f2"/>
                </a:solidFill>
                <a:latin typeface="Oranienbaum"/>
                <a:ea typeface="Oranienbaum"/>
              </a:rPr>
              <a:t>Theo van Gogh: The Brother Behind the Artist</a:t>
            </a:r>
            <a:endParaRPr b="0" lang="en-HK" sz="3030" spc="-1" strike="noStrike">
              <a:latin typeface="Arial"/>
            </a:endParaRPr>
          </a:p>
        </p:txBody>
      </p:sp>
      <p:sp>
        <p:nvSpPr>
          <p:cNvPr id="398" name="Shape 2"/>
          <p:cNvSpPr/>
          <p:nvPr/>
        </p:nvSpPr>
        <p:spPr>
          <a:xfrm>
            <a:off x="320400" y="1089360"/>
            <a:ext cx="896400" cy="15480"/>
          </a:xfrm>
          <a:custGeom>
            <a:avLst/>
            <a:gdLst/>
            <a:ahLst/>
            <a:rect l="l" t="t" r="r" b="b"/>
            <a:pathLst>
              <a:path w="897177" h="16021">
                <a:moveTo>
                  <a:pt x="0" y="0"/>
                </a:moveTo>
                <a:lnTo>
                  <a:pt x="897177" y="0"/>
                </a:lnTo>
                <a:lnTo>
                  <a:pt x="897177" y="16021"/>
                </a:lnTo>
                <a:lnTo>
                  <a:pt x="0" y="16021"/>
                </a:lnTo>
                <a:lnTo>
                  <a:pt x="0" y="0"/>
                </a:lnTo>
                <a:close/>
              </a:path>
            </a:pathLst>
          </a:custGeom>
          <a:solidFill>
            <a:srgbClr val="c9a36a"/>
          </a:solidFill>
          <a:ln w="0">
            <a:noFill/>
          </a:ln>
        </p:spPr>
        <p:style>
          <a:lnRef idx="0"/>
          <a:fillRef idx="0"/>
          <a:effectRef idx="0"/>
          <a:fontRef idx="minor"/>
        </p:style>
      </p:sp>
      <p:sp>
        <p:nvSpPr>
          <p:cNvPr id="399" name="Shape 3"/>
          <p:cNvSpPr/>
          <p:nvPr/>
        </p:nvSpPr>
        <p:spPr>
          <a:xfrm>
            <a:off x="332280" y="1265760"/>
            <a:ext cx="6235560" cy="3043440"/>
          </a:xfrm>
          <a:custGeom>
            <a:avLst/>
            <a:gdLst/>
            <a:ahLst/>
            <a:rect l="l" t="t" r="r" b="b"/>
            <a:pathLst>
              <a:path w="6236184" h="3043995">
                <a:moveTo>
                  <a:pt x="24032" y="0"/>
                </a:moveTo>
                <a:lnTo>
                  <a:pt x="6172108" y="0"/>
                </a:lnTo>
                <a:cubicBezTo>
                  <a:pt x="6207496" y="0"/>
                  <a:pt x="6236184" y="28688"/>
                  <a:pt x="6236184" y="64076"/>
                </a:cubicBezTo>
                <a:lnTo>
                  <a:pt x="6236184" y="2979919"/>
                </a:lnTo>
                <a:cubicBezTo>
                  <a:pt x="6236184" y="3015307"/>
                  <a:pt x="6207496" y="3043995"/>
                  <a:pt x="6172108" y="3043995"/>
                </a:cubicBezTo>
                <a:lnTo>
                  <a:pt x="24032" y="3043995"/>
                </a:lnTo>
                <a:cubicBezTo>
                  <a:pt x="10759" y="3043995"/>
                  <a:pt x="0" y="3033235"/>
                  <a:pt x="0" y="3019963"/>
                </a:cubicBezTo>
                <a:lnTo>
                  <a:pt x="0" y="24032"/>
                </a:lnTo>
                <a:cubicBezTo>
                  <a:pt x="0" y="10768"/>
                  <a:pt x="10768" y="0"/>
                  <a:pt x="24032" y="0"/>
                </a:cubicBezTo>
                <a:close/>
              </a:path>
            </a:pathLst>
          </a:custGeom>
          <a:solidFill>
            <a:srgbClr val="1a1a1a"/>
          </a:solidFill>
          <a:ln w="0">
            <a:noFill/>
          </a:ln>
        </p:spPr>
        <p:style>
          <a:lnRef idx="0"/>
          <a:fillRef idx="0"/>
          <a:effectRef idx="0"/>
          <a:fontRef idx="minor"/>
        </p:style>
      </p:sp>
      <p:sp>
        <p:nvSpPr>
          <p:cNvPr id="400" name="Shape 4"/>
          <p:cNvSpPr/>
          <p:nvPr/>
        </p:nvSpPr>
        <p:spPr>
          <a:xfrm>
            <a:off x="332280" y="1265760"/>
            <a:ext cx="23400" cy="3043440"/>
          </a:xfrm>
          <a:custGeom>
            <a:avLst/>
            <a:gdLst/>
            <a:ahLst/>
            <a:rect l="l" t="t" r="r" b="b"/>
            <a:pathLst>
              <a:path w="24032" h="3043995">
                <a:moveTo>
                  <a:pt x="24032" y="0"/>
                </a:moveTo>
                <a:lnTo>
                  <a:pt x="24032" y="0"/>
                </a:lnTo>
                <a:lnTo>
                  <a:pt x="24032" y="3043995"/>
                </a:lnTo>
                <a:lnTo>
                  <a:pt x="24032" y="3043995"/>
                </a:lnTo>
                <a:cubicBezTo>
                  <a:pt x="10759" y="3043995"/>
                  <a:pt x="0" y="3033235"/>
                  <a:pt x="0" y="3019963"/>
                </a:cubicBezTo>
                <a:lnTo>
                  <a:pt x="0" y="24032"/>
                </a:lnTo>
                <a:cubicBezTo>
                  <a:pt x="0" y="10768"/>
                  <a:pt x="10768" y="0"/>
                  <a:pt x="24032" y="0"/>
                </a:cubicBezTo>
                <a:close/>
              </a:path>
            </a:pathLst>
          </a:custGeom>
          <a:solidFill>
            <a:srgbClr val="c9a36a"/>
          </a:solidFill>
          <a:ln w="0">
            <a:noFill/>
          </a:ln>
        </p:spPr>
        <p:style>
          <a:lnRef idx="0"/>
          <a:fillRef idx="0"/>
          <a:effectRef idx="0"/>
          <a:fontRef idx="minor"/>
        </p:style>
      </p:sp>
      <p:sp>
        <p:nvSpPr>
          <p:cNvPr id="401" name="Shape 5"/>
          <p:cNvSpPr/>
          <p:nvPr/>
        </p:nvSpPr>
        <p:spPr>
          <a:xfrm>
            <a:off x="504720" y="1425960"/>
            <a:ext cx="383760" cy="383760"/>
          </a:xfrm>
          <a:custGeom>
            <a:avLst/>
            <a:gdLst/>
            <a:ahLst/>
            <a:rect l="l" t="t" r="r" b="b"/>
            <a:pathLst>
              <a:path w="384505" h="384505">
                <a:moveTo>
                  <a:pt x="192252" y="0"/>
                </a:moveTo>
                <a:lnTo>
                  <a:pt x="192252" y="0"/>
                </a:lnTo>
                <a:cubicBezTo>
                  <a:pt x="298359" y="0"/>
                  <a:pt x="384505" y="86145"/>
                  <a:pt x="384505" y="192252"/>
                </a:cubicBezTo>
                <a:lnTo>
                  <a:pt x="384505" y="192252"/>
                </a:lnTo>
                <a:cubicBezTo>
                  <a:pt x="384505" y="298359"/>
                  <a:pt x="298359" y="384505"/>
                  <a:pt x="192252" y="384505"/>
                </a:cubicBezTo>
                <a:lnTo>
                  <a:pt x="192252" y="384505"/>
                </a:lnTo>
                <a:cubicBezTo>
                  <a:pt x="86145" y="384505"/>
                  <a:pt x="0" y="298359"/>
                  <a:pt x="0" y="192252"/>
                </a:cubicBezTo>
                <a:lnTo>
                  <a:pt x="0" y="192252"/>
                </a:lnTo>
                <a:cubicBezTo>
                  <a:pt x="0" y="86145"/>
                  <a:pt x="86145" y="0"/>
                  <a:pt x="192252" y="0"/>
                </a:cubicBezTo>
                <a:close/>
              </a:path>
            </a:pathLst>
          </a:custGeom>
          <a:solidFill>
            <a:srgbClr val="c9a36a">
              <a:alpha val="20000"/>
            </a:srgbClr>
          </a:solidFill>
          <a:ln w="0">
            <a:noFill/>
          </a:ln>
        </p:spPr>
        <p:style>
          <a:lnRef idx="0"/>
          <a:fillRef idx="0"/>
          <a:effectRef idx="0"/>
          <a:fontRef idx="minor"/>
        </p:style>
      </p:sp>
      <p:sp>
        <p:nvSpPr>
          <p:cNvPr id="402" name="Shape 6"/>
          <p:cNvSpPr/>
          <p:nvPr/>
        </p:nvSpPr>
        <p:spPr>
          <a:xfrm>
            <a:off x="616680" y="1537920"/>
            <a:ext cx="159480" cy="159480"/>
          </a:xfrm>
          <a:custGeom>
            <a:avLst/>
            <a:gdLst/>
            <a:ahLst/>
            <a:rect l="l" t="t" r="r" b="b"/>
            <a:pathLst>
              <a:path w="160210" h="160210">
                <a:moveTo>
                  <a:pt x="15020" y="20026"/>
                </a:moveTo>
                <a:cubicBezTo>
                  <a:pt x="6728" y="20026"/>
                  <a:pt x="0" y="26754"/>
                  <a:pt x="0" y="35046"/>
                </a:cubicBezTo>
                <a:cubicBezTo>
                  <a:pt x="0" y="39771"/>
                  <a:pt x="2222" y="44214"/>
                  <a:pt x="6008" y="47062"/>
                </a:cubicBezTo>
                <a:lnTo>
                  <a:pt x="71093" y="95876"/>
                </a:lnTo>
                <a:cubicBezTo>
                  <a:pt x="76444" y="99881"/>
                  <a:pt x="83766" y="99881"/>
                  <a:pt x="89117" y="95876"/>
                </a:cubicBezTo>
                <a:lnTo>
                  <a:pt x="154202" y="47062"/>
                </a:lnTo>
                <a:cubicBezTo>
                  <a:pt x="157989" y="44214"/>
                  <a:pt x="160210" y="39771"/>
                  <a:pt x="160210" y="35046"/>
                </a:cubicBezTo>
                <a:cubicBezTo>
                  <a:pt x="160210" y="26754"/>
                  <a:pt x="153483" y="20026"/>
                  <a:pt x="145191" y="20026"/>
                </a:cubicBezTo>
                <a:lnTo>
                  <a:pt x="15020" y="20026"/>
                </a:lnTo>
                <a:close/>
                <a:moveTo>
                  <a:pt x="0" y="61330"/>
                </a:moveTo>
                <a:lnTo>
                  <a:pt x="0" y="120158"/>
                </a:lnTo>
                <a:cubicBezTo>
                  <a:pt x="0" y="131203"/>
                  <a:pt x="8981" y="140184"/>
                  <a:pt x="20026" y="140184"/>
                </a:cubicBezTo>
                <a:lnTo>
                  <a:pt x="140184" y="140184"/>
                </a:lnTo>
                <a:cubicBezTo>
                  <a:pt x="151230" y="140184"/>
                  <a:pt x="160210" y="131203"/>
                  <a:pt x="160210" y="120158"/>
                </a:cubicBezTo>
                <a:lnTo>
                  <a:pt x="160210" y="61330"/>
                </a:lnTo>
                <a:lnTo>
                  <a:pt x="98129" y="107892"/>
                </a:lnTo>
                <a:cubicBezTo>
                  <a:pt x="87459" y="115902"/>
                  <a:pt x="72752" y="115902"/>
                  <a:pt x="62081" y="107892"/>
                </a:cubicBezTo>
                <a:lnTo>
                  <a:pt x="0" y="61330"/>
                </a:lnTo>
                <a:close/>
              </a:path>
            </a:pathLst>
          </a:custGeom>
          <a:solidFill>
            <a:srgbClr val="c9a36a"/>
          </a:solidFill>
          <a:ln w="0">
            <a:noFill/>
          </a:ln>
        </p:spPr>
        <p:style>
          <a:lnRef idx="0"/>
          <a:fillRef idx="0"/>
          <a:effectRef idx="0"/>
          <a:fontRef idx="minor"/>
        </p:style>
      </p:sp>
      <p:sp>
        <p:nvSpPr>
          <p:cNvPr id="403" name="Text 7"/>
          <p:cNvSpPr/>
          <p:nvPr/>
        </p:nvSpPr>
        <p:spPr>
          <a:xfrm>
            <a:off x="985320" y="1490040"/>
            <a:ext cx="2626560" cy="25560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510" spc="-1" strike="noStrike">
                <a:solidFill>
                  <a:srgbClr val="f2f2f2"/>
                </a:solidFill>
                <a:latin typeface="Oranienbaum"/>
                <a:ea typeface="Oranienbaum"/>
              </a:rPr>
              <a:t>600+ Letters: A Lifelong Dialogue</a:t>
            </a:r>
            <a:endParaRPr b="0" lang="en-HK" sz="1510" spc="-1" strike="noStrike">
              <a:latin typeface="Arial"/>
            </a:endParaRPr>
          </a:p>
        </p:txBody>
      </p:sp>
      <p:sp>
        <p:nvSpPr>
          <p:cNvPr id="404" name="Text 8"/>
          <p:cNvSpPr/>
          <p:nvPr/>
        </p:nvSpPr>
        <p:spPr>
          <a:xfrm>
            <a:off x="504720" y="1938600"/>
            <a:ext cx="5967000" cy="62424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10" spc="-1" strike="noStrike">
                <a:solidFill>
                  <a:srgbClr val="b8b8b8"/>
                </a:solidFill>
                <a:latin typeface="Quattrocento Sans"/>
                <a:ea typeface="Quattrocento Sans"/>
              </a:rPr>
              <a:t>Vincent and Theo maintained an extraordinary correspondence throughout their lives. These </a:t>
            </a:r>
            <a:r>
              <a:rPr b="0" lang="en-US" sz="1010" spc="-1" strike="noStrike">
                <a:solidFill>
                  <a:srgbClr val="f2f2f2"/>
                </a:solidFill>
                <a:latin typeface="Quattrocento Sans"/>
                <a:ea typeface="Quattrocento Sans"/>
              </a:rPr>
              <a:t>600+ letters</a:t>
            </a:r>
            <a:r>
              <a:rPr b="0" lang="en-US" sz="1010" spc="-1" strike="noStrike">
                <a:solidFill>
                  <a:srgbClr val="b8b8b8"/>
                </a:solidFill>
                <a:latin typeface="Quattrocento Sans"/>
                <a:ea typeface="Quattrocento Sans"/>
              </a:rPr>
              <a:t> provide unparalleled insight into Vincent's artistic process, philosophical thoughts, daily struggles, and emotional states.</a:t>
            </a:r>
            <a:endParaRPr b="0" lang="en-HK" sz="1010" spc="-1" strike="noStrike">
              <a:latin typeface="Arial"/>
            </a:endParaRPr>
          </a:p>
        </p:txBody>
      </p:sp>
      <p:sp>
        <p:nvSpPr>
          <p:cNvPr id="405" name="Text 9"/>
          <p:cNvSpPr/>
          <p:nvPr/>
        </p:nvSpPr>
        <p:spPr>
          <a:xfrm>
            <a:off x="504720" y="2691360"/>
            <a:ext cx="5967000" cy="62424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10" spc="-1" strike="noStrike">
                <a:solidFill>
                  <a:srgbClr val="b8b8b8"/>
                </a:solidFill>
                <a:latin typeface="Quattrocento Sans"/>
                <a:ea typeface="Quattrocento Sans"/>
              </a:rPr>
              <a:t>The letters reveal Vincent's theories on color, his admiration for other artists, his religious doubts, his mental health battles, and his unwavering commitment to art. They form one of the most important documents in art history.</a:t>
            </a:r>
            <a:endParaRPr b="0" lang="en-HK" sz="1010" spc="-1" strike="noStrike">
              <a:latin typeface="Arial"/>
            </a:endParaRPr>
          </a:p>
        </p:txBody>
      </p:sp>
      <p:sp>
        <p:nvSpPr>
          <p:cNvPr id="406" name="Shape 10"/>
          <p:cNvSpPr/>
          <p:nvPr/>
        </p:nvSpPr>
        <p:spPr>
          <a:xfrm>
            <a:off x="504720" y="3444480"/>
            <a:ext cx="5902920" cy="704160"/>
          </a:xfrm>
          <a:custGeom>
            <a:avLst/>
            <a:gdLst/>
            <a:ahLst/>
            <a:rect l="l" t="t" r="r" b="b"/>
            <a:pathLst>
              <a:path w="5903748" h="704925">
                <a:moveTo>
                  <a:pt x="32039" y="0"/>
                </a:moveTo>
                <a:lnTo>
                  <a:pt x="5871709" y="0"/>
                </a:lnTo>
                <a:cubicBezTo>
                  <a:pt x="5889403" y="0"/>
                  <a:pt x="5903748" y="14344"/>
                  <a:pt x="5903748" y="32039"/>
                </a:cubicBezTo>
                <a:lnTo>
                  <a:pt x="5903748" y="672886"/>
                </a:lnTo>
                <a:cubicBezTo>
                  <a:pt x="5903748" y="690581"/>
                  <a:pt x="5889403" y="704925"/>
                  <a:pt x="5871709" y="704925"/>
                </a:cubicBezTo>
                <a:lnTo>
                  <a:pt x="32039" y="704925"/>
                </a:lnTo>
                <a:cubicBezTo>
                  <a:pt x="14344" y="704925"/>
                  <a:pt x="0" y="690581"/>
                  <a:pt x="0" y="672886"/>
                </a:cubicBezTo>
                <a:lnTo>
                  <a:pt x="0" y="32039"/>
                </a:lnTo>
                <a:cubicBezTo>
                  <a:pt x="0" y="14356"/>
                  <a:pt x="14356" y="0"/>
                  <a:pt x="32039" y="0"/>
                </a:cubicBezTo>
                <a:close/>
              </a:path>
            </a:pathLst>
          </a:custGeom>
          <a:solidFill>
            <a:srgbClr val="2b2b2b"/>
          </a:solidFill>
          <a:ln w="0">
            <a:noFill/>
          </a:ln>
        </p:spPr>
        <p:style>
          <a:lnRef idx="0"/>
          <a:fillRef idx="0"/>
          <a:effectRef idx="0"/>
          <a:fontRef idx="minor"/>
        </p:style>
      </p:sp>
      <p:sp>
        <p:nvSpPr>
          <p:cNvPr id="407" name="Text 11"/>
          <p:cNvSpPr/>
          <p:nvPr/>
        </p:nvSpPr>
        <p:spPr>
          <a:xfrm>
            <a:off x="600840" y="3540600"/>
            <a:ext cx="5766840" cy="1594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0" spc="-1" strike="noStrike">
                <a:solidFill>
                  <a:srgbClr val="c9a36a"/>
                </a:solidFill>
                <a:latin typeface="Quattrocento Sans"/>
                <a:ea typeface="Quattrocento Sans"/>
              </a:rPr>
              <a:t>Historical Value:</a:t>
            </a:r>
            <a:endParaRPr b="0" lang="en-HK" sz="880" spc="-1" strike="noStrike">
              <a:latin typeface="Arial"/>
            </a:endParaRPr>
          </a:p>
        </p:txBody>
      </p:sp>
      <p:sp>
        <p:nvSpPr>
          <p:cNvPr id="408" name="Text 12"/>
          <p:cNvSpPr/>
          <p:nvPr/>
        </p:nvSpPr>
        <p:spPr>
          <a:xfrm>
            <a:off x="600840" y="3732840"/>
            <a:ext cx="5766840" cy="3196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0" spc="-1" strike="noStrike">
                <a:solidFill>
                  <a:srgbClr val="b8b8b8"/>
                </a:solidFill>
                <a:latin typeface="Quattrocento Sans"/>
                <a:ea typeface="Quattrocento Sans"/>
              </a:rPr>
              <a:t>Published as "The Letters of Vincent van Gogh," these documents are essential reading for understanding his life and work.</a:t>
            </a:r>
            <a:endParaRPr b="0" lang="en-HK" sz="880" spc="-1" strike="noStrike">
              <a:latin typeface="Arial"/>
            </a:endParaRPr>
          </a:p>
        </p:txBody>
      </p:sp>
      <p:sp>
        <p:nvSpPr>
          <p:cNvPr id="409" name="Shape 13"/>
          <p:cNvSpPr/>
          <p:nvPr/>
        </p:nvSpPr>
        <p:spPr>
          <a:xfrm>
            <a:off x="332280" y="4437720"/>
            <a:ext cx="6235560" cy="2210040"/>
          </a:xfrm>
          <a:custGeom>
            <a:avLst/>
            <a:gdLst/>
            <a:ahLst/>
            <a:rect l="l" t="t" r="r" b="b"/>
            <a:pathLst>
              <a:path w="6236184" h="2210901">
                <a:moveTo>
                  <a:pt x="24032" y="0"/>
                </a:moveTo>
                <a:lnTo>
                  <a:pt x="6172090" y="0"/>
                </a:lnTo>
                <a:cubicBezTo>
                  <a:pt x="6207488" y="0"/>
                  <a:pt x="6236184" y="28696"/>
                  <a:pt x="6236184" y="64094"/>
                </a:cubicBezTo>
                <a:lnTo>
                  <a:pt x="6236184" y="2146807"/>
                </a:lnTo>
                <a:cubicBezTo>
                  <a:pt x="6236184" y="2182206"/>
                  <a:pt x="6207488" y="2210901"/>
                  <a:pt x="6172090" y="2210901"/>
                </a:cubicBezTo>
                <a:lnTo>
                  <a:pt x="24032" y="2210901"/>
                </a:lnTo>
                <a:cubicBezTo>
                  <a:pt x="10759" y="2210901"/>
                  <a:pt x="0" y="2200142"/>
                  <a:pt x="0" y="2186870"/>
                </a:cubicBezTo>
                <a:lnTo>
                  <a:pt x="0" y="24032"/>
                </a:lnTo>
                <a:cubicBezTo>
                  <a:pt x="0" y="10768"/>
                  <a:pt x="10768" y="0"/>
                  <a:pt x="24032" y="0"/>
                </a:cubicBezTo>
                <a:close/>
              </a:path>
            </a:pathLst>
          </a:custGeom>
          <a:solidFill>
            <a:srgbClr val="1a1a1a"/>
          </a:solidFill>
          <a:ln w="0">
            <a:noFill/>
          </a:ln>
        </p:spPr>
        <p:style>
          <a:lnRef idx="0"/>
          <a:fillRef idx="0"/>
          <a:effectRef idx="0"/>
          <a:fontRef idx="minor"/>
        </p:style>
      </p:sp>
      <p:sp>
        <p:nvSpPr>
          <p:cNvPr id="410" name="Shape 14"/>
          <p:cNvSpPr/>
          <p:nvPr/>
        </p:nvSpPr>
        <p:spPr>
          <a:xfrm>
            <a:off x="332280" y="4437720"/>
            <a:ext cx="23400" cy="2210040"/>
          </a:xfrm>
          <a:custGeom>
            <a:avLst/>
            <a:gdLst/>
            <a:ahLst/>
            <a:rect l="l" t="t" r="r" b="b"/>
            <a:pathLst>
              <a:path w="24032" h="2210901">
                <a:moveTo>
                  <a:pt x="24032" y="0"/>
                </a:moveTo>
                <a:lnTo>
                  <a:pt x="24032" y="0"/>
                </a:lnTo>
                <a:lnTo>
                  <a:pt x="24032" y="2210901"/>
                </a:lnTo>
                <a:lnTo>
                  <a:pt x="24032" y="2210901"/>
                </a:lnTo>
                <a:cubicBezTo>
                  <a:pt x="10759" y="2210901"/>
                  <a:pt x="0" y="2200142"/>
                  <a:pt x="0" y="2186870"/>
                </a:cubicBezTo>
                <a:lnTo>
                  <a:pt x="0" y="24032"/>
                </a:lnTo>
                <a:cubicBezTo>
                  <a:pt x="0" y="10768"/>
                  <a:pt x="10768" y="0"/>
                  <a:pt x="24032" y="0"/>
                </a:cubicBezTo>
                <a:close/>
              </a:path>
            </a:pathLst>
          </a:custGeom>
          <a:solidFill>
            <a:srgbClr val="c9a36a"/>
          </a:solidFill>
          <a:ln w="0">
            <a:noFill/>
          </a:ln>
        </p:spPr>
        <p:style>
          <a:lnRef idx="0"/>
          <a:fillRef idx="0"/>
          <a:effectRef idx="0"/>
          <a:fontRef idx="minor"/>
        </p:style>
      </p:sp>
      <p:sp>
        <p:nvSpPr>
          <p:cNvPr id="411" name="Shape 15"/>
          <p:cNvSpPr/>
          <p:nvPr/>
        </p:nvSpPr>
        <p:spPr>
          <a:xfrm>
            <a:off x="504720" y="4597920"/>
            <a:ext cx="383760" cy="383760"/>
          </a:xfrm>
          <a:custGeom>
            <a:avLst/>
            <a:gdLst/>
            <a:ahLst/>
            <a:rect l="l" t="t" r="r" b="b"/>
            <a:pathLst>
              <a:path w="384505" h="384505">
                <a:moveTo>
                  <a:pt x="192252" y="0"/>
                </a:moveTo>
                <a:lnTo>
                  <a:pt x="192252" y="0"/>
                </a:lnTo>
                <a:cubicBezTo>
                  <a:pt x="298359" y="0"/>
                  <a:pt x="384505" y="86145"/>
                  <a:pt x="384505" y="192252"/>
                </a:cubicBezTo>
                <a:lnTo>
                  <a:pt x="384505" y="192252"/>
                </a:lnTo>
                <a:cubicBezTo>
                  <a:pt x="384505" y="298359"/>
                  <a:pt x="298359" y="384505"/>
                  <a:pt x="192252" y="384505"/>
                </a:cubicBezTo>
                <a:lnTo>
                  <a:pt x="192252" y="384505"/>
                </a:lnTo>
                <a:cubicBezTo>
                  <a:pt x="86145" y="384505"/>
                  <a:pt x="0" y="298359"/>
                  <a:pt x="0" y="192252"/>
                </a:cubicBezTo>
                <a:lnTo>
                  <a:pt x="0" y="192252"/>
                </a:lnTo>
                <a:cubicBezTo>
                  <a:pt x="0" y="86145"/>
                  <a:pt x="86145" y="0"/>
                  <a:pt x="192252" y="0"/>
                </a:cubicBezTo>
                <a:close/>
              </a:path>
            </a:pathLst>
          </a:custGeom>
          <a:solidFill>
            <a:srgbClr val="c9a36a">
              <a:alpha val="20000"/>
            </a:srgbClr>
          </a:solidFill>
          <a:ln w="0">
            <a:noFill/>
          </a:ln>
        </p:spPr>
        <p:style>
          <a:lnRef idx="0"/>
          <a:fillRef idx="0"/>
          <a:effectRef idx="0"/>
          <a:fontRef idx="minor"/>
        </p:style>
      </p:sp>
      <p:sp>
        <p:nvSpPr>
          <p:cNvPr id="412" name="Shape 16"/>
          <p:cNvSpPr/>
          <p:nvPr/>
        </p:nvSpPr>
        <p:spPr>
          <a:xfrm>
            <a:off x="626760" y="4710240"/>
            <a:ext cx="139320" cy="159480"/>
          </a:xfrm>
          <a:custGeom>
            <a:avLst/>
            <a:gdLst/>
            <a:ahLst/>
            <a:rect l="l" t="t" r="r" b="b"/>
            <a:pathLst>
              <a:path w="140184" h="160210">
                <a:moveTo>
                  <a:pt x="22936" y="60079"/>
                </a:moveTo>
                <a:cubicBezTo>
                  <a:pt x="31541" y="31135"/>
                  <a:pt x="58358" y="10013"/>
                  <a:pt x="90118" y="10013"/>
                </a:cubicBezTo>
                <a:lnTo>
                  <a:pt x="110145" y="10013"/>
                </a:lnTo>
                <a:cubicBezTo>
                  <a:pt x="115683" y="10013"/>
                  <a:pt x="120158" y="14488"/>
                  <a:pt x="120158" y="20026"/>
                </a:cubicBezTo>
                <a:cubicBezTo>
                  <a:pt x="120158" y="25565"/>
                  <a:pt x="115683" y="30039"/>
                  <a:pt x="110145" y="30039"/>
                </a:cubicBezTo>
                <a:lnTo>
                  <a:pt x="90118" y="30039"/>
                </a:lnTo>
                <a:cubicBezTo>
                  <a:pt x="69591" y="30039"/>
                  <a:pt x="51943" y="42399"/>
                  <a:pt x="44214" y="60079"/>
                </a:cubicBezTo>
                <a:lnTo>
                  <a:pt x="85112" y="60079"/>
                </a:lnTo>
                <a:cubicBezTo>
                  <a:pt x="89273" y="60079"/>
                  <a:pt x="92622" y="63427"/>
                  <a:pt x="92622" y="67589"/>
                </a:cubicBezTo>
                <a:cubicBezTo>
                  <a:pt x="92622" y="71750"/>
                  <a:pt x="89273" y="75099"/>
                  <a:pt x="85112" y="75099"/>
                </a:cubicBezTo>
                <a:lnTo>
                  <a:pt x="40303" y="75099"/>
                </a:lnTo>
                <a:cubicBezTo>
                  <a:pt x="40146" y="76757"/>
                  <a:pt x="40053" y="78415"/>
                  <a:pt x="40053" y="80105"/>
                </a:cubicBezTo>
                <a:cubicBezTo>
                  <a:pt x="40053" y="81795"/>
                  <a:pt x="40146" y="83453"/>
                  <a:pt x="40303" y="85112"/>
                </a:cubicBezTo>
                <a:lnTo>
                  <a:pt x="85112" y="85112"/>
                </a:lnTo>
                <a:cubicBezTo>
                  <a:pt x="89273" y="85112"/>
                  <a:pt x="92622" y="88460"/>
                  <a:pt x="92622" y="92622"/>
                </a:cubicBezTo>
                <a:cubicBezTo>
                  <a:pt x="92622" y="96783"/>
                  <a:pt x="89273" y="100131"/>
                  <a:pt x="85112" y="100131"/>
                </a:cubicBezTo>
                <a:lnTo>
                  <a:pt x="44214" y="100131"/>
                </a:lnTo>
                <a:cubicBezTo>
                  <a:pt x="51943" y="117811"/>
                  <a:pt x="69591" y="130171"/>
                  <a:pt x="90118" y="130171"/>
                </a:cubicBezTo>
                <a:lnTo>
                  <a:pt x="110145" y="130171"/>
                </a:lnTo>
                <a:cubicBezTo>
                  <a:pt x="115683" y="130171"/>
                  <a:pt x="120158" y="134645"/>
                  <a:pt x="120158" y="140184"/>
                </a:cubicBezTo>
                <a:cubicBezTo>
                  <a:pt x="120158" y="145722"/>
                  <a:pt x="115683" y="150197"/>
                  <a:pt x="110145" y="150197"/>
                </a:cubicBezTo>
                <a:lnTo>
                  <a:pt x="90118" y="150197"/>
                </a:lnTo>
                <a:cubicBezTo>
                  <a:pt x="58358" y="150197"/>
                  <a:pt x="31541" y="129076"/>
                  <a:pt x="22936" y="100131"/>
                </a:cubicBezTo>
                <a:lnTo>
                  <a:pt x="12516" y="100131"/>
                </a:lnTo>
                <a:cubicBezTo>
                  <a:pt x="8355" y="100131"/>
                  <a:pt x="5007" y="96783"/>
                  <a:pt x="5007" y="92622"/>
                </a:cubicBezTo>
                <a:cubicBezTo>
                  <a:pt x="5007" y="88460"/>
                  <a:pt x="8355" y="85112"/>
                  <a:pt x="12516" y="85112"/>
                </a:cubicBezTo>
                <a:lnTo>
                  <a:pt x="20214" y="85112"/>
                </a:lnTo>
                <a:cubicBezTo>
                  <a:pt x="19995" y="81826"/>
                  <a:pt x="19995" y="78384"/>
                  <a:pt x="20214" y="75099"/>
                </a:cubicBezTo>
                <a:lnTo>
                  <a:pt x="12516" y="75099"/>
                </a:lnTo>
                <a:cubicBezTo>
                  <a:pt x="8355" y="75099"/>
                  <a:pt x="5007" y="71750"/>
                  <a:pt x="5007" y="67589"/>
                </a:cubicBezTo>
                <a:cubicBezTo>
                  <a:pt x="5007" y="63427"/>
                  <a:pt x="8355" y="60079"/>
                  <a:pt x="12516" y="60079"/>
                </a:cubicBezTo>
                <a:lnTo>
                  <a:pt x="22936" y="60079"/>
                </a:lnTo>
                <a:close/>
              </a:path>
            </a:pathLst>
          </a:custGeom>
          <a:solidFill>
            <a:srgbClr val="c9a36a"/>
          </a:solidFill>
          <a:ln w="0">
            <a:noFill/>
          </a:ln>
        </p:spPr>
        <p:style>
          <a:lnRef idx="0"/>
          <a:fillRef idx="0"/>
          <a:effectRef idx="0"/>
          <a:fontRef idx="minor"/>
        </p:style>
      </p:sp>
      <p:sp>
        <p:nvSpPr>
          <p:cNvPr id="413" name="Text 17"/>
          <p:cNvSpPr/>
          <p:nvPr/>
        </p:nvSpPr>
        <p:spPr>
          <a:xfrm>
            <a:off x="985320" y="4662000"/>
            <a:ext cx="2610720" cy="25560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510" spc="-1" strike="noStrike">
                <a:solidFill>
                  <a:srgbClr val="f2f2f2"/>
                </a:solidFill>
                <a:latin typeface="Oranienbaum"/>
                <a:ea typeface="Oranienbaum"/>
              </a:rPr>
              <a:t>Financial and Emotional Support</a:t>
            </a:r>
            <a:endParaRPr b="0" lang="en-HK" sz="1510" spc="-1" strike="noStrike">
              <a:latin typeface="Arial"/>
            </a:endParaRPr>
          </a:p>
        </p:txBody>
      </p:sp>
      <p:sp>
        <p:nvSpPr>
          <p:cNvPr id="414" name="Text 18"/>
          <p:cNvSpPr/>
          <p:nvPr/>
        </p:nvSpPr>
        <p:spPr>
          <a:xfrm>
            <a:off x="504720" y="5110560"/>
            <a:ext cx="5967000" cy="62424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10" spc="-1" strike="noStrike">
                <a:solidFill>
                  <a:srgbClr val="b8b8b8"/>
                </a:solidFill>
                <a:latin typeface="Quattrocento Sans"/>
                <a:ea typeface="Quattrocento Sans"/>
              </a:rPr>
              <a:t>Theo, an art dealer at Goupil &amp; Cie in Paris, provided Vincent with </a:t>
            </a:r>
            <a:r>
              <a:rPr b="0" lang="en-US" sz="1010" spc="-1" strike="noStrike">
                <a:solidFill>
                  <a:srgbClr val="f2f2f2"/>
                </a:solidFill>
                <a:latin typeface="Quattrocento Sans"/>
                <a:ea typeface="Quattrocento Sans"/>
              </a:rPr>
              <a:t>monthly financial support</a:t>
            </a:r>
            <a:r>
              <a:rPr b="0" lang="en-US" sz="1010" spc="-1" strike="noStrike">
                <a:solidFill>
                  <a:srgbClr val="b8b8b8"/>
                </a:solidFill>
                <a:latin typeface="Quattrocento Sans"/>
                <a:ea typeface="Quattrocento Sans"/>
              </a:rPr>
              <a:t> throughout his career—approximately 150 francs per month, enough for basic living expenses and art supplies. Without this support, Vincent could not have devoted himself fully to painting.</a:t>
            </a:r>
            <a:endParaRPr b="0" lang="en-HK" sz="1010" spc="-1" strike="noStrike">
              <a:latin typeface="Arial"/>
            </a:endParaRPr>
          </a:p>
        </p:txBody>
      </p:sp>
      <p:sp>
        <p:nvSpPr>
          <p:cNvPr id="415" name="Text 19"/>
          <p:cNvSpPr/>
          <p:nvPr/>
        </p:nvSpPr>
        <p:spPr>
          <a:xfrm>
            <a:off x="504720" y="5863680"/>
            <a:ext cx="5967000" cy="62424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10" spc="-1" strike="noStrike">
                <a:solidFill>
                  <a:srgbClr val="b8b8b8"/>
                </a:solidFill>
                <a:latin typeface="Quattrocento Sans"/>
                <a:ea typeface="Quattrocento Sans"/>
              </a:rPr>
              <a:t>Beyond money, Theo offered </a:t>
            </a:r>
            <a:r>
              <a:rPr b="0" lang="en-US" sz="1010" spc="-1" strike="noStrike">
                <a:solidFill>
                  <a:srgbClr val="c9a36a"/>
                </a:solidFill>
                <a:latin typeface="Quattrocento Sans"/>
                <a:ea typeface="Quattrocento Sans"/>
              </a:rPr>
              <a:t>unwavering emotional encouragement</a:t>
            </a:r>
            <a:r>
              <a:rPr b="0" lang="en-US" sz="1010" spc="-1" strike="noStrike">
                <a:solidFill>
                  <a:srgbClr val="b8b8b8"/>
                </a:solidFill>
                <a:latin typeface="Quattrocento Sans"/>
                <a:ea typeface="Quattrocento Sans"/>
              </a:rPr>
              <a:t>. He believed in Vincent's talent when no one else did, defended him against critics, and promoted his work to galleries and collectors, though with little success during Vincent's lifetime.</a:t>
            </a:r>
            <a:endParaRPr b="0" lang="en-HK" sz="1010" spc="-1" strike="noStrike">
              <a:latin typeface="Arial"/>
            </a:endParaRPr>
          </a:p>
        </p:txBody>
      </p:sp>
      <p:sp>
        <p:nvSpPr>
          <p:cNvPr id="416" name="Shape 20"/>
          <p:cNvSpPr/>
          <p:nvPr/>
        </p:nvSpPr>
        <p:spPr>
          <a:xfrm>
            <a:off x="6762960" y="1269720"/>
            <a:ext cx="5101920" cy="3772080"/>
          </a:xfrm>
          <a:custGeom>
            <a:avLst/>
            <a:gdLst/>
            <a:ahLst/>
            <a:rect l="l" t="t" r="r" b="b"/>
            <a:pathLst>
              <a:path w="5102696" h="3772951">
                <a:moveTo>
                  <a:pt x="64102" y="0"/>
                </a:moveTo>
                <a:lnTo>
                  <a:pt x="5038594" y="0"/>
                </a:lnTo>
                <a:cubicBezTo>
                  <a:pt x="5073997" y="0"/>
                  <a:pt x="5102696" y="28700"/>
                  <a:pt x="5102696" y="64102"/>
                </a:cubicBezTo>
                <a:lnTo>
                  <a:pt x="5102696" y="3708849"/>
                </a:lnTo>
                <a:cubicBezTo>
                  <a:pt x="5102696" y="3744252"/>
                  <a:pt x="5073997" y="3772951"/>
                  <a:pt x="5038594" y="3772951"/>
                </a:cubicBezTo>
                <a:lnTo>
                  <a:pt x="64102" y="3772951"/>
                </a:lnTo>
                <a:cubicBezTo>
                  <a:pt x="28700" y="3772951"/>
                  <a:pt x="0" y="3744252"/>
                  <a:pt x="0" y="3708849"/>
                </a:cubicBezTo>
                <a:lnTo>
                  <a:pt x="0" y="64102"/>
                </a:lnTo>
                <a:cubicBezTo>
                  <a:pt x="0" y="28700"/>
                  <a:pt x="28700" y="0"/>
                  <a:pt x="64102" y="0"/>
                </a:cubicBezTo>
                <a:close/>
              </a:path>
            </a:pathLst>
          </a:custGeom>
          <a:gradFill rotWithShape="0">
            <a:gsLst>
              <a:gs pos="0">
                <a:srgbClr val="c9a36a">
                  <a:alpha val="20000"/>
                </a:srgbClr>
              </a:gs>
              <a:gs pos="100000">
                <a:srgbClr val="c9a36a">
                  <a:alpha val="5098"/>
                </a:srgbClr>
              </a:gs>
            </a:gsLst>
            <a:lin ang="2700000"/>
          </a:gradFill>
          <a:ln w="12700">
            <a:solidFill>
              <a:srgbClr val="c9a36a">
                <a:alpha val="30000"/>
              </a:srgbClr>
            </a:solidFill>
            <a:round/>
          </a:ln>
        </p:spPr>
        <p:style>
          <a:lnRef idx="0"/>
          <a:fillRef idx="0"/>
          <a:effectRef idx="0"/>
          <a:fontRef idx="minor"/>
        </p:style>
      </p:sp>
      <p:sp>
        <p:nvSpPr>
          <p:cNvPr id="417" name="Shape 21"/>
          <p:cNvSpPr/>
          <p:nvPr/>
        </p:nvSpPr>
        <p:spPr>
          <a:xfrm>
            <a:off x="9170280" y="1433880"/>
            <a:ext cx="287640" cy="287640"/>
          </a:xfrm>
          <a:custGeom>
            <a:avLst/>
            <a:gdLst/>
            <a:ahLst/>
            <a:rect l="l" t="t" r="r" b="b"/>
            <a:pathLst>
              <a:path w="288378" h="288378">
                <a:moveTo>
                  <a:pt x="135741" y="49058"/>
                </a:moveTo>
                <a:lnTo>
                  <a:pt x="144189" y="60717"/>
                </a:lnTo>
                <a:lnTo>
                  <a:pt x="152638" y="49058"/>
                </a:lnTo>
                <a:cubicBezTo>
                  <a:pt x="166719" y="29570"/>
                  <a:pt x="189361" y="18024"/>
                  <a:pt x="213411" y="18024"/>
                </a:cubicBezTo>
                <a:cubicBezTo>
                  <a:pt x="254809" y="18024"/>
                  <a:pt x="288378" y="51593"/>
                  <a:pt x="288378" y="92991"/>
                </a:cubicBezTo>
                <a:lnTo>
                  <a:pt x="288378" y="94455"/>
                </a:lnTo>
                <a:cubicBezTo>
                  <a:pt x="288378" y="157651"/>
                  <a:pt x="209581" y="231041"/>
                  <a:pt x="168465" y="262413"/>
                </a:cubicBezTo>
                <a:cubicBezTo>
                  <a:pt x="161481" y="267708"/>
                  <a:pt x="152919" y="270355"/>
                  <a:pt x="144189" y="270355"/>
                </a:cubicBezTo>
                <a:cubicBezTo>
                  <a:pt x="135459" y="270355"/>
                  <a:pt x="126841" y="267764"/>
                  <a:pt x="119914" y="262413"/>
                </a:cubicBezTo>
                <a:cubicBezTo>
                  <a:pt x="78797" y="231041"/>
                  <a:pt x="0" y="157651"/>
                  <a:pt x="0" y="94455"/>
                </a:cubicBezTo>
                <a:lnTo>
                  <a:pt x="0" y="92991"/>
                </a:lnTo>
                <a:cubicBezTo>
                  <a:pt x="0" y="51593"/>
                  <a:pt x="33569" y="18024"/>
                  <a:pt x="74967" y="18024"/>
                </a:cubicBezTo>
                <a:cubicBezTo>
                  <a:pt x="99017" y="18024"/>
                  <a:pt x="121660" y="29570"/>
                  <a:pt x="135741" y="49058"/>
                </a:cubicBezTo>
                <a:close/>
              </a:path>
            </a:pathLst>
          </a:custGeom>
          <a:solidFill>
            <a:srgbClr val="c9a36a"/>
          </a:solidFill>
          <a:ln w="0">
            <a:noFill/>
          </a:ln>
        </p:spPr>
        <p:style>
          <a:lnRef idx="0"/>
          <a:fillRef idx="0"/>
          <a:effectRef idx="0"/>
          <a:fontRef idx="minor"/>
        </p:style>
      </p:sp>
      <p:sp>
        <p:nvSpPr>
          <p:cNvPr id="418" name="Text 22"/>
          <p:cNvSpPr/>
          <p:nvPr/>
        </p:nvSpPr>
        <p:spPr>
          <a:xfrm>
            <a:off x="6879240" y="1818360"/>
            <a:ext cx="4869720" cy="255600"/>
          </a:xfrm>
          <a:prstGeom prst="rect">
            <a:avLst/>
          </a:prstGeom>
          <a:noFill/>
          <a:ln w="0">
            <a:noFill/>
          </a:ln>
        </p:spPr>
        <p:style>
          <a:lnRef idx="0"/>
          <a:fillRef idx="0"/>
          <a:effectRef idx="0"/>
          <a:fontRef idx="minor"/>
        </p:style>
        <p:txBody>
          <a:bodyPr lIns="0" rIns="0" tIns="0" bIns="0" anchor="ctr">
            <a:noAutofit/>
          </a:bodyPr>
          <a:p>
            <a:pPr algn="ctr">
              <a:lnSpc>
                <a:spcPct val="110000"/>
              </a:lnSpc>
              <a:buNone/>
            </a:pPr>
            <a:r>
              <a:rPr b="1" lang="en-US" sz="1510" spc="-1" strike="noStrike">
                <a:solidFill>
                  <a:srgbClr val="f2f2f2"/>
                </a:solidFill>
                <a:latin typeface="Oranienbaum"/>
                <a:ea typeface="Oranienbaum"/>
              </a:rPr>
              <a:t>A Tragic End</a:t>
            </a:r>
            <a:endParaRPr b="0" lang="en-HK" sz="1510" spc="-1" strike="noStrike">
              <a:latin typeface="Arial"/>
            </a:endParaRPr>
          </a:p>
        </p:txBody>
      </p:sp>
      <p:sp>
        <p:nvSpPr>
          <p:cNvPr id="419" name="Text 23"/>
          <p:cNvSpPr/>
          <p:nvPr/>
        </p:nvSpPr>
        <p:spPr>
          <a:xfrm>
            <a:off x="6927120" y="2202840"/>
            <a:ext cx="4837680" cy="62424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10" spc="-1" strike="noStrike">
                <a:solidFill>
                  <a:srgbClr val="b8b8b8"/>
                </a:solidFill>
                <a:latin typeface="Quattrocento Sans"/>
                <a:ea typeface="Quattrocento Sans"/>
              </a:rPr>
              <a:t>The bond between the brothers was so profound that Theo's health declined rapidly after Vincent's death. </a:t>
            </a:r>
            <a:r>
              <a:rPr b="0" lang="en-US" sz="1010" spc="-1" strike="noStrike">
                <a:solidFill>
                  <a:srgbClr val="f2f2f2"/>
                </a:solidFill>
                <a:latin typeface="Quattrocento Sans"/>
                <a:ea typeface="Quattrocento Sans"/>
              </a:rPr>
              <a:t>Just six months later</a:t>
            </a:r>
            <a:r>
              <a:rPr b="0" lang="en-US" sz="1010" spc="-1" strike="noStrike">
                <a:solidFill>
                  <a:srgbClr val="b8b8b8"/>
                </a:solidFill>
                <a:latin typeface="Quattrocento Sans"/>
                <a:ea typeface="Quattrocento Sans"/>
              </a:rPr>
              <a:t>, on January 25, 1891, Theo died at age 33, likely from complications of syphilis and dementia paralytica.</a:t>
            </a:r>
            <a:endParaRPr b="0" lang="en-HK" sz="1010" spc="-1" strike="noStrike">
              <a:latin typeface="Arial"/>
            </a:endParaRPr>
          </a:p>
        </p:txBody>
      </p:sp>
      <p:sp>
        <p:nvSpPr>
          <p:cNvPr id="420" name="Text 24"/>
          <p:cNvSpPr/>
          <p:nvPr/>
        </p:nvSpPr>
        <p:spPr>
          <a:xfrm>
            <a:off x="6927120" y="2955960"/>
            <a:ext cx="4837680" cy="62424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10" spc="-1" strike="noStrike">
                <a:solidFill>
                  <a:srgbClr val="b8b8b8"/>
                </a:solidFill>
                <a:latin typeface="Quattrocento Sans"/>
                <a:ea typeface="Quattrocento Sans"/>
              </a:rPr>
              <a:t>Theo was buried in Utrecht, but in 1914, his remains were exhumed and reinterred beside Vincent's grave in Auvers-sur-Oise, fulfilling their wish to be together in death as they were in life.</a:t>
            </a:r>
            <a:endParaRPr b="0" lang="en-HK" sz="1010" spc="-1" strike="noStrike">
              <a:latin typeface="Arial"/>
            </a:endParaRPr>
          </a:p>
        </p:txBody>
      </p:sp>
      <p:sp>
        <p:nvSpPr>
          <p:cNvPr id="421" name="Shape 25"/>
          <p:cNvSpPr/>
          <p:nvPr/>
        </p:nvSpPr>
        <p:spPr>
          <a:xfrm>
            <a:off x="6927120" y="3708720"/>
            <a:ext cx="4773600" cy="704160"/>
          </a:xfrm>
          <a:custGeom>
            <a:avLst/>
            <a:gdLst/>
            <a:ahLst/>
            <a:rect l="l" t="t" r="r" b="b"/>
            <a:pathLst>
              <a:path w="4774265" h="704925">
                <a:moveTo>
                  <a:pt x="32039" y="0"/>
                </a:moveTo>
                <a:lnTo>
                  <a:pt x="4742227" y="0"/>
                </a:lnTo>
                <a:cubicBezTo>
                  <a:pt x="4759921" y="0"/>
                  <a:pt x="4774265" y="14344"/>
                  <a:pt x="4774265" y="32039"/>
                </a:cubicBezTo>
                <a:lnTo>
                  <a:pt x="4774265" y="672886"/>
                </a:lnTo>
                <a:cubicBezTo>
                  <a:pt x="4774265" y="690581"/>
                  <a:pt x="4759921" y="704925"/>
                  <a:pt x="4742227" y="704925"/>
                </a:cubicBezTo>
                <a:lnTo>
                  <a:pt x="32039" y="704925"/>
                </a:lnTo>
                <a:cubicBezTo>
                  <a:pt x="14344" y="704925"/>
                  <a:pt x="0" y="690581"/>
                  <a:pt x="0" y="672886"/>
                </a:cubicBezTo>
                <a:lnTo>
                  <a:pt x="0" y="32039"/>
                </a:lnTo>
                <a:cubicBezTo>
                  <a:pt x="0" y="14356"/>
                  <a:pt x="14356" y="0"/>
                  <a:pt x="32039" y="0"/>
                </a:cubicBezTo>
                <a:close/>
              </a:path>
            </a:pathLst>
          </a:custGeom>
          <a:solidFill>
            <a:srgbClr val="2b2b2b"/>
          </a:solidFill>
          <a:ln w="0">
            <a:noFill/>
          </a:ln>
        </p:spPr>
        <p:style>
          <a:lnRef idx="0"/>
          <a:fillRef idx="0"/>
          <a:effectRef idx="0"/>
          <a:fontRef idx="minor"/>
        </p:style>
      </p:sp>
      <p:sp>
        <p:nvSpPr>
          <p:cNvPr id="422" name="Text 26"/>
          <p:cNvSpPr/>
          <p:nvPr/>
        </p:nvSpPr>
        <p:spPr>
          <a:xfrm>
            <a:off x="7023240" y="3804840"/>
            <a:ext cx="4637520" cy="1594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0" spc="-1" strike="noStrike">
                <a:solidFill>
                  <a:srgbClr val="c9a36a"/>
                </a:solidFill>
                <a:latin typeface="Quattrocento Sans"/>
                <a:ea typeface="Quattrocento Sans"/>
              </a:rPr>
              <a:t>Jo van Gogh-Bonger's Role:</a:t>
            </a:r>
            <a:endParaRPr b="0" lang="en-HK" sz="880" spc="-1" strike="noStrike">
              <a:latin typeface="Arial"/>
            </a:endParaRPr>
          </a:p>
        </p:txBody>
      </p:sp>
      <p:sp>
        <p:nvSpPr>
          <p:cNvPr id="423" name="Text 27"/>
          <p:cNvSpPr/>
          <p:nvPr/>
        </p:nvSpPr>
        <p:spPr>
          <a:xfrm>
            <a:off x="7023240" y="3997080"/>
            <a:ext cx="4637520" cy="3196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0" spc="-1" strike="noStrike">
                <a:solidFill>
                  <a:srgbClr val="b8b8b8"/>
                </a:solidFill>
                <a:latin typeface="Quattrocento Sans"/>
                <a:ea typeface="Quattrocento Sans"/>
              </a:rPr>
              <a:t>Theo's widow Johanna dedicated her life to promoting Vincent's work, organizing exhibitions and publishing his letters, ensuring his posthumous recognition.</a:t>
            </a:r>
            <a:endParaRPr b="0" lang="en-HK" sz="880" spc="-1" strike="noStrike">
              <a:latin typeface="Arial"/>
            </a:endParaRPr>
          </a:p>
        </p:txBody>
      </p:sp>
      <p:sp>
        <p:nvSpPr>
          <p:cNvPr id="424" name="Shape 28"/>
          <p:cNvSpPr/>
          <p:nvPr/>
        </p:nvSpPr>
        <p:spPr>
          <a:xfrm>
            <a:off x="6771240" y="5174640"/>
            <a:ext cx="5097960" cy="1473120"/>
          </a:xfrm>
          <a:custGeom>
            <a:avLst/>
            <a:gdLst/>
            <a:ahLst/>
            <a:rect l="l" t="t" r="r" b="b"/>
            <a:pathLst>
              <a:path w="5098691" h="1473934">
                <a:moveTo>
                  <a:pt x="24032" y="0"/>
                </a:moveTo>
                <a:lnTo>
                  <a:pt x="5034605" y="0"/>
                </a:lnTo>
                <a:cubicBezTo>
                  <a:pt x="5069999" y="0"/>
                  <a:pt x="5098691" y="28693"/>
                  <a:pt x="5098691" y="64087"/>
                </a:cubicBezTo>
                <a:lnTo>
                  <a:pt x="5098691" y="1409848"/>
                </a:lnTo>
                <a:cubicBezTo>
                  <a:pt x="5098691" y="1445242"/>
                  <a:pt x="5069999" y="1473934"/>
                  <a:pt x="5034605" y="1473934"/>
                </a:cubicBezTo>
                <a:lnTo>
                  <a:pt x="24032" y="1473934"/>
                </a:lnTo>
                <a:cubicBezTo>
                  <a:pt x="10768" y="1473934"/>
                  <a:pt x="0" y="1463166"/>
                  <a:pt x="0" y="1449903"/>
                </a:cubicBezTo>
                <a:lnTo>
                  <a:pt x="0" y="24032"/>
                </a:lnTo>
                <a:cubicBezTo>
                  <a:pt x="0" y="10768"/>
                  <a:pt x="10768" y="0"/>
                  <a:pt x="24032" y="0"/>
                </a:cubicBezTo>
                <a:close/>
              </a:path>
            </a:pathLst>
          </a:custGeom>
          <a:solidFill>
            <a:srgbClr val="1a1a1a"/>
          </a:solidFill>
          <a:ln w="0">
            <a:noFill/>
          </a:ln>
        </p:spPr>
        <p:style>
          <a:lnRef idx="0"/>
          <a:fillRef idx="0"/>
          <a:effectRef idx="0"/>
          <a:fontRef idx="minor"/>
        </p:style>
      </p:sp>
      <p:sp>
        <p:nvSpPr>
          <p:cNvPr id="425" name="Shape 29"/>
          <p:cNvSpPr/>
          <p:nvPr/>
        </p:nvSpPr>
        <p:spPr>
          <a:xfrm>
            <a:off x="6771240" y="5174640"/>
            <a:ext cx="23400" cy="1473120"/>
          </a:xfrm>
          <a:custGeom>
            <a:avLst/>
            <a:gdLst/>
            <a:ahLst/>
            <a:rect l="l" t="t" r="r" b="b"/>
            <a:pathLst>
              <a:path w="24032" h="1473934">
                <a:moveTo>
                  <a:pt x="24032" y="0"/>
                </a:moveTo>
                <a:lnTo>
                  <a:pt x="24032" y="0"/>
                </a:lnTo>
                <a:lnTo>
                  <a:pt x="24032" y="1473934"/>
                </a:lnTo>
                <a:lnTo>
                  <a:pt x="24032" y="1473934"/>
                </a:lnTo>
                <a:cubicBezTo>
                  <a:pt x="10759" y="1473934"/>
                  <a:pt x="0" y="1463175"/>
                  <a:pt x="0" y="1449903"/>
                </a:cubicBezTo>
                <a:lnTo>
                  <a:pt x="0" y="24032"/>
                </a:lnTo>
                <a:cubicBezTo>
                  <a:pt x="0" y="10768"/>
                  <a:pt x="10768" y="0"/>
                  <a:pt x="24032" y="0"/>
                </a:cubicBezTo>
                <a:close/>
              </a:path>
            </a:pathLst>
          </a:custGeom>
          <a:solidFill>
            <a:srgbClr val="c9a36a"/>
          </a:solidFill>
          <a:ln w="0">
            <a:noFill/>
          </a:ln>
        </p:spPr>
        <p:style>
          <a:lnRef idx="0"/>
          <a:fillRef idx="0"/>
          <a:effectRef idx="0"/>
          <a:fontRef idx="minor"/>
        </p:style>
      </p:sp>
      <p:sp>
        <p:nvSpPr>
          <p:cNvPr id="426" name="Text 30"/>
          <p:cNvSpPr/>
          <p:nvPr/>
        </p:nvSpPr>
        <p:spPr>
          <a:xfrm>
            <a:off x="6943320" y="5334840"/>
            <a:ext cx="4845600" cy="2235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260" spc="-1" strike="noStrike">
                <a:solidFill>
                  <a:srgbClr val="f2f2f2"/>
                </a:solidFill>
                <a:latin typeface="Oranienbaum"/>
                <a:ea typeface="Oranienbaum"/>
              </a:rPr>
              <a:t>Theo's Legacy</a:t>
            </a:r>
            <a:endParaRPr b="0" lang="en-HK" sz="1260" spc="-1" strike="noStrike">
              <a:latin typeface="Arial"/>
            </a:endParaRPr>
          </a:p>
        </p:txBody>
      </p:sp>
      <p:sp>
        <p:nvSpPr>
          <p:cNvPr id="427" name="Shape 31"/>
          <p:cNvSpPr/>
          <p:nvPr/>
        </p:nvSpPr>
        <p:spPr>
          <a:xfrm>
            <a:off x="6959160" y="5687640"/>
            <a:ext cx="127440" cy="127440"/>
          </a:xfrm>
          <a:custGeom>
            <a:avLst/>
            <a:gdLst/>
            <a:ahLst/>
            <a:rect l="l" t="t" r="r" b="b"/>
            <a:pathLst>
              <a:path w="128168" h="128168">
                <a:moveTo>
                  <a:pt x="64084" y="128168"/>
                </a:moveTo>
                <a:cubicBezTo>
                  <a:pt x="99453" y="128168"/>
                  <a:pt x="128168" y="99453"/>
                  <a:pt x="128168" y="64084"/>
                </a:cubicBezTo>
                <a:cubicBezTo>
                  <a:pt x="128168" y="28715"/>
                  <a:pt x="99453" y="0"/>
                  <a:pt x="64084" y="0"/>
                </a:cubicBezTo>
                <a:cubicBezTo>
                  <a:pt x="28715" y="0"/>
                  <a:pt x="0" y="28715"/>
                  <a:pt x="0" y="64084"/>
                </a:cubicBezTo>
                <a:cubicBezTo>
                  <a:pt x="0" y="99453"/>
                  <a:pt x="28715" y="128168"/>
                  <a:pt x="64084" y="128168"/>
                </a:cubicBezTo>
                <a:close/>
                <a:moveTo>
                  <a:pt x="85212" y="53245"/>
                </a:moveTo>
                <a:lnTo>
                  <a:pt x="65186" y="85287"/>
                </a:lnTo>
                <a:cubicBezTo>
                  <a:pt x="64134" y="86964"/>
                  <a:pt x="62332" y="88016"/>
                  <a:pt x="60354" y="88116"/>
                </a:cubicBezTo>
                <a:cubicBezTo>
                  <a:pt x="58377" y="88216"/>
                  <a:pt x="56474" y="87315"/>
                  <a:pt x="55298" y="85712"/>
                </a:cubicBezTo>
                <a:lnTo>
                  <a:pt x="43282" y="69691"/>
                </a:lnTo>
                <a:cubicBezTo>
                  <a:pt x="41279" y="67038"/>
                  <a:pt x="41830" y="63283"/>
                  <a:pt x="44483" y="61280"/>
                </a:cubicBezTo>
                <a:cubicBezTo>
                  <a:pt x="47137" y="59278"/>
                  <a:pt x="50892" y="59829"/>
                  <a:pt x="52894" y="62482"/>
                </a:cubicBezTo>
                <a:lnTo>
                  <a:pt x="59653" y="71494"/>
                </a:lnTo>
                <a:lnTo>
                  <a:pt x="75023" y="46887"/>
                </a:lnTo>
                <a:cubicBezTo>
                  <a:pt x="76776" y="44083"/>
                  <a:pt x="80481" y="43207"/>
                  <a:pt x="83309" y="44984"/>
                </a:cubicBezTo>
                <a:cubicBezTo>
                  <a:pt x="86138" y="46761"/>
                  <a:pt x="86989" y="50441"/>
                  <a:pt x="85212" y="53270"/>
                </a:cubicBezTo>
                <a:close/>
              </a:path>
            </a:pathLst>
          </a:custGeom>
          <a:solidFill>
            <a:srgbClr val="c9a36a"/>
          </a:solidFill>
          <a:ln w="0">
            <a:noFill/>
          </a:ln>
        </p:spPr>
        <p:style>
          <a:lnRef idx="0"/>
          <a:fillRef idx="0"/>
          <a:effectRef idx="0"/>
          <a:fontRef idx="minor"/>
        </p:style>
      </p:sp>
      <p:sp>
        <p:nvSpPr>
          <p:cNvPr id="428" name="Text 32"/>
          <p:cNvSpPr/>
          <p:nvPr/>
        </p:nvSpPr>
        <p:spPr>
          <a:xfrm>
            <a:off x="7167600" y="5655600"/>
            <a:ext cx="2041920" cy="1594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0" spc="-1" strike="noStrike">
                <a:solidFill>
                  <a:srgbClr val="b8b8b8"/>
                </a:solidFill>
                <a:latin typeface="Quattrocento Sans"/>
                <a:ea typeface="Quattrocento Sans"/>
              </a:rPr>
              <a:t>Enabled Vincent to create 860+ paintings</a:t>
            </a:r>
            <a:endParaRPr b="0" lang="en-HK" sz="880" spc="-1" strike="noStrike">
              <a:latin typeface="Arial"/>
            </a:endParaRPr>
          </a:p>
        </p:txBody>
      </p:sp>
      <p:sp>
        <p:nvSpPr>
          <p:cNvPr id="429" name="Shape 33"/>
          <p:cNvSpPr/>
          <p:nvPr/>
        </p:nvSpPr>
        <p:spPr>
          <a:xfrm>
            <a:off x="6959160" y="5911920"/>
            <a:ext cx="127440" cy="127440"/>
          </a:xfrm>
          <a:custGeom>
            <a:avLst/>
            <a:gdLst/>
            <a:ahLst/>
            <a:rect l="l" t="t" r="r" b="b"/>
            <a:pathLst>
              <a:path w="128168" h="128168">
                <a:moveTo>
                  <a:pt x="64084" y="128168"/>
                </a:moveTo>
                <a:cubicBezTo>
                  <a:pt x="99453" y="128168"/>
                  <a:pt x="128168" y="99453"/>
                  <a:pt x="128168" y="64084"/>
                </a:cubicBezTo>
                <a:cubicBezTo>
                  <a:pt x="128168" y="28715"/>
                  <a:pt x="99453" y="0"/>
                  <a:pt x="64084" y="0"/>
                </a:cubicBezTo>
                <a:cubicBezTo>
                  <a:pt x="28715" y="0"/>
                  <a:pt x="0" y="28715"/>
                  <a:pt x="0" y="64084"/>
                </a:cubicBezTo>
                <a:cubicBezTo>
                  <a:pt x="0" y="99453"/>
                  <a:pt x="28715" y="128168"/>
                  <a:pt x="64084" y="128168"/>
                </a:cubicBezTo>
                <a:close/>
                <a:moveTo>
                  <a:pt x="85212" y="53245"/>
                </a:moveTo>
                <a:lnTo>
                  <a:pt x="65186" y="85287"/>
                </a:lnTo>
                <a:cubicBezTo>
                  <a:pt x="64134" y="86964"/>
                  <a:pt x="62332" y="88016"/>
                  <a:pt x="60354" y="88116"/>
                </a:cubicBezTo>
                <a:cubicBezTo>
                  <a:pt x="58377" y="88216"/>
                  <a:pt x="56474" y="87315"/>
                  <a:pt x="55298" y="85712"/>
                </a:cubicBezTo>
                <a:lnTo>
                  <a:pt x="43282" y="69691"/>
                </a:lnTo>
                <a:cubicBezTo>
                  <a:pt x="41279" y="67038"/>
                  <a:pt x="41830" y="63283"/>
                  <a:pt x="44483" y="61280"/>
                </a:cubicBezTo>
                <a:cubicBezTo>
                  <a:pt x="47137" y="59278"/>
                  <a:pt x="50892" y="59829"/>
                  <a:pt x="52894" y="62482"/>
                </a:cubicBezTo>
                <a:lnTo>
                  <a:pt x="59653" y="71494"/>
                </a:lnTo>
                <a:lnTo>
                  <a:pt x="75023" y="46887"/>
                </a:lnTo>
                <a:cubicBezTo>
                  <a:pt x="76776" y="44083"/>
                  <a:pt x="80481" y="43207"/>
                  <a:pt x="83309" y="44984"/>
                </a:cubicBezTo>
                <a:cubicBezTo>
                  <a:pt x="86138" y="46761"/>
                  <a:pt x="86989" y="50441"/>
                  <a:pt x="85212" y="53270"/>
                </a:cubicBezTo>
                <a:close/>
              </a:path>
            </a:pathLst>
          </a:custGeom>
          <a:solidFill>
            <a:srgbClr val="c9a36a"/>
          </a:solidFill>
          <a:ln w="0">
            <a:noFill/>
          </a:ln>
        </p:spPr>
        <p:style>
          <a:lnRef idx="0"/>
          <a:fillRef idx="0"/>
          <a:effectRef idx="0"/>
          <a:fontRef idx="minor"/>
        </p:style>
      </p:sp>
      <p:sp>
        <p:nvSpPr>
          <p:cNvPr id="430" name="Text 34"/>
          <p:cNvSpPr/>
          <p:nvPr/>
        </p:nvSpPr>
        <p:spPr>
          <a:xfrm>
            <a:off x="7167600" y="5879880"/>
            <a:ext cx="2001960" cy="1594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0" spc="-1" strike="noStrike">
                <a:solidFill>
                  <a:srgbClr val="b8b8b8"/>
                </a:solidFill>
                <a:latin typeface="Quattrocento Sans"/>
                <a:ea typeface="Quattrocento Sans"/>
              </a:rPr>
              <a:t>Preserved Vincent's letters and artworks</a:t>
            </a:r>
            <a:endParaRPr b="0" lang="en-HK" sz="880" spc="-1" strike="noStrike">
              <a:latin typeface="Arial"/>
            </a:endParaRPr>
          </a:p>
        </p:txBody>
      </p:sp>
      <p:sp>
        <p:nvSpPr>
          <p:cNvPr id="431" name="Shape 35"/>
          <p:cNvSpPr/>
          <p:nvPr/>
        </p:nvSpPr>
        <p:spPr>
          <a:xfrm>
            <a:off x="6959160" y="6136200"/>
            <a:ext cx="127440" cy="127440"/>
          </a:xfrm>
          <a:custGeom>
            <a:avLst/>
            <a:gdLst/>
            <a:ahLst/>
            <a:rect l="l" t="t" r="r" b="b"/>
            <a:pathLst>
              <a:path w="128168" h="128168">
                <a:moveTo>
                  <a:pt x="64084" y="128168"/>
                </a:moveTo>
                <a:cubicBezTo>
                  <a:pt x="99453" y="128168"/>
                  <a:pt x="128168" y="99453"/>
                  <a:pt x="128168" y="64084"/>
                </a:cubicBezTo>
                <a:cubicBezTo>
                  <a:pt x="128168" y="28715"/>
                  <a:pt x="99453" y="0"/>
                  <a:pt x="64084" y="0"/>
                </a:cubicBezTo>
                <a:cubicBezTo>
                  <a:pt x="28715" y="0"/>
                  <a:pt x="0" y="28715"/>
                  <a:pt x="0" y="64084"/>
                </a:cubicBezTo>
                <a:cubicBezTo>
                  <a:pt x="0" y="99453"/>
                  <a:pt x="28715" y="128168"/>
                  <a:pt x="64084" y="128168"/>
                </a:cubicBezTo>
                <a:close/>
                <a:moveTo>
                  <a:pt x="85212" y="53245"/>
                </a:moveTo>
                <a:lnTo>
                  <a:pt x="65186" y="85287"/>
                </a:lnTo>
                <a:cubicBezTo>
                  <a:pt x="64134" y="86964"/>
                  <a:pt x="62332" y="88016"/>
                  <a:pt x="60354" y="88116"/>
                </a:cubicBezTo>
                <a:cubicBezTo>
                  <a:pt x="58377" y="88216"/>
                  <a:pt x="56474" y="87315"/>
                  <a:pt x="55298" y="85712"/>
                </a:cubicBezTo>
                <a:lnTo>
                  <a:pt x="43282" y="69691"/>
                </a:lnTo>
                <a:cubicBezTo>
                  <a:pt x="41279" y="67038"/>
                  <a:pt x="41830" y="63283"/>
                  <a:pt x="44483" y="61280"/>
                </a:cubicBezTo>
                <a:cubicBezTo>
                  <a:pt x="47137" y="59278"/>
                  <a:pt x="50892" y="59829"/>
                  <a:pt x="52894" y="62482"/>
                </a:cubicBezTo>
                <a:lnTo>
                  <a:pt x="59653" y="71494"/>
                </a:lnTo>
                <a:lnTo>
                  <a:pt x="75023" y="46887"/>
                </a:lnTo>
                <a:cubicBezTo>
                  <a:pt x="76776" y="44083"/>
                  <a:pt x="80481" y="43207"/>
                  <a:pt x="83309" y="44984"/>
                </a:cubicBezTo>
                <a:cubicBezTo>
                  <a:pt x="86138" y="46761"/>
                  <a:pt x="86989" y="50441"/>
                  <a:pt x="85212" y="53270"/>
                </a:cubicBezTo>
                <a:close/>
              </a:path>
            </a:pathLst>
          </a:custGeom>
          <a:solidFill>
            <a:srgbClr val="c9a36a"/>
          </a:solidFill>
          <a:ln w="0">
            <a:noFill/>
          </a:ln>
        </p:spPr>
        <p:style>
          <a:lnRef idx="0"/>
          <a:fillRef idx="0"/>
          <a:effectRef idx="0"/>
          <a:fontRef idx="minor"/>
        </p:style>
      </p:sp>
      <p:sp>
        <p:nvSpPr>
          <p:cNvPr id="432" name="Text 36"/>
          <p:cNvSpPr/>
          <p:nvPr/>
        </p:nvSpPr>
        <p:spPr>
          <a:xfrm>
            <a:off x="7167600" y="6104160"/>
            <a:ext cx="2226240" cy="1594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0" spc="-1" strike="noStrike">
                <a:solidFill>
                  <a:srgbClr val="b8b8b8"/>
                </a:solidFill>
                <a:latin typeface="Quattrocento Sans"/>
                <a:ea typeface="Quattrocento Sans"/>
              </a:rPr>
              <a:t>Laid foundation for Van Gogh Museum (1973)</a:t>
            </a:r>
            <a:endParaRPr b="0" lang="en-HK" sz="880" spc="-1" strike="noStrike">
              <a:latin typeface="Arial"/>
            </a:endParaRPr>
          </a:p>
        </p:txBody>
      </p:sp>
      <p:sp>
        <p:nvSpPr>
          <p:cNvPr id="433" name="Shape 37"/>
          <p:cNvSpPr/>
          <p:nvPr/>
        </p:nvSpPr>
        <p:spPr>
          <a:xfrm>
            <a:off x="6959160" y="6360480"/>
            <a:ext cx="127440" cy="127440"/>
          </a:xfrm>
          <a:custGeom>
            <a:avLst/>
            <a:gdLst/>
            <a:ahLst/>
            <a:rect l="l" t="t" r="r" b="b"/>
            <a:pathLst>
              <a:path w="128168" h="128168">
                <a:moveTo>
                  <a:pt x="64084" y="128168"/>
                </a:moveTo>
                <a:cubicBezTo>
                  <a:pt x="99453" y="128168"/>
                  <a:pt x="128168" y="99453"/>
                  <a:pt x="128168" y="64084"/>
                </a:cubicBezTo>
                <a:cubicBezTo>
                  <a:pt x="128168" y="28715"/>
                  <a:pt x="99453" y="0"/>
                  <a:pt x="64084" y="0"/>
                </a:cubicBezTo>
                <a:cubicBezTo>
                  <a:pt x="28715" y="0"/>
                  <a:pt x="0" y="28715"/>
                  <a:pt x="0" y="64084"/>
                </a:cubicBezTo>
                <a:cubicBezTo>
                  <a:pt x="0" y="99453"/>
                  <a:pt x="28715" y="128168"/>
                  <a:pt x="64084" y="128168"/>
                </a:cubicBezTo>
                <a:close/>
                <a:moveTo>
                  <a:pt x="85212" y="53245"/>
                </a:moveTo>
                <a:lnTo>
                  <a:pt x="65186" y="85287"/>
                </a:lnTo>
                <a:cubicBezTo>
                  <a:pt x="64134" y="86964"/>
                  <a:pt x="62332" y="88016"/>
                  <a:pt x="60354" y="88116"/>
                </a:cubicBezTo>
                <a:cubicBezTo>
                  <a:pt x="58377" y="88216"/>
                  <a:pt x="56474" y="87315"/>
                  <a:pt x="55298" y="85712"/>
                </a:cubicBezTo>
                <a:lnTo>
                  <a:pt x="43282" y="69691"/>
                </a:lnTo>
                <a:cubicBezTo>
                  <a:pt x="41279" y="67038"/>
                  <a:pt x="41830" y="63283"/>
                  <a:pt x="44483" y="61280"/>
                </a:cubicBezTo>
                <a:cubicBezTo>
                  <a:pt x="47137" y="59278"/>
                  <a:pt x="50892" y="59829"/>
                  <a:pt x="52894" y="62482"/>
                </a:cubicBezTo>
                <a:lnTo>
                  <a:pt x="59653" y="71494"/>
                </a:lnTo>
                <a:lnTo>
                  <a:pt x="75023" y="46887"/>
                </a:lnTo>
                <a:cubicBezTo>
                  <a:pt x="76776" y="44083"/>
                  <a:pt x="80481" y="43207"/>
                  <a:pt x="83309" y="44984"/>
                </a:cubicBezTo>
                <a:cubicBezTo>
                  <a:pt x="86138" y="46761"/>
                  <a:pt x="86989" y="50441"/>
                  <a:pt x="85212" y="53270"/>
                </a:cubicBezTo>
                <a:close/>
              </a:path>
            </a:pathLst>
          </a:custGeom>
          <a:solidFill>
            <a:srgbClr val="c9a36a"/>
          </a:solidFill>
          <a:ln w="0">
            <a:noFill/>
          </a:ln>
        </p:spPr>
        <p:style>
          <a:lnRef idx="0"/>
          <a:fillRef idx="0"/>
          <a:effectRef idx="0"/>
          <a:fontRef idx="minor"/>
        </p:style>
      </p:sp>
      <p:sp>
        <p:nvSpPr>
          <p:cNvPr id="434" name="Text 38"/>
          <p:cNvSpPr/>
          <p:nvPr/>
        </p:nvSpPr>
        <p:spPr>
          <a:xfrm>
            <a:off x="7167600" y="6328440"/>
            <a:ext cx="2330280" cy="1594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0" spc="-1" strike="noStrike">
                <a:solidFill>
                  <a:srgbClr val="b8b8b8"/>
                </a:solidFill>
                <a:latin typeface="Quattrocento Sans"/>
                <a:ea typeface="Quattrocento Sans"/>
              </a:rPr>
              <a:t>Symbol of artistic patronage and brotherly love</a:t>
            </a:r>
            <a:endParaRPr b="0" lang="en-HK" sz="880" spc="-1" strike="noStrike">
              <a:latin typeface="Arial"/>
            </a:endParaRPr>
          </a:p>
        </p:txBody>
      </p:sp>
    </p:spTree>
  </p:cSld>
  <mc:AlternateContent>
    <mc:Choice Requires="p14">
      <p:transition spd="slow" p14:dur="2000"/>
    </mc:Choice>
    <mc:Fallback>
      <p:transition spd="slow"/>
    </mc:Fallback>
  </mc:AlternateContent>
</p:sld>
</file>

<file path=ppt/slides/slide1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11111"/>
        </a:solidFill>
      </p:bgPr>
    </p:bg>
    <p:spTree>
      <p:nvGrpSpPr>
        <p:cNvPr id="1" name=""/>
        <p:cNvGrpSpPr/>
        <p:nvPr/>
      </p:nvGrpSpPr>
      <p:grpSpPr>
        <a:xfrm>
          <a:off x="0" y="0"/>
          <a:ext cx="0" cy="0"/>
          <a:chOff x="0" y="0"/>
          <a:chExt cx="0" cy="0"/>
        </a:xfrm>
      </p:grpSpPr>
      <p:sp>
        <p:nvSpPr>
          <p:cNvPr id="435" name="Image 0"/>
          <p:cNvSpPr/>
          <p:nvPr/>
        </p:nvSpPr>
        <p:spPr>
          <a:xfrm>
            <a:off x="0" y="0"/>
            <a:ext cx="12191400" cy="6857280"/>
          </a:xfrm>
          <a:prstGeom prst="roundRect">
            <a:avLst>
              <a:gd name="adj" fmla="val 0"/>
            </a:avLst>
          </a:prstGeom>
          <a:blipFill rotWithShape="0">
            <a:blip r:embed="rId1"/>
            <a:srcRect/>
            <a:stretch/>
          </a:blipFill>
          <a:ln w="0">
            <a:noFill/>
          </a:ln>
        </p:spPr>
        <p:style>
          <a:lnRef idx="0"/>
          <a:fillRef idx="0"/>
          <a:effectRef idx="0"/>
          <a:fontRef idx="minor"/>
        </p:style>
      </p:sp>
      <p:sp>
        <p:nvSpPr>
          <p:cNvPr id="436" name="Shape 0"/>
          <p:cNvSpPr/>
          <p:nvPr/>
        </p:nvSpPr>
        <p:spPr>
          <a:xfrm>
            <a:off x="0" y="0"/>
            <a:ext cx="12191400" cy="6857280"/>
          </a:xfrm>
          <a:custGeom>
            <a:avLst/>
            <a:gdLst/>
            <a:ahLst/>
            <a:rect l="l" t="t" r="r" b="b"/>
            <a:pathLst>
              <a:path w="12192000" h="6858000">
                <a:moveTo>
                  <a:pt x="0" y="0"/>
                </a:moveTo>
                <a:lnTo>
                  <a:pt x="12192000" y="0"/>
                </a:lnTo>
                <a:lnTo>
                  <a:pt x="12192000" y="6858000"/>
                </a:lnTo>
                <a:lnTo>
                  <a:pt x="0" y="6858000"/>
                </a:lnTo>
                <a:lnTo>
                  <a:pt x="0" y="0"/>
                </a:lnTo>
                <a:close/>
              </a:path>
            </a:pathLst>
          </a:custGeom>
          <a:gradFill rotWithShape="0">
            <a:gsLst>
              <a:gs pos="0">
                <a:srgbClr val="111111"/>
              </a:gs>
              <a:gs pos="100000">
                <a:srgbClr val="111111">
                  <a:alpha val="60000"/>
                </a:srgbClr>
              </a:gs>
            </a:gsLst>
            <a:lin ang="0"/>
          </a:gradFill>
          <a:ln w="0">
            <a:noFill/>
          </a:ln>
        </p:spPr>
        <p:style>
          <a:lnRef idx="0"/>
          <a:fillRef idx="0"/>
          <a:effectRef idx="0"/>
          <a:fontRef idx="minor"/>
        </p:style>
      </p:sp>
      <p:sp>
        <p:nvSpPr>
          <p:cNvPr id="437" name="Shape 1"/>
          <p:cNvSpPr/>
          <p:nvPr/>
        </p:nvSpPr>
        <p:spPr>
          <a:xfrm>
            <a:off x="385920" y="1231200"/>
            <a:ext cx="1046880" cy="808920"/>
          </a:xfrm>
          <a:custGeom>
            <a:avLst/>
            <a:gdLst/>
            <a:ahLst/>
            <a:rect l="l" t="t" r="r" b="b"/>
            <a:pathLst>
              <a:path w="1047750" h="809625">
                <a:moveTo>
                  <a:pt x="76202" y="0"/>
                </a:moveTo>
                <a:lnTo>
                  <a:pt x="971548" y="0"/>
                </a:lnTo>
                <a:cubicBezTo>
                  <a:pt x="1013633" y="0"/>
                  <a:pt x="1047750" y="34117"/>
                  <a:pt x="1047750" y="76202"/>
                </a:cubicBezTo>
                <a:lnTo>
                  <a:pt x="1047750" y="733423"/>
                </a:lnTo>
                <a:cubicBezTo>
                  <a:pt x="1047750" y="775508"/>
                  <a:pt x="1013633" y="809625"/>
                  <a:pt x="971548" y="809625"/>
                </a:cubicBezTo>
                <a:lnTo>
                  <a:pt x="76202" y="809625"/>
                </a:lnTo>
                <a:cubicBezTo>
                  <a:pt x="34117" y="809625"/>
                  <a:pt x="0" y="775508"/>
                  <a:pt x="0" y="733423"/>
                </a:cubicBezTo>
                <a:lnTo>
                  <a:pt x="0" y="76202"/>
                </a:lnTo>
                <a:cubicBezTo>
                  <a:pt x="0" y="34117"/>
                  <a:pt x="34117" y="0"/>
                  <a:pt x="76202" y="0"/>
                </a:cubicBezTo>
                <a:close/>
              </a:path>
            </a:pathLst>
          </a:custGeom>
          <a:solidFill>
            <a:srgbClr val="c9a36a">
              <a:alpha val="20000"/>
            </a:srgbClr>
          </a:solidFill>
          <a:ln w="12700">
            <a:solidFill>
              <a:srgbClr val="c9a36a">
                <a:alpha val="50000"/>
              </a:srgbClr>
            </a:solidFill>
            <a:round/>
          </a:ln>
        </p:spPr>
        <p:style>
          <a:lnRef idx="0"/>
          <a:fillRef idx="0"/>
          <a:effectRef idx="0"/>
          <a:fontRef idx="minor"/>
        </p:style>
      </p:sp>
      <p:sp>
        <p:nvSpPr>
          <p:cNvPr id="438" name="Text 2"/>
          <p:cNvSpPr/>
          <p:nvPr/>
        </p:nvSpPr>
        <p:spPr>
          <a:xfrm>
            <a:off x="619200" y="1307160"/>
            <a:ext cx="865080" cy="65664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4500" spc="-1" strike="noStrike">
                <a:solidFill>
                  <a:srgbClr val="c9a36a"/>
                </a:solidFill>
                <a:latin typeface="Oranienbaum"/>
                <a:ea typeface="Oranienbaum"/>
              </a:rPr>
              <a:t>06</a:t>
            </a:r>
            <a:endParaRPr b="0" lang="en-HK" sz="4500" spc="-1" strike="noStrike">
              <a:latin typeface="Arial"/>
            </a:endParaRPr>
          </a:p>
        </p:txBody>
      </p:sp>
      <p:sp>
        <p:nvSpPr>
          <p:cNvPr id="439" name="Text 3"/>
          <p:cNvSpPr/>
          <p:nvPr/>
        </p:nvSpPr>
        <p:spPr>
          <a:xfrm>
            <a:off x="380880" y="2350440"/>
            <a:ext cx="8876520" cy="1713960"/>
          </a:xfrm>
          <a:prstGeom prst="rect">
            <a:avLst/>
          </a:prstGeom>
          <a:noFill/>
          <a:ln w="0">
            <a:noFill/>
          </a:ln>
        </p:spPr>
        <p:style>
          <a:lnRef idx="0"/>
          <a:fillRef idx="0"/>
          <a:effectRef idx="0"/>
          <a:fontRef idx="minor"/>
        </p:style>
        <p:txBody>
          <a:bodyPr lIns="0" rIns="0" tIns="0" bIns="0" anchor="ctr">
            <a:noAutofit/>
          </a:bodyPr>
          <a:p>
            <a:pPr>
              <a:lnSpc>
                <a:spcPct val="100000"/>
              </a:lnSpc>
              <a:buNone/>
            </a:pPr>
            <a:r>
              <a:rPr b="1" lang="en-US" sz="5400" spc="-1" strike="noStrike">
                <a:solidFill>
                  <a:srgbClr val="f2f2f2"/>
                </a:solidFill>
                <a:latin typeface="Oranienbaum"/>
                <a:ea typeface="Oranienbaum"/>
              </a:rPr>
              <a:t>Enduring Legacy</a:t>
            </a:r>
            <a:endParaRPr b="0" lang="en-HK" sz="5400" spc="-1" strike="noStrike">
              <a:latin typeface="Arial"/>
            </a:endParaRPr>
          </a:p>
          <a:p>
            <a:pPr>
              <a:lnSpc>
                <a:spcPct val="100000"/>
              </a:lnSpc>
              <a:buNone/>
            </a:pPr>
            <a:r>
              <a:rPr b="1" lang="en-US" sz="5400" spc="-1" strike="noStrike">
                <a:solidFill>
                  <a:srgbClr val="f2f2f2"/>
                </a:solidFill>
                <a:latin typeface="Oranienbaum"/>
                <a:ea typeface="Oranienbaum"/>
              </a:rPr>
              <a:t>and Influence</a:t>
            </a:r>
            <a:endParaRPr b="0" lang="en-HK" sz="5400" spc="-1" strike="noStrike">
              <a:latin typeface="Arial"/>
            </a:endParaRPr>
          </a:p>
        </p:txBody>
      </p:sp>
      <p:sp>
        <p:nvSpPr>
          <p:cNvPr id="440" name="Shape 4"/>
          <p:cNvSpPr/>
          <p:nvPr/>
        </p:nvSpPr>
        <p:spPr>
          <a:xfrm>
            <a:off x="380880" y="4369680"/>
            <a:ext cx="1828080" cy="27720"/>
          </a:xfrm>
          <a:custGeom>
            <a:avLst/>
            <a:gdLst/>
            <a:ahLst/>
            <a:rect l="l" t="t" r="r" b="b"/>
            <a:pathLst>
              <a:path w="1828800" h="28575">
                <a:moveTo>
                  <a:pt x="0" y="0"/>
                </a:moveTo>
                <a:lnTo>
                  <a:pt x="1828800" y="0"/>
                </a:lnTo>
                <a:lnTo>
                  <a:pt x="1828800" y="28575"/>
                </a:lnTo>
                <a:lnTo>
                  <a:pt x="0" y="28575"/>
                </a:lnTo>
                <a:lnTo>
                  <a:pt x="0" y="0"/>
                </a:lnTo>
                <a:close/>
              </a:path>
            </a:pathLst>
          </a:custGeom>
          <a:solidFill>
            <a:srgbClr val="c9a36a"/>
          </a:solidFill>
          <a:ln w="0">
            <a:noFill/>
          </a:ln>
        </p:spPr>
        <p:style>
          <a:lnRef idx="0"/>
          <a:fillRef idx="0"/>
          <a:effectRef idx="0"/>
          <a:fontRef idx="minor"/>
        </p:style>
      </p:sp>
      <p:sp>
        <p:nvSpPr>
          <p:cNvPr id="441" name="Text 5"/>
          <p:cNvSpPr/>
          <p:nvPr/>
        </p:nvSpPr>
        <p:spPr>
          <a:xfrm>
            <a:off x="380880" y="4703040"/>
            <a:ext cx="6543000" cy="93276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2250" spc="-1" strike="noStrike">
                <a:solidFill>
                  <a:srgbClr val="b8b8b8"/>
                </a:solidFill>
                <a:latin typeface="Quattrocento Sans"/>
                <a:ea typeface="Quattrocento Sans"/>
              </a:rPr>
              <a:t>From obscurity to becoming one of history's most celebrated artists</a:t>
            </a:r>
            <a:endParaRPr b="0" lang="en-HK" sz="2250" spc="-1" strike="noStrike">
              <a:latin typeface="Arial"/>
            </a:endParaRPr>
          </a:p>
        </p:txBody>
      </p:sp>
    </p:spTree>
  </p:cSld>
  <mc:AlternateContent>
    <mc:Choice Requires="p14">
      <p:transition spd="slow" p14:dur="2000"/>
    </mc:Choice>
    <mc:Fallback>
      <p:transition spd="slow"/>
    </mc:Fallback>
  </mc:AlternateContent>
</p:sld>
</file>

<file path=ppt/slides/slide1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11111"/>
        </a:solidFill>
      </p:bgPr>
    </p:bg>
    <p:spTree>
      <p:nvGrpSpPr>
        <p:cNvPr id="1" name=""/>
        <p:cNvGrpSpPr/>
        <p:nvPr/>
      </p:nvGrpSpPr>
      <p:grpSpPr>
        <a:xfrm>
          <a:off x="0" y="0"/>
          <a:ext cx="0" cy="0"/>
          <a:chOff x="0" y="0"/>
          <a:chExt cx="0" cy="0"/>
        </a:xfrm>
      </p:grpSpPr>
      <p:sp>
        <p:nvSpPr>
          <p:cNvPr id="442" name="Text 0"/>
          <p:cNvSpPr/>
          <p:nvPr/>
        </p:nvSpPr>
        <p:spPr>
          <a:xfrm>
            <a:off x="320400" y="320400"/>
            <a:ext cx="11614680" cy="1915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10" spc="197" strike="noStrike">
                <a:solidFill>
                  <a:srgbClr val="c9a36a"/>
                </a:solidFill>
                <a:latin typeface="Quattrocento Sans"/>
                <a:ea typeface="Quattrocento Sans"/>
              </a:rPr>
              <a:t>Chapter 06</a:t>
            </a:r>
            <a:endParaRPr b="0" lang="en-HK" sz="1010" spc="-1" strike="noStrike">
              <a:latin typeface="Arial"/>
            </a:endParaRPr>
          </a:p>
        </p:txBody>
      </p:sp>
      <p:sp>
        <p:nvSpPr>
          <p:cNvPr id="443" name="Text 1"/>
          <p:cNvSpPr/>
          <p:nvPr/>
        </p:nvSpPr>
        <p:spPr>
          <a:xfrm>
            <a:off x="320400" y="576720"/>
            <a:ext cx="11742840" cy="38376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3030" spc="-1" strike="noStrike">
                <a:solidFill>
                  <a:srgbClr val="f2f2f2"/>
                </a:solidFill>
                <a:latin typeface="Oranienbaum"/>
                <a:ea typeface="Oranienbaum"/>
              </a:rPr>
              <a:t>Posthumous Recognition and Global Impact</a:t>
            </a:r>
            <a:endParaRPr b="0" lang="en-HK" sz="3030" spc="-1" strike="noStrike">
              <a:latin typeface="Arial"/>
            </a:endParaRPr>
          </a:p>
        </p:txBody>
      </p:sp>
      <p:sp>
        <p:nvSpPr>
          <p:cNvPr id="444" name="Shape 2"/>
          <p:cNvSpPr/>
          <p:nvPr/>
        </p:nvSpPr>
        <p:spPr>
          <a:xfrm>
            <a:off x="320400" y="1089360"/>
            <a:ext cx="896400" cy="15480"/>
          </a:xfrm>
          <a:custGeom>
            <a:avLst/>
            <a:gdLst/>
            <a:ahLst/>
            <a:rect l="l" t="t" r="r" b="b"/>
            <a:pathLst>
              <a:path w="897177" h="16021">
                <a:moveTo>
                  <a:pt x="0" y="0"/>
                </a:moveTo>
                <a:lnTo>
                  <a:pt x="897177" y="0"/>
                </a:lnTo>
                <a:lnTo>
                  <a:pt x="897177" y="16021"/>
                </a:lnTo>
                <a:lnTo>
                  <a:pt x="0" y="16021"/>
                </a:lnTo>
                <a:lnTo>
                  <a:pt x="0" y="0"/>
                </a:lnTo>
                <a:close/>
              </a:path>
            </a:pathLst>
          </a:custGeom>
          <a:solidFill>
            <a:srgbClr val="c9a36a"/>
          </a:solidFill>
          <a:ln w="0">
            <a:noFill/>
          </a:ln>
        </p:spPr>
        <p:style>
          <a:lnRef idx="0"/>
          <a:fillRef idx="0"/>
          <a:effectRef idx="0"/>
          <a:fontRef idx="minor"/>
        </p:style>
      </p:sp>
      <p:sp>
        <p:nvSpPr>
          <p:cNvPr id="445" name="Shape 3"/>
          <p:cNvSpPr/>
          <p:nvPr/>
        </p:nvSpPr>
        <p:spPr>
          <a:xfrm>
            <a:off x="332280" y="1265760"/>
            <a:ext cx="5666760" cy="3043440"/>
          </a:xfrm>
          <a:custGeom>
            <a:avLst/>
            <a:gdLst/>
            <a:ahLst/>
            <a:rect l="l" t="t" r="r" b="b"/>
            <a:pathLst>
              <a:path w="5667438" h="3043995">
                <a:moveTo>
                  <a:pt x="24032" y="0"/>
                </a:moveTo>
                <a:lnTo>
                  <a:pt x="5603361" y="0"/>
                </a:lnTo>
                <a:cubicBezTo>
                  <a:pt x="5638750" y="0"/>
                  <a:pt x="5667438" y="28688"/>
                  <a:pt x="5667438" y="64076"/>
                </a:cubicBezTo>
                <a:lnTo>
                  <a:pt x="5667438" y="2979919"/>
                </a:lnTo>
                <a:cubicBezTo>
                  <a:pt x="5667438" y="3015307"/>
                  <a:pt x="5638750" y="3043995"/>
                  <a:pt x="5603361" y="3043995"/>
                </a:cubicBezTo>
                <a:lnTo>
                  <a:pt x="24032" y="3043995"/>
                </a:lnTo>
                <a:cubicBezTo>
                  <a:pt x="10759" y="3043995"/>
                  <a:pt x="0" y="3033235"/>
                  <a:pt x="0" y="3019963"/>
                </a:cubicBezTo>
                <a:lnTo>
                  <a:pt x="0" y="24032"/>
                </a:lnTo>
                <a:cubicBezTo>
                  <a:pt x="0" y="10768"/>
                  <a:pt x="10768" y="0"/>
                  <a:pt x="24032" y="0"/>
                </a:cubicBezTo>
                <a:close/>
              </a:path>
            </a:pathLst>
          </a:custGeom>
          <a:solidFill>
            <a:srgbClr val="1a1a1a"/>
          </a:solidFill>
          <a:ln w="0">
            <a:noFill/>
          </a:ln>
        </p:spPr>
        <p:style>
          <a:lnRef idx="0"/>
          <a:fillRef idx="0"/>
          <a:effectRef idx="0"/>
          <a:fontRef idx="minor"/>
        </p:style>
      </p:sp>
      <p:sp>
        <p:nvSpPr>
          <p:cNvPr id="446" name="Shape 4"/>
          <p:cNvSpPr/>
          <p:nvPr/>
        </p:nvSpPr>
        <p:spPr>
          <a:xfrm>
            <a:off x="332280" y="1265760"/>
            <a:ext cx="23400" cy="3043440"/>
          </a:xfrm>
          <a:custGeom>
            <a:avLst/>
            <a:gdLst/>
            <a:ahLst/>
            <a:rect l="l" t="t" r="r" b="b"/>
            <a:pathLst>
              <a:path w="24032" h="3043995">
                <a:moveTo>
                  <a:pt x="24032" y="0"/>
                </a:moveTo>
                <a:lnTo>
                  <a:pt x="24032" y="0"/>
                </a:lnTo>
                <a:lnTo>
                  <a:pt x="24032" y="3043995"/>
                </a:lnTo>
                <a:lnTo>
                  <a:pt x="24032" y="3043995"/>
                </a:lnTo>
                <a:cubicBezTo>
                  <a:pt x="10759" y="3043995"/>
                  <a:pt x="0" y="3033235"/>
                  <a:pt x="0" y="3019963"/>
                </a:cubicBezTo>
                <a:lnTo>
                  <a:pt x="0" y="24032"/>
                </a:lnTo>
                <a:cubicBezTo>
                  <a:pt x="0" y="10768"/>
                  <a:pt x="10768" y="0"/>
                  <a:pt x="24032" y="0"/>
                </a:cubicBezTo>
                <a:close/>
              </a:path>
            </a:pathLst>
          </a:custGeom>
          <a:solidFill>
            <a:srgbClr val="c9a36a"/>
          </a:solidFill>
          <a:ln w="0">
            <a:noFill/>
          </a:ln>
        </p:spPr>
        <p:style>
          <a:lnRef idx="0"/>
          <a:fillRef idx="0"/>
          <a:effectRef idx="0"/>
          <a:fontRef idx="minor"/>
        </p:style>
      </p:sp>
      <p:sp>
        <p:nvSpPr>
          <p:cNvPr id="447" name="Shape 5"/>
          <p:cNvSpPr/>
          <p:nvPr/>
        </p:nvSpPr>
        <p:spPr>
          <a:xfrm>
            <a:off x="504720" y="1425960"/>
            <a:ext cx="383760" cy="383760"/>
          </a:xfrm>
          <a:custGeom>
            <a:avLst/>
            <a:gdLst/>
            <a:ahLst/>
            <a:rect l="l" t="t" r="r" b="b"/>
            <a:pathLst>
              <a:path w="384505" h="384505">
                <a:moveTo>
                  <a:pt x="192252" y="0"/>
                </a:moveTo>
                <a:lnTo>
                  <a:pt x="192252" y="0"/>
                </a:lnTo>
                <a:cubicBezTo>
                  <a:pt x="298359" y="0"/>
                  <a:pt x="384505" y="86145"/>
                  <a:pt x="384505" y="192252"/>
                </a:cubicBezTo>
                <a:lnTo>
                  <a:pt x="384505" y="192252"/>
                </a:lnTo>
                <a:cubicBezTo>
                  <a:pt x="384505" y="298359"/>
                  <a:pt x="298359" y="384505"/>
                  <a:pt x="192252" y="384505"/>
                </a:cubicBezTo>
                <a:lnTo>
                  <a:pt x="192252" y="384505"/>
                </a:lnTo>
                <a:cubicBezTo>
                  <a:pt x="86145" y="384505"/>
                  <a:pt x="0" y="298359"/>
                  <a:pt x="0" y="192252"/>
                </a:cubicBezTo>
                <a:lnTo>
                  <a:pt x="0" y="192252"/>
                </a:lnTo>
                <a:cubicBezTo>
                  <a:pt x="0" y="86145"/>
                  <a:pt x="86145" y="0"/>
                  <a:pt x="192252" y="0"/>
                </a:cubicBezTo>
                <a:close/>
              </a:path>
            </a:pathLst>
          </a:custGeom>
          <a:solidFill>
            <a:srgbClr val="c9a36a">
              <a:alpha val="20000"/>
            </a:srgbClr>
          </a:solidFill>
          <a:ln w="0">
            <a:noFill/>
          </a:ln>
        </p:spPr>
        <p:style>
          <a:lnRef idx="0"/>
          <a:fillRef idx="0"/>
          <a:effectRef idx="0"/>
          <a:fontRef idx="minor"/>
        </p:style>
      </p:sp>
      <p:sp>
        <p:nvSpPr>
          <p:cNvPr id="448" name="Shape 6"/>
          <p:cNvSpPr/>
          <p:nvPr/>
        </p:nvSpPr>
        <p:spPr>
          <a:xfrm>
            <a:off x="616680" y="1537920"/>
            <a:ext cx="159480" cy="159480"/>
          </a:xfrm>
          <a:custGeom>
            <a:avLst/>
            <a:gdLst/>
            <a:ahLst/>
            <a:rect l="l" t="t" r="r" b="b"/>
            <a:pathLst>
              <a:path w="160210" h="160210">
                <a:moveTo>
                  <a:pt x="20026" y="20026"/>
                </a:moveTo>
                <a:cubicBezTo>
                  <a:pt x="20026" y="14488"/>
                  <a:pt x="15552" y="10013"/>
                  <a:pt x="10013" y="10013"/>
                </a:cubicBezTo>
                <a:cubicBezTo>
                  <a:pt x="4475" y="10013"/>
                  <a:pt x="0" y="14488"/>
                  <a:pt x="0" y="20026"/>
                </a:cubicBezTo>
                <a:lnTo>
                  <a:pt x="0" y="125164"/>
                </a:lnTo>
                <a:cubicBezTo>
                  <a:pt x="0" y="138995"/>
                  <a:pt x="11202" y="150197"/>
                  <a:pt x="25033" y="150197"/>
                </a:cubicBezTo>
                <a:lnTo>
                  <a:pt x="150197" y="150197"/>
                </a:lnTo>
                <a:cubicBezTo>
                  <a:pt x="155736" y="150197"/>
                  <a:pt x="160210" y="145722"/>
                  <a:pt x="160210" y="140184"/>
                </a:cubicBezTo>
                <a:cubicBezTo>
                  <a:pt x="160210" y="134645"/>
                  <a:pt x="155736" y="130171"/>
                  <a:pt x="150197" y="130171"/>
                </a:cubicBezTo>
                <a:lnTo>
                  <a:pt x="25033" y="130171"/>
                </a:lnTo>
                <a:cubicBezTo>
                  <a:pt x="22279" y="130171"/>
                  <a:pt x="20026" y="127918"/>
                  <a:pt x="20026" y="125164"/>
                </a:cubicBezTo>
                <a:lnTo>
                  <a:pt x="20026" y="20026"/>
                </a:lnTo>
                <a:close/>
                <a:moveTo>
                  <a:pt x="147256" y="47124"/>
                </a:moveTo>
                <a:cubicBezTo>
                  <a:pt x="151167" y="43213"/>
                  <a:pt x="151167" y="36861"/>
                  <a:pt x="147256" y="32949"/>
                </a:cubicBezTo>
                <a:cubicBezTo>
                  <a:pt x="143344" y="29038"/>
                  <a:pt x="136992" y="29038"/>
                  <a:pt x="133081" y="32949"/>
                </a:cubicBezTo>
                <a:lnTo>
                  <a:pt x="100131" y="65930"/>
                </a:lnTo>
                <a:lnTo>
                  <a:pt x="82170" y="48000"/>
                </a:lnTo>
                <a:cubicBezTo>
                  <a:pt x="78259" y="44089"/>
                  <a:pt x="71907" y="44089"/>
                  <a:pt x="67995" y="48000"/>
                </a:cubicBezTo>
                <a:lnTo>
                  <a:pt x="37956" y="78040"/>
                </a:lnTo>
                <a:cubicBezTo>
                  <a:pt x="34045" y="81951"/>
                  <a:pt x="34045" y="88303"/>
                  <a:pt x="37956" y="92215"/>
                </a:cubicBezTo>
                <a:cubicBezTo>
                  <a:pt x="41867" y="96126"/>
                  <a:pt x="48220" y="96126"/>
                  <a:pt x="52131" y="92215"/>
                </a:cubicBezTo>
                <a:lnTo>
                  <a:pt x="75099" y="69247"/>
                </a:lnTo>
                <a:lnTo>
                  <a:pt x="93060" y="87208"/>
                </a:lnTo>
                <a:cubicBezTo>
                  <a:pt x="96971" y="91120"/>
                  <a:pt x="103323" y="91120"/>
                  <a:pt x="107234" y="87208"/>
                </a:cubicBezTo>
                <a:lnTo>
                  <a:pt x="147287" y="47156"/>
                </a:lnTo>
                <a:close/>
              </a:path>
            </a:pathLst>
          </a:custGeom>
          <a:solidFill>
            <a:srgbClr val="c9a36a"/>
          </a:solidFill>
          <a:ln w="0">
            <a:noFill/>
          </a:ln>
        </p:spPr>
        <p:style>
          <a:lnRef idx="0"/>
          <a:fillRef idx="0"/>
          <a:effectRef idx="0"/>
          <a:fontRef idx="minor"/>
        </p:style>
      </p:sp>
      <p:sp>
        <p:nvSpPr>
          <p:cNvPr id="449" name="Text 7"/>
          <p:cNvSpPr/>
          <p:nvPr/>
        </p:nvSpPr>
        <p:spPr>
          <a:xfrm>
            <a:off x="985320" y="1490040"/>
            <a:ext cx="1937880" cy="25560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510" spc="-1" strike="noStrike">
                <a:solidFill>
                  <a:srgbClr val="f2f2f2"/>
                </a:solidFill>
                <a:latin typeface="Oranienbaum"/>
                <a:ea typeface="Oranienbaum"/>
              </a:rPr>
              <a:t>From Obscurity to Fame</a:t>
            </a:r>
            <a:endParaRPr b="0" lang="en-HK" sz="1510" spc="-1" strike="noStrike">
              <a:latin typeface="Arial"/>
            </a:endParaRPr>
          </a:p>
        </p:txBody>
      </p:sp>
      <p:sp>
        <p:nvSpPr>
          <p:cNvPr id="450" name="Text 8"/>
          <p:cNvSpPr/>
          <p:nvPr/>
        </p:nvSpPr>
        <p:spPr>
          <a:xfrm>
            <a:off x="504720" y="1938600"/>
            <a:ext cx="5398200" cy="62424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10" spc="-1" strike="noStrike">
                <a:solidFill>
                  <a:srgbClr val="b8b8b8"/>
                </a:solidFill>
                <a:latin typeface="Quattrocento Sans"/>
                <a:ea typeface="Quattrocento Sans"/>
              </a:rPr>
              <a:t>During his lifetime, Van Gogh sold only </a:t>
            </a:r>
            <a:r>
              <a:rPr b="0" lang="en-US" sz="1010" spc="-1" strike="noStrike">
                <a:solidFill>
                  <a:srgbClr val="f2f2f2"/>
                </a:solidFill>
                <a:latin typeface="Quattrocento Sans"/>
                <a:ea typeface="Quattrocento Sans"/>
              </a:rPr>
              <a:t>one painting</a:t>
            </a:r>
            <a:r>
              <a:rPr b="0" lang="en-US" sz="1010" spc="-1" strike="noStrike">
                <a:solidFill>
                  <a:srgbClr val="b8b8b8"/>
                </a:solidFill>
                <a:latin typeface="Quattrocento Sans"/>
                <a:ea typeface="Quattrocento Sans"/>
              </a:rPr>
              <a:t>—"The Red Vineyard" (1890), purchased by Belgian artist Anna Boch for 400 francs. He died in poverty and relative obscurity, considered a madman and failure by most.</a:t>
            </a:r>
            <a:endParaRPr b="0" lang="en-HK" sz="1010" spc="-1" strike="noStrike">
              <a:latin typeface="Arial"/>
            </a:endParaRPr>
          </a:p>
        </p:txBody>
      </p:sp>
      <p:sp>
        <p:nvSpPr>
          <p:cNvPr id="451" name="Text 9"/>
          <p:cNvSpPr/>
          <p:nvPr/>
        </p:nvSpPr>
        <p:spPr>
          <a:xfrm>
            <a:off x="504720" y="2691360"/>
            <a:ext cx="5398200" cy="62424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10" spc="-1" strike="noStrike">
                <a:solidFill>
                  <a:srgbClr val="b8b8b8"/>
                </a:solidFill>
                <a:latin typeface="Quattrocento Sans"/>
                <a:ea typeface="Quattrocento Sans"/>
              </a:rPr>
              <a:t>After his death, Theo and later Theo's widow </a:t>
            </a:r>
            <a:r>
              <a:rPr b="0" lang="en-US" sz="1010" spc="-1" strike="noStrike">
                <a:solidFill>
                  <a:srgbClr val="c9a36a"/>
                </a:solidFill>
                <a:latin typeface="Quattrocento Sans"/>
                <a:ea typeface="Quattrocento Sans"/>
              </a:rPr>
              <a:t>Johanna van Gogh-Bonger</a:t>
            </a:r>
            <a:r>
              <a:rPr b="0" lang="en-US" sz="1010" spc="-1" strike="noStrike">
                <a:solidFill>
                  <a:srgbClr val="b8b8b8"/>
                </a:solidFill>
                <a:latin typeface="Quattrocento Sans"/>
                <a:ea typeface="Quattrocento Sans"/>
              </a:rPr>
              <a:t> worked tirelessly to promote his work. Johanna organized exhibitions across Europe, published his letters, and built relationships with collectors and critics who gradually recognized his genius.</a:t>
            </a:r>
            <a:endParaRPr b="0" lang="en-HK" sz="1010" spc="-1" strike="noStrike">
              <a:latin typeface="Arial"/>
            </a:endParaRPr>
          </a:p>
        </p:txBody>
      </p:sp>
      <p:sp>
        <p:nvSpPr>
          <p:cNvPr id="452" name="Shape 10"/>
          <p:cNvSpPr/>
          <p:nvPr/>
        </p:nvSpPr>
        <p:spPr>
          <a:xfrm>
            <a:off x="504720" y="3444480"/>
            <a:ext cx="5334120" cy="704160"/>
          </a:xfrm>
          <a:custGeom>
            <a:avLst/>
            <a:gdLst/>
            <a:ahLst/>
            <a:rect l="l" t="t" r="r" b="b"/>
            <a:pathLst>
              <a:path w="5335001" h="704925">
                <a:moveTo>
                  <a:pt x="32039" y="0"/>
                </a:moveTo>
                <a:lnTo>
                  <a:pt x="5302962" y="0"/>
                </a:lnTo>
                <a:cubicBezTo>
                  <a:pt x="5320657" y="0"/>
                  <a:pt x="5335001" y="14344"/>
                  <a:pt x="5335001" y="32039"/>
                </a:cubicBezTo>
                <a:lnTo>
                  <a:pt x="5335001" y="672886"/>
                </a:lnTo>
                <a:cubicBezTo>
                  <a:pt x="5335001" y="690581"/>
                  <a:pt x="5320657" y="704925"/>
                  <a:pt x="5302962" y="704925"/>
                </a:cubicBezTo>
                <a:lnTo>
                  <a:pt x="32039" y="704925"/>
                </a:lnTo>
                <a:cubicBezTo>
                  <a:pt x="14344" y="704925"/>
                  <a:pt x="0" y="690581"/>
                  <a:pt x="0" y="672886"/>
                </a:cubicBezTo>
                <a:lnTo>
                  <a:pt x="0" y="32039"/>
                </a:lnTo>
                <a:cubicBezTo>
                  <a:pt x="0" y="14356"/>
                  <a:pt x="14356" y="0"/>
                  <a:pt x="32039" y="0"/>
                </a:cubicBezTo>
                <a:close/>
              </a:path>
            </a:pathLst>
          </a:custGeom>
          <a:solidFill>
            <a:srgbClr val="2b2b2b"/>
          </a:solidFill>
          <a:ln w="0">
            <a:noFill/>
          </a:ln>
        </p:spPr>
        <p:style>
          <a:lnRef idx="0"/>
          <a:fillRef idx="0"/>
          <a:effectRef idx="0"/>
          <a:fontRef idx="minor"/>
        </p:style>
      </p:sp>
      <p:sp>
        <p:nvSpPr>
          <p:cNvPr id="453" name="Text 11"/>
          <p:cNvSpPr/>
          <p:nvPr/>
        </p:nvSpPr>
        <p:spPr>
          <a:xfrm>
            <a:off x="600840" y="3540600"/>
            <a:ext cx="5198040" cy="1594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0" spc="-1" strike="noStrike">
                <a:solidFill>
                  <a:srgbClr val="c9a36a"/>
                </a:solidFill>
                <a:latin typeface="Quattrocento Sans"/>
                <a:ea typeface="Quattrocento Sans"/>
              </a:rPr>
              <a:t>Turning Point:</a:t>
            </a:r>
            <a:endParaRPr b="0" lang="en-HK" sz="880" spc="-1" strike="noStrike">
              <a:latin typeface="Arial"/>
            </a:endParaRPr>
          </a:p>
        </p:txBody>
      </p:sp>
      <p:sp>
        <p:nvSpPr>
          <p:cNvPr id="454" name="Text 12"/>
          <p:cNvSpPr/>
          <p:nvPr/>
        </p:nvSpPr>
        <p:spPr>
          <a:xfrm>
            <a:off x="600840" y="3732840"/>
            <a:ext cx="5198040" cy="3196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0" spc="-1" strike="noStrike">
                <a:solidFill>
                  <a:srgbClr val="b8b8b8"/>
                </a:solidFill>
                <a:latin typeface="Quattrocento Sans"/>
                <a:ea typeface="Quattrocento Sans"/>
              </a:rPr>
              <a:t>A 1901 retrospective in Paris brought Van Gogh to the attention of the avant-garde, sparking his posthumous rise to fame.</a:t>
            </a:r>
            <a:endParaRPr b="0" lang="en-HK" sz="880" spc="-1" strike="noStrike">
              <a:latin typeface="Arial"/>
            </a:endParaRPr>
          </a:p>
        </p:txBody>
      </p:sp>
      <p:sp>
        <p:nvSpPr>
          <p:cNvPr id="455" name="Shape 13"/>
          <p:cNvSpPr/>
          <p:nvPr/>
        </p:nvSpPr>
        <p:spPr>
          <a:xfrm>
            <a:off x="332280" y="4437720"/>
            <a:ext cx="5666760" cy="2001960"/>
          </a:xfrm>
          <a:custGeom>
            <a:avLst/>
            <a:gdLst/>
            <a:ahLst/>
            <a:rect l="l" t="t" r="r" b="b"/>
            <a:pathLst>
              <a:path w="5667438" h="2002628">
                <a:moveTo>
                  <a:pt x="24032" y="0"/>
                </a:moveTo>
                <a:lnTo>
                  <a:pt x="5603353" y="0"/>
                </a:lnTo>
                <a:cubicBezTo>
                  <a:pt x="5638746" y="0"/>
                  <a:pt x="5667438" y="28691"/>
                  <a:pt x="5667438" y="64084"/>
                </a:cubicBezTo>
                <a:lnTo>
                  <a:pt x="5667438" y="1938544"/>
                </a:lnTo>
                <a:cubicBezTo>
                  <a:pt x="5667438" y="1973937"/>
                  <a:pt x="5638746" y="2002628"/>
                  <a:pt x="5603353" y="2002628"/>
                </a:cubicBezTo>
                <a:lnTo>
                  <a:pt x="24032" y="2002628"/>
                </a:lnTo>
                <a:cubicBezTo>
                  <a:pt x="10759" y="2002628"/>
                  <a:pt x="0" y="1991869"/>
                  <a:pt x="0" y="1978597"/>
                </a:cubicBezTo>
                <a:lnTo>
                  <a:pt x="0" y="24032"/>
                </a:lnTo>
                <a:cubicBezTo>
                  <a:pt x="0" y="10768"/>
                  <a:pt x="10768" y="0"/>
                  <a:pt x="24032" y="0"/>
                </a:cubicBezTo>
                <a:close/>
              </a:path>
            </a:pathLst>
          </a:custGeom>
          <a:solidFill>
            <a:srgbClr val="1a1a1a"/>
          </a:solidFill>
          <a:ln w="0">
            <a:noFill/>
          </a:ln>
        </p:spPr>
        <p:style>
          <a:lnRef idx="0"/>
          <a:fillRef idx="0"/>
          <a:effectRef idx="0"/>
          <a:fontRef idx="minor"/>
        </p:style>
      </p:sp>
      <p:sp>
        <p:nvSpPr>
          <p:cNvPr id="456" name="Shape 14"/>
          <p:cNvSpPr/>
          <p:nvPr/>
        </p:nvSpPr>
        <p:spPr>
          <a:xfrm>
            <a:off x="332280" y="4437720"/>
            <a:ext cx="23400" cy="2001960"/>
          </a:xfrm>
          <a:custGeom>
            <a:avLst/>
            <a:gdLst/>
            <a:ahLst/>
            <a:rect l="l" t="t" r="r" b="b"/>
            <a:pathLst>
              <a:path w="24032" h="2002628">
                <a:moveTo>
                  <a:pt x="24032" y="0"/>
                </a:moveTo>
                <a:lnTo>
                  <a:pt x="24032" y="0"/>
                </a:lnTo>
                <a:lnTo>
                  <a:pt x="24032" y="2002628"/>
                </a:lnTo>
                <a:lnTo>
                  <a:pt x="24032" y="2002628"/>
                </a:lnTo>
                <a:cubicBezTo>
                  <a:pt x="10759" y="2002628"/>
                  <a:pt x="0" y="1991869"/>
                  <a:pt x="0" y="1978597"/>
                </a:cubicBezTo>
                <a:lnTo>
                  <a:pt x="0" y="24032"/>
                </a:lnTo>
                <a:cubicBezTo>
                  <a:pt x="0" y="10768"/>
                  <a:pt x="10768" y="0"/>
                  <a:pt x="24032" y="0"/>
                </a:cubicBezTo>
                <a:close/>
              </a:path>
            </a:pathLst>
          </a:custGeom>
          <a:solidFill>
            <a:srgbClr val="c9a36a"/>
          </a:solidFill>
          <a:ln w="0">
            <a:noFill/>
          </a:ln>
        </p:spPr>
        <p:style>
          <a:lnRef idx="0"/>
          <a:fillRef idx="0"/>
          <a:effectRef idx="0"/>
          <a:fontRef idx="minor"/>
        </p:style>
      </p:sp>
      <p:sp>
        <p:nvSpPr>
          <p:cNvPr id="457" name="Shape 15"/>
          <p:cNvSpPr/>
          <p:nvPr/>
        </p:nvSpPr>
        <p:spPr>
          <a:xfrm>
            <a:off x="504720" y="4597920"/>
            <a:ext cx="383760" cy="383760"/>
          </a:xfrm>
          <a:custGeom>
            <a:avLst/>
            <a:gdLst/>
            <a:ahLst/>
            <a:rect l="l" t="t" r="r" b="b"/>
            <a:pathLst>
              <a:path w="384505" h="384505">
                <a:moveTo>
                  <a:pt x="192252" y="0"/>
                </a:moveTo>
                <a:lnTo>
                  <a:pt x="192252" y="0"/>
                </a:lnTo>
                <a:cubicBezTo>
                  <a:pt x="298359" y="0"/>
                  <a:pt x="384505" y="86145"/>
                  <a:pt x="384505" y="192252"/>
                </a:cubicBezTo>
                <a:lnTo>
                  <a:pt x="384505" y="192252"/>
                </a:lnTo>
                <a:cubicBezTo>
                  <a:pt x="384505" y="298359"/>
                  <a:pt x="298359" y="384505"/>
                  <a:pt x="192252" y="384505"/>
                </a:cubicBezTo>
                <a:lnTo>
                  <a:pt x="192252" y="384505"/>
                </a:lnTo>
                <a:cubicBezTo>
                  <a:pt x="86145" y="384505"/>
                  <a:pt x="0" y="298359"/>
                  <a:pt x="0" y="192252"/>
                </a:cubicBezTo>
                <a:lnTo>
                  <a:pt x="0" y="192252"/>
                </a:lnTo>
                <a:cubicBezTo>
                  <a:pt x="0" y="86145"/>
                  <a:pt x="86145" y="0"/>
                  <a:pt x="192252" y="0"/>
                </a:cubicBezTo>
                <a:close/>
              </a:path>
            </a:pathLst>
          </a:custGeom>
          <a:solidFill>
            <a:srgbClr val="c9a36a">
              <a:alpha val="20000"/>
            </a:srgbClr>
          </a:solidFill>
          <a:ln w="0">
            <a:noFill/>
          </a:ln>
        </p:spPr>
        <p:style>
          <a:lnRef idx="0"/>
          <a:fillRef idx="0"/>
          <a:effectRef idx="0"/>
          <a:fontRef idx="minor"/>
        </p:style>
      </p:sp>
      <p:sp>
        <p:nvSpPr>
          <p:cNvPr id="458" name="Shape 16"/>
          <p:cNvSpPr/>
          <p:nvPr/>
        </p:nvSpPr>
        <p:spPr>
          <a:xfrm>
            <a:off x="616680" y="4710240"/>
            <a:ext cx="159480" cy="159480"/>
          </a:xfrm>
          <a:custGeom>
            <a:avLst/>
            <a:gdLst/>
            <a:ahLst/>
            <a:rect l="l" t="t" r="r" b="b"/>
            <a:pathLst>
              <a:path w="160210" h="160210">
                <a:moveTo>
                  <a:pt x="74692" y="1596"/>
                </a:moveTo>
                <a:cubicBezTo>
                  <a:pt x="77977" y="-532"/>
                  <a:pt x="82233" y="-532"/>
                  <a:pt x="85518" y="1596"/>
                </a:cubicBezTo>
                <a:lnTo>
                  <a:pt x="155610" y="46655"/>
                </a:lnTo>
                <a:cubicBezTo>
                  <a:pt x="159334" y="49064"/>
                  <a:pt x="161055" y="53633"/>
                  <a:pt x="159803" y="57888"/>
                </a:cubicBezTo>
                <a:cubicBezTo>
                  <a:pt x="158552" y="62144"/>
                  <a:pt x="154640" y="65085"/>
                  <a:pt x="150197" y="65085"/>
                </a:cubicBezTo>
                <a:lnTo>
                  <a:pt x="140184" y="65085"/>
                </a:lnTo>
                <a:lnTo>
                  <a:pt x="140184" y="130171"/>
                </a:lnTo>
                <a:lnTo>
                  <a:pt x="156205" y="142187"/>
                </a:lnTo>
                <a:cubicBezTo>
                  <a:pt x="158740" y="144064"/>
                  <a:pt x="160210" y="147037"/>
                  <a:pt x="160210" y="150197"/>
                </a:cubicBezTo>
                <a:cubicBezTo>
                  <a:pt x="160210" y="155736"/>
                  <a:pt x="155736" y="160210"/>
                  <a:pt x="150197" y="160210"/>
                </a:cubicBezTo>
                <a:lnTo>
                  <a:pt x="10013" y="160210"/>
                </a:lnTo>
                <a:cubicBezTo>
                  <a:pt x="4475" y="160210"/>
                  <a:pt x="0" y="155736"/>
                  <a:pt x="0" y="150197"/>
                </a:cubicBezTo>
                <a:cubicBezTo>
                  <a:pt x="0" y="147037"/>
                  <a:pt x="1471" y="144064"/>
                  <a:pt x="4005" y="142187"/>
                </a:cubicBezTo>
                <a:lnTo>
                  <a:pt x="20026" y="130171"/>
                </a:lnTo>
                <a:lnTo>
                  <a:pt x="20026" y="130171"/>
                </a:lnTo>
                <a:lnTo>
                  <a:pt x="20026" y="65085"/>
                </a:lnTo>
                <a:lnTo>
                  <a:pt x="10013" y="65085"/>
                </a:lnTo>
                <a:cubicBezTo>
                  <a:pt x="5570" y="65085"/>
                  <a:pt x="1658" y="62144"/>
                  <a:pt x="407" y="57888"/>
                </a:cubicBezTo>
                <a:cubicBezTo>
                  <a:pt x="-845" y="53633"/>
                  <a:pt x="876" y="49033"/>
                  <a:pt x="4600" y="46655"/>
                </a:cubicBezTo>
                <a:lnTo>
                  <a:pt x="74692" y="1596"/>
                </a:lnTo>
                <a:close/>
                <a:moveTo>
                  <a:pt x="105138" y="65085"/>
                </a:moveTo>
                <a:lnTo>
                  <a:pt x="105138" y="130171"/>
                </a:lnTo>
                <a:lnTo>
                  <a:pt x="125164" y="130171"/>
                </a:lnTo>
                <a:lnTo>
                  <a:pt x="125164" y="65085"/>
                </a:lnTo>
                <a:lnTo>
                  <a:pt x="105138" y="65085"/>
                </a:lnTo>
                <a:close/>
                <a:moveTo>
                  <a:pt x="70092" y="130171"/>
                </a:moveTo>
                <a:lnTo>
                  <a:pt x="90118" y="130171"/>
                </a:lnTo>
                <a:lnTo>
                  <a:pt x="90118" y="65085"/>
                </a:lnTo>
                <a:lnTo>
                  <a:pt x="70092" y="65085"/>
                </a:lnTo>
                <a:lnTo>
                  <a:pt x="70092" y="130171"/>
                </a:lnTo>
                <a:close/>
                <a:moveTo>
                  <a:pt x="35046" y="65085"/>
                </a:moveTo>
                <a:lnTo>
                  <a:pt x="35046" y="130171"/>
                </a:lnTo>
                <a:lnTo>
                  <a:pt x="55072" y="130171"/>
                </a:lnTo>
                <a:lnTo>
                  <a:pt x="55072" y="65085"/>
                </a:lnTo>
                <a:lnTo>
                  <a:pt x="35046" y="65085"/>
                </a:lnTo>
                <a:close/>
              </a:path>
            </a:pathLst>
          </a:custGeom>
          <a:solidFill>
            <a:srgbClr val="c9a36a"/>
          </a:solidFill>
          <a:ln w="0">
            <a:noFill/>
          </a:ln>
        </p:spPr>
        <p:style>
          <a:lnRef idx="0"/>
          <a:fillRef idx="0"/>
          <a:effectRef idx="0"/>
          <a:fontRef idx="minor"/>
        </p:style>
      </p:sp>
      <p:sp>
        <p:nvSpPr>
          <p:cNvPr id="459" name="Text 17"/>
          <p:cNvSpPr/>
          <p:nvPr/>
        </p:nvSpPr>
        <p:spPr>
          <a:xfrm>
            <a:off x="985320" y="4662000"/>
            <a:ext cx="1513440" cy="25560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510" spc="-1" strike="noStrike">
                <a:solidFill>
                  <a:srgbClr val="f2f2f2"/>
                </a:solidFill>
                <a:latin typeface="Oranienbaum"/>
                <a:ea typeface="Oranienbaum"/>
              </a:rPr>
              <a:t>Van Gogh Museum</a:t>
            </a:r>
            <a:endParaRPr b="0" lang="en-HK" sz="1510" spc="-1" strike="noStrike">
              <a:latin typeface="Arial"/>
            </a:endParaRPr>
          </a:p>
        </p:txBody>
      </p:sp>
      <p:sp>
        <p:nvSpPr>
          <p:cNvPr id="460" name="Text 18"/>
          <p:cNvSpPr/>
          <p:nvPr/>
        </p:nvSpPr>
        <p:spPr>
          <a:xfrm>
            <a:off x="504720" y="5110560"/>
            <a:ext cx="5398200" cy="41580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10" spc="-1" strike="noStrike">
                <a:solidFill>
                  <a:srgbClr val="b8b8b8"/>
                </a:solidFill>
                <a:latin typeface="Quattrocento Sans"/>
                <a:ea typeface="Quattrocento Sans"/>
              </a:rPr>
              <a:t>Established in </a:t>
            </a:r>
            <a:r>
              <a:rPr b="0" lang="en-US" sz="1010" spc="-1" strike="noStrike">
                <a:solidFill>
                  <a:srgbClr val="f2f2f2"/>
                </a:solidFill>
                <a:latin typeface="Quattrocento Sans"/>
                <a:ea typeface="Quattrocento Sans"/>
              </a:rPr>
              <a:t>1973</a:t>
            </a:r>
            <a:r>
              <a:rPr b="0" lang="en-US" sz="1010" spc="-1" strike="noStrike">
                <a:solidFill>
                  <a:srgbClr val="b8b8b8"/>
                </a:solidFill>
                <a:latin typeface="Quattrocento Sans"/>
                <a:ea typeface="Quattrocento Sans"/>
              </a:rPr>
              <a:t> in Amsterdam's Museumplein, the Van Gogh Museum houses the </a:t>
            </a:r>
            <a:r>
              <a:rPr b="0" lang="en-US" sz="1010" spc="-1" strike="noStrike">
                <a:solidFill>
                  <a:srgbClr val="c9a36a"/>
                </a:solidFill>
                <a:latin typeface="Quattrocento Sans"/>
                <a:ea typeface="Quattrocento Sans"/>
              </a:rPr>
              <a:t>world's largest collection</a:t>
            </a:r>
            <a:r>
              <a:rPr b="0" lang="en-US" sz="1010" spc="-1" strike="noStrike">
                <a:solidFill>
                  <a:srgbClr val="b8b8b8"/>
                </a:solidFill>
                <a:latin typeface="Quattrocento Sans"/>
                <a:ea typeface="Quattrocento Sans"/>
              </a:rPr>
              <a:t> of his works—over 200 paintings, 500 drawings, and 700 letters.</a:t>
            </a:r>
            <a:endParaRPr b="0" lang="en-HK" sz="1010" spc="-1" strike="noStrike">
              <a:latin typeface="Arial"/>
            </a:endParaRPr>
          </a:p>
        </p:txBody>
      </p:sp>
      <p:sp>
        <p:nvSpPr>
          <p:cNvPr id="461" name="Text 19"/>
          <p:cNvSpPr/>
          <p:nvPr/>
        </p:nvSpPr>
        <p:spPr>
          <a:xfrm>
            <a:off x="504720" y="5655600"/>
            <a:ext cx="5398200" cy="62424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10" spc="-1" strike="noStrike">
                <a:solidFill>
                  <a:srgbClr val="b8b8b8"/>
                </a:solidFill>
                <a:latin typeface="Quattrocento Sans"/>
                <a:ea typeface="Quattrocento Sans"/>
              </a:rPr>
              <a:t>The museum, founded by Vincent's nephew Vincent Willem van Gogh, attracts </a:t>
            </a:r>
            <a:r>
              <a:rPr b="0" lang="en-US" sz="1010" spc="-1" strike="noStrike">
                <a:solidFill>
                  <a:srgbClr val="f2f2f2"/>
                </a:solidFill>
                <a:latin typeface="Quattrocento Sans"/>
                <a:ea typeface="Quattrocento Sans"/>
              </a:rPr>
              <a:t>2+ million visitors annually</a:t>
            </a:r>
            <a:r>
              <a:rPr b="0" lang="en-US" sz="1010" spc="-1" strike="noStrike">
                <a:solidFill>
                  <a:srgbClr val="b8b8b8"/>
                </a:solidFill>
                <a:latin typeface="Quattrocento Sans"/>
                <a:ea typeface="Quattrocento Sans"/>
              </a:rPr>
              <a:t>, making it one of the world's most popular art museums and a testament to his enduring appeal.</a:t>
            </a:r>
            <a:endParaRPr b="0" lang="en-HK" sz="1010" spc="-1" strike="noStrike">
              <a:latin typeface="Arial"/>
            </a:endParaRPr>
          </a:p>
        </p:txBody>
      </p:sp>
      <p:sp>
        <p:nvSpPr>
          <p:cNvPr id="462" name="Shape 20"/>
          <p:cNvSpPr/>
          <p:nvPr/>
        </p:nvSpPr>
        <p:spPr>
          <a:xfrm>
            <a:off x="6203160" y="1265760"/>
            <a:ext cx="5666760" cy="3556080"/>
          </a:xfrm>
          <a:custGeom>
            <a:avLst/>
            <a:gdLst/>
            <a:ahLst/>
            <a:rect l="l" t="t" r="r" b="b"/>
            <a:pathLst>
              <a:path w="5667438" h="3556668">
                <a:moveTo>
                  <a:pt x="24032" y="0"/>
                </a:moveTo>
                <a:lnTo>
                  <a:pt x="5603346" y="0"/>
                </a:lnTo>
                <a:cubicBezTo>
                  <a:pt x="5638743" y="0"/>
                  <a:pt x="5667438" y="28695"/>
                  <a:pt x="5667438" y="64091"/>
                </a:cubicBezTo>
                <a:lnTo>
                  <a:pt x="5667438" y="3492576"/>
                </a:lnTo>
                <a:cubicBezTo>
                  <a:pt x="5667438" y="3527973"/>
                  <a:pt x="5638743" y="3556668"/>
                  <a:pt x="5603346" y="3556668"/>
                </a:cubicBezTo>
                <a:lnTo>
                  <a:pt x="24032" y="3556668"/>
                </a:lnTo>
                <a:cubicBezTo>
                  <a:pt x="10759" y="3556668"/>
                  <a:pt x="0" y="3545908"/>
                  <a:pt x="0" y="3532636"/>
                </a:cubicBezTo>
                <a:lnTo>
                  <a:pt x="0" y="24032"/>
                </a:lnTo>
                <a:cubicBezTo>
                  <a:pt x="0" y="10768"/>
                  <a:pt x="10768" y="0"/>
                  <a:pt x="24032" y="0"/>
                </a:cubicBezTo>
                <a:close/>
              </a:path>
            </a:pathLst>
          </a:custGeom>
          <a:solidFill>
            <a:srgbClr val="1a1a1a"/>
          </a:solidFill>
          <a:ln w="0">
            <a:noFill/>
          </a:ln>
        </p:spPr>
        <p:style>
          <a:lnRef idx="0"/>
          <a:fillRef idx="0"/>
          <a:effectRef idx="0"/>
          <a:fontRef idx="minor"/>
        </p:style>
      </p:sp>
      <p:sp>
        <p:nvSpPr>
          <p:cNvPr id="463" name="Shape 21"/>
          <p:cNvSpPr/>
          <p:nvPr/>
        </p:nvSpPr>
        <p:spPr>
          <a:xfrm>
            <a:off x="6203160" y="1265760"/>
            <a:ext cx="23400" cy="3556080"/>
          </a:xfrm>
          <a:custGeom>
            <a:avLst/>
            <a:gdLst/>
            <a:ahLst/>
            <a:rect l="l" t="t" r="r" b="b"/>
            <a:pathLst>
              <a:path w="24032" h="3556668">
                <a:moveTo>
                  <a:pt x="24032" y="0"/>
                </a:moveTo>
                <a:lnTo>
                  <a:pt x="24032" y="0"/>
                </a:lnTo>
                <a:lnTo>
                  <a:pt x="24032" y="3556668"/>
                </a:lnTo>
                <a:lnTo>
                  <a:pt x="24032" y="3556668"/>
                </a:lnTo>
                <a:cubicBezTo>
                  <a:pt x="10759" y="3556668"/>
                  <a:pt x="0" y="3545908"/>
                  <a:pt x="0" y="3532636"/>
                </a:cubicBezTo>
                <a:lnTo>
                  <a:pt x="0" y="24032"/>
                </a:lnTo>
                <a:cubicBezTo>
                  <a:pt x="0" y="10768"/>
                  <a:pt x="10768" y="0"/>
                  <a:pt x="24032" y="0"/>
                </a:cubicBezTo>
                <a:close/>
              </a:path>
            </a:pathLst>
          </a:custGeom>
          <a:solidFill>
            <a:srgbClr val="c9a36a"/>
          </a:solidFill>
          <a:ln w="0">
            <a:noFill/>
          </a:ln>
        </p:spPr>
        <p:style>
          <a:lnRef idx="0"/>
          <a:fillRef idx="0"/>
          <a:effectRef idx="0"/>
          <a:fontRef idx="minor"/>
        </p:style>
      </p:sp>
      <p:sp>
        <p:nvSpPr>
          <p:cNvPr id="464" name="Shape 22"/>
          <p:cNvSpPr/>
          <p:nvPr/>
        </p:nvSpPr>
        <p:spPr>
          <a:xfrm>
            <a:off x="6375600" y="1425960"/>
            <a:ext cx="383760" cy="383760"/>
          </a:xfrm>
          <a:custGeom>
            <a:avLst/>
            <a:gdLst/>
            <a:ahLst/>
            <a:rect l="l" t="t" r="r" b="b"/>
            <a:pathLst>
              <a:path w="384505" h="384505">
                <a:moveTo>
                  <a:pt x="192252" y="0"/>
                </a:moveTo>
                <a:lnTo>
                  <a:pt x="192252" y="0"/>
                </a:lnTo>
                <a:cubicBezTo>
                  <a:pt x="298359" y="0"/>
                  <a:pt x="384505" y="86145"/>
                  <a:pt x="384505" y="192252"/>
                </a:cubicBezTo>
                <a:lnTo>
                  <a:pt x="384505" y="192252"/>
                </a:lnTo>
                <a:cubicBezTo>
                  <a:pt x="384505" y="298359"/>
                  <a:pt x="298359" y="384505"/>
                  <a:pt x="192252" y="384505"/>
                </a:cubicBezTo>
                <a:lnTo>
                  <a:pt x="192252" y="384505"/>
                </a:lnTo>
                <a:cubicBezTo>
                  <a:pt x="86145" y="384505"/>
                  <a:pt x="0" y="298359"/>
                  <a:pt x="0" y="192252"/>
                </a:cubicBezTo>
                <a:lnTo>
                  <a:pt x="0" y="192252"/>
                </a:lnTo>
                <a:cubicBezTo>
                  <a:pt x="0" y="86145"/>
                  <a:pt x="86145" y="0"/>
                  <a:pt x="192252" y="0"/>
                </a:cubicBezTo>
                <a:close/>
              </a:path>
            </a:pathLst>
          </a:custGeom>
          <a:solidFill>
            <a:srgbClr val="c9a36a">
              <a:alpha val="20000"/>
            </a:srgbClr>
          </a:solidFill>
          <a:ln w="0">
            <a:noFill/>
          </a:ln>
        </p:spPr>
        <p:style>
          <a:lnRef idx="0"/>
          <a:fillRef idx="0"/>
          <a:effectRef idx="0"/>
          <a:fontRef idx="minor"/>
        </p:style>
      </p:sp>
      <p:sp>
        <p:nvSpPr>
          <p:cNvPr id="465" name="Shape 23"/>
          <p:cNvSpPr/>
          <p:nvPr/>
        </p:nvSpPr>
        <p:spPr>
          <a:xfrm>
            <a:off x="6517440" y="1537920"/>
            <a:ext cx="99360" cy="159480"/>
          </a:xfrm>
          <a:custGeom>
            <a:avLst/>
            <a:gdLst/>
            <a:ahLst/>
            <a:rect l="l" t="t" r="r" b="b"/>
            <a:pathLst>
              <a:path w="100131" h="160210">
                <a:moveTo>
                  <a:pt x="42556" y="7510"/>
                </a:moveTo>
                <a:cubicBezTo>
                  <a:pt x="42556" y="3348"/>
                  <a:pt x="45904" y="0"/>
                  <a:pt x="50066" y="0"/>
                </a:cubicBezTo>
                <a:cubicBezTo>
                  <a:pt x="54227" y="0"/>
                  <a:pt x="57576" y="3348"/>
                  <a:pt x="57576" y="7510"/>
                </a:cubicBezTo>
                <a:lnTo>
                  <a:pt x="57576" y="20026"/>
                </a:lnTo>
                <a:lnTo>
                  <a:pt x="75099" y="20026"/>
                </a:lnTo>
                <a:cubicBezTo>
                  <a:pt x="80637" y="20026"/>
                  <a:pt x="85112" y="24501"/>
                  <a:pt x="85112" y="30039"/>
                </a:cubicBezTo>
                <a:cubicBezTo>
                  <a:pt x="85112" y="35578"/>
                  <a:pt x="80637" y="40053"/>
                  <a:pt x="75099" y="40053"/>
                </a:cubicBezTo>
                <a:lnTo>
                  <a:pt x="39145" y="40053"/>
                </a:lnTo>
                <a:cubicBezTo>
                  <a:pt x="31354" y="40053"/>
                  <a:pt x="25033" y="46373"/>
                  <a:pt x="25033" y="54165"/>
                </a:cubicBezTo>
                <a:cubicBezTo>
                  <a:pt x="25033" y="61205"/>
                  <a:pt x="30196" y="67151"/>
                  <a:pt x="37142" y="68152"/>
                </a:cubicBezTo>
                <a:lnTo>
                  <a:pt x="65805" y="72251"/>
                </a:lnTo>
                <a:cubicBezTo>
                  <a:pt x="82640" y="74660"/>
                  <a:pt x="95125" y="89054"/>
                  <a:pt x="95125" y="106045"/>
                </a:cubicBezTo>
                <a:cubicBezTo>
                  <a:pt x="95125" y="124914"/>
                  <a:pt x="79824" y="140184"/>
                  <a:pt x="60986" y="140184"/>
                </a:cubicBezTo>
                <a:lnTo>
                  <a:pt x="57576" y="140184"/>
                </a:lnTo>
                <a:lnTo>
                  <a:pt x="57576" y="152700"/>
                </a:lnTo>
                <a:cubicBezTo>
                  <a:pt x="57576" y="156862"/>
                  <a:pt x="54227" y="160210"/>
                  <a:pt x="50066" y="160210"/>
                </a:cubicBezTo>
                <a:cubicBezTo>
                  <a:pt x="45904" y="160210"/>
                  <a:pt x="42556" y="156862"/>
                  <a:pt x="42556" y="152700"/>
                </a:cubicBezTo>
                <a:lnTo>
                  <a:pt x="42556" y="140184"/>
                </a:lnTo>
                <a:lnTo>
                  <a:pt x="20026" y="140184"/>
                </a:lnTo>
                <a:cubicBezTo>
                  <a:pt x="14488" y="140184"/>
                  <a:pt x="10013" y="135709"/>
                  <a:pt x="10013" y="130171"/>
                </a:cubicBezTo>
                <a:cubicBezTo>
                  <a:pt x="10013" y="124632"/>
                  <a:pt x="14488" y="120158"/>
                  <a:pt x="20026" y="120158"/>
                </a:cubicBezTo>
                <a:lnTo>
                  <a:pt x="60986" y="120158"/>
                </a:lnTo>
                <a:cubicBezTo>
                  <a:pt x="68778" y="120158"/>
                  <a:pt x="75099" y="113837"/>
                  <a:pt x="75099" y="106045"/>
                </a:cubicBezTo>
                <a:cubicBezTo>
                  <a:pt x="75099" y="99005"/>
                  <a:pt x="69936" y="93060"/>
                  <a:pt x="62989" y="92058"/>
                </a:cubicBezTo>
                <a:lnTo>
                  <a:pt x="34326" y="87959"/>
                </a:lnTo>
                <a:cubicBezTo>
                  <a:pt x="17492" y="85581"/>
                  <a:pt x="5007" y="71156"/>
                  <a:pt x="5007" y="54165"/>
                </a:cubicBezTo>
                <a:cubicBezTo>
                  <a:pt x="5007" y="35328"/>
                  <a:pt x="20308" y="20026"/>
                  <a:pt x="39145" y="20026"/>
                </a:cubicBezTo>
                <a:lnTo>
                  <a:pt x="42556" y="20026"/>
                </a:lnTo>
                <a:lnTo>
                  <a:pt x="42556" y="7510"/>
                </a:lnTo>
                <a:close/>
              </a:path>
            </a:pathLst>
          </a:custGeom>
          <a:solidFill>
            <a:srgbClr val="c9a36a"/>
          </a:solidFill>
          <a:ln w="0">
            <a:noFill/>
          </a:ln>
        </p:spPr>
        <p:style>
          <a:lnRef idx="0"/>
          <a:fillRef idx="0"/>
          <a:effectRef idx="0"/>
          <a:fontRef idx="minor"/>
        </p:style>
      </p:sp>
      <p:sp>
        <p:nvSpPr>
          <p:cNvPr id="466" name="Text 24"/>
          <p:cNvSpPr/>
          <p:nvPr/>
        </p:nvSpPr>
        <p:spPr>
          <a:xfrm>
            <a:off x="6856200" y="1490040"/>
            <a:ext cx="1609560" cy="25560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510" spc="-1" strike="noStrike">
                <a:solidFill>
                  <a:srgbClr val="f2f2f2"/>
                </a:solidFill>
                <a:latin typeface="Oranienbaum"/>
                <a:ea typeface="Oranienbaum"/>
              </a:rPr>
              <a:t>Market Value Today</a:t>
            </a:r>
            <a:endParaRPr b="0" lang="en-HK" sz="1510" spc="-1" strike="noStrike">
              <a:latin typeface="Arial"/>
            </a:endParaRPr>
          </a:p>
        </p:txBody>
      </p:sp>
      <p:sp>
        <p:nvSpPr>
          <p:cNvPr id="467" name="Text 25"/>
          <p:cNvSpPr/>
          <p:nvPr/>
        </p:nvSpPr>
        <p:spPr>
          <a:xfrm>
            <a:off x="6375600" y="1938600"/>
            <a:ext cx="5398200" cy="20772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10" spc="-1" strike="noStrike">
                <a:solidFill>
                  <a:srgbClr val="b8b8b8"/>
                </a:solidFill>
                <a:latin typeface="Quattrocento Sans"/>
                <a:ea typeface="Quattrocento Sans"/>
              </a:rPr>
              <a:t>Van Gogh's works now command some of the </a:t>
            </a:r>
            <a:r>
              <a:rPr b="0" lang="en-US" sz="1010" spc="-1" strike="noStrike">
                <a:solidFill>
                  <a:srgbClr val="f2f2f2"/>
                </a:solidFill>
                <a:latin typeface="Quattrocento Sans"/>
                <a:ea typeface="Quattrocento Sans"/>
              </a:rPr>
              <a:t>highest prices in the art market</a:t>
            </a:r>
            <a:r>
              <a:rPr b="0" lang="en-US" sz="1010" spc="-1" strike="noStrike">
                <a:solidFill>
                  <a:srgbClr val="b8b8b8"/>
                </a:solidFill>
                <a:latin typeface="Quattrocento Sans"/>
                <a:ea typeface="Quattrocento Sans"/>
              </a:rPr>
              <a:t>:</a:t>
            </a:r>
            <a:endParaRPr b="0" lang="en-HK" sz="1010" spc="-1" strike="noStrike">
              <a:latin typeface="Arial"/>
            </a:endParaRPr>
          </a:p>
        </p:txBody>
      </p:sp>
      <p:sp>
        <p:nvSpPr>
          <p:cNvPr id="468" name="Shape 26"/>
          <p:cNvSpPr/>
          <p:nvPr/>
        </p:nvSpPr>
        <p:spPr>
          <a:xfrm>
            <a:off x="6375600" y="2274840"/>
            <a:ext cx="5334120" cy="543960"/>
          </a:xfrm>
          <a:custGeom>
            <a:avLst/>
            <a:gdLst/>
            <a:ahLst/>
            <a:rect l="l" t="t" r="r" b="b"/>
            <a:pathLst>
              <a:path w="5335001" h="544715">
                <a:moveTo>
                  <a:pt x="32040" y="0"/>
                </a:moveTo>
                <a:lnTo>
                  <a:pt x="5302961" y="0"/>
                </a:lnTo>
                <a:cubicBezTo>
                  <a:pt x="5320656" y="0"/>
                  <a:pt x="5335001" y="14345"/>
                  <a:pt x="5335001" y="32040"/>
                </a:cubicBezTo>
                <a:lnTo>
                  <a:pt x="5335001" y="512675"/>
                </a:lnTo>
                <a:cubicBezTo>
                  <a:pt x="5335001" y="530370"/>
                  <a:pt x="5320656" y="544715"/>
                  <a:pt x="5302961" y="544715"/>
                </a:cubicBezTo>
                <a:lnTo>
                  <a:pt x="32040" y="544715"/>
                </a:lnTo>
                <a:cubicBezTo>
                  <a:pt x="14345" y="544715"/>
                  <a:pt x="0" y="530370"/>
                  <a:pt x="0" y="512675"/>
                </a:cubicBezTo>
                <a:lnTo>
                  <a:pt x="0" y="32040"/>
                </a:lnTo>
                <a:cubicBezTo>
                  <a:pt x="0" y="14357"/>
                  <a:pt x="14357" y="0"/>
                  <a:pt x="32040" y="0"/>
                </a:cubicBezTo>
                <a:close/>
              </a:path>
            </a:pathLst>
          </a:custGeom>
          <a:solidFill>
            <a:srgbClr val="2b2b2b"/>
          </a:solidFill>
          <a:ln w="0">
            <a:noFill/>
          </a:ln>
        </p:spPr>
        <p:style>
          <a:lnRef idx="0"/>
          <a:fillRef idx="0"/>
          <a:effectRef idx="0"/>
          <a:fontRef idx="minor"/>
        </p:style>
      </p:sp>
      <p:sp>
        <p:nvSpPr>
          <p:cNvPr id="469" name="Text 27"/>
          <p:cNvSpPr/>
          <p:nvPr/>
        </p:nvSpPr>
        <p:spPr>
          <a:xfrm>
            <a:off x="6471720" y="2387160"/>
            <a:ext cx="1401120" cy="1594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0" spc="-1" strike="noStrike">
                <a:solidFill>
                  <a:srgbClr val="c9a36a"/>
                </a:solidFill>
                <a:latin typeface="Quattrocento Sans"/>
                <a:ea typeface="Quattrocento Sans"/>
              </a:rPr>
              <a:t>Portrait of Dr. Gachet (1990)</a:t>
            </a:r>
            <a:endParaRPr b="0" lang="en-HK" sz="880" spc="-1" strike="noStrike">
              <a:latin typeface="Arial"/>
            </a:endParaRPr>
          </a:p>
        </p:txBody>
      </p:sp>
      <p:sp>
        <p:nvSpPr>
          <p:cNvPr id="470" name="Text 28"/>
          <p:cNvSpPr/>
          <p:nvPr/>
        </p:nvSpPr>
        <p:spPr>
          <a:xfrm>
            <a:off x="10907640" y="2370960"/>
            <a:ext cx="768240" cy="1915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10" spc="-1" strike="noStrike">
                <a:solidFill>
                  <a:srgbClr val="f2f2f2"/>
                </a:solidFill>
                <a:latin typeface="Quattrocento Sans"/>
                <a:ea typeface="Quattrocento Sans"/>
              </a:rPr>
              <a:t>$82.5 million</a:t>
            </a:r>
            <a:endParaRPr b="0" lang="en-HK" sz="1010" spc="-1" strike="noStrike">
              <a:latin typeface="Arial"/>
            </a:endParaRPr>
          </a:p>
        </p:txBody>
      </p:sp>
      <p:sp>
        <p:nvSpPr>
          <p:cNvPr id="471" name="Text 29"/>
          <p:cNvSpPr/>
          <p:nvPr/>
        </p:nvSpPr>
        <p:spPr>
          <a:xfrm>
            <a:off x="6471720" y="2595240"/>
            <a:ext cx="5190120" cy="12744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0" lang="en-US" sz="750" spc="-1" strike="noStrike">
                <a:solidFill>
                  <a:srgbClr val="b8b8b8"/>
                </a:solidFill>
                <a:latin typeface="Quattrocento Sans"/>
                <a:ea typeface="Quattrocento Sans"/>
              </a:rPr>
              <a:t>Held record for most expensive painting for 16 years</a:t>
            </a:r>
            <a:endParaRPr b="0" lang="en-HK" sz="750" spc="-1" strike="noStrike">
              <a:latin typeface="Arial"/>
            </a:endParaRPr>
          </a:p>
        </p:txBody>
      </p:sp>
      <p:sp>
        <p:nvSpPr>
          <p:cNvPr id="472" name="Shape 30"/>
          <p:cNvSpPr/>
          <p:nvPr/>
        </p:nvSpPr>
        <p:spPr>
          <a:xfrm>
            <a:off x="6375600" y="2916000"/>
            <a:ext cx="5334120" cy="543960"/>
          </a:xfrm>
          <a:custGeom>
            <a:avLst/>
            <a:gdLst/>
            <a:ahLst/>
            <a:rect l="l" t="t" r="r" b="b"/>
            <a:pathLst>
              <a:path w="5335001" h="544715">
                <a:moveTo>
                  <a:pt x="32040" y="0"/>
                </a:moveTo>
                <a:lnTo>
                  <a:pt x="5302961" y="0"/>
                </a:lnTo>
                <a:cubicBezTo>
                  <a:pt x="5320656" y="0"/>
                  <a:pt x="5335001" y="14345"/>
                  <a:pt x="5335001" y="32040"/>
                </a:cubicBezTo>
                <a:lnTo>
                  <a:pt x="5335001" y="512675"/>
                </a:lnTo>
                <a:cubicBezTo>
                  <a:pt x="5335001" y="530370"/>
                  <a:pt x="5320656" y="544715"/>
                  <a:pt x="5302961" y="544715"/>
                </a:cubicBezTo>
                <a:lnTo>
                  <a:pt x="32040" y="544715"/>
                </a:lnTo>
                <a:cubicBezTo>
                  <a:pt x="14345" y="544715"/>
                  <a:pt x="0" y="530370"/>
                  <a:pt x="0" y="512675"/>
                </a:cubicBezTo>
                <a:lnTo>
                  <a:pt x="0" y="32040"/>
                </a:lnTo>
                <a:cubicBezTo>
                  <a:pt x="0" y="14357"/>
                  <a:pt x="14357" y="0"/>
                  <a:pt x="32040" y="0"/>
                </a:cubicBezTo>
                <a:close/>
              </a:path>
            </a:pathLst>
          </a:custGeom>
          <a:solidFill>
            <a:srgbClr val="2b2b2b"/>
          </a:solidFill>
          <a:ln w="0">
            <a:noFill/>
          </a:ln>
        </p:spPr>
        <p:style>
          <a:lnRef idx="0"/>
          <a:fillRef idx="0"/>
          <a:effectRef idx="0"/>
          <a:fontRef idx="minor"/>
        </p:style>
      </p:sp>
      <p:sp>
        <p:nvSpPr>
          <p:cNvPr id="473" name="Text 31"/>
          <p:cNvSpPr/>
          <p:nvPr/>
        </p:nvSpPr>
        <p:spPr>
          <a:xfrm>
            <a:off x="6471720" y="3027960"/>
            <a:ext cx="615960" cy="1594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0" spc="-1" strike="noStrike">
                <a:solidFill>
                  <a:srgbClr val="c9a36a"/>
                </a:solidFill>
                <a:latin typeface="Quattrocento Sans"/>
                <a:ea typeface="Quattrocento Sans"/>
              </a:rPr>
              <a:t>Irises (1987)</a:t>
            </a:r>
            <a:endParaRPr b="0" lang="en-HK" sz="880" spc="-1" strike="noStrike">
              <a:latin typeface="Arial"/>
            </a:endParaRPr>
          </a:p>
        </p:txBody>
      </p:sp>
      <p:sp>
        <p:nvSpPr>
          <p:cNvPr id="474" name="Text 32"/>
          <p:cNvSpPr/>
          <p:nvPr/>
        </p:nvSpPr>
        <p:spPr>
          <a:xfrm>
            <a:off x="10905120" y="3012120"/>
            <a:ext cx="768240" cy="1915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10" spc="-1" strike="noStrike">
                <a:solidFill>
                  <a:srgbClr val="f2f2f2"/>
                </a:solidFill>
                <a:latin typeface="Quattrocento Sans"/>
                <a:ea typeface="Quattrocento Sans"/>
              </a:rPr>
              <a:t>$53.9 million</a:t>
            </a:r>
            <a:endParaRPr b="0" lang="en-HK" sz="1010" spc="-1" strike="noStrike">
              <a:latin typeface="Arial"/>
            </a:endParaRPr>
          </a:p>
        </p:txBody>
      </p:sp>
      <p:sp>
        <p:nvSpPr>
          <p:cNvPr id="475" name="Text 33"/>
          <p:cNvSpPr/>
          <p:nvPr/>
        </p:nvSpPr>
        <p:spPr>
          <a:xfrm>
            <a:off x="6471720" y="3236400"/>
            <a:ext cx="5190120" cy="12744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0" lang="en-US" sz="750" spc="-1" strike="noStrike">
                <a:solidFill>
                  <a:srgbClr val="b8b8b8"/>
                </a:solidFill>
                <a:latin typeface="Quattrocento Sans"/>
                <a:ea typeface="Quattrocento Sans"/>
              </a:rPr>
              <a:t>Set record at the time; now worth $100+ million</a:t>
            </a:r>
            <a:endParaRPr b="0" lang="en-HK" sz="750" spc="-1" strike="noStrike">
              <a:latin typeface="Arial"/>
            </a:endParaRPr>
          </a:p>
        </p:txBody>
      </p:sp>
      <p:sp>
        <p:nvSpPr>
          <p:cNvPr id="476" name="Shape 34"/>
          <p:cNvSpPr/>
          <p:nvPr/>
        </p:nvSpPr>
        <p:spPr>
          <a:xfrm>
            <a:off x="6375600" y="3556800"/>
            <a:ext cx="5334120" cy="543960"/>
          </a:xfrm>
          <a:custGeom>
            <a:avLst/>
            <a:gdLst/>
            <a:ahLst/>
            <a:rect l="l" t="t" r="r" b="b"/>
            <a:pathLst>
              <a:path w="5335001" h="544715">
                <a:moveTo>
                  <a:pt x="32040" y="0"/>
                </a:moveTo>
                <a:lnTo>
                  <a:pt x="5302961" y="0"/>
                </a:lnTo>
                <a:cubicBezTo>
                  <a:pt x="5320656" y="0"/>
                  <a:pt x="5335001" y="14345"/>
                  <a:pt x="5335001" y="32040"/>
                </a:cubicBezTo>
                <a:lnTo>
                  <a:pt x="5335001" y="512675"/>
                </a:lnTo>
                <a:cubicBezTo>
                  <a:pt x="5335001" y="530370"/>
                  <a:pt x="5320656" y="544715"/>
                  <a:pt x="5302961" y="544715"/>
                </a:cubicBezTo>
                <a:lnTo>
                  <a:pt x="32040" y="544715"/>
                </a:lnTo>
                <a:cubicBezTo>
                  <a:pt x="14345" y="544715"/>
                  <a:pt x="0" y="530370"/>
                  <a:pt x="0" y="512675"/>
                </a:cubicBezTo>
                <a:lnTo>
                  <a:pt x="0" y="32040"/>
                </a:lnTo>
                <a:cubicBezTo>
                  <a:pt x="0" y="14357"/>
                  <a:pt x="14357" y="0"/>
                  <a:pt x="32040" y="0"/>
                </a:cubicBezTo>
                <a:close/>
              </a:path>
            </a:pathLst>
          </a:custGeom>
          <a:solidFill>
            <a:srgbClr val="2b2b2b"/>
          </a:solidFill>
          <a:ln w="0">
            <a:noFill/>
          </a:ln>
        </p:spPr>
        <p:style>
          <a:lnRef idx="0"/>
          <a:fillRef idx="0"/>
          <a:effectRef idx="0"/>
          <a:fontRef idx="minor"/>
        </p:style>
      </p:sp>
      <p:sp>
        <p:nvSpPr>
          <p:cNvPr id="477" name="Text 35"/>
          <p:cNvSpPr/>
          <p:nvPr/>
        </p:nvSpPr>
        <p:spPr>
          <a:xfrm>
            <a:off x="6471720" y="3668760"/>
            <a:ext cx="1256760" cy="1594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0" spc="-1" strike="noStrike">
                <a:solidFill>
                  <a:srgbClr val="c9a36a"/>
                </a:solidFill>
                <a:latin typeface="Quattrocento Sans"/>
                <a:ea typeface="Quattrocento Sans"/>
              </a:rPr>
              <a:t>Sunflowers (private sale)</a:t>
            </a:r>
            <a:endParaRPr b="0" lang="en-HK" sz="880" spc="-1" strike="noStrike">
              <a:latin typeface="Arial"/>
            </a:endParaRPr>
          </a:p>
        </p:txBody>
      </p:sp>
      <p:sp>
        <p:nvSpPr>
          <p:cNvPr id="478" name="Text 36"/>
          <p:cNvSpPr/>
          <p:nvPr/>
        </p:nvSpPr>
        <p:spPr>
          <a:xfrm>
            <a:off x="10872720" y="3652920"/>
            <a:ext cx="800280" cy="1915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10" spc="-1" strike="noStrike">
                <a:solidFill>
                  <a:srgbClr val="f2f2f2"/>
                </a:solidFill>
                <a:latin typeface="Quattrocento Sans"/>
                <a:ea typeface="Quattrocento Sans"/>
              </a:rPr>
              <a:t>$100+ million</a:t>
            </a:r>
            <a:endParaRPr b="0" lang="en-HK" sz="1010" spc="-1" strike="noStrike">
              <a:latin typeface="Arial"/>
            </a:endParaRPr>
          </a:p>
        </p:txBody>
      </p:sp>
      <p:sp>
        <p:nvSpPr>
          <p:cNvPr id="479" name="Text 37"/>
          <p:cNvSpPr/>
          <p:nvPr/>
        </p:nvSpPr>
        <p:spPr>
          <a:xfrm>
            <a:off x="6471720" y="3877200"/>
            <a:ext cx="5190120" cy="12744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0" lang="en-US" sz="750" spc="-1" strike="noStrike">
                <a:solidFill>
                  <a:srgbClr val="b8b8b8"/>
                </a:solidFill>
                <a:latin typeface="Quattrocento Sans"/>
                <a:ea typeface="Quattrocento Sans"/>
              </a:rPr>
              <a:t>Estimated value if sold today</a:t>
            </a:r>
            <a:endParaRPr b="0" lang="en-HK" sz="750" spc="-1" strike="noStrike">
              <a:latin typeface="Arial"/>
            </a:endParaRPr>
          </a:p>
        </p:txBody>
      </p:sp>
      <p:sp>
        <p:nvSpPr>
          <p:cNvPr id="480" name="Text 38"/>
          <p:cNvSpPr/>
          <p:nvPr/>
        </p:nvSpPr>
        <p:spPr>
          <a:xfrm>
            <a:off x="6375600" y="4229640"/>
            <a:ext cx="5390280" cy="3196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0" spc="-1" strike="noStrike">
                <a:solidFill>
                  <a:srgbClr val="b8b8b8"/>
                </a:solidFill>
                <a:latin typeface="Quattrocento Sans"/>
                <a:ea typeface="Quattrocento Sans"/>
              </a:rPr>
              <a:t>The dramatic contrast between his poverty in life and the value of his work today symbolizes the tragedy of unrecognized genius.</a:t>
            </a:r>
            <a:endParaRPr b="0" lang="en-HK" sz="880" spc="-1" strike="noStrike">
              <a:latin typeface="Arial"/>
            </a:endParaRPr>
          </a:p>
        </p:txBody>
      </p:sp>
      <p:sp>
        <p:nvSpPr>
          <p:cNvPr id="481" name="Shape 39"/>
          <p:cNvSpPr/>
          <p:nvPr/>
        </p:nvSpPr>
        <p:spPr>
          <a:xfrm>
            <a:off x="6195240" y="4954680"/>
            <a:ext cx="5670720" cy="1577520"/>
          </a:xfrm>
          <a:custGeom>
            <a:avLst/>
            <a:gdLst/>
            <a:ahLst/>
            <a:rect l="l" t="t" r="r" b="b"/>
            <a:pathLst>
              <a:path w="5671443" h="1578071">
                <a:moveTo>
                  <a:pt x="64085" y="0"/>
                </a:moveTo>
                <a:lnTo>
                  <a:pt x="5607357" y="0"/>
                </a:lnTo>
                <a:cubicBezTo>
                  <a:pt x="5642751" y="0"/>
                  <a:pt x="5671443" y="28692"/>
                  <a:pt x="5671443" y="64085"/>
                </a:cubicBezTo>
                <a:lnTo>
                  <a:pt x="5671443" y="1513985"/>
                </a:lnTo>
                <a:cubicBezTo>
                  <a:pt x="5671443" y="1549379"/>
                  <a:pt x="5642751" y="1578071"/>
                  <a:pt x="5607357" y="1578071"/>
                </a:cubicBezTo>
                <a:lnTo>
                  <a:pt x="64085" y="1578071"/>
                </a:lnTo>
                <a:cubicBezTo>
                  <a:pt x="28692" y="1578071"/>
                  <a:pt x="0" y="1549379"/>
                  <a:pt x="0" y="1513985"/>
                </a:cubicBezTo>
                <a:lnTo>
                  <a:pt x="0" y="64085"/>
                </a:lnTo>
                <a:cubicBezTo>
                  <a:pt x="0" y="28716"/>
                  <a:pt x="28716" y="0"/>
                  <a:pt x="64085" y="0"/>
                </a:cubicBezTo>
                <a:close/>
              </a:path>
            </a:pathLst>
          </a:custGeom>
          <a:gradFill rotWithShape="0">
            <a:gsLst>
              <a:gs pos="0">
                <a:srgbClr val="c9a36a">
                  <a:alpha val="20000"/>
                </a:srgbClr>
              </a:gs>
              <a:gs pos="100000">
                <a:srgbClr val="c9a36a">
                  <a:alpha val="5098"/>
                </a:srgbClr>
              </a:gs>
            </a:gsLst>
            <a:lin ang="2700000"/>
          </a:gradFill>
          <a:ln w="12700">
            <a:solidFill>
              <a:srgbClr val="c9a36a">
                <a:alpha val="30000"/>
              </a:srgbClr>
            </a:solidFill>
            <a:round/>
          </a:ln>
        </p:spPr>
        <p:style>
          <a:lnRef idx="0"/>
          <a:fillRef idx="0"/>
          <a:effectRef idx="0"/>
          <a:fontRef idx="minor"/>
        </p:style>
      </p:sp>
      <p:sp>
        <p:nvSpPr>
          <p:cNvPr id="482" name="Shape 40"/>
          <p:cNvSpPr/>
          <p:nvPr/>
        </p:nvSpPr>
        <p:spPr>
          <a:xfrm>
            <a:off x="8912160" y="5118840"/>
            <a:ext cx="239760" cy="239760"/>
          </a:xfrm>
          <a:custGeom>
            <a:avLst/>
            <a:gdLst/>
            <a:ahLst/>
            <a:rect l="l" t="t" r="r" b="b"/>
            <a:pathLst>
              <a:path w="240315" h="240315">
                <a:moveTo>
                  <a:pt x="165170" y="131422"/>
                </a:moveTo>
                <a:lnTo>
                  <a:pt x="75568" y="131422"/>
                </a:lnTo>
                <a:cubicBezTo>
                  <a:pt x="76929" y="161697"/>
                  <a:pt x="83641" y="189577"/>
                  <a:pt x="93169" y="209994"/>
                </a:cubicBezTo>
                <a:cubicBezTo>
                  <a:pt x="98520" y="221494"/>
                  <a:pt x="104293" y="229614"/>
                  <a:pt x="109644" y="234589"/>
                </a:cubicBezTo>
                <a:cubicBezTo>
                  <a:pt x="114901" y="239517"/>
                  <a:pt x="118515" y="240315"/>
                  <a:pt x="120392" y="240315"/>
                </a:cubicBezTo>
                <a:cubicBezTo>
                  <a:pt x="122270" y="240315"/>
                  <a:pt x="125884" y="239517"/>
                  <a:pt x="131141" y="234589"/>
                </a:cubicBezTo>
                <a:cubicBezTo>
                  <a:pt x="136492" y="229614"/>
                  <a:pt x="142265" y="221447"/>
                  <a:pt x="147616" y="209994"/>
                </a:cubicBezTo>
                <a:cubicBezTo>
                  <a:pt x="157144" y="189577"/>
                  <a:pt x="163856" y="161697"/>
                  <a:pt x="165217" y="131422"/>
                </a:cubicBezTo>
                <a:close/>
                <a:moveTo>
                  <a:pt x="75521" y="108893"/>
                </a:moveTo>
                <a:lnTo>
                  <a:pt x="165123" y="108893"/>
                </a:lnTo>
                <a:cubicBezTo>
                  <a:pt x="163809" y="78619"/>
                  <a:pt x="157097" y="50738"/>
                  <a:pt x="147569" y="30321"/>
                </a:cubicBezTo>
                <a:cubicBezTo>
                  <a:pt x="142218" y="18869"/>
                  <a:pt x="136445" y="10702"/>
                  <a:pt x="131094" y="5726"/>
                </a:cubicBezTo>
                <a:cubicBezTo>
                  <a:pt x="125837" y="798"/>
                  <a:pt x="122223" y="0"/>
                  <a:pt x="120345" y="0"/>
                </a:cubicBezTo>
                <a:cubicBezTo>
                  <a:pt x="118468" y="0"/>
                  <a:pt x="114854" y="798"/>
                  <a:pt x="109597" y="5726"/>
                </a:cubicBezTo>
                <a:cubicBezTo>
                  <a:pt x="104246" y="10702"/>
                  <a:pt x="98473" y="18869"/>
                  <a:pt x="93122" y="30321"/>
                </a:cubicBezTo>
                <a:cubicBezTo>
                  <a:pt x="83594" y="50738"/>
                  <a:pt x="76882" y="78619"/>
                  <a:pt x="75521" y="108893"/>
                </a:cubicBezTo>
                <a:close/>
                <a:moveTo>
                  <a:pt x="52991" y="108893"/>
                </a:moveTo>
                <a:cubicBezTo>
                  <a:pt x="54634" y="68715"/>
                  <a:pt x="65007" y="31401"/>
                  <a:pt x="80168" y="6900"/>
                </a:cubicBezTo>
                <a:cubicBezTo>
                  <a:pt x="36939" y="22201"/>
                  <a:pt x="5116" y="61581"/>
                  <a:pt x="704" y="108893"/>
                </a:cubicBezTo>
                <a:lnTo>
                  <a:pt x="52991" y="108893"/>
                </a:lnTo>
                <a:close/>
                <a:moveTo>
                  <a:pt x="704" y="131422"/>
                </a:moveTo>
                <a:cubicBezTo>
                  <a:pt x="5116" y="178735"/>
                  <a:pt x="36939" y="218114"/>
                  <a:pt x="80168" y="233416"/>
                </a:cubicBezTo>
                <a:cubicBezTo>
                  <a:pt x="65007" y="208915"/>
                  <a:pt x="54634" y="171600"/>
                  <a:pt x="52991" y="131422"/>
                </a:cubicBezTo>
                <a:lnTo>
                  <a:pt x="704" y="131422"/>
                </a:lnTo>
                <a:close/>
                <a:moveTo>
                  <a:pt x="187699" y="131422"/>
                </a:moveTo>
                <a:cubicBezTo>
                  <a:pt x="186057" y="171600"/>
                  <a:pt x="175684" y="208915"/>
                  <a:pt x="160523" y="233416"/>
                </a:cubicBezTo>
                <a:cubicBezTo>
                  <a:pt x="203752" y="218067"/>
                  <a:pt x="235575" y="178735"/>
                  <a:pt x="239987" y="131422"/>
                </a:cubicBezTo>
                <a:lnTo>
                  <a:pt x="187699" y="131422"/>
                </a:lnTo>
                <a:close/>
                <a:moveTo>
                  <a:pt x="239987" y="108893"/>
                </a:moveTo>
                <a:cubicBezTo>
                  <a:pt x="235575" y="61581"/>
                  <a:pt x="203752" y="22201"/>
                  <a:pt x="160523" y="6900"/>
                </a:cubicBezTo>
                <a:cubicBezTo>
                  <a:pt x="175684" y="31401"/>
                  <a:pt x="186057" y="68715"/>
                  <a:pt x="187699" y="108893"/>
                </a:cubicBezTo>
                <a:lnTo>
                  <a:pt x="239987" y="108893"/>
                </a:lnTo>
                <a:close/>
              </a:path>
            </a:pathLst>
          </a:custGeom>
          <a:solidFill>
            <a:srgbClr val="c9a36a"/>
          </a:solidFill>
          <a:ln w="0">
            <a:noFill/>
          </a:ln>
        </p:spPr>
        <p:style>
          <a:lnRef idx="0"/>
          <a:fillRef idx="0"/>
          <a:effectRef idx="0"/>
          <a:fontRef idx="minor"/>
        </p:style>
      </p:sp>
      <p:sp>
        <p:nvSpPr>
          <p:cNvPr id="483" name="Text 41"/>
          <p:cNvSpPr/>
          <p:nvPr/>
        </p:nvSpPr>
        <p:spPr>
          <a:xfrm>
            <a:off x="6319440" y="5455080"/>
            <a:ext cx="5422320" cy="22356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1" lang="en-US" sz="1260" spc="-1" strike="noStrike">
                <a:solidFill>
                  <a:srgbClr val="f2f2f2"/>
                </a:solidFill>
                <a:latin typeface="Oranienbaum"/>
                <a:ea typeface="Oranienbaum"/>
              </a:rPr>
              <a:t>Global Recognition</a:t>
            </a:r>
            <a:endParaRPr b="0" lang="en-HK" sz="1260" spc="-1" strike="noStrike">
              <a:latin typeface="Arial"/>
            </a:endParaRPr>
          </a:p>
        </p:txBody>
      </p:sp>
      <p:sp>
        <p:nvSpPr>
          <p:cNvPr id="484" name="Text 42"/>
          <p:cNvSpPr/>
          <p:nvPr/>
        </p:nvSpPr>
        <p:spPr>
          <a:xfrm>
            <a:off x="6327360" y="5743440"/>
            <a:ext cx="5406480" cy="624240"/>
          </a:xfrm>
          <a:prstGeom prst="rect">
            <a:avLst/>
          </a:prstGeom>
          <a:noFill/>
          <a:ln w="0">
            <a:noFill/>
          </a:ln>
        </p:spPr>
        <p:style>
          <a:lnRef idx="0"/>
          <a:fillRef idx="0"/>
          <a:effectRef idx="0"/>
          <a:fontRef idx="minor"/>
        </p:style>
        <p:txBody>
          <a:bodyPr lIns="0" rIns="0" tIns="0" bIns="0" anchor="ctr">
            <a:noAutofit/>
          </a:bodyPr>
          <a:p>
            <a:pPr algn="ctr">
              <a:lnSpc>
                <a:spcPct val="140000"/>
              </a:lnSpc>
              <a:buNone/>
            </a:pPr>
            <a:r>
              <a:rPr b="0" lang="en-US" sz="1010" spc="-1" strike="noStrike">
                <a:solidFill>
                  <a:srgbClr val="b8b8b8"/>
                </a:solidFill>
                <a:latin typeface="Quattrocento Sans"/>
                <a:ea typeface="Quattrocento Sans"/>
              </a:rPr>
              <a:t>Van Gogh is now one of the most recognized artists worldwide. His works are housed in major museums across the globe, from the MoMA in New York to the Musée d'Orsay in Paris, attracting millions of admirers annually.</a:t>
            </a:r>
            <a:endParaRPr b="0" lang="en-HK" sz="1010" spc="-1" strike="noStrike">
              <a:latin typeface="Arial"/>
            </a:endParaRPr>
          </a:p>
        </p:txBody>
      </p:sp>
    </p:spTree>
  </p:cSld>
  <mc:AlternateContent>
    <mc:Choice Requires="p14">
      <p:transition spd="slow" p14:dur="2000"/>
    </mc:Choice>
    <mc:Fallback>
      <p:transition spd="slow"/>
    </mc:Fallback>
  </mc:AlternateContent>
</p:sld>
</file>

<file path=ppt/slides/slide1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11111"/>
        </a:solidFill>
      </p:bgPr>
    </p:bg>
    <p:spTree>
      <p:nvGrpSpPr>
        <p:cNvPr id="1" name=""/>
        <p:cNvGrpSpPr/>
        <p:nvPr/>
      </p:nvGrpSpPr>
      <p:grpSpPr>
        <a:xfrm>
          <a:off x="0" y="0"/>
          <a:ext cx="0" cy="0"/>
          <a:chOff x="0" y="0"/>
          <a:chExt cx="0" cy="0"/>
        </a:xfrm>
      </p:grpSpPr>
      <p:sp>
        <p:nvSpPr>
          <p:cNvPr id="485" name="Text 0"/>
          <p:cNvSpPr/>
          <p:nvPr/>
        </p:nvSpPr>
        <p:spPr>
          <a:xfrm>
            <a:off x="335880" y="335880"/>
            <a:ext cx="11586600" cy="2008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60" spc="208" strike="noStrike">
                <a:solidFill>
                  <a:srgbClr val="c9a36a"/>
                </a:solidFill>
                <a:latin typeface="Quattrocento Sans"/>
                <a:ea typeface="Quattrocento Sans"/>
              </a:rPr>
              <a:t>Chapter 06</a:t>
            </a:r>
            <a:endParaRPr b="0" lang="en-HK" sz="1060" spc="-1" strike="noStrike">
              <a:latin typeface="Arial"/>
            </a:endParaRPr>
          </a:p>
        </p:txBody>
      </p:sp>
      <p:sp>
        <p:nvSpPr>
          <p:cNvPr id="486" name="Text 1"/>
          <p:cNvSpPr/>
          <p:nvPr/>
        </p:nvSpPr>
        <p:spPr>
          <a:xfrm>
            <a:off x="335880" y="604440"/>
            <a:ext cx="11721240" cy="40248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3170" spc="-1" strike="noStrike">
                <a:solidFill>
                  <a:srgbClr val="f2f2f2"/>
                </a:solidFill>
                <a:latin typeface="Oranienbaum"/>
                <a:ea typeface="Oranienbaum"/>
              </a:rPr>
              <a:t>Inspiring Generations: Van Gogh's Artistic Descendants</a:t>
            </a:r>
            <a:endParaRPr b="0" lang="en-HK" sz="3170" spc="-1" strike="noStrike">
              <a:latin typeface="Arial"/>
            </a:endParaRPr>
          </a:p>
        </p:txBody>
      </p:sp>
      <p:sp>
        <p:nvSpPr>
          <p:cNvPr id="487" name="Shape 2"/>
          <p:cNvSpPr/>
          <p:nvPr/>
        </p:nvSpPr>
        <p:spPr>
          <a:xfrm>
            <a:off x="335880" y="1141920"/>
            <a:ext cx="939600" cy="16200"/>
          </a:xfrm>
          <a:custGeom>
            <a:avLst/>
            <a:gdLst/>
            <a:ahLst/>
            <a:rect l="l" t="t" r="r" b="b"/>
            <a:pathLst>
              <a:path w="940430" h="16793">
                <a:moveTo>
                  <a:pt x="0" y="0"/>
                </a:moveTo>
                <a:lnTo>
                  <a:pt x="940430" y="0"/>
                </a:lnTo>
                <a:lnTo>
                  <a:pt x="940430" y="16793"/>
                </a:lnTo>
                <a:lnTo>
                  <a:pt x="0" y="16793"/>
                </a:lnTo>
                <a:lnTo>
                  <a:pt x="0" y="0"/>
                </a:lnTo>
                <a:close/>
              </a:path>
            </a:pathLst>
          </a:custGeom>
          <a:solidFill>
            <a:srgbClr val="c9a36a"/>
          </a:solidFill>
          <a:ln w="0">
            <a:noFill/>
          </a:ln>
        </p:spPr>
        <p:style>
          <a:lnRef idx="0"/>
          <a:fillRef idx="0"/>
          <a:effectRef idx="0"/>
          <a:fontRef idx="minor"/>
        </p:style>
      </p:sp>
      <p:sp>
        <p:nvSpPr>
          <p:cNvPr id="488" name="Shape 3"/>
          <p:cNvSpPr/>
          <p:nvPr/>
        </p:nvSpPr>
        <p:spPr>
          <a:xfrm>
            <a:off x="335880" y="1339200"/>
            <a:ext cx="3752640" cy="2850120"/>
          </a:xfrm>
          <a:custGeom>
            <a:avLst/>
            <a:gdLst/>
            <a:ahLst/>
            <a:rect l="l" t="t" r="r" b="b"/>
            <a:pathLst>
              <a:path w="3753322" h="2850678">
                <a:moveTo>
                  <a:pt x="25190" y="0"/>
                </a:moveTo>
                <a:lnTo>
                  <a:pt x="3728132" y="0"/>
                </a:lnTo>
                <a:cubicBezTo>
                  <a:pt x="3742044" y="0"/>
                  <a:pt x="3753322" y="11278"/>
                  <a:pt x="3753322" y="25190"/>
                </a:cubicBezTo>
                <a:lnTo>
                  <a:pt x="3753322" y="2783516"/>
                </a:lnTo>
                <a:cubicBezTo>
                  <a:pt x="3753322" y="2820608"/>
                  <a:pt x="3723253" y="2850678"/>
                  <a:pt x="3686160" y="2850678"/>
                </a:cubicBezTo>
                <a:lnTo>
                  <a:pt x="67162" y="2850678"/>
                </a:lnTo>
                <a:cubicBezTo>
                  <a:pt x="30069" y="2850678"/>
                  <a:pt x="0" y="2820608"/>
                  <a:pt x="0" y="2783516"/>
                </a:cubicBezTo>
                <a:lnTo>
                  <a:pt x="0" y="25190"/>
                </a:lnTo>
                <a:cubicBezTo>
                  <a:pt x="0" y="11287"/>
                  <a:pt x="11287" y="0"/>
                  <a:pt x="25190" y="0"/>
                </a:cubicBezTo>
                <a:close/>
              </a:path>
            </a:pathLst>
          </a:custGeom>
          <a:solidFill>
            <a:srgbClr val="1a1a1a"/>
          </a:solidFill>
          <a:ln w="0">
            <a:noFill/>
          </a:ln>
        </p:spPr>
        <p:style>
          <a:lnRef idx="0"/>
          <a:fillRef idx="0"/>
          <a:effectRef idx="0"/>
          <a:fontRef idx="minor"/>
        </p:style>
      </p:sp>
      <p:sp>
        <p:nvSpPr>
          <p:cNvPr id="489" name="Shape 4"/>
          <p:cNvSpPr/>
          <p:nvPr/>
        </p:nvSpPr>
        <p:spPr>
          <a:xfrm>
            <a:off x="335880" y="1339200"/>
            <a:ext cx="3752640" cy="24480"/>
          </a:xfrm>
          <a:custGeom>
            <a:avLst/>
            <a:gdLst/>
            <a:ahLst/>
            <a:rect l="l" t="t" r="r" b="b"/>
            <a:pathLst>
              <a:path w="3753322" h="25190">
                <a:moveTo>
                  <a:pt x="25190" y="0"/>
                </a:moveTo>
                <a:lnTo>
                  <a:pt x="3728132" y="0"/>
                </a:lnTo>
                <a:cubicBezTo>
                  <a:pt x="3742044" y="0"/>
                  <a:pt x="3753322" y="11278"/>
                  <a:pt x="3753322" y="25190"/>
                </a:cubicBezTo>
                <a:lnTo>
                  <a:pt x="3753322" y="25190"/>
                </a:lnTo>
                <a:lnTo>
                  <a:pt x="0" y="25190"/>
                </a:lnTo>
                <a:lnTo>
                  <a:pt x="0" y="25190"/>
                </a:lnTo>
                <a:cubicBezTo>
                  <a:pt x="0" y="11278"/>
                  <a:pt x="11278" y="0"/>
                  <a:pt x="25190" y="0"/>
                </a:cubicBezTo>
                <a:close/>
              </a:path>
            </a:pathLst>
          </a:custGeom>
          <a:solidFill>
            <a:srgbClr val="c9a36a"/>
          </a:solidFill>
          <a:ln w="0">
            <a:noFill/>
          </a:ln>
        </p:spPr>
        <p:style>
          <a:lnRef idx="0"/>
          <a:fillRef idx="0"/>
          <a:effectRef idx="0"/>
          <a:fontRef idx="minor"/>
        </p:style>
      </p:sp>
      <p:sp>
        <p:nvSpPr>
          <p:cNvPr id="490" name="Shape 5"/>
          <p:cNvSpPr/>
          <p:nvPr/>
        </p:nvSpPr>
        <p:spPr>
          <a:xfrm>
            <a:off x="503640" y="1519920"/>
            <a:ext cx="402480" cy="402480"/>
          </a:xfrm>
          <a:custGeom>
            <a:avLst/>
            <a:gdLst/>
            <a:ahLst/>
            <a:rect l="l" t="t" r="r" b="b"/>
            <a:pathLst>
              <a:path w="403041" h="403041">
                <a:moveTo>
                  <a:pt x="201521" y="0"/>
                </a:moveTo>
                <a:lnTo>
                  <a:pt x="201521" y="0"/>
                </a:lnTo>
                <a:cubicBezTo>
                  <a:pt x="312817" y="0"/>
                  <a:pt x="403041" y="90224"/>
                  <a:pt x="403041" y="201521"/>
                </a:cubicBezTo>
                <a:lnTo>
                  <a:pt x="403041" y="201521"/>
                </a:lnTo>
                <a:cubicBezTo>
                  <a:pt x="403041" y="312817"/>
                  <a:pt x="312817" y="403041"/>
                  <a:pt x="201521" y="403041"/>
                </a:cubicBezTo>
                <a:lnTo>
                  <a:pt x="201521" y="403041"/>
                </a:lnTo>
                <a:cubicBezTo>
                  <a:pt x="90224" y="403041"/>
                  <a:pt x="0" y="312817"/>
                  <a:pt x="0" y="201521"/>
                </a:cubicBezTo>
                <a:lnTo>
                  <a:pt x="0" y="201521"/>
                </a:lnTo>
                <a:cubicBezTo>
                  <a:pt x="0" y="90224"/>
                  <a:pt x="90224" y="0"/>
                  <a:pt x="201521" y="0"/>
                </a:cubicBezTo>
                <a:close/>
              </a:path>
            </a:pathLst>
          </a:custGeom>
          <a:solidFill>
            <a:srgbClr val="c9a36a">
              <a:alpha val="20000"/>
            </a:srgbClr>
          </a:solidFill>
          <a:ln w="0">
            <a:noFill/>
          </a:ln>
        </p:spPr>
        <p:style>
          <a:lnRef idx="0"/>
          <a:fillRef idx="0"/>
          <a:effectRef idx="0"/>
          <a:fontRef idx="minor"/>
        </p:style>
      </p:sp>
      <p:sp>
        <p:nvSpPr>
          <p:cNvPr id="491" name="Shape 6"/>
          <p:cNvSpPr/>
          <p:nvPr/>
        </p:nvSpPr>
        <p:spPr>
          <a:xfrm>
            <a:off x="631800" y="1637280"/>
            <a:ext cx="146160" cy="167040"/>
          </a:xfrm>
          <a:custGeom>
            <a:avLst/>
            <a:gdLst/>
            <a:ahLst/>
            <a:rect l="l" t="t" r="r" b="b"/>
            <a:pathLst>
              <a:path w="146942" h="167934">
                <a:moveTo>
                  <a:pt x="52643" y="-8659"/>
                </a:moveTo>
                <a:cubicBezTo>
                  <a:pt x="55694" y="-11217"/>
                  <a:pt x="60187" y="-11119"/>
                  <a:pt x="63106" y="-8364"/>
                </a:cubicBezTo>
                <a:cubicBezTo>
                  <a:pt x="67141" y="-4559"/>
                  <a:pt x="70749" y="-361"/>
                  <a:pt x="74225" y="3903"/>
                </a:cubicBezTo>
                <a:cubicBezTo>
                  <a:pt x="78653" y="9315"/>
                  <a:pt x="83967" y="16465"/>
                  <a:pt x="89084" y="24960"/>
                </a:cubicBezTo>
                <a:cubicBezTo>
                  <a:pt x="90789" y="22730"/>
                  <a:pt x="92364" y="20762"/>
                  <a:pt x="93741" y="19089"/>
                </a:cubicBezTo>
                <a:cubicBezTo>
                  <a:pt x="94102" y="18663"/>
                  <a:pt x="94463" y="18204"/>
                  <a:pt x="94824" y="17745"/>
                </a:cubicBezTo>
                <a:cubicBezTo>
                  <a:pt x="97415" y="14530"/>
                  <a:pt x="100629" y="10496"/>
                  <a:pt x="104926" y="10496"/>
                </a:cubicBezTo>
                <a:cubicBezTo>
                  <a:pt x="109321" y="10496"/>
                  <a:pt x="112404" y="14399"/>
                  <a:pt x="115028" y="17745"/>
                </a:cubicBezTo>
                <a:cubicBezTo>
                  <a:pt x="115455" y="18302"/>
                  <a:pt x="115881" y="18827"/>
                  <a:pt x="116307" y="19319"/>
                </a:cubicBezTo>
                <a:cubicBezTo>
                  <a:pt x="119686" y="23386"/>
                  <a:pt x="124179" y="29257"/>
                  <a:pt x="128673" y="36506"/>
                </a:cubicBezTo>
                <a:cubicBezTo>
                  <a:pt x="137594" y="50905"/>
                  <a:pt x="146909" y="71405"/>
                  <a:pt x="146909" y="94430"/>
                </a:cubicBezTo>
                <a:cubicBezTo>
                  <a:pt x="146909" y="135003"/>
                  <a:pt x="114011" y="167901"/>
                  <a:pt x="73438" y="167901"/>
                </a:cubicBezTo>
                <a:cubicBezTo>
                  <a:pt x="32865" y="167901"/>
                  <a:pt x="0" y="135036"/>
                  <a:pt x="0" y="94463"/>
                </a:cubicBezTo>
                <a:cubicBezTo>
                  <a:pt x="0" y="64582"/>
                  <a:pt x="13481" y="38704"/>
                  <a:pt x="26404" y="20664"/>
                </a:cubicBezTo>
                <a:cubicBezTo>
                  <a:pt x="32931" y="11578"/>
                  <a:pt x="39425" y="4297"/>
                  <a:pt x="44312" y="-689"/>
                </a:cubicBezTo>
                <a:cubicBezTo>
                  <a:pt x="47002" y="-3444"/>
                  <a:pt x="49724" y="-6166"/>
                  <a:pt x="52676" y="-8626"/>
                </a:cubicBezTo>
                <a:close/>
                <a:moveTo>
                  <a:pt x="74029" y="136446"/>
                </a:moveTo>
                <a:cubicBezTo>
                  <a:pt x="82327" y="136446"/>
                  <a:pt x="89674" y="134150"/>
                  <a:pt x="96595" y="129558"/>
                </a:cubicBezTo>
                <a:cubicBezTo>
                  <a:pt x="110403" y="119915"/>
                  <a:pt x="114110" y="100629"/>
                  <a:pt x="105811" y="85476"/>
                </a:cubicBezTo>
                <a:cubicBezTo>
                  <a:pt x="104335" y="82524"/>
                  <a:pt x="100564" y="82327"/>
                  <a:pt x="98432" y="84820"/>
                </a:cubicBezTo>
                <a:lnTo>
                  <a:pt x="90166" y="94430"/>
                </a:lnTo>
                <a:cubicBezTo>
                  <a:pt x="88001" y="96923"/>
                  <a:pt x="84098" y="96857"/>
                  <a:pt x="82065" y="94266"/>
                </a:cubicBezTo>
                <a:cubicBezTo>
                  <a:pt x="76390" y="87017"/>
                  <a:pt x="65960" y="73799"/>
                  <a:pt x="60646" y="67042"/>
                </a:cubicBezTo>
                <a:cubicBezTo>
                  <a:pt x="58875" y="64779"/>
                  <a:pt x="55661" y="64418"/>
                  <a:pt x="53595" y="66419"/>
                </a:cubicBezTo>
                <a:cubicBezTo>
                  <a:pt x="47592" y="72257"/>
                  <a:pt x="36703" y="85049"/>
                  <a:pt x="36703" y="100629"/>
                </a:cubicBezTo>
                <a:cubicBezTo>
                  <a:pt x="36703" y="123130"/>
                  <a:pt x="53299" y="136446"/>
                  <a:pt x="73996" y="136446"/>
                </a:cubicBezTo>
                <a:close/>
              </a:path>
            </a:pathLst>
          </a:custGeom>
          <a:solidFill>
            <a:srgbClr val="c9a36a"/>
          </a:solidFill>
          <a:ln w="0">
            <a:noFill/>
          </a:ln>
        </p:spPr>
        <p:style>
          <a:lnRef idx="0"/>
          <a:fillRef idx="0"/>
          <a:effectRef idx="0"/>
          <a:fontRef idx="minor"/>
        </p:style>
      </p:sp>
      <p:sp>
        <p:nvSpPr>
          <p:cNvPr id="492" name="Text 7"/>
          <p:cNvSpPr/>
          <p:nvPr/>
        </p:nvSpPr>
        <p:spPr>
          <a:xfrm>
            <a:off x="1007640" y="1603800"/>
            <a:ext cx="1603080" cy="2343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320" spc="-1" strike="noStrike">
                <a:solidFill>
                  <a:srgbClr val="f2f2f2"/>
                </a:solidFill>
                <a:latin typeface="Oranienbaum"/>
                <a:ea typeface="Oranienbaum"/>
              </a:rPr>
              <a:t>German Expressionism</a:t>
            </a:r>
            <a:endParaRPr b="0" lang="en-HK" sz="1320" spc="-1" strike="noStrike">
              <a:latin typeface="Arial"/>
            </a:endParaRPr>
          </a:p>
        </p:txBody>
      </p:sp>
      <p:sp>
        <p:nvSpPr>
          <p:cNvPr id="493" name="Text 8"/>
          <p:cNvSpPr/>
          <p:nvPr/>
        </p:nvSpPr>
        <p:spPr>
          <a:xfrm>
            <a:off x="503640" y="2057040"/>
            <a:ext cx="3484080" cy="109080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60" spc="-1" strike="noStrike">
                <a:solidFill>
                  <a:srgbClr val="b8b8b8"/>
                </a:solidFill>
                <a:latin typeface="Quattrocento Sans"/>
                <a:ea typeface="Quattrocento Sans"/>
              </a:rPr>
              <a:t>Artists of </a:t>
            </a:r>
            <a:r>
              <a:rPr b="0" lang="en-US" sz="1060" spc="-1" strike="noStrike">
                <a:solidFill>
                  <a:srgbClr val="f2f2f2"/>
                </a:solidFill>
                <a:latin typeface="Quattrocento Sans"/>
                <a:ea typeface="Quattrocento Sans"/>
              </a:rPr>
              <a:t>Die Brücke</a:t>
            </a:r>
            <a:r>
              <a:rPr b="0" lang="en-US" sz="1060" spc="-1" strike="noStrike">
                <a:solidFill>
                  <a:srgbClr val="b8b8b8"/>
                </a:solidFill>
                <a:latin typeface="Quattrocento Sans"/>
                <a:ea typeface="Quattrocento Sans"/>
              </a:rPr>
              <a:t> (The Bridge) and </a:t>
            </a:r>
            <a:r>
              <a:rPr b="0" lang="en-US" sz="1060" spc="-1" strike="noStrike">
                <a:solidFill>
                  <a:srgbClr val="f2f2f2"/>
                </a:solidFill>
                <a:latin typeface="Quattrocento Sans"/>
                <a:ea typeface="Quattrocento Sans"/>
              </a:rPr>
              <a:t>Der Blaue Reiter</a:t>
            </a:r>
            <a:r>
              <a:rPr b="0" lang="en-US" sz="1060" spc="-1" strike="noStrike">
                <a:solidFill>
                  <a:srgbClr val="b8b8b8"/>
                </a:solidFill>
                <a:latin typeface="Quattrocento Sans"/>
                <a:ea typeface="Quattrocento Sans"/>
              </a:rPr>
              <a:t> (The Blue Rider) movements saw Van Gogh as their spiritual predecessor. </a:t>
            </a:r>
            <a:r>
              <a:rPr b="1" lang="en-US" sz="1060" spc="-1" strike="noStrike">
                <a:solidFill>
                  <a:srgbClr val="c9a36a"/>
                </a:solidFill>
                <a:latin typeface="Quattrocento Sans"/>
                <a:ea typeface="Quattrocento Sans"/>
              </a:rPr>
              <a:t>Ernst Ludwig Kirchner</a:t>
            </a:r>
            <a:r>
              <a:rPr b="0" lang="en-US" sz="1060" spc="-1" strike="noStrike">
                <a:solidFill>
                  <a:srgbClr val="b8b8b8"/>
                </a:solidFill>
                <a:latin typeface="Quattrocento Sans"/>
                <a:ea typeface="Quattrocento Sans"/>
              </a:rPr>
              <a:t>, </a:t>
            </a:r>
            <a:r>
              <a:rPr b="1" lang="en-US" sz="1060" spc="-1" strike="noStrike">
                <a:solidFill>
                  <a:srgbClr val="c9a36a"/>
                </a:solidFill>
                <a:latin typeface="Quattrocento Sans"/>
                <a:ea typeface="Quattrocento Sans"/>
              </a:rPr>
              <a:t>Erich Heckel</a:t>
            </a:r>
            <a:r>
              <a:rPr b="0" lang="en-US" sz="1060" spc="-1" strike="noStrike">
                <a:solidFill>
                  <a:srgbClr val="b8b8b8"/>
                </a:solidFill>
                <a:latin typeface="Quattrocento Sans"/>
                <a:ea typeface="Quattrocento Sans"/>
              </a:rPr>
              <a:t>, and </a:t>
            </a:r>
            <a:r>
              <a:rPr b="1" lang="en-US" sz="1060" spc="-1" strike="noStrike">
                <a:solidFill>
                  <a:srgbClr val="c9a36a"/>
                </a:solidFill>
                <a:latin typeface="Quattrocento Sans"/>
                <a:ea typeface="Quattrocento Sans"/>
              </a:rPr>
              <a:t>Karl Schmidt-Rottluff</a:t>
            </a:r>
            <a:r>
              <a:rPr b="0" lang="en-US" sz="1060" spc="-1" strike="noStrike">
                <a:solidFill>
                  <a:srgbClr val="b8b8b8"/>
                </a:solidFill>
                <a:latin typeface="Quattrocento Sans"/>
                <a:ea typeface="Quattrocento Sans"/>
              </a:rPr>
              <a:t> adopted his raw emotional intensity, bold colors, and distorted forms.</a:t>
            </a:r>
            <a:endParaRPr b="0" lang="en-HK" sz="1060" spc="-1" strike="noStrike">
              <a:latin typeface="Arial"/>
            </a:endParaRPr>
          </a:p>
        </p:txBody>
      </p:sp>
      <p:sp>
        <p:nvSpPr>
          <p:cNvPr id="494" name="Shape 9"/>
          <p:cNvSpPr/>
          <p:nvPr/>
        </p:nvSpPr>
        <p:spPr>
          <a:xfrm>
            <a:off x="503640" y="3283200"/>
            <a:ext cx="3416760" cy="738360"/>
          </a:xfrm>
          <a:custGeom>
            <a:avLst/>
            <a:gdLst/>
            <a:ahLst/>
            <a:rect l="l" t="t" r="r" b="b"/>
            <a:pathLst>
              <a:path w="3417455" h="738909">
                <a:moveTo>
                  <a:pt x="33583" y="0"/>
                </a:moveTo>
                <a:lnTo>
                  <a:pt x="3383871" y="0"/>
                </a:lnTo>
                <a:cubicBezTo>
                  <a:pt x="3402419" y="0"/>
                  <a:pt x="3417455" y="15036"/>
                  <a:pt x="3417455" y="33583"/>
                </a:cubicBezTo>
                <a:lnTo>
                  <a:pt x="3417455" y="705326"/>
                </a:lnTo>
                <a:cubicBezTo>
                  <a:pt x="3417455" y="723873"/>
                  <a:pt x="3402419" y="738909"/>
                  <a:pt x="3383871" y="738909"/>
                </a:cubicBezTo>
                <a:lnTo>
                  <a:pt x="33583" y="738909"/>
                </a:lnTo>
                <a:cubicBezTo>
                  <a:pt x="15048" y="738909"/>
                  <a:pt x="0" y="723861"/>
                  <a:pt x="0" y="705326"/>
                </a:cubicBezTo>
                <a:lnTo>
                  <a:pt x="0" y="33583"/>
                </a:lnTo>
                <a:cubicBezTo>
                  <a:pt x="0" y="15048"/>
                  <a:pt x="15048" y="0"/>
                  <a:pt x="33583" y="0"/>
                </a:cubicBezTo>
                <a:close/>
              </a:path>
            </a:pathLst>
          </a:custGeom>
          <a:solidFill>
            <a:srgbClr val="2b2b2b"/>
          </a:solidFill>
          <a:ln w="0">
            <a:noFill/>
          </a:ln>
        </p:spPr>
        <p:style>
          <a:lnRef idx="0"/>
          <a:fillRef idx="0"/>
          <a:effectRef idx="0"/>
          <a:fontRef idx="minor"/>
        </p:style>
      </p:sp>
      <p:sp>
        <p:nvSpPr>
          <p:cNvPr id="495" name="Text 10"/>
          <p:cNvSpPr/>
          <p:nvPr/>
        </p:nvSpPr>
        <p:spPr>
          <a:xfrm>
            <a:off x="604440" y="3384000"/>
            <a:ext cx="3273840" cy="1670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920" spc="-1" strike="noStrike">
                <a:solidFill>
                  <a:srgbClr val="c9a36a"/>
                </a:solidFill>
                <a:latin typeface="Quattrocento Sans"/>
                <a:ea typeface="Quattrocento Sans"/>
              </a:rPr>
              <a:t>Key Influence:</a:t>
            </a:r>
            <a:endParaRPr b="0" lang="en-HK" sz="920" spc="-1" strike="noStrike">
              <a:latin typeface="Arial"/>
            </a:endParaRPr>
          </a:p>
        </p:txBody>
      </p:sp>
      <p:sp>
        <p:nvSpPr>
          <p:cNvPr id="496" name="Text 11"/>
          <p:cNvSpPr/>
          <p:nvPr/>
        </p:nvSpPr>
        <p:spPr>
          <a:xfrm>
            <a:off x="604440" y="3585240"/>
            <a:ext cx="3273840" cy="3351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20" spc="-1" strike="noStrike">
                <a:solidFill>
                  <a:srgbClr val="b8b8b8"/>
                </a:solidFill>
                <a:latin typeface="Quattrocento Sans"/>
                <a:ea typeface="Quattrocento Sans"/>
              </a:rPr>
              <a:t>Van Gogh's use of color to express inner states became central to Expressionist philosophy</a:t>
            </a:r>
            <a:endParaRPr b="0" lang="en-HK" sz="920" spc="-1" strike="noStrike">
              <a:latin typeface="Arial"/>
            </a:endParaRPr>
          </a:p>
        </p:txBody>
      </p:sp>
      <p:sp>
        <p:nvSpPr>
          <p:cNvPr id="497" name="Shape 12"/>
          <p:cNvSpPr/>
          <p:nvPr/>
        </p:nvSpPr>
        <p:spPr>
          <a:xfrm>
            <a:off x="4222080" y="1339200"/>
            <a:ext cx="3752640" cy="2850120"/>
          </a:xfrm>
          <a:custGeom>
            <a:avLst/>
            <a:gdLst/>
            <a:ahLst/>
            <a:rect l="l" t="t" r="r" b="b"/>
            <a:pathLst>
              <a:path w="3753322" h="2850678">
                <a:moveTo>
                  <a:pt x="25190" y="0"/>
                </a:moveTo>
                <a:lnTo>
                  <a:pt x="3728132" y="0"/>
                </a:lnTo>
                <a:cubicBezTo>
                  <a:pt x="3742044" y="0"/>
                  <a:pt x="3753322" y="11278"/>
                  <a:pt x="3753322" y="25190"/>
                </a:cubicBezTo>
                <a:lnTo>
                  <a:pt x="3753322" y="2783516"/>
                </a:lnTo>
                <a:cubicBezTo>
                  <a:pt x="3753322" y="2820608"/>
                  <a:pt x="3723253" y="2850678"/>
                  <a:pt x="3686160" y="2850678"/>
                </a:cubicBezTo>
                <a:lnTo>
                  <a:pt x="67162" y="2850678"/>
                </a:lnTo>
                <a:cubicBezTo>
                  <a:pt x="30069" y="2850678"/>
                  <a:pt x="0" y="2820608"/>
                  <a:pt x="0" y="2783516"/>
                </a:cubicBezTo>
                <a:lnTo>
                  <a:pt x="0" y="25190"/>
                </a:lnTo>
                <a:cubicBezTo>
                  <a:pt x="0" y="11287"/>
                  <a:pt x="11287" y="0"/>
                  <a:pt x="25190" y="0"/>
                </a:cubicBezTo>
                <a:close/>
              </a:path>
            </a:pathLst>
          </a:custGeom>
          <a:solidFill>
            <a:srgbClr val="1a1a1a"/>
          </a:solidFill>
          <a:ln w="0">
            <a:noFill/>
          </a:ln>
        </p:spPr>
        <p:style>
          <a:lnRef idx="0"/>
          <a:fillRef idx="0"/>
          <a:effectRef idx="0"/>
          <a:fontRef idx="minor"/>
        </p:style>
      </p:sp>
      <p:sp>
        <p:nvSpPr>
          <p:cNvPr id="498" name="Shape 13"/>
          <p:cNvSpPr/>
          <p:nvPr/>
        </p:nvSpPr>
        <p:spPr>
          <a:xfrm>
            <a:off x="4222080" y="1339200"/>
            <a:ext cx="3752640" cy="24480"/>
          </a:xfrm>
          <a:custGeom>
            <a:avLst/>
            <a:gdLst/>
            <a:ahLst/>
            <a:rect l="l" t="t" r="r" b="b"/>
            <a:pathLst>
              <a:path w="3753322" h="25190">
                <a:moveTo>
                  <a:pt x="25190" y="0"/>
                </a:moveTo>
                <a:lnTo>
                  <a:pt x="3728132" y="0"/>
                </a:lnTo>
                <a:cubicBezTo>
                  <a:pt x="3742044" y="0"/>
                  <a:pt x="3753322" y="11278"/>
                  <a:pt x="3753322" y="25190"/>
                </a:cubicBezTo>
                <a:lnTo>
                  <a:pt x="3753322" y="25190"/>
                </a:lnTo>
                <a:lnTo>
                  <a:pt x="0" y="25190"/>
                </a:lnTo>
                <a:lnTo>
                  <a:pt x="0" y="25190"/>
                </a:lnTo>
                <a:cubicBezTo>
                  <a:pt x="0" y="11278"/>
                  <a:pt x="11278" y="0"/>
                  <a:pt x="25190" y="0"/>
                </a:cubicBezTo>
                <a:close/>
              </a:path>
            </a:pathLst>
          </a:custGeom>
          <a:solidFill>
            <a:srgbClr val="c9a36a"/>
          </a:solidFill>
          <a:ln w="0">
            <a:noFill/>
          </a:ln>
        </p:spPr>
        <p:style>
          <a:lnRef idx="0"/>
          <a:fillRef idx="0"/>
          <a:effectRef idx="0"/>
          <a:fontRef idx="minor"/>
        </p:style>
      </p:sp>
      <p:sp>
        <p:nvSpPr>
          <p:cNvPr id="499" name="Shape 14"/>
          <p:cNvSpPr/>
          <p:nvPr/>
        </p:nvSpPr>
        <p:spPr>
          <a:xfrm>
            <a:off x="4389840" y="1519920"/>
            <a:ext cx="402480" cy="402480"/>
          </a:xfrm>
          <a:custGeom>
            <a:avLst/>
            <a:gdLst/>
            <a:ahLst/>
            <a:rect l="l" t="t" r="r" b="b"/>
            <a:pathLst>
              <a:path w="403041" h="403041">
                <a:moveTo>
                  <a:pt x="201521" y="0"/>
                </a:moveTo>
                <a:lnTo>
                  <a:pt x="201521" y="0"/>
                </a:lnTo>
                <a:cubicBezTo>
                  <a:pt x="312817" y="0"/>
                  <a:pt x="403041" y="90224"/>
                  <a:pt x="403041" y="201521"/>
                </a:cubicBezTo>
                <a:lnTo>
                  <a:pt x="403041" y="201521"/>
                </a:lnTo>
                <a:cubicBezTo>
                  <a:pt x="403041" y="312817"/>
                  <a:pt x="312817" y="403041"/>
                  <a:pt x="201521" y="403041"/>
                </a:cubicBezTo>
                <a:lnTo>
                  <a:pt x="201521" y="403041"/>
                </a:lnTo>
                <a:cubicBezTo>
                  <a:pt x="90224" y="403041"/>
                  <a:pt x="0" y="312817"/>
                  <a:pt x="0" y="201521"/>
                </a:cubicBezTo>
                <a:lnTo>
                  <a:pt x="0" y="201521"/>
                </a:lnTo>
                <a:cubicBezTo>
                  <a:pt x="0" y="90224"/>
                  <a:pt x="90224" y="0"/>
                  <a:pt x="201521" y="0"/>
                </a:cubicBezTo>
                <a:close/>
              </a:path>
            </a:pathLst>
          </a:custGeom>
          <a:solidFill>
            <a:srgbClr val="c9a36a">
              <a:alpha val="20000"/>
            </a:srgbClr>
          </a:solidFill>
          <a:ln w="0">
            <a:noFill/>
          </a:ln>
        </p:spPr>
        <p:style>
          <a:lnRef idx="0"/>
          <a:fillRef idx="0"/>
          <a:effectRef idx="0"/>
          <a:fontRef idx="minor"/>
        </p:style>
      </p:sp>
      <p:sp>
        <p:nvSpPr>
          <p:cNvPr id="500" name="Shape 15"/>
          <p:cNvSpPr/>
          <p:nvPr/>
        </p:nvSpPr>
        <p:spPr>
          <a:xfrm>
            <a:off x="4507560" y="1637280"/>
            <a:ext cx="167040" cy="167040"/>
          </a:xfrm>
          <a:custGeom>
            <a:avLst/>
            <a:gdLst/>
            <a:ahLst/>
            <a:rect l="l" t="t" r="r" b="b"/>
            <a:pathLst>
              <a:path w="167934" h="167934">
                <a:moveTo>
                  <a:pt x="76915" y="30471"/>
                </a:moveTo>
                <a:cubicBezTo>
                  <a:pt x="81605" y="44542"/>
                  <a:pt x="76817" y="58744"/>
                  <a:pt x="66222" y="62221"/>
                </a:cubicBezTo>
                <a:cubicBezTo>
                  <a:pt x="55628" y="65698"/>
                  <a:pt x="43230" y="57104"/>
                  <a:pt x="38540" y="43033"/>
                </a:cubicBezTo>
                <a:cubicBezTo>
                  <a:pt x="33849" y="28962"/>
                  <a:pt x="38638" y="14760"/>
                  <a:pt x="49232" y="11283"/>
                </a:cubicBezTo>
                <a:cubicBezTo>
                  <a:pt x="59826" y="7806"/>
                  <a:pt x="72225" y="16400"/>
                  <a:pt x="76915" y="30471"/>
                </a:cubicBezTo>
                <a:close/>
                <a:moveTo>
                  <a:pt x="32931" y="65140"/>
                </a:moveTo>
                <a:cubicBezTo>
                  <a:pt x="39130" y="75767"/>
                  <a:pt x="37621" y="88132"/>
                  <a:pt x="29585" y="92724"/>
                </a:cubicBezTo>
                <a:cubicBezTo>
                  <a:pt x="21549" y="97316"/>
                  <a:pt x="10004" y="92429"/>
                  <a:pt x="3838" y="81802"/>
                </a:cubicBezTo>
                <a:cubicBezTo>
                  <a:pt x="-2329" y="71175"/>
                  <a:pt x="-853" y="58810"/>
                  <a:pt x="7183" y="54218"/>
                </a:cubicBezTo>
                <a:cubicBezTo>
                  <a:pt x="15219" y="49626"/>
                  <a:pt x="26764" y="54513"/>
                  <a:pt x="32931" y="65140"/>
                </a:cubicBezTo>
                <a:close/>
                <a:moveTo>
                  <a:pt x="22697" y="131592"/>
                </a:moveTo>
                <a:cubicBezTo>
                  <a:pt x="39884" y="85246"/>
                  <a:pt x="70421" y="73471"/>
                  <a:pt x="83967" y="73471"/>
                </a:cubicBezTo>
                <a:cubicBezTo>
                  <a:pt x="97513" y="73471"/>
                  <a:pt x="128050" y="85246"/>
                  <a:pt x="145237" y="131592"/>
                </a:cubicBezTo>
                <a:cubicBezTo>
                  <a:pt x="146417" y="134774"/>
                  <a:pt x="146942" y="138185"/>
                  <a:pt x="146942" y="141596"/>
                </a:cubicBezTo>
                <a:lnTo>
                  <a:pt x="146942" y="142121"/>
                </a:lnTo>
                <a:cubicBezTo>
                  <a:pt x="146942" y="150583"/>
                  <a:pt x="140087" y="157438"/>
                  <a:pt x="131625" y="157438"/>
                </a:cubicBezTo>
                <a:cubicBezTo>
                  <a:pt x="127853" y="157438"/>
                  <a:pt x="124114" y="156979"/>
                  <a:pt x="120473" y="156060"/>
                </a:cubicBezTo>
                <a:lnTo>
                  <a:pt x="91609" y="148845"/>
                </a:lnTo>
                <a:cubicBezTo>
                  <a:pt x="86591" y="147598"/>
                  <a:pt x="81343" y="147598"/>
                  <a:pt x="76325" y="148845"/>
                </a:cubicBezTo>
                <a:lnTo>
                  <a:pt x="47461" y="156060"/>
                </a:lnTo>
                <a:cubicBezTo>
                  <a:pt x="43820" y="156979"/>
                  <a:pt x="40081" y="157438"/>
                  <a:pt x="36309" y="157438"/>
                </a:cubicBezTo>
                <a:cubicBezTo>
                  <a:pt x="27847" y="157438"/>
                  <a:pt x="20992" y="150583"/>
                  <a:pt x="20992" y="142121"/>
                </a:cubicBezTo>
                <a:lnTo>
                  <a:pt x="20992" y="141596"/>
                </a:lnTo>
                <a:cubicBezTo>
                  <a:pt x="20992" y="138185"/>
                  <a:pt x="21517" y="134774"/>
                  <a:pt x="22697" y="131592"/>
                </a:cubicBezTo>
                <a:close/>
                <a:moveTo>
                  <a:pt x="138349" y="92724"/>
                </a:moveTo>
                <a:cubicBezTo>
                  <a:pt x="130313" y="88132"/>
                  <a:pt x="128804" y="75767"/>
                  <a:pt x="135003" y="65140"/>
                </a:cubicBezTo>
                <a:cubicBezTo>
                  <a:pt x="141202" y="54513"/>
                  <a:pt x="152715" y="49626"/>
                  <a:pt x="160751" y="54218"/>
                </a:cubicBezTo>
                <a:cubicBezTo>
                  <a:pt x="168787" y="58810"/>
                  <a:pt x="170295" y="71175"/>
                  <a:pt x="164096" y="81802"/>
                </a:cubicBezTo>
                <a:cubicBezTo>
                  <a:pt x="157897" y="92429"/>
                  <a:pt x="146385" y="97316"/>
                  <a:pt x="138349" y="92724"/>
                </a:cubicBezTo>
                <a:close/>
                <a:moveTo>
                  <a:pt x="101712" y="62221"/>
                </a:moveTo>
                <a:cubicBezTo>
                  <a:pt x="91117" y="58744"/>
                  <a:pt x="86329" y="44542"/>
                  <a:pt x="91019" y="30471"/>
                </a:cubicBezTo>
                <a:cubicBezTo>
                  <a:pt x="95709" y="16400"/>
                  <a:pt x="108107" y="7806"/>
                  <a:pt x="118702" y="11283"/>
                </a:cubicBezTo>
                <a:cubicBezTo>
                  <a:pt x="129296" y="14760"/>
                  <a:pt x="134085" y="28962"/>
                  <a:pt x="129394" y="43033"/>
                </a:cubicBezTo>
                <a:cubicBezTo>
                  <a:pt x="124704" y="57104"/>
                  <a:pt x="112306" y="65698"/>
                  <a:pt x="101712" y="62221"/>
                </a:cubicBezTo>
                <a:close/>
              </a:path>
            </a:pathLst>
          </a:custGeom>
          <a:solidFill>
            <a:srgbClr val="c9a36a"/>
          </a:solidFill>
          <a:ln w="0">
            <a:noFill/>
          </a:ln>
        </p:spPr>
        <p:style>
          <a:lnRef idx="0"/>
          <a:fillRef idx="0"/>
          <a:effectRef idx="0"/>
          <a:fontRef idx="minor"/>
        </p:style>
      </p:sp>
      <p:sp>
        <p:nvSpPr>
          <p:cNvPr id="501" name="Text 16"/>
          <p:cNvSpPr/>
          <p:nvPr/>
        </p:nvSpPr>
        <p:spPr>
          <a:xfrm>
            <a:off x="4893840" y="1603800"/>
            <a:ext cx="637560" cy="2343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320" spc="-1" strike="noStrike">
                <a:solidFill>
                  <a:srgbClr val="f2f2f2"/>
                </a:solidFill>
                <a:latin typeface="Oranienbaum"/>
                <a:ea typeface="Oranienbaum"/>
              </a:rPr>
              <a:t>Fauvism</a:t>
            </a:r>
            <a:endParaRPr b="0" lang="en-HK" sz="1320" spc="-1" strike="noStrike">
              <a:latin typeface="Arial"/>
            </a:endParaRPr>
          </a:p>
        </p:txBody>
      </p:sp>
      <p:sp>
        <p:nvSpPr>
          <p:cNvPr id="502" name="Text 17"/>
          <p:cNvSpPr/>
          <p:nvPr/>
        </p:nvSpPr>
        <p:spPr>
          <a:xfrm>
            <a:off x="4389840" y="2057040"/>
            <a:ext cx="3484080" cy="125892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60" spc="-1" strike="noStrike">
                <a:solidFill>
                  <a:srgbClr val="b8b8b8"/>
                </a:solidFill>
                <a:latin typeface="Quattrocento Sans"/>
                <a:ea typeface="Quattrocento Sans"/>
              </a:rPr>
              <a:t>The Fauves—</a:t>
            </a:r>
            <a:r>
              <a:rPr b="1" lang="en-US" sz="1060" spc="-1" strike="noStrike">
                <a:solidFill>
                  <a:srgbClr val="c9a36a"/>
                </a:solidFill>
                <a:latin typeface="Quattrocento Sans"/>
                <a:ea typeface="Quattrocento Sans"/>
              </a:rPr>
              <a:t>Henri Matisse</a:t>
            </a:r>
            <a:r>
              <a:rPr b="0" lang="en-US" sz="1060" spc="-1" strike="noStrike">
                <a:solidFill>
                  <a:srgbClr val="b8b8b8"/>
                </a:solidFill>
                <a:latin typeface="Quattrocento Sans"/>
                <a:ea typeface="Quattrocento Sans"/>
              </a:rPr>
              <a:t>, </a:t>
            </a:r>
            <a:r>
              <a:rPr b="1" lang="en-US" sz="1060" spc="-1" strike="noStrike">
                <a:solidFill>
                  <a:srgbClr val="c9a36a"/>
                </a:solidFill>
                <a:latin typeface="Quattrocento Sans"/>
                <a:ea typeface="Quattrocento Sans"/>
              </a:rPr>
              <a:t>André Derain</a:t>
            </a:r>
            <a:r>
              <a:rPr b="0" lang="en-US" sz="1060" spc="-1" strike="noStrike">
                <a:solidFill>
                  <a:srgbClr val="b8b8b8"/>
                </a:solidFill>
                <a:latin typeface="Quattrocento Sans"/>
                <a:ea typeface="Quattrocento Sans"/>
              </a:rPr>
              <a:t>, </a:t>
            </a:r>
            <a:r>
              <a:rPr b="1" lang="en-US" sz="1060" spc="-1" strike="noStrike">
                <a:solidFill>
                  <a:srgbClr val="c9a36a"/>
                </a:solidFill>
                <a:latin typeface="Quattrocento Sans"/>
                <a:ea typeface="Quattrocento Sans"/>
              </a:rPr>
              <a:t>Maurice de Vlaminck</a:t>
            </a:r>
            <a:r>
              <a:rPr b="0" lang="en-US" sz="1060" spc="-1" strike="noStrike">
                <a:solidFill>
                  <a:srgbClr val="b8b8b8"/>
                </a:solidFill>
                <a:latin typeface="Quattrocento Sans"/>
                <a:ea typeface="Quattrocento Sans"/>
              </a:rPr>
              <a:t>—pushed Van Gogh's chromatic freedom even further. They liberated color from descriptive representation, using pure, saturated hues for emotional impact, directly following Van Gogh's example.</a:t>
            </a:r>
            <a:endParaRPr b="0" lang="en-HK" sz="1060" spc="-1" strike="noStrike">
              <a:latin typeface="Arial"/>
            </a:endParaRPr>
          </a:p>
        </p:txBody>
      </p:sp>
      <p:sp>
        <p:nvSpPr>
          <p:cNvPr id="503" name="Shape 18"/>
          <p:cNvSpPr/>
          <p:nvPr/>
        </p:nvSpPr>
        <p:spPr>
          <a:xfrm>
            <a:off x="4389840" y="3450960"/>
            <a:ext cx="3416760" cy="570240"/>
          </a:xfrm>
          <a:custGeom>
            <a:avLst/>
            <a:gdLst/>
            <a:ahLst/>
            <a:rect l="l" t="t" r="r" b="b"/>
            <a:pathLst>
              <a:path w="3417455" h="570975">
                <a:moveTo>
                  <a:pt x="33585" y="0"/>
                </a:moveTo>
                <a:lnTo>
                  <a:pt x="3383870" y="0"/>
                </a:lnTo>
                <a:cubicBezTo>
                  <a:pt x="3402418" y="0"/>
                  <a:pt x="3417455" y="15036"/>
                  <a:pt x="3417455" y="33585"/>
                </a:cubicBezTo>
                <a:lnTo>
                  <a:pt x="3417455" y="537390"/>
                </a:lnTo>
                <a:cubicBezTo>
                  <a:pt x="3417455" y="555926"/>
                  <a:pt x="3402406" y="570975"/>
                  <a:pt x="3383870" y="570975"/>
                </a:cubicBezTo>
                <a:lnTo>
                  <a:pt x="33585" y="570975"/>
                </a:lnTo>
                <a:cubicBezTo>
                  <a:pt x="15036" y="570975"/>
                  <a:pt x="0" y="555939"/>
                  <a:pt x="0" y="537390"/>
                </a:cubicBezTo>
                <a:lnTo>
                  <a:pt x="0" y="33585"/>
                </a:lnTo>
                <a:cubicBezTo>
                  <a:pt x="0" y="15036"/>
                  <a:pt x="15036" y="0"/>
                  <a:pt x="33585" y="0"/>
                </a:cubicBezTo>
                <a:close/>
              </a:path>
            </a:pathLst>
          </a:custGeom>
          <a:solidFill>
            <a:srgbClr val="2b2b2b"/>
          </a:solidFill>
          <a:ln w="0">
            <a:noFill/>
          </a:ln>
        </p:spPr>
        <p:style>
          <a:lnRef idx="0"/>
          <a:fillRef idx="0"/>
          <a:effectRef idx="0"/>
          <a:fontRef idx="minor"/>
        </p:style>
      </p:sp>
      <p:sp>
        <p:nvSpPr>
          <p:cNvPr id="504" name="Text 19"/>
          <p:cNvSpPr/>
          <p:nvPr/>
        </p:nvSpPr>
        <p:spPr>
          <a:xfrm>
            <a:off x="4490640" y="3551760"/>
            <a:ext cx="3273840" cy="1670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920" spc="-1" strike="noStrike">
                <a:solidFill>
                  <a:srgbClr val="c9a36a"/>
                </a:solidFill>
                <a:latin typeface="Quattrocento Sans"/>
                <a:ea typeface="Quattrocento Sans"/>
              </a:rPr>
              <a:t>Key Influence:</a:t>
            </a:r>
            <a:endParaRPr b="0" lang="en-HK" sz="920" spc="-1" strike="noStrike">
              <a:latin typeface="Arial"/>
            </a:endParaRPr>
          </a:p>
        </p:txBody>
      </p:sp>
      <p:sp>
        <p:nvSpPr>
          <p:cNvPr id="505" name="Text 20"/>
          <p:cNvSpPr/>
          <p:nvPr/>
        </p:nvSpPr>
        <p:spPr>
          <a:xfrm>
            <a:off x="4490640" y="3753360"/>
            <a:ext cx="3273840" cy="1670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20" spc="-1" strike="noStrike">
                <a:solidFill>
                  <a:srgbClr val="b8b8b8"/>
                </a:solidFill>
                <a:latin typeface="Quattrocento Sans"/>
                <a:ea typeface="Quattrocento Sans"/>
              </a:rPr>
              <a:t>Van Gogh's arbitrary color choices validated their wild palette</a:t>
            </a:r>
            <a:endParaRPr b="0" lang="en-HK" sz="920" spc="-1" strike="noStrike">
              <a:latin typeface="Arial"/>
            </a:endParaRPr>
          </a:p>
        </p:txBody>
      </p:sp>
      <p:sp>
        <p:nvSpPr>
          <p:cNvPr id="506" name="Shape 21"/>
          <p:cNvSpPr/>
          <p:nvPr/>
        </p:nvSpPr>
        <p:spPr>
          <a:xfrm>
            <a:off x="8107920" y="1339200"/>
            <a:ext cx="3752640" cy="2850120"/>
          </a:xfrm>
          <a:custGeom>
            <a:avLst/>
            <a:gdLst/>
            <a:ahLst/>
            <a:rect l="l" t="t" r="r" b="b"/>
            <a:pathLst>
              <a:path w="3753322" h="2850678">
                <a:moveTo>
                  <a:pt x="25190" y="0"/>
                </a:moveTo>
                <a:lnTo>
                  <a:pt x="3728132" y="0"/>
                </a:lnTo>
                <a:cubicBezTo>
                  <a:pt x="3742044" y="0"/>
                  <a:pt x="3753322" y="11278"/>
                  <a:pt x="3753322" y="25190"/>
                </a:cubicBezTo>
                <a:lnTo>
                  <a:pt x="3753322" y="2783516"/>
                </a:lnTo>
                <a:cubicBezTo>
                  <a:pt x="3753322" y="2820608"/>
                  <a:pt x="3723253" y="2850678"/>
                  <a:pt x="3686160" y="2850678"/>
                </a:cubicBezTo>
                <a:lnTo>
                  <a:pt x="67162" y="2850678"/>
                </a:lnTo>
                <a:cubicBezTo>
                  <a:pt x="30069" y="2850678"/>
                  <a:pt x="0" y="2820608"/>
                  <a:pt x="0" y="2783516"/>
                </a:cubicBezTo>
                <a:lnTo>
                  <a:pt x="0" y="25190"/>
                </a:lnTo>
                <a:cubicBezTo>
                  <a:pt x="0" y="11287"/>
                  <a:pt x="11287" y="0"/>
                  <a:pt x="25190" y="0"/>
                </a:cubicBezTo>
                <a:close/>
              </a:path>
            </a:pathLst>
          </a:custGeom>
          <a:solidFill>
            <a:srgbClr val="1a1a1a"/>
          </a:solidFill>
          <a:ln w="0">
            <a:noFill/>
          </a:ln>
        </p:spPr>
        <p:style>
          <a:lnRef idx="0"/>
          <a:fillRef idx="0"/>
          <a:effectRef idx="0"/>
          <a:fontRef idx="minor"/>
        </p:style>
      </p:sp>
      <p:sp>
        <p:nvSpPr>
          <p:cNvPr id="507" name="Shape 22"/>
          <p:cNvSpPr/>
          <p:nvPr/>
        </p:nvSpPr>
        <p:spPr>
          <a:xfrm>
            <a:off x="8107920" y="1339200"/>
            <a:ext cx="3752640" cy="24480"/>
          </a:xfrm>
          <a:custGeom>
            <a:avLst/>
            <a:gdLst/>
            <a:ahLst/>
            <a:rect l="l" t="t" r="r" b="b"/>
            <a:pathLst>
              <a:path w="3753322" h="25190">
                <a:moveTo>
                  <a:pt x="25190" y="0"/>
                </a:moveTo>
                <a:lnTo>
                  <a:pt x="3728132" y="0"/>
                </a:lnTo>
                <a:cubicBezTo>
                  <a:pt x="3742044" y="0"/>
                  <a:pt x="3753322" y="11278"/>
                  <a:pt x="3753322" y="25190"/>
                </a:cubicBezTo>
                <a:lnTo>
                  <a:pt x="3753322" y="25190"/>
                </a:lnTo>
                <a:lnTo>
                  <a:pt x="0" y="25190"/>
                </a:lnTo>
                <a:lnTo>
                  <a:pt x="0" y="25190"/>
                </a:lnTo>
                <a:cubicBezTo>
                  <a:pt x="0" y="11278"/>
                  <a:pt x="11278" y="0"/>
                  <a:pt x="25190" y="0"/>
                </a:cubicBezTo>
                <a:close/>
              </a:path>
            </a:pathLst>
          </a:custGeom>
          <a:solidFill>
            <a:srgbClr val="c9a36a"/>
          </a:solidFill>
          <a:ln w="0">
            <a:noFill/>
          </a:ln>
        </p:spPr>
        <p:style>
          <a:lnRef idx="0"/>
          <a:fillRef idx="0"/>
          <a:effectRef idx="0"/>
          <a:fontRef idx="minor"/>
        </p:style>
      </p:sp>
      <p:sp>
        <p:nvSpPr>
          <p:cNvPr id="508" name="Shape 23"/>
          <p:cNvSpPr/>
          <p:nvPr/>
        </p:nvSpPr>
        <p:spPr>
          <a:xfrm>
            <a:off x="8276040" y="1519920"/>
            <a:ext cx="402480" cy="402480"/>
          </a:xfrm>
          <a:custGeom>
            <a:avLst/>
            <a:gdLst/>
            <a:ahLst/>
            <a:rect l="l" t="t" r="r" b="b"/>
            <a:pathLst>
              <a:path w="403041" h="403041">
                <a:moveTo>
                  <a:pt x="201521" y="0"/>
                </a:moveTo>
                <a:lnTo>
                  <a:pt x="201521" y="0"/>
                </a:lnTo>
                <a:cubicBezTo>
                  <a:pt x="312817" y="0"/>
                  <a:pt x="403041" y="90224"/>
                  <a:pt x="403041" y="201521"/>
                </a:cubicBezTo>
                <a:lnTo>
                  <a:pt x="403041" y="201521"/>
                </a:lnTo>
                <a:cubicBezTo>
                  <a:pt x="403041" y="312817"/>
                  <a:pt x="312817" y="403041"/>
                  <a:pt x="201521" y="403041"/>
                </a:cubicBezTo>
                <a:lnTo>
                  <a:pt x="201521" y="403041"/>
                </a:lnTo>
                <a:cubicBezTo>
                  <a:pt x="90224" y="403041"/>
                  <a:pt x="0" y="312817"/>
                  <a:pt x="0" y="201521"/>
                </a:cubicBezTo>
                <a:lnTo>
                  <a:pt x="0" y="201521"/>
                </a:lnTo>
                <a:cubicBezTo>
                  <a:pt x="0" y="90224"/>
                  <a:pt x="90224" y="0"/>
                  <a:pt x="201521" y="0"/>
                </a:cubicBezTo>
                <a:close/>
              </a:path>
            </a:pathLst>
          </a:custGeom>
          <a:solidFill>
            <a:srgbClr val="c9a36a">
              <a:alpha val="20000"/>
            </a:srgbClr>
          </a:solidFill>
          <a:ln w="0">
            <a:noFill/>
          </a:ln>
        </p:spPr>
        <p:style>
          <a:lnRef idx="0"/>
          <a:fillRef idx="0"/>
          <a:effectRef idx="0"/>
          <a:fontRef idx="minor"/>
        </p:style>
      </p:sp>
      <p:sp>
        <p:nvSpPr>
          <p:cNvPr id="509" name="Shape 24"/>
          <p:cNvSpPr/>
          <p:nvPr/>
        </p:nvSpPr>
        <p:spPr>
          <a:xfrm>
            <a:off x="8393400" y="1637280"/>
            <a:ext cx="167040" cy="167040"/>
          </a:xfrm>
          <a:custGeom>
            <a:avLst/>
            <a:gdLst/>
            <a:ahLst/>
            <a:rect l="l" t="t" r="r" b="b"/>
            <a:pathLst>
              <a:path w="167934" h="167934">
                <a:moveTo>
                  <a:pt x="83967" y="0"/>
                </a:moveTo>
                <a:cubicBezTo>
                  <a:pt x="37588" y="0"/>
                  <a:pt x="0" y="37588"/>
                  <a:pt x="0" y="83967"/>
                </a:cubicBezTo>
                <a:cubicBezTo>
                  <a:pt x="0" y="130346"/>
                  <a:pt x="37588" y="167934"/>
                  <a:pt x="83967" y="167934"/>
                </a:cubicBezTo>
                <a:cubicBezTo>
                  <a:pt x="106533" y="167934"/>
                  <a:pt x="127033" y="159012"/>
                  <a:pt x="142121" y="144515"/>
                </a:cubicBezTo>
                <a:cubicBezTo>
                  <a:pt x="144515" y="142219"/>
                  <a:pt x="145204" y="138644"/>
                  <a:pt x="143859" y="135626"/>
                </a:cubicBezTo>
                <a:cubicBezTo>
                  <a:pt x="142514" y="132609"/>
                  <a:pt x="139365" y="130739"/>
                  <a:pt x="136053" y="131002"/>
                </a:cubicBezTo>
                <a:cubicBezTo>
                  <a:pt x="134446" y="131133"/>
                  <a:pt x="132838" y="131198"/>
                  <a:pt x="131198" y="131198"/>
                </a:cubicBezTo>
                <a:cubicBezTo>
                  <a:pt x="97874" y="131198"/>
                  <a:pt x="70847" y="104171"/>
                  <a:pt x="70847" y="70847"/>
                </a:cubicBezTo>
                <a:cubicBezTo>
                  <a:pt x="70847" y="47199"/>
                  <a:pt x="84459" y="26699"/>
                  <a:pt x="104335" y="16793"/>
                </a:cubicBezTo>
                <a:cubicBezTo>
                  <a:pt x="107320" y="15317"/>
                  <a:pt x="109026" y="12103"/>
                  <a:pt x="108632" y="8790"/>
                </a:cubicBezTo>
                <a:cubicBezTo>
                  <a:pt x="108239" y="5478"/>
                  <a:pt x="105811" y="2788"/>
                  <a:pt x="102564" y="2066"/>
                </a:cubicBezTo>
                <a:cubicBezTo>
                  <a:pt x="96562" y="722"/>
                  <a:pt x="90330" y="0"/>
                  <a:pt x="83967" y="0"/>
                </a:cubicBezTo>
                <a:close/>
              </a:path>
            </a:pathLst>
          </a:custGeom>
          <a:solidFill>
            <a:srgbClr val="c9a36a"/>
          </a:solidFill>
          <a:ln w="0">
            <a:noFill/>
          </a:ln>
        </p:spPr>
        <p:style>
          <a:lnRef idx="0"/>
          <a:fillRef idx="0"/>
          <a:effectRef idx="0"/>
          <a:fontRef idx="minor"/>
        </p:style>
      </p:sp>
      <p:sp>
        <p:nvSpPr>
          <p:cNvPr id="510" name="Text 25"/>
          <p:cNvSpPr/>
          <p:nvPr/>
        </p:nvSpPr>
        <p:spPr>
          <a:xfrm>
            <a:off x="8779680" y="1603800"/>
            <a:ext cx="813600" cy="2343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320" spc="-1" strike="noStrike">
                <a:solidFill>
                  <a:srgbClr val="f2f2f2"/>
                </a:solidFill>
                <a:latin typeface="Oranienbaum"/>
                <a:ea typeface="Oranienbaum"/>
              </a:rPr>
              <a:t>Symbolism</a:t>
            </a:r>
            <a:endParaRPr b="0" lang="en-HK" sz="1320" spc="-1" strike="noStrike">
              <a:latin typeface="Arial"/>
            </a:endParaRPr>
          </a:p>
        </p:txBody>
      </p:sp>
      <p:sp>
        <p:nvSpPr>
          <p:cNvPr id="511" name="Text 26"/>
          <p:cNvSpPr/>
          <p:nvPr/>
        </p:nvSpPr>
        <p:spPr>
          <a:xfrm>
            <a:off x="8276040" y="2057040"/>
            <a:ext cx="3484080" cy="125892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60" spc="-1" strike="noStrike">
                <a:solidFill>
                  <a:srgbClr val="b8b8b8"/>
                </a:solidFill>
                <a:latin typeface="Quattrocento Sans"/>
                <a:ea typeface="Quattrocento Sans"/>
              </a:rPr>
              <a:t>Symbolist artists found in Van Gogh's landscapes and night skies a </a:t>
            </a:r>
            <a:r>
              <a:rPr b="0" lang="en-US" sz="1060" spc="-1" strike="noStrike">
                <a:solidFill>
                  <a:srgbClr val="f2f2f2"/>
                </a:solidFill>
                <a:latin typeface="Quattrocento Sans"/>
                <a:ea typeface="Quattrocento Sans"/>
              </a:rPr>
              <a:t>visual translation of spiritual and emotional states</a:t>
            </a:r>
            <a:r>
              <a:rPr b="0" lang="en-US" sz="1060" spc="-1" strike="noStrike">
                <a:solidFill>
                  <a:srgbClr val="b8b8b8"/>
                </a:solidFill>
                <a:latin typeface="Quattrocento Sans"/>
                <a:ea typeface="Quattrocento Sans"/>
              </a:rPr>
              <a:t>. His ability to imbue nature with psychological meaning resonated with their desire to express the ineffable.</a:t>
            </a:r>
            <a:endParaRPr b="0" lang="en-HK" sz="1060" spc="-1" strike="noStrike">
              <a:latin typeface="Arial"/>
            </a:endParaRPr>
          </a:p>
        </p:txBody>
      </p:sp>
      <p:sp>
        <p:nvSpPr>
          <p:cNvPr id="512" name="Shape 27"/>
          <p:cNvSpPr/>
          <p:nvPr/>
        </p:nvSpPr>
        <p:spPr>
          <a:xfrm>
            <a:off x="8276040" y="3450960"/>
            <a:ext cx="3416760" cy="570240"/>
          </a:xfrm>
          <a:custGeom>
            <a:avLst/>
            <a:gdLst/>
            <a:ahLst/>
            <a:rect l="l" t="t" r="r" b="b"/>
            <a:pathLst>
              <a:path w="3417455" h="570975">
                <a:moveTo>
                  <a:pt x="33585" y="0"/>
                </a:moveTo>
                <a:lnTo>
                  <a:pt x="3383870" y="0"/>
                </a:lnTo>
                <a:cubicBezTo>
                  <a:pt x="3402418" y="0"/>
                  <a:pt x="3417455" y="15036"/>
                  <a:pt x="3417455" y="33585"/>
                </a:cubicBezTo>
                <a:lnTo>
                  <a:pt x="3417455" y="537390"/>
                </a:lnTo>
                <a:cubicBezTo>
                  <a:pt x="3417455" y="555926"/>
                  <a:pt x="3402406" y="570975"/>
                  <a:pt x="3383870" y="570975"/>
                </a:cubicBezTo>
                <a:lnTo>
                  <a:pt x="33585" y="570975"/>
                </a:lnTo>
                <a:cubicBezTo>
                  <a:pt x="15036" y="570975"/>
                  <a:pt x="0" y="555939"/>
                  <a:pt x="0" y="537390"/>
                </a:cubicBezTo>
                <a:lnTo>
                  <a:pt x="0" y="33585"/>
                </a:lnTo>
                <a:cubicBezTo>
                  <a:pt x="0" y="15036"/>
                  <a:pt x="15036" y="0"/>
                  <a:pt x="33585" y="0"/>
                </a:cubicBezTo>
                <a:close/>
              </a:path>
            </a:pathLst>
          </a:custGeom>
          <a:solidFill>
            <a:srgbClr val="2b2b2b"/>
          </a:solidFill>
          <a:ln w="0">
            <a:noFill/>
          </a:ln>
        </p:spPr>
        <p:style>
          <a:lnRef idx="0"/>
          <a:fillRef idx="0"/>
          <a:effectRef idx="0"/>
          <a:fontRef idx="minor"/>
        </p:style>
      </p:sp>
      <p:sp>
        <p:nvSpPr>
          <p:cNvPr id="513" name="Text 28"/>
          <p:cNvSpPr/>
          <p:nvPr/>
        </p:nvSpPr>
        <p:spPr>
          <a:xfrm>
            <a:off x="8376840" y="3551760"/>
            <a:ext cx="3273840" cy="1670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920" spc="-1" strike="noStrike">
                <a:solidFill>
                  <a:srgbClr val="c9a36a"/>
                </a:solidFill>
                <a:latin typeface="Quattrocento Sans"/>
                <a:ea typeface="Quattrocento Sans"/>
              </a:rPr>
              <a:t>Key Influence:</a:t>
            </a:r>
            <a:endParaRPr b="0" lang="en-HK" sz="920" spc="-1" strike="noStrike">
              <a:latin typeface="Arial"/>
            </a:endParaRPr>
          </a:p>
        </p:txBody>
      </p:sp>
      <p:sp>
        <p:nvSpPr>
          <p:cNvPr id="514" name="Text 29"/>
          <p:cNvSpPr/>
          <p:nvPr/>
        </p:nvSpPr>
        <p:spPr>
          <a:xfrm>
            <a:off x="8376840" y="3753360"/>
            <a:ext cx="3273840" cy="1670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20" spc="-1" strike="noStrike">
                <a:solidFill>
                  <a:srgbClr val="b8b8b8"/>
                </a:solidFill>
                <a:latin typeface="Quattrocento Sans"/>
                <a:ea typeface="Quattrocento Sans"/>
              </a:rPr>
              <a:t>Van Gogh's symbolic use of cypresses, stars, and wheatfields</a:t>
            </a:r>
            <a:endParaRPr b="0" lang="en-HK" sz="920" spc="-1" strike="noStrike">
              <a:latin typeface="Arial"/>
            </a:endParaRPr>
          </a:p>
        </p:txBody>
      </p:sp>
      <p:sp>
        <p:nvSpPr>
          <p:cNvPr id="515" name="Shape 30"/>
          <p:cNvSpPr/>
          <p:nvPr/>
        </p:nvSpPr>
        <p:spPr>
          <a:xfrm>
            <a:off x="348480" y="4324320"/>
            <a:ext cx="5679720" cy="2316600"/>
          </a:xfrm>
          <a:custGeom>
            <a:avLst/>
            <a:gdLst/>
            <a:ahLst/>
            <a:rect l="l" t="t" r="r" b="b"/>
            <a:pathLst>
              <a:path w="5680364" h="2317488">
                <a:moveTo>
                  <a:pt x="25190" y="0"/>
                </a:moveTo>
                <a:lnTo>
                  <a:pt x="5613180" y="0"/>
                </a:lnTo>
                <a:cubicBezTo>
                  <a:pt x="5650284" y="0"/>
                  <a:pt x="5680364" y="30079"/>
                  <a:pt x="5680364" y="67184"/>
                </a:cubicBezTo>
                <a:lnTo>
                  <a:pt x="5680364" y="2250304"/>
                </a:lnTo>
                <a:cubicBezTo>
                  <a:pt x="5680364" y="2287408"/>
                  <a:pt x="5650284" y="2317488"/>
                  <a:pt x="5613180" y="2317488"/>
                </a:cubicBezTo>
                <a:lnTo>
                  <a:pt x="25190" y="2317488"/>
                </a:lnTo>
                <a:cubicBezTo>
                  <a:pt x="11278" y="2317488"/>
                  <a:pt x="0" y="2306210"/>
                  <a:pt x="0" y="2292298"/>
                </a:cubicBezTo>
                <a:lnTo>
                  <a:pt x="0" y="25190"/>
                </a:lnTo>
                <a:cubicBezTo>
                  <a:pt x="0" y="11278"/>
                  <a:pt x="11278" y="0"/>
                  <a:pt x="25190" y="0"/>
                </a:cubicBezTo>
                <a:close/>
              </a:path>
            </a:pathLst>
          </a:custGeom>
          <a:solidFill>
            <a:srgbClr val="1a1a1a"/>
          </a:solidFill>
          <a:ln w="0">
            <a:noFill/>
          </a:ln>
        </p:spPr>
        <p:style>
          <a:lnRef idx="0"/>
          <a:fillRef idx="0"/>
          <a:effectRef idx="0"/>
          <a:fontRef idx="minor"/>
        </p:style>
      </p:sp>
      <p:sp>
        <p:nvSpPr>
          <p:cNvPr id="516" name="Shape 31"/>
          <p:cNvSpPr/>
          <p:nvPr/>
        </p:nvSpPr>
        <p:spPr>
          <a:xfrm>
            <a:off x="348480" y="4324320"/>
            <a:ext cx="24480" cy="2316600"/>
          </a:xfrm>
          <a:custGeom>
            <a:avLst/>
            <a:gdLst/>
            <a:ahLst/>
            <a:rect l="l" t="t" r="r" b="b"/>
            <a:pathLst>
              <a:path w="25190" h="2317488">
                <a:moveTo>
                  <a:pt x="25190" y="0"/>
                </a:moveTo>
                <a:lnTo>
                  <a:pt x="25190" y="0"/>
                </a:lnTo>
                <a:lnTo>
                  <a:pt x="25190" y="2317488"/>
                </a:lnTo>
                <a:lnTo>
                  <a:pt x="25190" y="2317488"/>
                </a:lnTo>
                <a:cubicBezTo>
                  <a:pt x="11278" y="2317488"/>
                  <a:pt x="0" y="2306210"/>
                  <a:pt x="0" y="2292298"/>
                </a:cubicBezTo>
                <a:lnTo>
                  <a:pt x="0" y="25190"/>
                </a:lnTo>
                <a:cubicBezTo>
                  <a:pt x="0" y="11278"/>
                  <a:pt x="11278" y="0"/>
                  <a:pt x="25190" y="0"/>
                </a:cubicBezTo>
                <a:close/>
              </a:path>
            </a:pathLst>
          </a:custGeom>
          <a:solidFill>
            <a:srgbClr val="c9a36a"/>
          </a:solidFill>
          <a:ln w="0">
            <a:noFill/>
          </a:ln>
        </p:spPr>
        <p:style>
          <a:lnRef idx="0"/>
          <a:fillRef idx="0"/>
          <a:effectRef idx="0"/>
          <a:fontRef idx="minor"/>
        </p:style>
      </p:sp>
      <p:sp>
        <p:nvSpPr>
          <p:cNvPr id="517" name="Shape 32"/>
          <p:cNvSpPr/>
          <p:nvPr/>
        </p:nvSpPr>
        <p:spPr>
          <a:xfrm>
            <a:off x="528840" y="4492080"/>
            <a:ext cx="402480" cy="402480"/>
          </a:xfrm>
          <a:custGeom>
            <a:avLst/>
            <a:gdLst/>
            <a:ahLst/>
            <a:rect l="l" t="t" r="r" b="b"/>
            <a:pathLst>
              <a:path w="403041" h="403041">
                <a:moveTo>
                  <a:pt x="201521" y="0"/>
                </a:moveTo>
                <a:lnTo>
                  <a:pt x="201521" y="0"/>
                </a:lnTo>
                <a:cubicBezTo>
                  <a:pt x="312817" y="0"/>
                  <a:pt x="403041" y="90224"/>
                  <a:pt x="403041" y="201521"/>
                </a:cubicBezTo>
                <a:lnTo>
                  <a:pt x="403041" y="201521"/>
                </a:lnTo>
                <a:cubicBezTo>
                  <a:pt x="403041" y="312817"/>
                  <a:pt x="312817" y="403041"/>
                  <a:pt x="201521" y="403041"/>
                </a:cubicBezTo>
                <a:lnTo>
                  <a:pt x="201521" y="403041"/>
                </a:lnTo>
                <a:cubicBezTo>
                  <a:pt x="90224" y="403041"/>
                  <a:pt x="0" y="312817"/>
                  <a:pt x="0" y="201521"/>
                </a:cubicBezTo>
                <a:lnTo>
                  <a:pt x="0" y="201521"/>
                </a:lnTo>
                <a:cubicBezTo>
                  <a:pt x="0" y="90224"/>
                  <a:pt x="90224" y="0"/>
                  <a:pt x="201521" y="0"/>
                </a:cubicBezTo>
                <a:close/>
              </a:path>
            </a:pathLst>
          </a:custGeom>
          <a:solidFill>
            <a:srgbClr val="c9a36a">
              <a:alpha val="20000"/>
            </a:srgbClr>
          </a:solidFill>
          <a:ln w="0">
            <a:noFill/>
          </a:ln>
        </p:spPr>
        <p:style>
          <a:lnRef idx="0"/>
          <a:fillRef idx="0"/>
          <a:effectRef idx="0"/>
          <a:fontRef idx="minor"/>
        </p:style>
      </p:sp>
      <p:sp>
        <p:nvSpPr>
          <p:cNvPr id="518" name="Shape 33"/>
          <p:cNvSpPr/>
          <p:nvPr/>
        </p:nvSpPr>
        <p:spPr>
          <a:xfrm>
            <a:off x="625680" y="4609800"/>
            <a:ext cx="209160" cy="167040"/>
          </a:xfrm>
          <a:custGeom>
            <a:avLst/>
            <a:gdLst/>
            <a:ahLst/>
            <a:rect l="l" t="t" r="r" b="b"/>
            <a:pathLst>
              <a:path w="209917" h="167934">
                <a:moveTo>
                  <a:pt x="104959" y="5248"/>
                </a:moveTo>
                <a:cubicBezTo>
                  <a:pt x="123785" y="5248"/>
                  <a:pt x="139070" y="20533"/>
                  <a:pt x="139070" y="39360"/>
                </a:cubicBezTo>
                <a:cubicBezTo>
                  <a:pt x="139070" y="58186"/>
                  <a:pt x="123785" y="73471"/>
                  <a:pt x="104959" y="73471"/>
                </a:cubicBezTo>
                <a:cubicBezTo>
                  <a:pt x="86132" y="73471"/>
                  <a:pt x="70847" y="58186"/>
                  <a:pt x="70847" y="39360"/>
                </a:cubicBezTo>
                <a:cubicBezTo>
                  <a:pt x="70847" y="20533"/>
                  <a:pt x="86132" y="5248"/>
                  <a:pt x="104959" y="5248"/>
                </a:cubicBezTo>
                <a:close/>
                <a:moveTo>
                  <a:pt x="31488" y="28864"/>
                </a:moveTo>
                <a:cubicBezTo>
                  <a:pt x="44521" y="28864"/>
                  <a:pt x="55103" y="39445"/>
                  <a:pt x="55103" y="52479"/>
                </a:cubicBezTo>
                <a:cubicBezTo>
                  <a:pt x="55103" y="65513"/>
                  <a:pt x="44521" y="76095"/>
                  <a:pt x="31488" y="76095"/>
                </a:cubicBezTo>
                <a:cubicBezTo>
                  <a:pt x="18454" y="76095"/>
                  <a:pt x="7872" y="65513"/>
                  <a:pt x="7872" y="52479"/>
                </a:cubicBezTo>
                <a:cubicBezTo>
                  <a:pt x="7872" y="39445"/>
                  <a:pt x="18454" y="28864"/>
                  <a:pt x="31488" y="28864"/>
                </a:cubicBezTo>
                <a:close/>
                <a:moveTo>
                  <a:pt x="0" y="136446"/>
                </a:moveTo>
                <a:cubicBezTo>
                  <a:pt x="0" y="113257"/>
                  <a:pt x="18794" y="94463"/>
                  <a:pt x="41983" y="94463"/>
                </a:cubicBezTo>
                <a:cubicBezTo>
                  <a:pt x="46182" y="94463"/>
                  <a:pt x="50249" y="95086"/>
                  <a:pt x="54087" y="96234"/>
                </a:cubicBezTo>
                <a:cubicBezTo>
                  <a:pt x="43295" y="108304"/>
                  <a:pt x="36736" y="124245"/>
                  <a:pt x="36736" y="141694"/>
                </a:cubicBezTo>
                <a:lnTo>
                  <a:pt x="36736" y="146942"/>
                </a:lnTo>
                <a:cubicBezTo>
                  <a:pt x="36736" y="150681"/>
                  <a:pt x="37523" y="154224"/>
                  <a:pt x="38933" y="157438"/>
                </a:cubicBezTo>
                <a:lnTo>
                  <a:pt x="10496" y="157438"/>
                </a:lnTo>
                <a:cubicBezTo>
                  <a:pt x="4690" y="157438"/>
                  <a:pt x="0" y="152748"/>
                  <a:pt x="0" y="146942"/>
                </a:cubicBezTo>
                <a:lnTo>
                  <a:pt x="0" y="136446"/>
                </a:lnTo>
                <a:close/>
                <a:moveTo>
                  <a:pt x="170984" y="157438"/>
                </a:moveTo>
                <a:cubicBezTo>
                  <a:pt x="172395" y="154224"/>
                  <a:pt x="173182" y="150681"/>
                  <a:pt x="173182" y="146942"/>
                </a:cubicBezTo>
                <a:lnTo>
                  <a:pt x="173182" y="141694"/>
                </a:lnTo>
                <a:cubicBezTo>
                  <a:pt x="173182" y="124245"/>
                  <a:pt x="166622" y="108304"/>
                  <a:pt x="155831" y="96234"/>
                </a:cubicBezTo>
                <a:cubicBezTo>
                  <a:pt x="159668" y="95086"/>
                  <a:pt x="163736" y="94463"/>
                  <a:pt x="167934" y="94463"/>
                </a:cubicBezTo>
                <a:cubicBezTo>
                  <a:pt x="191123" y="94463"/>
                  <a:pt x="209917" y="113257"/>
                  <a:pt x="209917" y="136446"/>
                </a:cubicBezTo>
                <a:lnTo>
                  <a:pt x="209917" y="146942"/>
                </a:lnTo>
                <a:cubicBezTo>
                  <a:pt x="209917" y="152748"/>
                  <a:pt x="205227" y="157438"/>
                  <a:pt x="199421" y="157438"/>
                </a:cubicBezTo>
                <a:lnTo>
                  <a:pt x="170984" y="157438"/>
                </a:lnTo>
                <a:close/>
                <a:moveTo>
                  <a:pt x="154814" y="52479"/>
                </a:moveTo>
                <a:cubicBezTo>
                  <a:pt x="154814" y="39445"/>
                  <a:pt x="165396" y="28864"/>
                  <a:pt x="178430" y="28864"/>
                </a:cubicBezTo>
                <a:cubicBezTo>
                  <a:pt x="191464" y="28864"/>
                  <a:pt x="202045" y="39445"/>
                  <a:pt x="202045" y="52479"/>
                </a:cubicBezTo>
                <a:cubicBezTo>
                  <a:pt x="202045" y="65513"/>
                  <a:pt x="191464" y="76095"/>
                  <a:pt x="178430" y="76095"/>
                </a:cubicBezTo>
                <a:cubicBezTo>
                  <a:pt x="165396" y="76095"/>
                  <a:pt x="154814" y="65513"/>
                  <a:pt x="154814" y="52479"/>
                </a:cubicBezTo>
                <a:close/>
                <a:moveTo>
                  <a:pt x="52479" y="141694"/>
                </a:moveTo>
                <a:cubicBezTo>
                  <a:pt x="52479" y="112699"/>
                  <a:pt x="75964" y="89215"/>
                  <a:pt x="104959" y="89215"/>
                </a:cubicBezTo>
                <a:cubicBezTo>
                  <a:pt x="133954" y="89215"/>
                  <a:pt x="157438" y="112699"/>
                  <a:pt x="157438" y="141694"/>
                </a:cubicBezTo>
                <a:lnTo>
                  <a:pt x="157438" y="146942"/>
                </a:lnTo>
                <a:cubicBezTo>
                  <a:pt x="157438" y="152748"/>
                  <a:pt x="152748" y="157438"/>
                  <a:pt x="146942" y="157438"/>
                </a:cubicBezTo>
                <a:lnTo>
                  <a:pt x="62975" y="157438"/>
                </a:lnTo>
                <a:cubicBezTo>
                  <a:pt x="57170" y="157438"/>
                  <a:pt x="52479" y="152748"/>
                  <a:pt x="52479" y="146942"/>
                </a:cubicBezTo>
                <a:lnTo>
                  <a:pt x="52479" y="141694"/>
                </a:lnTo>
                <a:close/>
              </a:path>
            </a:pathLst>
          </a:custGeom>
          <a:solidFill>
            <a:srgbClr val="c9a36a"/>
          </a:solidFill>
          <a:ln w="0">
            <a:noFill/>
          </a:ln>
        </p:spPr>
        <p:style>
          <a:lnRef idx="0"/>
          <a:fillRef idx="0"/>
          <a:effectRef idx="0"/>
          <a:fontRef idx="minor"/>
        </p:style>
      </p:sp>
      <p:sp>
        <p:nvSpPr>
          <p:cNvPr id="519" name="Text 34"/>
          <p:cNvSpPr/>
          <p:nvPr/>
        </p:nvSpPr>
        <p:spPr>
          <a:xfrm>
            <a:off x="1032840" y="4576320"/>
            <a:ext cx="1242000" cy="2343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320" spc="-1" strike="noStrike">
                <a:solidFill>
                  <a:srgbClr val="f2f2f2"/>
                </a:solidFill>
                <a:latin typeface="Oranienbaum"/>
                <a:ea typeface="Oranienbaum"/>
              </a:rPr>
              <a:t>Individual Artists</a:t>
            </a:r>
            <a:endParaRPr b="0" lang="en-HK" sz="1320" spc="-1" strike="noStrike">
              <a:latin typeface="Arial"/>
            </a:endParaRPr>
          </a:p>
        </p:txBody>
      </p:sp>
      <p:sp>
        <p:nvSpPr>
          <p:cNvPr id="520" name="Shape 35"/>
          <p:cNvSpPr/>
          <p:nvPr/>
        </p:nvSpPr>
        <p:spPr>
          <a:xfrm>
            <a:off x="528840" y="5029560"/>
            <a:ext cx="2619000" cy="671040"/>
          </a:xfrm>
          <a:custGeom>
            <a:avLst/>
            <a:gdLst/>
            <a:ahLst/>
            <a:rect l="l" t="t" r="r" b="b"/>
            <a:pathLst>
              <a:path w="2619769" h="671736">
                <a:moveTo>
                  <a:pt x="33587" y="0"/>
                </a:moveTo>
                <a:lnTo>
                  <a:pt x="2586182" y="0"/>
                </a:lnTo>
                <a:cubicBezTo>
                  <a:pt x="2604731" y="0"/>
                  <a:pt x="2619769" y="15037"/>
                  <a:pt x="2619769" y="33587"/>
                </a:cubicBezTo>
                <a:lnTo>
                  <a:pt x="2619769" y="638149"/>
                </a:lnTo>
                <a:cubicBezTo>
                  <a:pt x="2619769" y="656698"/>
                  <a:pt x="2604731" y="671736"/>
                  <a:pt x="2586182" y="671736"/>
                </a:cubicBezTo>
                <a:lnTo>
                  <a:pt x="33587" y="671736"/>
                </a:lnTo>
                <a:cubicBezTo>
                  <a:pt x="15037" y="671736"/>
                  <a:pt x="0" y="656698"/>
                  <a:pt x="0" y="638149"/>
                </a:cubicBezTo>
                <a:lnTo>
                  <a:pt x="0" y="33587"/>
                </a:lnTo>
                <a:cubicBezTo>
                  <a:pt x="0" y="15050"/>
                  <a:pt x="15050" y="0"/>
                  <a:pt x="33587" y="0"/>
                </a:cubicBezTo>
                <a:close/>
              </a:path>
            </a:pathLst>
          </a:custGeom>
          <a:solidFill>
            <a:srgbClr val="2b2b2b"/>
          </a:solidFill>
          <a:ln w="0">
            <a:noFill/>
          </a:ln>
        </p:spPr>
        <p:style>
          <a:lnRef idx="0"/>
          <a:fillRef idx="0"/>
          <a:effectRef idx="0"/>
          <a:fontRef idx="minor"/>
        </p:style>
      </p:sp>
      <p:sp>
        <p:nvSpPr>
          <p:cNvPr id="521" name="Text 36"/>
          <p:cNvSpPr/>
          <p:nvPr/>
        </p:nvSpPr>
        <p:spPr>
          <a:xfrm>
            <a:off x="629640" y="5130360"/>
            <a:ext cx="2476440" cy="1670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920" spc="-1" strike="noStrike">
                <a:solidFill>
                  <a:srgbClr val="c9a36a"/>
                </a:solidFill>
                <a:latin typeface="Quattrocento Sans"/>
                <a:ea typeface="Quattrocento Sans"/>
              </a:rPr>
              <a:t>Edvard Munch</a:t>
            </a:r>
            <a:endParaRPr b="0" lang="en-HK" sz="920" spc="-1" strike="noStrike">
              <a:latin typeface="Arial"/>
            </a:endParaRPr>
          </a:p>
        </p:txBody>
      </p:sp>
      <p:sp>
        <p:nvSpPr>
          <p:cNvPr id="522" name="Text 37"/>
          <p:cNvSpPr/>
          <p:nvPr/>
        </p:nvSpPr>
        <p:spPr>
          <a:xfrm>
            <a:off x="629640" y="5331960"/>
            <a:ext cx="2467800" cy="13356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0" lang="en-US" sz="790" spc="-1" strike="noStrike">
                <a:solidFill>
                  <a:srgbClr val="b8b8b8"/>
                </a:solidFill>
                <a:latin typeface="Quattrocento Sans"/>
                <a:ea typeface="Quattrocento Sans"/>
              </a:rPr>
              <a:t>Adopted emotional line and psychological intensity</a:t>
            </a:r>
            <a:endParaRPr b="0" lang="en-HK" sz="790" spc="-1" strike="noStrike">
              <a:latin typeface="Arial"/>
            </a:endParaRPr>
          </a:p>
        </p:txBody>
      </p:sp>
      <p:sp>
        <p:nvSpPr>
          <p:cNvPr id="523" name="Shape 38"/>
          <p:cNvSpPr/>
          <p:nvPr/>
        </p:nvSpPr>
        <p:spPr>
          <a:xfrm>
            <a:off x="3246120" y="5029560"/>
            <a:ext cx="2619000" cy="671040"/>
          </a:xfrm>
          <a:custGeom>
            <a:avLst/>
            <a:gdLst/>
            <a:ahLst/>
            <a:rect l="l" t="t" r="r" b="b"/>
            <a:pathLst>
              <a:path w="2619769" h="671736">
                <a:moveTo>
                  <a:pt x="33587" y="0"/>
                </a:moveTo>
                <a:lnTo>
                  <a:pt x="2586182" y="0"/>
                </a:lnTo>
                <a:cubicBezTo>
                  <a:pt x="2604731" y="0"/>
                  <a:pt x="2619769" y="15037"/>
                  <a:pt x="2619769" y="33587"/>
                </a:cubicBezTo>
                <a:lnTo>
                  <a:pt x="2619769" y="638149"/>
                </a:lnTo>
                <a:cubicBezTo>
                  <a:pt x="2619769" y="656698"/>
                  <a:pt x="2604731" y="671736"/>
                  <a:pt x="2586182" y="671736"/>
                </a:cubicBezTo>
                <a:lnTo>
                  <a:pt x="33587" y="671736"/>
                </a:lnTo>
                <a:cubicBezTo>
                  <a:pt x="15037" y="671736"/>
                  <a:pt x="0" y="656698"/>
                  <a:pt x="0" y="638149"/>
                </a:cubicBezTo>
                <a:lnTo>
                  <a:pt x="0" y="33587"/>
                </a:lnTo>
                <a:cubicBezTo>
                  <a:pt x="0" y="15050"/>
                  <a:pt x="15050" y="0"/>
                  <a:pt x="33587" y="0"/>
                </a:cubicBezTo>
                <a:close/>
              </a:path>
            </a:pathLst>
          </a:custGeom>
          <a:solidFill>
            <a:srgbClr val="2b2b2b"/>
          </a:solidFill>
          <a:ln w="0">
            <a:noFill/>
          </a:ln>
        </p:spPr>
        <p:style>
          <a:lnRef idx="0"/>
          <a:fillRef idx="0"/>
          <a:effectRef idx="0"/>
          <a:fontRef idx="minor"/>
        </p:style>
      </p:sp>
      <p:sp>
        <p:nvSpPr>
          <p:cNvPr id="524" name="Text 39"/>
          <p:cNvSpPr/>
          <p:nvPr/>
        </p:nvSpPr>
        <p:spPr>
          <a:xfrm>
            <a:off x="3346920" y="5130360"/>
            <a:ext cx="2476440" cy="1670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920" spc="-1" strike="noStrike">
                <a:solidFill>
                  <a:srgbClr val="c9a36a"/>
                </a:solidFill>
                <a:latin typeface="Quattrocento Sans"/>
                <a:ea typeface="Quattrocento Sans"/>
              </a:rPr>
              <a:t>Wassily Kandinsky</a:t>
            </a:r>
            <a:endParaRPr b="0" lang="en-HK" sz="920" spc="-1" strike="noStrike">
              <a:latin typeface="Arial"/>
            </a:endParaRPr>
          </a:p>
        </p:txBody>
      </p:sp>
      <p:sp>
        <p:nvSpPr>
          <p:cNvPr id="525" name="Text 40"/>
          <p:cNvSpPr/>
          <p:nvPr/>
        </p:nvSpPr>
        <p:spPr>
          <a:xfrm>
            <a:off x="3346920" y="5331960"/>
            <a:ext cx="2467800" cy="26784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0" lang="en-US" sz="790" spc="-1" strike="noStrike">
                <a:solidFill>
                  <a:srgbClr val="b8b8b8"/>
                </a:solidFill>
                <a:latin typeface="Quattrocento Sans"/>
                <a:ea typeface="Quattrocento Sans"/>
              </a:rPr>
              <a:t>Drew from Van Gogh's color symbolism toward abstraction</a:t>
            </a:r>
            <a:endParaRPr b="0" lang="en-HK" sz="790" spc="-1" strike="noStrike">
              <a:latin typeface="Arial"/>
            </a:endParaRPr>
          </a:p>
        </p:txBody>
      </p:sp>
      <p:sp>
        <p:nvSpPr>
          <p:cNvPr id="526" name="Shape 41"/>
          <p:cNvSpPr/>
          <p:nvPr/>
        </p:nvSpPr>
        <p:spPr>
          <a:xfrm>
            <a:off x="528840" y="5802120"/>
            <a:ext cx="2619000" cy="671040"/>
          </a:xfrm>
          <a:custGeom>
            <a:avLst/>
            <a:gdLst/>
            <a:ahLst/>
            <a:rect l="l" t="t" r="r" b="b"/>
            <a:pathLst>
              <a:path w="2619769" h="671736">
                <a:moveTo>
                  <a:pt x="33587" y="0"/>
                </a:moveTo>
                <a:lnTo>
                  <a:pt x="2586182" y="0"/>
                </a:lnTo>
                <a:cubicBezTo>
                  <a:pt x="2604731" y="0"/>
                  <a:pt x="2619769" y="15037"/>
                  <a:pt x="2619769" y="33587"/>
                </a:cubicBezTo>
                <a:lnTo>
                  <a:pt x="2619769" y="638149"/>
                </a:lnTo>
                <a:cubicBezTo>
                  <a:pt x="2619769" y="656698"/>
                  <a:pt x="2604731" y="671736"/>
                  <a:pt x="2586182" y="671736"/>
                </a:cubicBezTo>
                <a:lnTo>
                  <a:pt x="33587" y="671736"/>
                </a:lnTo>
                <a:cubicBezTo>
                  <a:pt x="15037" y="671736"/>
                  <a:pt x="0" y="656698"/>
                  <a:pt x="0" y="638149"/>
                </a:cubicBezTo>
                <a:lnTo>
                  <a:pt x="0" y="33587"/>
                </a:lnTo>
                <a:cubicBezTo>
                  <a:pt x="0" y="15050"/>
                  <a:pt x="15050" y="0"/>
                  <a:pt x="33587" y="0"/>
                </a:cubicBezTo>
                <a:close/>
              </a:path>
            </a:pathLst>
          </a:custGeom>
          <a:solidFill>
            <a:srgbClr val="2b2b2b"/>
          </a:solidFill>
          <a:ln w="0">
            <a:noFill/>
          </a:ln>
        </p:spPr>
        <p:style>
          <a:lnRef idx="0"/>
          <a:fillRef idx="0"/>
          <a:effectRef idx="0"/>
          <a:fontRef idx="minor"/>
        </p:style>
      </p:sp>
      <p:sp>
        <p:nvSpPr>
          <p:cNvPr id="527" name="Text 42"/>
          <p:cNvSpPr/>
          <p:nvPr/>
        </p:nvSpPr>
        <p:spPr>
          <a:xfrm>
            <a:off x="629640" y="5902920"/>
            <a:ext cx="2476440" cy="1670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920" spc="-1" strike="noStrike">
                <a:solidFill>
                  <a:srgbClr val="c9a36a"/>
                </a:solidFill>
                <a:latin typeface="Quattrocento Sans"/>
                <a:ea typeface="Quattrocento Sans"/>
              </a:rPr>
              <a:t>Francis Bacon</a:t>
            </a:r>
            <a:endParaRPr b="0" lang="en-HK" sz="920" spc="-1" strike="noStrike">
              <a:latin typeface="Arial"/>
            </a:endParaRPr>
          </a:p>
        </p:txBody>
      </p:sp>
      <p:sp>
        <p:nvSpPr>
          <p:cNvPr id="528" name="Text 43"/>
          <p:cNvSpPr/>
          <p:nvPr/>
        </p:nvSpPr>
        <p:spPr>
          <a:xfrm>
            <a:off x="629640" y="6104520"/>
            <a:ext cx="2467800" cy="26784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0" lang="en-US" sz="790" spc="-1" strike="noStrike">
                <a:solidFill>
                  <a:srgbClr val="b8b8b8"/>
                </a:solidFill>
                <a:latin typeface="Quattrocento Sans"/>
                <a:ea typeface="Quattrocento Sans"/>
              </a:rPr>
              <a:t>Inspired by Van Gogh's emotional rawness and distortion</a:t>
            </a:r>
            <a:endParaRPr b="0" lang="en-HK" sz="790" spc="-1" strike="noStrike">
              <a:latin typeface="Arial"/>
            </a:endParaRPr>
          </a:p>
        </p:txBody>
      </p:sp>
      <p:sp>
        <p:nvSpPr>
          <p:cNvPr id="529" name="Shape 44"/>
          <p:cNvSpPr/>
          <p:nvPr/>
        </p:nvSpPr>
        <p:spPr>
          <a:xfrm>
            <a:off x="3246120" y="5802120"/>
            <a:ext cx="2619000" cy="671040"/>
          </a:xfrm>
          <a:custGeom>
            <a:avLst/>
            <a:gdLst/>
            <a:ahLst/>
            <a:rect l="l" t="t" r="r" b="b"/>
            <a:pathLst>
              <a:path w="2619769" h="671736">
                <a:moveTo>
                  <a:pt x="33587" y="0"/>
                </a:moveTo>
                <a:lnTo>
                  <a:pt x="2586182" y="0"/>
                </a:lnTo>
                <a:cubicBezTo>
                  <a:pt x="2604731" y="0"/>
                  <a:pt x="2619769" y="15037"/>
                  <a:pt x="2619769" y="33587"/>
                </a:cubicBezTo>
                <a:lnTo>
                  <a:pt x="2619769" y="638149"/>
                </a:lnTo>
                <a:cubicBezTo>
                  <a:pt x="2619769" y="656698"/>
                  <a:pt x="2604731" y="671736"/>
                  <a:pt x="2586182" y="671736"/>
                </a:cubicBezTo>
                <a:lnTo>
                  <a:pt x="33587" y="671736"/>
                </a:lnTo>
                <a:cubicBezTo>
                  <a:pt x="15037" y="671736"/>
                  <a:pt x="0" y="656698"/>
                  <a:pt x="0" y="638149"/>
                </a:cubicBezTo>
                <a:lnTo>
                  <a:pt x="0" y="33587"/>
                </a:lnTo>
                <a:cubicBezTo>
                  <a:pt x="0" y="15050"/>
                  <a:pt x="15050" y="0"/>
                  <a:pt x="33587" y="0"/>
                </a:cubicBezTo>
                <a:close/>
              </a:path>
            </a:pathLst>
          </a:custGeom>
          <a:solidFill>
            <a:srgbClr val="2b2b2b"/>
          </a:solidFill>
          <a:ln w="0">
            <a:noFill/>
          </a:ln>
        </p:spPr>
        <p:style>
          <a:lnRef idx="0"/>
          <a:fillRef idx="0"/>
          <a:effectRef idx="0"/>
          <a:fontRef idx="minor"/>
        </p:style>
      </p:sp>
      <p:sp>
        <p:nvSpPr>
          <p:cNvPr id="530" name="Text 45"/>
          <p:cNvSpPr/>
          <p:nvPr/>
        </p:nvSpPr>
        <p:spPr>
          <a:xfrm>
            <a:off x="3346920" y="5902920"/>
            <a:ext cx="2476440" cy="1670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920" spc="-1" strike="noStrike">
                <a:solidFill>
                  <a:srgbClr val="c9a36a"/>
                </a:solidFill>
                <a:latin typeface="Quattrocento Sans"/>
                <a:ea typeface="Quattrocento Sans"/>
              </a:rPr>
              <a:t>Jackson Pollock</a:t>
            </a:r>
            <a:endParaRPr b="0" lang="en-HK" sz="920" spc="-1" strike="noStrike">
              <a:latin typeface="Arial"/>
            </a:endParaRPr>
          </a:p>
        </p:txBody>
      </p:sp>
      <p:sp>
        <p:nvSpPr>
          <p:cNvPr id="531" name="Text 46"/>
          <p:cNvSpPr/>
          <p:nvPr/>
        </p:nvSpPr>
        <p:spPr>
          <a:xfrm>
            <a:off x="3346920" y="6104520"/>
            <a:ext cx="2467800" cy="26784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0" lang="en-US" sz="790" spc="-1" strike="noStrike">
                <a:solidFill>
                  <a:srgbClr val="b8b8b8"/>
                </a:solidFill>
                <a:latin typeface="Quattrocento Sans"/>
                <a:ea typeface="Quattrocento Sans"/>
              </a:rPr>
              <a:t>Abstract expressionism echoes Van Gogh's gestural energy</a:t>
            </a:r>
            <a:endParaRPr b="0" lang="en-HK" sz="790" spc="-1" strike="noStrike">
              <a:latin typeface="Arial"/>
            </a:endParaRPr>
          </a:p>
        </p:txBody>
      </p:sp>
      <p:sp>
        <p:nvSpPr>
          <p:cNvPr id="532" name="Shape 47"/>
          <p:cNvSpPr/>
          <p:nvPr/>
        </p:nvSpPr>
        <p:spPr>
          <a:xfrm>
            <a:off x="6169320" y="4328640"/>
            <a:ext cx="5683680" cy="2308320"/>
          </a:xfrm>
          <a:custGeom>
            <a:avLst/>
            <a:gdLst/>
            <a:ahLst/>
            <a:rect l="l" t="t" r="r" b="b"/>
            <a:pathLst>
              <a:path w="5684562" h="2309091">
                <a:moveTo>
                  <a:pt x="67171" y="0"/>
                </a:moveTo>
                <a:lnTo>
                  <a:pt x="5617391" y="0"/>
                </a:lnTo>
                <a:cubicBezTo>
                  <a:pt x="5654488" y="0"/>
                  <a:pt x="5684562" y="30074"/>
                  <a:pt x="5684562" y="67171"/>
                </a:cubicBezTo>
                <a:lnTo>
                  <a:pt x="5684562" y="2241919"/>
                </a:lnTo>
                <a:cubicBezTo>
                  <a:pt x="5684562" y="2279017"/>
                  <a:pt x="5654488" y="2309091"/>
                  <a:pt x="5617391" y="2309091"/>
                </a:cubicBezTo>
                <a:lnTo>
                  <a:pt x="67171" y="2309091"/>
                </a:lnTo>
                <a:cubicBezTo>
                  <a:pt x="30074" y="2309091"/>
                  <a:pt x="0" y="2279017"/>
                  <a:pt x="0" y="2241919"/>
                </a:cubicBezTo>
                <a:lnTo>
                  <a:pt x="0" y="67171"/>
                </a:lnTo>
                <a:cubicBezTo>
                  <a:pt x="0" y="30099"/>
                  <a:pt x="30099" y="0"/>
                  <a:pt x="67171" y="0"/>
                </a:cubicBezTo>
                <a:close/>
              </a:path>
            </a:pathLst>
          </a:custGeom>
          <a:gradFill rotWithShape="0">
            <a:gsLst>
              <a:gs pos="0">
                <a:srgbClr val="c9a36a">
                  <a:alpha val="20000"/>
                </a:srgbClr>
              </a:gs>
              <a:gs pos="100000">
                <a:srgbClr val="c9a36a">
                  <a:alpha val="5098"/>
                </a:srgbClr>
              </a:gs>
            </a:gsLst>
            <a:lin ang="2700000"/>
          </a:gradFill>
          <a:ln w="12700">
            <a:solidFill>
              <a:srgbClr val="c9a36a">
                <a:alpha val="30000"/>
              </a:srgbClr>
            </a:solidFill>
            <a:round/>
          </a:ln>
        </p:spPr>
        <p:style>
          <a:lnRef idx="0"/>
          <a:fillRef idx="0"/>
          <a:effectRef idx="0"/>
          <a:fontRef idx="minor"/>
        </p:style>
      </p:sp>
      <p:sp>
        <p:nvSpPr>
          <p:cNvPr id="533" name="Shape 48"/>
          <p:cNvSpPr/>
          <p:nvPr/>
        </p:nvSpPr>
        <p:spPr>
          <a:xfrm>
            <a:off x="8823600" y="4752360"/>
            <a:ext cx="377280" cy="301680"/>
          </a:xfrm>
          <a:custGeom>
            <a:avLst/>
            <a:gdLst/>
            <a:ahLst/>
            <a:rect l="l" t="t" r="r" b="b"/>
            <a:pathLst>
              <a:path w="377851" h="302281">
                <a:moveTo>
                  <a:pt x="0" y="151140"/>
                </a:moveTo>
                <a:cubicBezTo>
                  <a:pt x="0" y="98950"/>
                  <a:pt x="42272" y="56678"/>
                  <a:pt x="94463" y="56678"/>
                </a:cubicBezTo>
                <a:cubicBezTo>
                  <a:pt x="124219" y="56678"/>
                  <a:pt x="152203" y="70670"/>
                  <a:pt x="170033" y="94463"/>
                </a:cubicBezTo>
                <a:lnTo>
                  <a:pt x="188926" y="119673"/>
                </a:lnTo>
                <a:lnTo>
                  <a:pt x="207818" y="94463"/>
                </a:lnTo>
                <a:cubicBezTo>
                  <a:pt x="225648" y="70670"/>
                  <a:pt x="253633" y="56678"/>
                  <a:pt x="283388" y="56678"/>
                </a:cubicBezTo>
                <a:cubicBezTo>
                  <a:pt x="335579" y="56678"/>
                  <a:pt x="377851" y="98950"/>
                  <a:pt x="377851" y="151140"/>
                </a:cubicBezTo>
                <a:cubicBezTo>
                  <a:pt x="377851" y="203331"/>
                  <a:pt x="335579" y="245603"/>
                  <a:pt x="283388" y="245603"/>
                </a:cubicBezTo>
                <a:cubicBezTo>
                  <a:pt x="253633" y="245603"/>
                  <a:pt x="225648" y="231611"/>
                  <a:pt x="207818" y="207818"/>
                </a:cubicBezTo>
                <a:lnTo>
                  <a:pt x="188926" y="182608"/>
                </a:lnTo>
                <a:lnTo>
                  <a:pt x="170033" y="207818"/>
                </a:lnTo>
                <a:cubicBezTo>
                  <a:pt x="152203" y="231611"/>
                  <a:pt x="124219" y="245603"/>
                  <a:pt x="94463" y="245603"/>
                </a:cubicBezTo>
                <a:cubicBezTo>
                  <a:pt x="42272" y="245603"/>
                  <a:pt x="0" y="203331"/>
                  <a:pt x="0" y="151140"/>
                </a:cubicBezTo>
                <a:close/>
                <a:moveTo>
                  <a:pt x="165310" y="151140"/>
                </a:moveTo>
                <a:lnTo>
                  <a:pt x="139805" y="117134"/>
                </a:lnTo>
                <a:cubicBezTo>
                  <a:pt x="129119" y="102846"/>
                  <a:pt x="112293" y="94463"/>
                  <a:pt x="94463" y="94463"/>
                </a:cubicBezTo>
                <a:cubicBezTo>
                  <a:pt x="63172" y="94463"/>
                  <a:pt x="37785" y="119850"/>
                  <a:pt x="37785" y="151140"/>
                </a:cubicBezTo>
                <a:cubicBezTo>
                  <a:pt x="37785" y="182431"/>
                  <a:pt x="63172" y="207818"/>
                  <a:pt x="94463" y="207818"/>
                </a:cubicBezTo>
                <a:cubicBezTo>
                  <a:pt x="112293" y="207818"/>
                  <a:pt x="129119" y="199435"/>
                  <a:pt x="139805" y="185147"/>
                </a:cubicBezTo>
                <a:lnTo>
                  <a:pt x="165310" y="151140"/>
                </a:lnTo>
                <a:close/>
                <a:moveTo>
                  <a:pt x="212541" y="151140"/>
                </a:moveTo>
                <a:lnTo>
                  <a:pt x="238046" y="185147"/>
                </a:lnTo>
                <a:cubicBezTo>
                  <a:pt x="248732" y="199435"/>
                  <a:pt x="265559" y="207818"/>
                  <a:pt x="283388" y="207818"/>
                </a:cubicBezTo>
                <a:cubicBezTo>
                  <a:pt x="314679" y="207818"/>
                  <a:pt x="340066" y="182431"/>
                  <a:pt x="340066" y="151140"/>
                </a:cubicBezTo>
                <a:cubicBezTo>
                  <a:pt x="340066" y="119850"/>
                  <a:pt x="314679" y="94463"/>
                  <a:pt x="283388" y="94463"/>
                </a:cubicBezTo>
                <a:cubicBezTo>
                  <a:pt x="265559" y="94463"/>
                  <a:pt x="248732" y="102846"/>
                  <a:pt x="238046" y="117134"/>
                </a:cubicBezTo>
                <a:lnTo>
                  <a:pt x="212541" y="151140"/>
                </a:lnTo>
                <a:close/>
              </a:path>
            </a:pathLst>
          </a:custGeom>
          <a:solidFill>
            <a:srgbClr val="c9a36a"/>
          </a:solidFill>
          <a:ln w="0">
            <a:noFill/>
          </a:ln>
        </p:spPr>
        <p:style>
          <a:lnRef idx="0"/>
          <a:fillRef idx="0"/>
          <a:effectRef idx="0"/>
          <a:fontRef idx="minor"/>
        </p:style>
      </p:sp>
      <p:sp>
        <p:nvSpPr>
          <p:cNvPr id="534" name="Text 49"/>
          <p:cNvSpPr/>
          <p:nvPr/>
        </p:nvSpPr>
        <p:spPr>
          <a:xfrm>
            <a:off x="6291000" y="5189040"/>
            <a:ext cx="5440320" cy="267840"/>
          </a:xfrm>
          <a:prstGeom prst="rect">
            <a:avLst/>
          </a:prstGeom>
          <a:noFill/>
          <a:ln w="0">
            <a:noFill/>
          </a:ln>
        </p:spPr>
        <p:style>
          <a:lnRef idx="0"/>
          <a:fillRef idx="0"/>
          <a:effectRef idx="0"/>
          <a:fontRef idx="minor"/>
        </p:style>
        <p:txBody>
          <a:bodyPr lIns="0" rIns="0" tIns="0" bIns="0" anchor="ctr">
            <a:noAutofit/>
          </a:bodyPr>
          <a:p>
            <a:pPr algn="ctr">
              <a:lnSpc>
                <a:spcPct val="110000"/>
              </a:lnSpc>
              <a:buNone/>
            </a:pPr>
            <a:r>
              <a:rPr b="1" lang="en-US" sz="1580" spc="-1" strike="noStrike">
                <a:solidFill>
                  <a:srgbClr val="f2f2f2"/>
                </a:solidFill>
                <a:latin typeface="Oranienbaum"/>
                <a:ea typeface="Oranienbaum"/>
              </a:rPr>
              <a:t>Continuing Influence</a:t>
            </a:r>
            <a:endParaRPr b="0" lang="en-HK" sz="1580" spc="-1" strike="noStrike">
              <a:latin typeface="Arial"/>
            </a:endParaRPr>
          </a:p>
        </p:txBody>
      </p:sp>
      <p:sp>
        <p:nvSpPr>
          <p:cNvPr id="535" name="Text 50"/>
          <p:cNvSpPr/>
          <p:nvPr/>
        </p:nvSpPr>
        <p:spPr>
          <a:xfrm>
            <a:off x="6307920" y="5558760"/>
            <a:ext cx="5406840" cy="654120"/>
          </a:xfrm>
          <a:prstGeom prst="rect">
            <a:avLst/>
          </a:prstGeom>
          <a:noFill/>
          <a:ln w="0">
            <a:noFill/>
          </a:ln>
        </p:spPr>
        <p:style>
          <a:lnRef idx="0"/>
          <a:fillRef idx="0"/>
          <a:effectRef idx="0"/>
          <a:fontRef idx="minor"/>
        </p:style>
        <p:txBody>
          <a:bodyPr lIns="0" rIns="0" tIns="0" bIns="0" anchor="ctr">
            <a:noAutofit/>
          </a:bodyPr>
          <a:p>
            <a:pPr algn="ctr">
              <a:lnSpc>
                <a:spcPct val="140000"/>
              </a:lnSpc>
              <a:buNone/>
            </a:pPr>
            <a:r>
              <a:rPr b="0" lang="en-US" sz="1060" spc="-1" strike="noStrike">
                <a:solidFill>
                  <a:srgbClr val="b8b8b8"/>
                </a:solidFill>
                <a:latin typeface="Quattrocento Sans"/>
                <a:ea typeface="Quattrocento Sans"/>
              </a:rPr>
              <a:t>Van Gogh's influence extends into contemporary art, street art, and popular culture. His techniques, color theories, and emotional approach continue to inspire artists worldwide, proving that his vision transcends time and movements.</a:t>
            </a:r>
            <a:endParaRPr b="0" lang="en-HK" sz="1060" spc="-1" strike="noStrike">
              <a:latin typeface="Arial"/>
            </a:endParaRPr>
          </a:p>
        </p:txBody>
      </p:sp>
    </p:spTree>
  </p:cSld>
  <mc:AlternateContent>
    <mc:Choice Requires="p14">
      <p:transition spd="slow" p14:dur="2000"/>
    </mc:Choice>
    <mc:Fallback>
      <p:transition spd="slow"/>
    </mc:Fallback>
  </mc:AlternateContent>
</p:sld>
</file>

<file path=ppt/slides/slide1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11111"/>
        </a:solidFill>
      </p:bgPr>
    </p:bg>
    <p:spTree>
      <p:nvGrpSpPr>
        <p:cNvPr id="1" name=""/>
        <p:cNvGrpSpPr/>
        <p:nvPr/>
      </p:nvGrpSpPr>
      <p:grpSpPr>
        <a:xfrm>
          <a:off x="0" y="0"/>
          <a:ext cx="0" cy="0"/>
          <a:chOff x="0" y="0"/>
          <a:chExt cx="0" cy="0"/>
        </a:xfrm>
      </p:grpSpPr>
      <p:sp>
        <p:nvSpPr>
          <p:cNvPr id="536" name="Image 0"/>
          <p:cNvSpPr/>
          <p:nvPr/>
        </p:nvSpPr>
        <p:spPr>
          <a:xfrm>
            <a:off x="0" y="0"/>
            <a:ext cx="12191400" cy="6856200"/>
          </a:xfrm>
          <a:prstGeom prst="roundRect">
            <a:avLst>
              <a:gd name="adj" fmla="val 0"/>
            </a:avLst>
          </a:prstGeom>
          <a:blipFill rotWithShape="0">
            <a:blip r:embed="rId1"/>
            <a:srcRect/>
            <a:stretch/>
          </a:blipFill>
          <a:ln w="0">
            <a:noFill/>
          </a:ln>
        </p:spPr>
        <p:style>
          <a:lnRef idx="0"/>
          <a:fillRef idx="0"/>
          <a:effectRef idx="0"/>
          <a:fontRef idx="minor"/>
        </p:style>
      </p:sp>
      <p:sp>
        <p:nvSpPr>
          <p:cNvPr id="537" name="Shape 0"/>
          <p:cNvSpPr/>
          <p:nvPr/>
        </p:nvSpPr>
        <p:spPr>
          <a:xfrm>
            <a:off x="0" y="0"/>
            <a:ext cx="12191400" cy="6856200"/>
          </a:xfrm>
          <a:custGeom>
            <a:avLst/>
            <a:gdLst/>
            <a:ahLst/>
            <a:rect l="l" t="t" r="r" b="b"/>
            <a:pathLst>
              <a:path w="12192000" h="6856854">
                <a:moveTo>
                  <a:pt x="0" y="0"/>
                </a:moveTo>
                <a:lnTo>
                  <a:pt x="12192000" y="0"/>
                </a:lnTo>
                <a:lnTo>
                  <a:pt x="12192000" y="6856854"/>
                </a:lnTo>
                <a:lnTo>
                  <a:pt x="0" y="6856854"/>
                </a:lnTo>
                <a:lnTo>
                  <a:pt x="0" y="0"/>
                </a:lnTo>
                <a:close/>
              </a:path>
            </a:pathLst>
          </a:custGeom>
          <a:gradFill rotWithShape="0">
            <a:gsLst>
              <a:gs pos="0">
                <a:srgbClr val="111111">
                  <a:alpha val="95294"/>
                </a:srgbClr>
              </a:gs>
              <a:gs pos="100000">
                <a:srgbClr val="111111">
                  <a:alpha val="70196"/>
                </a:srgbClr>
              </a:gs>
            </a:gsLst>
            <a:lin ang="2700000"/>
          </a:gradFill>
          <a:ln w="0">
            <a:noFill/>
          </a:ln>
        </p:spPr>
        <p:style>
          <a:lnRef idx="0"/>
          <a:fillRef idx="0"/>
          <a:effectRef idx="0"/>
          <a:fontRef idx="minor"/>
        </p:style>
      </p:sp>
      <p:sp>
        <p:nvSpPr>
          <p:cNvPr id="538" name="Shape 1"/>
          <p:cNvSpPr/>
          <p:nvPr/>
        </p:nvSpPr>
        <p:spPr>
          <a:xfrm>
            <a:off x="5847480" y="-123840"/>
            <a:ext cx="494280" cy="439200"/>
          </a:xfrm>
          <a:custGeom>
            <a:avLst/>
            <a:gdLst/>
            <a:ahLst/>
            <a:rect l="l" t="t" r="r" b="b"/>
            <a:pathLst>
              <a:path w="495014" h="440012">
                <a:moveTo>
                  <a:pt x="265984" y="-16243"/>
                </a:moveTo>
                <a:cubicBezTo>
                  <a:pt x="262460" y="-23118"/>
                  <a:pt x="255327" y="-27501"/>
                  <a:pt x="247593" y="-27501"/>
                </a:cubicBezTo>
                <a:cubicBezTo>
                  <a:pt x="239858" y="-27501"/>
                  <a:pt x="232725" y="-23118"/>
                  <a:pt x="229202" y="-16243"/>
                </a:cubicBezTo>
                <a:lnTo>
                  <a:pt x="165950" y="107683"/>
                </a:lnTo>
                <a:lnTo>
                  <a:pt x="28532" y="129511"/>
                </a:lnTo>
                <a:cubicBezTo>
                  <a:pt x="20883" y="130715"/>
                  <a:pt x="14524" y="136129"/>
                  <a:pt x="12118" y="143520"/>
                </a:cubicBezTo>
                <a:cubicBezTo>
                  <a:pt x="9711" y="150910"/>
                  <a:pt x="11688" y="158989"/>
                  <a:pt x="17102" y="164489"/>
                </a:cubicBezTo>
                <a:lnTo>
                  <a:pt x="115417" y="262890"/>
                </a:lnTo>
                <a:lnTo>
                  <a:pt x="93760" y="400308"/>
                </a:lnTo>
                <a:cubicBezTo>
                  <a:pt x="92557" y="407956"/>
                  <a:pt x="95737" y="415691"/>
                  <a:pt x="102011" y="420246"/>
                </a:cubicBezTo>
                <a:cubicBezTo>
                  <a:pt x="108284" y="424801"/>
                  <a:pt x="116534" y="425488"/>
                  <a:pt x="123496" y="421965"/>
                </a:cubicBezTo>
                <a:lnTo>
                  <a:pt x="247593" y="358885"/>
                </a:lnTo>
                <a:lnTo>
                  <a:pt x="371604" y="421965"/>
                </a:lnTo>
                <a:cubicBezTo>
                  <a:pt x="378479" y="425488"/>
                  <a:pt x="386815" y="424801"/>
                  <a:pt x="393089" y="420246"/>
                </a:cubicBezTo>
                <a:cubicBezTo>
                  <a:pt x="399362" y="415691"/>
                  <a:pt x="402542" y="408042"/>
                  <a:pt x="401339" y="400308"/>
                </a:cubicBezTo>
                <a:lnTo>
                  <a:pt x="379596" y="262890"/>
                </a:lnTo>
                <a:lnTo>
                  <a:pt x="477912" y="164489"/>
                </a:lnTo>
                <a:cubicBezTo>
                  <a:pt x="483412" y="158989"/>
                  <a:pt x="485302" y="150910"/>
                  <a:pt x="482896" y="143520"/>
                </a:cubicBezTo>
                <a:cubicBezTo>
                  <a:pt x="480490" y="136129"/>
                  <a:pt x="474216" y="130715"/>
                  <a:pt x="466482" y="129511"/>
                </a:cubicBezTo>
                <a:lnTo>
                  <a:pt x="329150" y="107683"/>
                </a:lnTo>
                <a:lnTo>
                  <a:pt x="265984" y="-16243"/>
                </a:lnTo>
                <a:close/>
              </a:path>
            </a:pathLst>
          </a:custGeom>
          <a:solidFill>
            <a:srgbClr val="c9a36a"/>
          </a:solidFill>
          <a:ln w="0">
            <a:noFill/>
          </a:ln>
        </p:spPr>
        <p:style>
          <a:lnRef idx="0"/>
          <a:fillRef idx="0"/>
          <a:effectRef idx="0"/>
          <a:fontRef idx="minor"/>
        </p:style>
      </p:sp>
      <p:sp>
        <p:nvSpPr>
          <p:cNvPr id="539" name="Text 2"/>
          <p:cNvSpPr/>
          <p:nvPr/>
        </p:nvSpPr>
        <p:spPr>
          <a:xfrm>
            <a:off x="4616640" y="829440"/>
            <a:ext cx="2960280" cy="1374480"/>
          </a:xfrm>
          <a:prstGeom prst="rect">
            <a:avLst/>
          </a:prstGeom>
          <a:noFill/>
          <a:ln w="0">
            <a:noFill/>
          </a:ln>
        </p:spPr>
        <p:style>
          <a:lnRef idx="0"/>
          <a:fillRef idx="0"/>
          <a:effectRef idx="0"/>
          <a:fontRef idx="minor"/>
        </p:style>
        <p:txBody>
          <a:bodyPr lIns="0" rIns="0" tIns="0" bIns="0" anchor="ctr">
            <a:noAutofit/>
          </a:bodyPr>
          <a:p>
            <a:pPr algn="ctr">
              <a:lnSpc>
                <a:spcPct val="100000"/>
              </a:lnSpc>
              <a:buNone/>
            </a:pPr>
            <a:r>
              <a:rPr b="1" lang="en-US" sz="4330" spc="-1" strike="noStrike">
                <a:solidFill>
                  <a:srgbClr val="f2f2f2"/>
                </a:solidFill>
                <a:latin typeface="Oranienbaum"/>
                <a:ea typeface="Oranienbaum"/>
              </a:rPr>
              <a:t>The Eternal</a:t>
            </a:r>
            <a:endParaRPr b="0" lang="en-HK" sz="4330" spc="-1" strike="noStrike">
              <a:latin typeface="Arial"/>
            </a:endParaRPr>
          </a:p>
          <a:p>
            <a:pPr algn="ctr">
              <a:lnSpc>
                <a:spcPct val="100000"/>
              </a:lnSpc>
              <a:buNone/>
            </a:pPr>
            <a:r>
              <a:rPr b="1" lang="en-US" sz="4330" spc="-1" strike="noStrike">
                <a:solidFill>
                  <a:srgbClr val="c9a36a"/>
                </a:solidFill>
                <a:latin typeface="Oranienbaum"/>
                <a:ea typeface="Oranienbaum"/>
              </a:rPr>
              <a:t>Starry Night</a:t>
            </a:r>
            <a:endParaRPr b="0" lang="en-HK" sz="4330" spc="-1" strike="noStrike">
              <a:latin typeface="Arial"/>
            </a:endParaRPr>
          </a:p>
        </p:txBody>
      </p:sp>
      <p:sp>
        <p:nvSpPr>
          <p:cNvPr id="540" name="Shape 3"/>
          <p:cNvSpPr/>
          <p:nvPr/>
        </p:nvSpPr>
        <p:spPr>
          <a:xfrm>
            <a:off x="5361480" y="2498040"/>
            <a:ext cx="1465920" cy="360"/>
          </a:xfrm>
          <a:custGeom>
            <a:avLst/>
            <a:gdLst/>
            <a:ahLst/>
            <a:rect l="l" t="t" r="r" b="b"/>
            <a:pathLst>
              <a:path w="1466707" h="0">
                <a:moveTo>
                  <a:pt x="0" y="0"/>
                </a:moveTo>
                <a:lnTo>
                  <a:pt x="1466707" y="0"/>
                </a:lnTo>
                <a:lnTo>
                  <a:pt x="1466707" y="0"/>
                </a:lnTo>
                <a:lnTo>
                  <a:pt x="0" y="0"/>
                </a:lnTo>
                <a:lnTo>
                  <a:pt x="0" y="0"/>
                </a:lnTo>
                <a:close/>
              </a:path>
            </a:pathLst>
          </a:custGeom>
          <a:solidFill>
            <a:srgbClr val="c9a36a"/>
          </a:solidFill>
          <a:ln w="0">
            <a:noFill/>
          </a:ln>
        </p:spPr>
        <p:style>
          <a:lnRef idx="0"/>
          <a:fillRef idx="0"/>
          <a:effectRef idx="0"/>
          <a:fontRef idx="minor"/>
        </p:style>
      </p:sp>
      <p:sp>
        <p:nvSpPr>
          <p:cNvPr id="541" name="Text 4"/>
          <p:cNvSpPr/>
          <p:nvPr/>
        </p:nvSpPr>
        <p:spPr>
          <a:xfrm>
            <a:off x="2529000" y="2791440"/>
            <a:ext cx="7131240" cy="897480"/>
          </a:xfrm>
          <a:prstGeom prst="rect">
            <a:avLst/>
          </a:prstGeom>
          <a:noFill/>
          <a:ln w="0">
            <a:noFill/>
          </a:ln>
        </p:spPr>
        <p:style>
          <a:lnRef idx="0"/>
          <a:fillRef idx="0"/>
          <a:effectRef idx="0"/>
          <a:fontRef idx="minor"/>
        </p:style>
        <p:txBody>
          <a:bodyPr lIns="0" rIns="0" tIns="0" bIns="0" anchor="ctr">
            <a:noAutofit/>
          </a:bodyPr>
          <a:p>
            <a:pPr algn="ctr">
              <a:lnSpc>
                <a:spcPct val="140000"/>
              </a:lnSpc>
              <a:buNone/>
            </a:pPr>
            <a:r>
              <a:rPr b="0" lang="en-US" sz="1450" spc="-1" strike="noStrike">
                <a:solidFill>
                  <a:srgbClr val="b8b8b8"/>
                </a:solidFill>
                <a:latin typeface="Quattrocento Sans"/>
                <a:ea typeface="Quattrocento Sans"/>
              </a:rPr>
              <a:t>Vincent van Gogh's life reminds us that </a:t>
            </a:r>
            <a:r>
              <a:rPr b="0" lang="en-US" sz="1450" spc="-1" strike="noStrike">
                <a:solidFill>
                  <a:srgbClr val="f2f2f2"/>
                </a:solidFill>
                <a:latin typeface="Quattrocento Sans"/>
                <a:ea typeface="Quattrocento Sans"/>
              </a:rPr>
              <a:t>true artistic genius often comes with great personal cost</a:t>
            </a:r>
            <a:r>
              <a:rPr b="0" lang="en-US" sz="1450" spc="-1" strike="noStrike">
                <a:solidFill>
                  <a:srgbClr val="b8b8b8"/>
                </a:solidFill>
                <a:latin typeface="Quattrocento Sans"/>
                <a:ea typeface="Quattrocento Sans"/>
              </a:rPr>
              <a:t>. His ability to transform pain into beauty, isolation into connection, and madness into masterpieces continues to inspire millions worldwide.</a:t>
            </a:r>
            <a:endParaRPr b="0" lang="en-HK" sz="1450" spc="-1" strike="noStrike">
              <a:latin typeface="Arial"/>
            </a:endParaRPr>
          </a:p>
        </p:txBody>
      </p:sp>
      <p:sp>
        <p:nvSpPr>
          <p:cNvPr id="542" name="Text 5"/>
          <p:cNvSpPr/>
          <p:nvPr/>
        </p:nvSpPr>
        <p:spPr>
          <a:xfrm>
            <a:off x="2529000" y="3905280"/>
            <a:ext cx="7131240" cy="301680"/>
          </a:xfrm>
          <a:prstGeom prst="rect">
            <a:avLst/>
          </a:prstGeom>
          <a:noFill/>
          <a:ln w="0">
            <a:noFill/>
          </a:ln>
        </p:spPr>
        <p:style>
          <a:lnRef idx="0"/>
          <a:fillRef idx="0"/>
          <a:effectRef idx="0"/>
          <a:fontRef idx="minor"/>
        </p:style>
        <p:txBody>
          <a:bodyPr lIns="0" rIns="0" tIns="0" bIns="0" anchor="ctr">
            <a:noAutofit/>
          </a:bodyPr>
          <a:p>
            <a:pPr algn="ctr">
              <a:lnSpc>
                <a:spcPct val="140000"/>
              </a:lnSpc>
              <a:buNone/>
            </a:pPr>
            <a:r>
              <a:rPr b="0" lang="en-US" sz="1450" spc="-1" strike="noStrike">
                <a:solidFill>
                  <a:srgbClr val="b8b8b8"/>
                </a:solidFill>
                <a:latin typeface="Quattrocento Sans"/>
                <a:ea typeface="Quattrocento Sans"/>
              </a:rPr>
              <a:t>As he once wrote to Theo:</a:t>
            </a:r>
            <a:endParaRPr b="0" lang="en-HK" sz="1450" spc="-1" strike="noStrike">
              <a:latin typeface="Arial"/>
            </a:endParaRPr>
          </a:p>
        </p:txBody>
      </p:sp>
      <p:sp>
        <p:nvSpPr>
          <p:cNvPr id="543" name="Shape 6"/>
          <p:cNvSpPr/>
          <p:nvPr/>
        </p:nvSpPr>
        <p:spPr>
          <a:xfrm>
            <a:off x="2714400" y="4574160"/>
            <a:ext cx="6764400" cy="1777680"/>
          </a:xfrm>
          <a:custGeom>
            <a:avLst/>
            <a:gdLst/>
            <a:ahLst/>
            <a:rect l="l" t="t" r="r" b="b"/>
            <a:pathLst>
              <a:path w="6765185" h="1778382">
                <a:moveTo>
                  <a:pt x="73340" y="0"/>
                </a:moveTo>
                <a:lnTo>
                  <a:pt x="6691844" y="0"/>
                </a:lnTo>
                <a:cubicBezTo>
                  <a:pt x="6732349" y="0"/>
                  <a:pt x="6765185" y="32836"/>
                  <a:pt x="6765185" y="73340"/>
                </a:cubicBezTo>
                <a:lnTo>
                  <a:pt x="6765185" y="1705041"/>
                </a:lnTo>
                <a:cubicBezTo>
                  <a:pt x="6765185" y="1745546"/>
                  <a:pt x="6732349" y="1778382"/>
                  <a:pt x="6691844" y="1778382"/>
                </a:cubicBezTo>
                <a:lnTo>
                  <a:pt x="73340" y="1778382"/>
                </a:lnTo>
                <a:cubicBezTo>
                  <a:pt x="32836" y="1778382"/>
                  <a:pt x="0" y="1745546"/>
                  <a:pt x="0" y="1705041"/>
                </a:cubicBezTo>
                <a:lnTo>
                  <a:pt x="0" y="73340"/>
                </a:lnTo>
                <a:cubicBezTo>
                  <a:pt x="0" y="32863"/>
                  <a:pt x="32863" y="0"/>
                  <a:pt x="73340" y="0"/>
                </a:cubicBezTo>
                <a:close/>
              </a:path>
            </a:pathLst>
          </a:custGeom>
          <a:gradFill rotWithShape="0">
            <a:gsLst>
              <a:gs pos="0">
                <a:srgbClr val="c9a36a">
                  <a:alpha val="20000"/>
                </a:srgbClr>
              </a:gs>
              <a:gs pos="100000">
                <a:srgbClr val="c9a36a">
                  <a:alpha val="5098"/>
                </a:srgbClr>
              </a:gs>
            </a:gsLst>
            <a:lin ang="2700000"/>
          </a:gradFill>
          <a:ln w="12700">
            <a:solidFill>
              <a:srgbClr val="c9a36a">
                <a:alpha val="30000"/>
              </a:srgbClr>
            </a:solidFill>
            <a:round/>
          </a:ln>
        </p:spPr>
        <p:style>
          <a:lnRef idx="0"/>
          <a:fillRef idx="0"/>
          <a:effectRef idx="0"/>
          <a:fontRef idx="minor"/>
        </p:style>
      </p:sp>
      <p:sp>
        <p:nvSpPr>
          <p:cNvPr id="544" name="Shape 7"/>
          <p:cNvSpPr/>
          <p:nvPr/>
        </p:nvSpPr>
        <p:spPr>
          <a:xfrm>
            <a:off x="5977080" y="4872240"/>
            <a:ext cx="239760" cy="274320"/>
          </a:xfrm>
          <a:custGeom>
            <a:avLst/>
            <a:gdLst/>
            <a:ahLst/>
            <a:rect l="l" t="t" r="r" b="b"/>
            <a:pathLst>
              <a:path w="240632" h="275008">
                <a:moveTo>
                  <a:pt x="0" y="116019"/>
                </a:moveTo>
                <a:cubicBezTo>
                  <a:pt x="0" y="80407"/>
                  <a:pt x="28844" y="51564"/>
                  <a:pt x="64455" y="51564"/>
                </a:cubicBezTo>
                <a:lnTo>
                  <a:pt x="68752" y="51564"/>
                </a:lnTo>
                <a:cubicBezTo>
                  <a:pt x="78259" y="51564"/>
                  <a:pt x="85940" y="59245"/>
                  <a:pt x="85940" y="68752"/>
                </a:cubicBezTo>
                <a:cubicBezTo>
                  <a:pt x="85940" y="78259"/>
                  <a:pt x="78259" y="85940"/>
                  <a:pt x="68752" y="85940"/>
                </a:cubicBezTo>
                <a:lnTo>
                  <a:pt x="64455" y="85940"/>
                </a:lnTo>
                <a:cubicBezTo>
                  <a:pt x="47858" y="85940"/>
                  <a:pt x="34376" y="99422"/>
                  <a:pt x="34376" y="116019"/>
                </a:cubicBezTo>
                <a:lnTo>
                  <a:pt x="34376" y="120316"/>
                </a:lnTo>
                <a:lnTo>
                  <a:pt x="68752" y="120316"/>
                </a:lnTo>
                <a:cubicBezTo>
                  <a:pt x="87712" y="120316"/>
                  <a:pt x="103128" y="135731"/>
                  <a:pt x="103128" y="154692"/>
                </a:cubicBezTo>
                <a:lnTo>
                  <a:pt x="103128" y="189068"/>
                </a:lnTo>
                <a:cubicBezTo>
                  <a:pt x="103128" y="208028"/>
                  <a:pt x="87712" y="223444"/>
                  <a:pt x="68752" y="223444"/>
                </a:cubicBezTo>
                <a:lnTo>
                  <a:pt x="34376" y="223444"/>
                </a:lnTo>
                <a:cubicBezTo>
                  <a:pt x="15415" y="223444"/>
                  <a:pt x="0" y="208028"/>
                  <a:pt x="0" y="189068"/>
                </a:cubicBezTo>
                <a:lnTo>
                  <a:pt x="0" y="116019"/>
                </a:lnTo>
                <a:close/>
                <a:moveTo>
                  <a:pt x="137504" y="116019"/>
                </a:moveTo>
                <a:cubicBezTo>
                  <a:pt x="137504" y="80407"/>
                  <a:pt x="166347" y="51564"/>
                  <a:pt x="201959" y="51564"/>
                </a:cubicBezTo>
                <a:lnTo>
                  <a:pt x="206256" y="51564"/>
                </a:lnTo>
                <a:cubicBezTo>
                  <a:pt x="215763" y="51564"/>
                  <a:pt x="223444" y="59245"/>
                  <a:pt x="223444" y="68752"/>
                </a:cubicBezTo>
                <a:cubicBezTo>
                  <a:pt x="223444" y="78259"/>
                  <a:pt x="215763" y="85940"/>
                  <a:pt x="206256" y="85940"/>
                </a:cubicBezTo>
                <a:lnTo>
                  <a:pt x="201959" y="85940"/>
                </a:lnTo>
                <a:cubicBezTo>
                  <a:pt x="185362" y="85940"/>
                  <a:pt x="171880" y="99422"/>
                  <a:pt x="171880" y="116019"/>
                </a:cubicBezTo>
                <a:lnTo>
                  <a:pt x="171880" y="120316"/>
                </a:lnTo>
                <a:lnTo>
                  <a:pt x="206256" y="120316"/>
                </a:lnTo>
                <a:cubicBezTo>
                  <a:pt x="225216" y="120316"/>
                  <a:pt x="240632" y="135731"/>
                  <a:pt x="240632" y="154692"/>
                </a:cubicBezTo>
                <a:lnTo>
                  <a:pt x="240632" y="189068"/>
                </a:lnTo>
                <a:cubicBezTo>
                  <a:pt x="240632" y="208028"/>
                  <a:pt x="225216" y="223444"/>
                  <a:pt x="206256" y="223444"/>
                </a:cubicBezTo>
                <a:lnTo>
                  <a:pt x="171880" y="223444"/>
                </a:lnTo>
                <a:cubicBezTo>
                  <a:pt x="152919" y="223444"/>
                  <a:pt x="137504" y="208028"/>
                  <a:pt x="137504" y="189068"/>
                </a:cubicBezTo>
                <a:lnTo>
                  <a:pt x="137504" y="116019"/>
                </a:lnTo>
                <a:close/>
              </a:path>
            </a:pathLst>
          </a:custGeom>
          <a:solidFill>
            <a:srgbClr val="c9a36a"/>
          </a:solidFill>
          <a:ln w="0">
            <a:noFill/>
          </a:ln>
        </p:spPr>
        <p:style>
          <a:lnRef idx="0"/>
          <a:fillRef idx="0"/>
          <a:effectRef idx="0"/>
          <a:fontRef idx="minor"/>
        </p:style>
      </p:sp>
      <p:sp>
        <p:nvSpPr>
          <p:cNvPr id="545" name="Text 8"/>
          <p:cNvSpPr/>
          <p:nvPr/>
        </p:nvSpPr>
        <p:spPr>
          <a:xfrm>
            <a:off x="3030840" y="5293800"/>
            <a:ext cx="6131880" cy="356760"/>
          </a:xfrm>
          <a:prstGeom prst="rect">
            <a:avLst/>
          </a:prstGeom>
          <a:noFill/>
          <a:ln w="0">
            <a:noFill/>
          </a:ln>
        </p:spPr>
        <p:style>
          <a:lnRef idx="0"/>
          <a:fillRef idx="0"/>
          <a:effectRef idx="0"/>
          <a:fontRef idx="minor"/>
        </p:style>
        <p:txBody>
          <a:bodyPr lIns="0" rIns="0" tIns="0" bIns="0" anchor="ctr">
            <a:noAutofit/>
          </a:bodyPr>
          <a:p>
            <a:pPr algn="ctr">
              <a:lnSpc>
                <a:spcPct val="140000"/>
              </a:lnSpc>
              <a:buNone/>
            </a:pPr>
            <a:r>
              <a:rPr b="0" lang="en-US" sz="1729" spc="-1" strike="noStrike">
                <a:solidFill>
                  <a:srgbClr val="f2f2f2"/>
                </a:solidFill>
                <a:latin typeface="Quattrocento Sans"/>
                <a:ea typeface="Quattrocento Sans"/>
              </a:rPr>
              <a:t>"What would life be if we had no courage to attempt anything?"</a:t>
            </a:r>
            <a:endParaRPr b="0" lang="en-HK" sz="1729" spc="-1" strike="noStrike">
              <a:latin typeface="Arial"/>
            </a:endParaRPr>
          </a:p>
        </p:txBody>
      </p:sp>
      <p:sp>
        <p:nvSpPr>
          <p:cNvPr id="546" name="Text 9"/>
          <p:cNvSpPr/>
          <p:nvPr/>
        </p:nvSpPr>
        <p:spPr>
          <a:xfrm>
            <a:off x="3044520" y="5798160"/>
            <a:ext cx="6104520" cy="255960"/>
          </a:xfrm>
          <a:prstGeom prst="rect">
            <a:avLst/>
          </a:prstGeom>
          <a:noFill/>
          <a:ln w="0">
            <a:noFill/>
          </a:ln>
        </p:spPr>
        <p:style>
          <a:lnRef idx="0"/>
          <a:fillRef idx="0"/>
          <a:effectRef idx="0"/>
          <a:fontRef idx="minor"/>
        </p:style>
        <p:txBody>
          <a:bodyPr lIns="0" rIns="0" tIns="0" bIns="0" anchor="ctr">
            <a:noAutofit/>
          </a:bodyPr>
          <a:p>
            <a:pPr algn="ctr">
              <a:lnSpc>
                <a:spcPct val="130000"/>
              </a:lnSpc>
              <a:buNone/>
            </a:pPr>
            <a:r>
              <a:rPr b="0" lang="en-US" sz="1300" spc="-1" strike="noStrike">
                <a:solidFill>
                  <a:srgbClr val="c9a36a"/>
                </a:solidFill>
                <a:latin typeface="Quattrocento Sans"/>
                <a:ea typeface="Quattrocento Sans"/>
              </a:rPr>
              <a:t>— </a:t>
            </a:r>
            <a:r>
              <a:rPr b="0" lang="en-US" sz="1300" spc="-1" strike="noStrike">
                <a:solidFill>
                  <a:srgbClr val="c9a36a"/>
                </a:solidFill>
                <a:latin typeface="Quattrocento Sans"/>
                <a:ea typeface="Quattrocento Sans"/>
              </a:rPr>
              <a:t>Vincent van Gogh</a:t>
            </a:r>
            <a:endParaRPr b="0" lang="en-HK" sz="1300" spc="-1" strike="noStrike">
              <a:latin typeface="Arial"/>
            </a:endParaRPr>
          </a:p>
        </p:txBody>
      </p:sp>
      <p:sp>
        <p:nvSpPr>
          <p:cNvPr id="547" name="Shape 10"/>
          <p:cNvSpPr/>
          <p:nvPr/>
        </p:nvSpPr>
        <p:spPr>
          <a:xfrm>
            <a:off x="3387240" y="6760440"/>
            <a:ext cx="182520" cy="182520"/>
          </a:xfrm>
          <a:custGeom>
            <a:avLst/>
            <a:gdLst/>
            <a:ahLst/>
            <a:rect l="l" t="t" r="r" b="b"/>
            <a:pathLst>
              <a:path w="183338" h="183338">
                <a:moveTo>
                  <a:pt x="183338" y="91669"/>
                </a:moveTo>
                <a:cubicBezTo>
                  <a:pt x="183338" y="91991"/>
                  <a:pt x="183338" y="92314"/>
                  <a:pt x="183338" y="92636"/>
                </a:cubicBezTo>
                <a:cubicBezTo>
                  <a:pt x="183195" y="105706"/>
                  <a:pt x="171307" y="114586"/>
                  <a:pt x="158237" y="114586"/>
                </a:cubicBezTo>
                <a:lnTo>
                  <a:pt x="123180" y="114586"/>
                </a:lnTo>
                <a:cubicBezTo>
                  <a:pt x="113691" y="114586"/>
                  <a:pt x="105992" y="122285"/>
                  <a:pt x="105992" y="131774"/>
                </a:cubicBezTo>
                <a:cubicBezTo>
                  <a:pt x="105992" y="132992"/>
                  <a:pt x="106136" y="134174"/>
                  <a:pt x="106351" y="135319"/>
                </a:cubicBezTo>
                <a:cubicBezTo>
                  <a:pt x="107103" y="138972"/>
                  <a:pt x="108678" y="142481"/>
                  <a:pt x="110218" y="146026"/>
                </a:cubicBezTo>
                <a:cubicBezTo>
                  <a:pt x="112402" y="150968"/>
                  <a:pt x="114551" y="155873"/>
                  <a:pt x="114551" y="161066"/>
                </a:cubicBezTo>
                <a:cubicBezTo>
                  <a:pt x="114551" y="172453"/>
                  <a:pt x="106816" y="182801"/>
                  <a:pt x="95429" y="183267"/>
                </a:cubicBezTo>
                <a:cubicBezTo>
                  <a:pt x="94176" y="183303"/>
                  <a:pt x="92922" y="183338"/>
                  <a:pt x="91633" y="183338"/>
                </a:cubicBezTo>
                <a:cubicBezTo>
                  <a:pt x="41000" y="183338"/>
                  <a:pt x="-36" y="142302"/>
                  <a:pt x="-36" y="91669"/>
                </a:cubicBezTo>
                <a:cubicBezTo>
                  <a:pt x="-36" y="41036"/>
                  <a:pt x="41036" y="0"/>
                  <a:pt x="91669" y="0"/>
                </a:cubicBezTo>
                <a:cubicBezTo>
                  <a:pt x="142302" y="0"/>
                  <a:pt x="183338" y="41036"/>
                  <a:pt x="183338" y="91669"/>
                </a:cubicBezTo>
                <a:close/>
                <a:moveTo>
                  <a:pt x="45835" y="103128"/>
                </a:moveTo>
                <a:cubicBezTo>
                  <a:pt x="45835" y="96804"/>
                  <a:pt x="40700" y="91669"/>
                  <a:pt x="34376" y="91669"/>
                </a:cubicBezTo>
                <a:cubicBezTo>
                  <a:pt x="28052" y="91669"/>
                  <a:pt x="22917" y="96804"/>
                  <a:pt x="22917" y="103128"/>
                </a:cubicBezTo>
                <a:cubicBezTo>
                  <a:pt x="22917" y="109452"/>
                  <a:pt x="28052" y="114586"/>
                  <a:pt x="34376" y="114586"/>
                </a:cubicBezTo>
                <a:cubicBezTo>
                  <a:pt x="40700" y="114586"/>
                  <a:pt x="45835" y="109452"/>
                  <a:pt x="45835" y="103128"/>
                </a:cubicBezTo>
                <a:close/>
                <a:moveTo>
                  <a:pt x="45835" y="68752"/>
                </a:moveTo>
                <a:cubicBezTo>
                  <a:pt x="52159" y="68752"/>
                  <a:pt x="57293" y="63617"/>
                  <a:pt x="57293" y="57293"/>
                </a:cubicBezTo>
                <a:cubicBezTo>
                  <a:pt x="57293" y="50969"/>
                  <a:pt x="52159" y="45835"/>
                  <a:pt x="45835" y="45835"/>
                </a:cubicBezTo>
                <a:cubicBezTo>
                  <a:pt x="39510" y="45835"/>
                  <a:pt x="34376" y="50969"/>
                  <a:pt x="34376" y="57293"/>
                </a:cubicBezTo>
                <a:cubicBezTo>
                  <a:pt x="34376" y="63617"/>
                  <a:pt x="39510" y="68752"/>
                  <a:pt x="45835" y="68752"/>
                </a:cubicBezTo>
                <a:close/>
                <a:moveTo>
                  <a:pt x="103128" y="34376"/>
                </a:moveTo>
                <a:cubicBezTo>
                  <a:pt x="103128" y="28052"/>
                  <a:pt x="97993" y="22917"/>
                  <a:pt x="91669" y="22917"/>
                </a:cubicBezTo>
                <a:cubicBezTo>
                  <a:pt x="85345" y="22917"/>
                  <a:pt x="80211" y="28052"/>
                  <a:pt x="80211" y="34376"/>
                </a:cubicBezTo>
                <a:cubicBezTo>
                  <a:pt x="80211" y="40700"/>
                  <a:pt x="85345" y="45835"/>
                  <a:pt x="91669" y="45835"/>
                </a:cubicBezTo>
                <a:cubicBezTo>
                  <a:pt x="97993" y="45835"/>
                  <a:pt x="103128" y="40700"/>
                  <a:pt x="103128" y="34376"/>
                </a:cubicBezTo>
                <a:close/>
                <a:moveTo>
                  <a:pt x="137504" y="68752"/>
                </a:moveTo>
                <a:cubicBezTo>
                  <a:pt x="143828" y="68752"/>
                  <a:pt x="148962" y="63617"/>
                  <a:pt x="148962" y="57293"/>
                </a:cubicBezTo>
                <a:cubicBezTo>
                  <a:pt x="148962" y="50969"/>
                  <a:pt x="143828" y="45835"/>
                  <a:pt x="137504" y="45835"/>
                </a:cubicBezTo>
                <a:cubicBezTo>
                  <a:pt x="131180" y="45835"/>
                  <a:pt x="126045" y="50969"/>
                  <a:pt x="126045" y="57293"/>
                </a:cubicBezTo>
                <a:cubicBezTo>
                  <a:pt x="126045" y="63617"/>
                  <a:pt x="131180" y="68752"/>
                  <a:pt x="137504" y="68752"/>
                </a:cubicBezTo>
                <a:close/>
              </a:path>
            </a:pathLst>
          </a:custGeom>
          <a:solidFill>
            <a:srgbClr val="c9a36a"/>
          </a:solidFill>
          <a:ln w="0">
            <a:noFill/>
          </a:ln>
        </p:spPr>
        <p:style>
          <a:lnRef idx="0"/>
          <a:fillRef idx="0"/>
          <a:effectRef idx="0"/>
          <a:fontRef idx="minor"/>
        </p:style>
      </p:sp>
      <p:sp>
        <p:nvSpPr>
          <p:cNvPr id="548" name="Text 11"/>
          <p:cNvSpPr/>
          <p:nvPr/>
        </p:nvSpPr>
        <p:spPr>
          <a:xfrm>
            <a:off x="3662280" y="6724080"/>
            <a:ext cx="1126800" cy="255960"/>
          </a:xfrm>
          <a:prstGeom prst="rect">
            <a:avLst/>
          </a:prstGeom>
          <a:noFill/>
          <a:ln w="0">
            <a:noFill/>
          </a:ln>
        </p:spPr>
        <p:style>
          <a:lnRef idx="0"/>
          <a:fillRef idx="0"/>
          <a:effectRef idx="0"/>
          <a:fontRef idx="minor"/>
        </p:style>
        <p:txBody>
          <a:bodyPr lIns="0" rIns="0" tIns="0" bIns="0" anchor="ctr">
            <a:noAutofit/>
          </a:bodyPr>
          <a:p>
            <a:pPr algn="ctr">
              <a:lnSpc>
                <a:spcPct val="130000"/>
              </a:lnSpc>
              <a:buNone/>
            </a:pPr>
            <a:r>
              <a:rPr b="0" lang="en-US" sz="1300" spc="-1" strike="noStrike">
                <a:solidFill>
                  <a:srgbClr val="a3a3a3"/>
                </a:solidFill>
                <a:latin typeface="Quattrocento Sans"/>
                <a:ea typeface="Quattrocento Sans"/>
              </a:rPr>
              <a:t>860+ Paintings</a:t>
            </a:r>
            <a:endParaRPr b="0" lang="en-HK" sz="1300" spc="-1" strike="noStrike">
              <a:latin typeface="Arial"/>
            </a:endParaRPr>
          </a:p>
        </p:txBody>
      </p:sp>
      <p:sp>
        <p:nvSpPr>
          <p:cNvPr id="549" name="Shape 12"/>
          <p:cNvSpPr/>
          <p:nvPr/>
        </p:nvSpPr>
        <p:spPr>
          <a:xfrm>
            <a:off x="5137560" y="6760440"/>
            <a:ext cx="182520" cy="182520"/>
          </a:xfrm>
          <a:custGeom>
            <a:avLst/>
            <a:gdLst/>
            <a:ahLst/>
            <a:rect l="l" t="t" r="r" b="b"/>
            <a:pathLst>
              <a:path w="183338" h="183338">
                <a:moveTo>
                  <a:pt x="86298" y="31189"/>
                </a:moveTo>
                <a:lnTo>
                  <a:pt x="91669" y="38601"/>
                </a:lnTo>
                <a:lnTo>
                  <a:pt x="97040" y="31189"/>
                </a:lnTo>
                <a:cubicBezTo>
                  <a:pt x="105992" y="18799"/>
                  <a:pt x="120387" y="11459"/>
                  <a:pt x="135678" y="11459"/>
                </a:cubicBezTo>
                <a:cubicBezTo>
                  <a:pt x="161997" y="11459"/>
                  <a:pt x="183338" y="32800"/>
                  <a:pt x="183338" y="59119"/>
                </a:cubicBezTo>
                <a:lnTo>
                  <a:pt x="183338" y="60050"/>
                </a:lnTo>
                <a:cubicBezTo>
                  <a:pt x="183338" y="100227"/>
                  <a:pt x="133243" y="146886"/>
                  <a:pt x="107103" y="166831"/>
                </a:cubicBezTo>
                <a:cubicBezTo>
                  <a:pt x="102662" y="170197"/>
                  <a:pt x="97219" y="171880"/>
                  <a:pt x="91669" y="171880"/>
                </a:cubicBezTo>
                <a:cubicBezTo>
                  <a:pt x="86119" y="171880"/>
                  <a:pt x="80640" y="170233"/>
                  <a:pt x="76236" y="166831"/>
                </a:cubicBezTo>
                <a:cubicBezTo>
                  <a:pt x="50096" y="146886"/>
                  <a:pt x="0" y="100227"/>
                  <a:pt x="0" y="60050"/>
                </a:cubicBezTo>
                <a:lnTo>
                  <a:pt x="0" y="59119"/>
                </a:lnTo>
                <a:cubicBezTo>
                  <a:pt x="0" y="32800"/>
                  <a:pt x="21342" y="11459"/>
                  <a:pt x="47661" y="11459"/>
                </a:cubicBezTo>
                <a:cubicBezTo>
                  <a:pt x="62951" y="11459"/>
                  <a:pt x="77346" y="18799"/>
                  <a:pt x="86298" y="31189"/>
                </a:cubicBezTo>
                <a:close/>
              </a:path>
            </a:pathLst>
          </a:custGeom>
          <a:solidFill>
            <a:srgbClr val="c9a36a"/>
          </a:solidFill>
          <a:ln w="0">
            <a:noFill/>
          </a:ln>
        </p:spPr>
        <p:style>
          <a:lnRef idx="0"/>
          <a:fillRef idx="0"/>
          <a:effectRef idx="0"/>
          <a:fontRef idx="minor"/>
        </p:style>
      </p:sp>
      <p:sp>
        <p:nvSpPr>
          <p:cNvPr id="550" name="Text 13"/>
          <p:cNvSpPr/>
          <p:nvPr/>
        </p:nvSpPr>
        <p:spPr>
          <a:xfrm>
            <a:off x="5412600" y="6724080"/>
            <a:ext cx="1713600" cy="255960"/>
          </a:xfrm>
          <a:prstGeom prst="rect">
            <a:avLst/>
          </a:prstGeom>
          <a:noFill/>
          <a:ln w="0">
            <a:noFill/>
          </a:ln>
        </p:spPr>
        <p:style>
          <a:lnRef idx="0"/>
          <a:fillRef idx="0"/>
          <a:effectRef idx="0"/>
          <a:fontRef idx="minor"/>
        </p:style>
        <p:txBody>
          <a:bodyPr lIns="0" rIns="0" tIns="0" bIns="0" anchor="ctr">
            <a:noAutofit/>
          </a:bodyPr>
          <a:p>
            <a:pPr algn="ctr">
              <a:lnSpc>
                <a:spcPct val="130000"/>
              </a:lnSpc>
              <a:buNone/>
            </a:pPr>
            <a:r>
              <a:rPr b="0" lang="en-US" sz="1300" spc="-1" strike="noStrike">
                <a:solidFill>
                  <a:srgbClr val="a3a3a3"/>
                </a:solidFill>
                <a:latin typeface="Quattrocento Sans"/>
                <a:ea typeface="Quattrocento Sans"/>
              </a:rPr>
              <a:t>134 Years of Inspiration</a:t>
            </a:r>
            <a:endParaRPr b="0" lang="en-HK" sz="1300" spc="-1" strike="noStrike">
              <a:latin typeface="Arial"/>
            </a:endParaRPr>
          </a:p>
        </p:txBody>
      </p:sp>
      <p:sp>
        <p:nvSpPr>
          <p:cNvPr id="551" name="Shape 14"/>
          <p:cNvSpPr/>
          <p:nvPr/>
        </p:nvSpPr>
        <p:spPr>
          <a:xfrm>
            <a:off x="7453080" y="6760440"/>
            <a:ext cx="228600" cy="182520"/>
          </a:xfrm>
          <a:custGeom>
            <a:avLst/>
            <a:gdLst/>
            <a:ahLst/>
            <a:rect l="l" t="t" r="r" b="b"/>
            <a:pathLst>
              <a:path w="229173" h="183338">
                <a:moveTo>
                  <a:pt x="0" y="91669"/>
                </a:moveTo>
                <a:cubicBezTo>
                  <a:pt x="0" y="60015"/>
                  <a:pt x="25639" y="34376"/>
                  <a:pt x="57293" y="34376"/>
                </a:cubicBezTo>
                <a:cubicBezTo>
                  <a:pt x="75341" y="34376"/>
                  <a:pt x="92314" y="42863"/>
                  <a:pt x="103128" y="57293"/>
                </a:cubicBezTo>
                <a:lnTo>
                  <a:pt x="114586" y="72583"/>
                </a:lnTo>
                <a:lnTo>
                  <a:pt x="126045" y="57293"/>
                </a:lnTo>
                <a:cubicBezTo>
                  <a:pt x="136859" y="42863"/>
                  <a:pt x="153832" y="34376"/>
                  <a:pt x="171880" y="34376"/>
                </a:cubicBezTo>
                <a:cubicBezTo>
                  <a:pt x="203534" y="34376"/>
                  <a:pt x="229173" y="60015"/>
                  <a:pt x="229173" y="91669"/>
                </a:cubicBezTo>
                <a:cubicBezTo>
                  <a:pt x="229173" y="123324"/>
                  <a:pt x="203534" y="148962"/>
                  <a:pt x="171880" y="148962"/>
                </a:cubicBezTo>
                <a:cubicBezTo>
                  <a:pt x="153832" y="148962"/>
                  <a:pt x="136859" y="140476"/>
                  <a:pt x="126045" y="126045"/>
                </a:cubicBezTo>
                <a:lnTo>
                  <a:pt x="114586" y="110755"/>
                </a:lnTo>
                <a:lnTo>
                  <a:pt x="103128" y="126045"/>
                </a:lnTo>
                <a:cubicBezTo>
                  <a:pt x="92314" y="140476"/>
                  <a:pt x="75341" y="148962"/>
                  <a:pt x="57293" y="148962"/>
                </a:cubicBezTo>
                <a:cubicBezTo>
                  <a:pt x="25639" y="148962"/>
                  <a:pt x="0" y="123324"/>
                  <a:pt x="0" y="91669"/>
                </a:cubicBezTo>
                <a:close/>
                <a:moveTo>
                  <a:pt x="100263" y="91669"/>
                </a:moveTo>
                <a:lnTo>
                  <a:pt x="84794" y="71044"/>
                </a:lnTo>
                <a:cubicBezTo>
                  <a:pt x="78313" y="62378"/>
                  <a:pt x="68107" y="57293"/>
                  <a:pt x="57293" y="57293"/>
                </a:cubicBezTo>
                <a:cubicBezTo>
                  <a:pt x="38315" y="57293"/>
                  <a:pt x="22917" y="72691"/>
                  <a:pt x="22917" y="91669"/>
                </a:cubicBezTo>
                <a:cubicBezTo>
                  <a:pt x="22917" y="110648"/>
                  <a:pt x="38315" y="126045"/>
                  <a:pt x="57293" y="126045"/>
                </a:cubicBezTo>
                <a:cubicBezTo>
                  <a:pt x="68107" y="126045"/>
                  <a:pt x="78313" y="120960"/>
                  <a:pt x="84794" y="112295"/>
                </a:cubicBezTo>
                <a:lnTo>
                  <a:pt x="100263" y="91669"/>
                </a:lnTo>
                <a:close/>
                <a:moveTo>
                  <a:pt x="128910" y="91669"/>
                </a:moveTo>
                <a:lnTo>
                  <a:pt x="144379" y="112295"/>
                </a:lnTo>
                <a:cubicBezTo>
                  <a:pt x="150860" y="120960"/>
                  <a:pt x="161066" y="126045"/>
                  <a:pt x="171880" y="126045"/>
                </a:cubicBezTo>
                <a:cubicBezTo>
                  <a:pt x="190858" y="126045"/>
                  <a:pt x="206256" y="110648"/>
                  <a:pt x="206256" y="91669"/>
                </a:cubicBezTo>
                <a:cubicBezTo>
                  <a:pt x="206256" y="72691"/>
                  <a:pt x="190858" y="57293"/>
                  <a:pt x="171880" y="57293"/>
                </a:cubicBezTo>
                <a:cubicBezTo>
                  <a:pt x="161066" y="57293"/>
                  <a:pt x="150860" y="62378"/>
                  <a:pt x="144379" y="71044"/>
                </a:cubicBezTo>
                <a:lnTo>
                  <a:pt x="128910" y="91669"/>
                </a:lnTo>
                <a:close/>
              </a:path>
            </a:pathLst>
          </a:custGeom>
          <a:solidFill>
            <a:srgbClr val="c9a36a"/>
          </a:solidFill>
          <a:ln w="0">
            <a:noFill/>
          </a:ln>
        </p:spPr>
        <p:style>
          <a:lnRef idx="0"/>
          <a:fillRef idx="0"/>
          <a:effectRef idx="0"/>
          <a:fontRef idx="minor"/>
        </p:style>
      </p:sp>
      <p:sp>
        <p:nvSpPr>
          <p:cNvPr id="552" name="Text 15"/>
          <p:cNvSpPr/>
          <p:nvPr/>
        </p:nvSpPr>
        <p:spPr>
          <a:xfrm>
            <a:off x="7751160" y="6724080"/>
            <a:ext cx="1117800" cy="255960"/>
          </a:xfrm>
          <a:prstGeom prst="rect">
            <a:avLst/>
          </a:prstGeom>
          <a:noFill/>
          <a:ln w="0">
            <a:noFill/>
          </a:ln>
        </p:spPr>
        <p:style>
          <a:lnRef idx="0"/>
          <a:fillRef idx="0"/>
          <a:effectRef idx="0"/>
          <a:fontRef idx="minor"/>
        </p:style>
        <p:txBody>
          <a:bodyPr lIns="0" rIns="0" tIns="0" bIns="0" anchor="ctr">
            <a:noAutofit/>
          </a:bodyPr>
          <a:p>
            <a:pPr algn="ctr">
              <a:lnSpc>
                <a:spcPct val="130000"/>
              </a:lnSpc>
              <a:buNone/>
            </a:pPr>
            <a:r>
              <a:rPr b="0" lang="en-US" sz="1300" spc="-1" strike="noStrike">
                <a:solidFill>
                  <a:srgbClr val="a3a3a3"/>
                </a:solidFill>
                <a:latin typeface="Quattrocento Sans"/>
                <a:ea typeface="Quattrocento Sans"/>
              </a:rPr>
              <a:t>Eternal Legacy</a:t>
            </a:r>
            <a:endParaRPr b="0" lang="en-HK" sz="1300" spc="-1" strike="noStrike">
              <a:latin typeface="Arial"/>
            </a:endParaRPr>
          </a:p>
        </p:txBody>
      </p:sp>
    </p:spTree>
  </p:cSld>
  <mc:AlternateContent>
    <mc:Choice Requires="p14">
      <p:transition spd="slow" p14:dur="2000"/>
    </mc:Choice>
    <mc:Fallback>
      <p:transition spd="slow"/>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333333"/>
      </a:dk2>
      <a:lt2>
        <a:srgbClr val="eeeeee"/>
      </a:lt2>
      <a:accent1>
        <a:srgbClr val="8daac2"/>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333333"/>
      </a:dk2>
      <a:lt2>
        <a:srgbClr val="eeeeee"/>
      </a:lt2>
      <a:accent1>
        <a:srgbClr val="8daac2"/>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app.xml><?xml version="1.0" encoding="utf-8"?>
<Properties xmlns="http://schemas.openxmlformats.org/officeDocument/2006/extended-properties" xmlns:vt="http://schemas.openxmlformats.org/officeDocument/2006/docPropsVTypes">
  <Template/>
  <TotalTime>3</TotalTime>
  <Application>LibreOffice/7.3.7.2$Linux_X86_64 LibreOffice_project/30$Build-2</Application>
  <AppVersion>15.0000</AppVersion>
  <Words>0</Words>
  <Paragraphs>0</Paragraphs>
  <Company>Moonshot</Company>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2026-03-18T09:17:45Z</dcterms:created>
  <dc:creator>Kimi</dc:creator>
  <dc:description/>
  <dc:language>en-HK</dc:language>
  <cp:lastModifiedBy/>
  <dcterms:modified xsi:type="dcterms:W3CDTF">2026-04-04T13:12:31Z</dcterms:modified>
  <cp:revision>3</cp:revision>
  <dc:subject>Vincent van Gogh: A Life of Passion and Color</dc:subject>
  <dc:title>Vincent van Gogh: A Life of Passion and Color</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IGC">
    <vt:lpwstr>{"Label":"Vincent van Gogh: A Life of Passion and Color","ContentProducer":"001191110108MACG2KBH8F10000","ProduceID":"19d001f9-a072-8573-8000-0000f311a15c","ReservedCode1":"","ContentPropagator":"001191110108MACG2KBH8F20000","PropagateID":"19d001f9-a072-8573-8000-0000f311a15c","ReservedCode2":""}</vt:lpwstr>
  </property>
  <property fmtid="{D5CDD505-2E9C-101B-9397-08002B2CF9AE}" pid="3" name="Notes">
    <vt:i4>19</vt:i4>
  </property>
  <property fmtid="{D5CDD505-2E9C-101B-9397-08002B2CF9AE}" pid="4" name="PresentationFormat">
    <vt:lpwstr>On-screen Show (16:9)</vt:lpwstr>
  </property>
  <property fmtid="{D5CDD505-2E9C-101B-9397-08002B2CF9AE}" pid="5" name="Slides">
    <vt:i4>19</vt:i4>
  </property>
</Properties>
</file>