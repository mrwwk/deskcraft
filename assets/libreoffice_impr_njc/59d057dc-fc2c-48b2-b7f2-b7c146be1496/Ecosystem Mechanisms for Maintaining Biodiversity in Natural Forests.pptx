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9B72E153-B010-4039-A71D-B8824B7DDE17}"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3160" cy="3083040"/>
          </a:xfrm>
          <a:prstGeom prst="rect">
            <a:avLst/>
          </a:prstGeom>
          <a:ln w="0">
            <a:noFill/>
          </a:ln>
        </p:spPr>
      </p:sp>
      <p:sp>
        <p:nvSpPr>
          <p:cNvPr id="820"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B13A68E-7A20-4AE4-9A3B-C8089CE6AF8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3160" cy="3083040"/>
          </a:xfrm>
          <a:prstGeom prst="rect">
            <a:avLst/>
          </a:prstGeom>
          <a:ln w="0">
            <a:noFill/>
          </a:ln>
        </p:spPr>
      </p:sp>
      <p:sp>
        <p:nvSpPr>
          <p:cNvPr id="823"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B8BFE2A-6DF0-4301-B0A6-76926C966DE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3160" cy="3083040"/>
          </a:xfrm>
          <a:prstGeom prst="rect">
            <a:avLst/>
          </a:prstGeom>
          <a:ln w="0">
            <a:noFill/>
          </a:ln>
        </p:spPr>
      </p:sp>
      <p:sp>
        <p:nvSpPr>
          <p:cNvPr id="826"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27" name="PlaceHolder 3"/>
          <p:cNvSpPr>
            <a:spLocks noGrp="1"/>
          </p:cNvSpPr>
          <p:nvPr>
            <p:ph type="sldNum" idx="6"/>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FFD1124-9341-4D10-B1E1-AA06455E019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3160" cy="3083040"/>
          </a:xfrm>
          <a:prstGeom prst="rect">
            <a:avLst/>
          </a:prstGeom>
          <a:ln w="0">
            <a:noFill/>
          </a:ln>
        </p:spPr>
      </p:sp>
      <p:sp>
        <p:nvSpPr>
          <p:cNvPr id="829"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C4B3B30-6FA4-4EEA-80BC-8A5A39629F4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3160" cy="3083040"/>
          </a:xfrm>
          <a:prstGeom prst="rect">
            <a:avLst/>
          </a:prstGeom>
          <a:ln w="0">
            <a:noFill/>
          </a:ln>
        </p:spPr>
      </p:sp>
      <p:sp>
        <p:nvSpPr>
          <p:cNvPr id="832"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EDC226A-008E-4FDE-86B3-C641136A126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3160" cy="3083040"/>
          </a:xfrm>
          <a:prstGeom prst="rect">
            <a:avLst/>
          </a:prstGeom>
          <a:ln w="0">
            <a:noFill/>
          </a:ln>
        </p:spPr>
      </p:sp>
      <p:sp>
        <p:nvSpPr>
          <p:cNvPr id="835"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2729D87-1899-44EB-9F75-92727EE2201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3160" cy="3083040"/>
          </a:xfrm>
          <a:prstGeom prst="rect">
            <a:avLst/>
          </a:prstGeom>
          <a:ln w="0">
            <a:noFill/>
          </a:ln>
        </p:spPr>
      </p:sp>
      <p:sp>
        <p:nvSpPr>
          <p:cNvPr id="838"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3320DBD-D6DC-45C0-83D9-32F879FAF84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3160" cy="3083040"/>
          </a:xfrm>
          <a:prstGeom prst="rect">
            <a:avLst/>
          </a:prstGeom>
          <a:ln w="0">
            <a:noFill/>
          </a:ln>
        </p:spPr>
      </p:sp>
      <p:sp>
        <p:nvSpPr>
          <p:cNvPr id="841"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D8AE918-36D2-4436-BD5F-F5485F72081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3160" cy="3083040"/>
          </a:xfrm>
          <a:prstGeom prst="rect">
            <a:avLst/>
          </a:prstGeom>
          <a:ln w="0">
            <a:noFill/>
          </a:ln>
        </p:spPr>
      </p:sp>
      <p:sp>
        <p:nvSpPr>
          <p:cNvPr id="844"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8D1211A-13CA-4BAE-81D7-27331A325CF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3160" cy="3083040"/>
          </a:xfrm>
          <a:prstGeom prst="rect">
            <a:avLst/>
          </a:prstGeom>
          <a:ln w="0">
            <a:noFill/>
          </a:ln>
        </p:spPr>
      </p:sp>
      <p:sp>
        <p:nvSpPr>
          <p:cNvPr id="847"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C887E95-8E6B-4B75-8946-8D4CAD48CCE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3160" cy="3083040"/>
          </a:xfrm>
          <a:prstGeom prst="rect">
            <a:avLst/>
          </a:prstGeom>
          <a:ln w="0">
            <a:noFill/>
          </a:ln>
        </p:spPr>
      </p:sp>
      <p:sp>
        <p:nvSpPr>
          <p:cNvPr id="850"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1A11805-68DF-4EDD-9A15-A9E28569FDB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3160" cy="3083040"/>
          </a:xfrm>
          <a:prstGeom prst="rect">
            <a:avLst/>
          </a:prstGeom>
          <a:ln w="0">
            <a:noFill/>
          </a:ln>
        </p:spPr>
      </p:sp>
      <p:sp>
        <p:nvSpPr>
          <p:cNvPr id="853"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C1C9D3E-E9AB-492F-9FBF-B4EA73A7671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3160" cy="3083040"/>
          </a:xfrm>
          <a:prstGeom prst="rect">
            <a:avLst/>
          </a:prstGeom>
          <a:ln w="0">
            <a:noFill/>
          </a:ln>
        </p:spPr>
      </p:sp>
      <p:sp>
        <p:nvSpPr>
          <p:cNvPr id="856"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E388B6E-0FE3-4BD2-BC52-94588724550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3160" cy="3083040"/>
          </a:xfrm>
          <a:prstGeom prst="rect">
            <a:avLst/>
          </a:prstGeom>
          <a:ln w="0">
            <a:noFill/>
          </a:ln>
        </p:spPr>
      </p:sp>
      <p:sp>
        <p:nvSpPr>
          <p:cNvPr id="859"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D43A046-E7B6-4C7A-97A6-8FE2DE3DEF4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3160" cy="3083040"/>
          </a:xfrm>
          <a:prstGeom prst="rect">
            <a:avLst/>
          </a:prstGeom>
          <a:ln w="0">
            <a:noFill/>
          </a:ln>
        </p:spPr>
      </p:sp>
      <p:sp>
        <p:nvSpPr>
          <p:cNvPr id="862"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AFB530-A90E-40FE-B1AD-F1AA1E22F40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3160" cy="3083040"/>
          </a:xfrm>
          <a:prstGeom prst="rect">
            <a:avLst/>
          </a:prstGeom>
          <a:ln w="0">
            <a:noFill/>
          </a:ln>
        </p:spPr>
      </p:sp>
      <p:sp>
        <p:nvSpPr>
          <p:cNvPr id="865"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F508E7E-7B18-4A2E-BEB3-E81D0684A06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3160" cy="3083040"/>
          </a:xfrm>
          <a:prstGeom prst="rect">
            <a:avLst/>
          </a:prstGeom>
          <a:ln w="0">
            <a:noFill/>
          </a:ln>
        </p:spPr>
      </p:sp>
      <p:sp>
        <p:nvSpPr>
          <p:cNvPr id="868"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8C38375-D175-46BC-9BB4-4C3A3B21CDD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3160" cy="3083040"/>
          </a:xfrm>
          <a:prstGeom prst="rect">
            <a:avLst/>
          </a:prstGeom>
          <a:ln w="0">
            <a:noFill/>
          </a:ln>
        </p:spPr>
      </p:sp>
      <p:sp>
        <p:nvSpPr>
          <p:cNvPr id="871"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1F5B519-B8AB-4B70-B8F4-1F6C43DEB85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3160" cy="3083040"/>
          </a:xfrm>
          <a:prstGeom prst="rect">
            <a:avLst/>
          </a:prstGeom>
          <a:ln w="0">
            <a:noFill/>
          </a:ln>
        </p:spPr>
      </p:sp>
      <p:sp>
        <p:nvSpPr>
          <p:cNvPr id="874" name="PlaceHolder 2"/>
          <p:cNvSpPr>
            <a:spLocks noGrp="1"/>
          </p:cNvSpPr>
          <p:nvPr>
            <p:ph type="body"/>
          </p:nvPr>
        </p:nvSpPr>
        <p:spPr>
          <a:xfrm>
            <a:off x="685800" y="4400640"/>
            <a:ext cx="5483160" cy="3597120"/>
          </a:xfrm>
          <a:prstGeom prst="rect">
            <a:avLst/>
          </a:prstGeom>
          <a:noFill/>
          <a:ln w="0">
            <a:noFill/>
          </a:ln>
        </p:spPr>
        <p:txBody>
          <a:bodyPr lIns="0" rIns="0" tIns="0" bIns="0"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68560" cy="4554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1723FC8-040F-4F31-8536-92EC5B94F08B}"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4"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0880" cy="37764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59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94" strike="noStrike">
                <a:solidFill>
                  <a:srgbClr val="8fb7ac"/>
                </a:solidFill>
                <a:latin typeface="Quattrocento Sans"/>
                <a:ea typeface="Quattrocento Sans"/>
              </a:rPr>
              <a:t>Forest Ecology Research</a:t>
            </a:r>
            <a:endParaRPr b="0" lang="en-HK" sz="1200" spc="-1" strike="noStrike">
              <a:latin typeface="Arial"/>
            </a:endParaRPr>
          </a:p>
        </p:txBody>
      </p:sp>
      <p:sp>
        <p:nvSpPr>
          <p:cNvPr id="48" name="Text 3"/>
          <p:cNvSpPr/>
          <p:nvPr/>
        </p:nvSpPr>
        <p:spPr>
          <a:xfrm>
            <a:off x="380880" y="1225080"/>
            <a:ext cx="7483320" cy="3016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4000" spc="-1" strike="noStrike">
                <a:solidFill>
                  <a:srgbClr val="ffffff"/>
                </a:solidFill>
                <a:latin typeface="Georgia"/>
                <a:ea typeface="Sorts Mill Goudy"/>
              </a:rPr>
              <a:t>Ecosystem Mechanisms for Maintaining Biodiversity in Natural Forests</a:t>
            </a:r>
            <a:endParaRPr b="0" lang="en-HK" sz="4000" spc="-1" strike="noStrike">
              <a:latin typeface="Arial"/>
            </a:endParaRPr>
          </a:p>
        </p:txBody>
      </p:sp>
      <p:sp>
        <p:nvSpPr>
          <p:cNvPr id="49" name="Text 4"/>
          <p:cNvSpPr/>
          <p:nvPr/>
        </p:nvSpPr>
        <p:spPr>
          <a:xfrm>
            <a:off x="380880" y="4470840"/>
            <a:ext cx="582624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8fb7ac"/>
                </a:solidFill>
                <a:latin typeface="Quattrocento Sans"/>
                <a:ea typeface="Quattrocento Sans"/>
              </a:rPr>
              <a:t>An Exploration of Ecological Processes Sustaining Forest Biological Diversity</a:t>
            </a:r>
            <a:endParaRPr b="0" lang="en-HK" sz="1800" spc="-1" strike="noStrike">
              <a:latin typeface="Arial"/>
            </a:endParaRPr>
          </a:p>
        </p:txBody>
      </p:sp>
      <p:sp>
        <p:nvSpPr>
          <p:cNvPr id="50" name="Shape 5"/>
          <p:cNvSpPr/>
          <p:nvPr/>
        </p:nvSpPr>
        <p:spPr>
          <a:xfrm>
            <a:off x="416880" y="6014160"/>
            <a:ext cx="163440" cy="18720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332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2026</a:t>
            </a:r>
            <a:endParaRPr b="0" lang="en-HK" sz="1350" spc="-1" strike="noStrike">
              <a:latin typeface="Arial"/>
            </a:endParaRPr>
          </a:p>
        </p:txBody>
      </p:sp>
      <p:sp>
        <p:nvSpPr>
          <p:cNvPr id="52" name="Shape 7"/>
          <p:cNvSpPr/>
          <p:nvPr/>
        </p:nvSpPr>
        <p:spPr>
          <a:xfrm>
            <a:off x="1442520" y="6014160"/>
            <a:ext cx="187200" cy="18720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468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Ecological Science</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336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0"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5360" cy="453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f3e3b"/>
                </a:solidFill>
                <a:latin typeface="Sorts Mill Goudy"/>
                <a:ea typeface="Sorts Mill Goudy"/>
              </a:rPr>
              <a:t>Contents</a:t>
            </a:r>
            <a:endParaRPr b="0" lang="en-HK" sz="3600" spc="-1" strike="noStrike">
              <a:latin typeface="Arial"/>
            </a:endParaRPr>
          </a:p>
        </p:txBody>
      </p:sp>
      <p:sp>
        <p:nvSpPr>
          <p:cNvPr id="56" name="Shape 2"/>
          <p:cNvSpPr/>
          <p:nvPr/>
        </p:nvSpPr>
        <p:spPr>
          <a:xfrm>
            <a:off x="399960" y="140976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56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Introduction to Forest Biodiversity</a:t>
            </a:r>
            <a:endParaRPr b="0" lang="en-HK" sz="1500" spc="-1" strike="noStrike">
              <a:latin typeface="Arial"/>
            </a:endParaRPr>
          </a:p>
        </p:txBody>
      </p:sp>
      <p:sp>
        <p:nvSpPr>
          <p:cNvPr id="61" name="Text 7"/>
          <p:cNvSpPr/>
          <p:nvPr/>
        </p:nvSpPr>
        <p:spPr>
          <a:xfrm>
            <a:off x="1181160" y="1866960"/>
            <a:ext cx="32065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600" y="140976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600" y="140976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8960" y="1562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440" y="1562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440" y="1562040"/>
            <a:ext cx="294948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Structural Complexity</a:t>
            </a:r>
            <a:endParaRPr b="0" lang="en-HK" sz="1500" spc="-1" strike="noStrike">
              <a:latin typeface="Arial"/>
            </a:endParaRPr>
          </a:p>
        </p:txBody>
      </p:sp>
      <p:sp>
        <p:nvSpPr>
          <p:cNvPr id="67" name="Text 13"/>
          <p:cNvSpPr/>
          <p:nvPr/>
        </p:nvSpPr>
        <p:spPr>
          <a:xfrm>
            <a:off x="7048440" y="1866960"/>
            <a:ext cx="29304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7972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Species Interactions</a:t>
            </a:r>
            <a:endParaRPr b="0" lang="en-HK" sz="1500" spc="-1" strike="noStrike">
              <a:latin typeface="Arial"/>
            </a:endParaRPr>
          </a:p>
        </p:txBody>
      </p:sp>
      <p:sp>
        <p:nvSpPr>
          <p:cNvPr id="73" name="Text 19"/>
          <p:cNvSpPr/>
          <p:nvPr/>
        </p:nvSpPr>
        <p:spPr>
          <a:xfrm>
            <a:off x="1181160" y="3171960"/>
            <a:ext cx="27781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600" y="271476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600" y="271476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8960" y="2867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440" y="2867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440" y="2867040"/>
            <a:ext cx="27684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Disturbance Regimes</a:t>
            </a:r>
            <a:endParaRPr b="0" lang="en-HK" sz="1500" spc="-1" strike="noStrike">
              <a:latin typeface="Arial"/>
            </a:endParaRPr>
          </a:p>
        </p:txBody>
      </p:sp>
      <p:sp>
        <p:nvSpPr>
          <p:cNvPr id="79" name="Text 25"/>
          <p:cNvSpPr/>
          <p:nvPr/>
        </p:nvSpPr>
        <p:spPr>
          <a:xfrm>
            <a:off x="7048440" y="3171960"/>
            <a:ext cx="27493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472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Belowground Processes</a:t>
            </a:r>
            <a:endParaRPr b="0" lang="en-HK" sz="1500" spc="-1" strike="noStrike">
              <a:latin typeface="Arial"/>
            </a:endParaRPr>
          </a:p>
        </p:txBody>
      </p:sp>
      <p:sp>
        <p:nvSpPr>
          <p:cNvPr id="85" name="Text 31"/>
          <p:cNvSpPr/>
          <p:nvPr/>
        </p:nvSpPr>
        <p:spPr>
          <a:xfrm>
            <a:off x="1181160" y="4476600"/>
            <a:ext cx="28256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600" y="401940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600" y="401940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8960" y="4172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440" y="4172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440" y="4172040"/>
            <a:ext cx="249228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Animal-Mediated Processes</a:t>
            </a:r>
            <a:endParaRPr b="0" lang="en-HK" sz="1500" spc="-1" strike="noStrike">
              <a:latin typeface="Arial"/>
            </a:endParaRPr>
          </a:p>
        </p:txBody>
      </p:sp>
      <p:sp>
        <p:nvSpPr>
          <p:cNvPr id="91" name="Text 37"/>
          <p:cNvSpPr/>
          <p:nvPr/>
        </p:nvSpPr>
        <p:spPr>
          <a:xfrm>
            <a:off x="7048440" y="4476600"/>
            <a:ext cx="24732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088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Latitudinal Gradients</a:t>
            </a:r>
            <a:endParaRPr b="0" lang="en-HK" sz="1500" spc="-1" strike="noStrike">
              <a:latin typeface="Arial"/>
            </a:endParaRPr>
          </a:p>
        </p:txBody>
      </p:sp>
      <p:sp>
        <p:nvSpPr>
          <p:cNvPr id="97" name="Text 43"/>
          <p:cNvSpPr/>
          <p:nvPr/>
        </p:nvSpPr>
        <p:spPr>
          <a:xfrm>
            <a:off x="1181160" y="5781600"/>
            <a:ext cx="27018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600" y="5324400"/>
            <a:ext cx="5540400" cy="114912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600" y="5324400"/>
            <a:ext cx="34920" cy="114912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8960" y="5477040"/>
            <a:ext cx="453960" cy="45396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440" y="5477040"/>
            <a:ext cx="549360" cy="453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440" y="5477040"/>
            <a:ext cx="301608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Conservation Implications</a:t>
            </a:r>
            <a:endParaRPr b="0" lang="en-HK" sz="1500" spc="-1" strike="noStrike">
              <a:latin typeface="Arial"/>
            </a:endParaRPr>
          </a:p>
        </p:txBody>
      </p:sp>
      <p:sp>
        <p:nvSpPr>
          <p:cNvPr id="103" name="Text 49"/>
          <p:cNvSpPr/>
          <p:nvPr/>
        </p:nvSpPr>
        <p:spPr>
          <a:xfrm>
            <a:off x="7048440" y="5781600"/>
            <a:ext cx="29970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04" name="Text 0"/>
          <p:cNvSpPr/>
          <p:nvPr/>
        </p:nvSpPr>
        <p:spPr>
          <a:xfrm>
            <a:off x="380880" y="380880"/>
            <a:ext cx="1149336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0"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598120" cy="3776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Forests as Biodiversity Reservoirs</a:t>
            </a:r>
            <a:endParaRPr b="0" lang="en-HK" sz="2700" spc="-1" strike="noStrike">
              <a:latin typeface="Arial"/>
            </a:endParaRPr>
          </a:p>
        </p:txBody>
      </p:sp>
      <p:sp>
        <p:nvSpPr>
          <p:cNvPr id="106" name="Text 2"/>
          <p:cNvSpPr/>
          <p:nvPr/>
        </p:nvSpPr>
        <p:spPr>
          <a:xfrm>
            <a:off x="380880" y="1143000"/>
            <a:ext cx="115124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endParaRPr b="0" lang="en-HK" sz="1350" spc="-1" strike="noStrike">
              <a:latin typeface="Arial"/>
            </a:endParaRPr>
          </a:p>
        </p:txBody>
      </p:sp>
      <p:sp>
        <p:nvSpPr>
          <p:cNvPr id="107" name="Shape 3"/>
          <p:cNvSpPr/>
          <p:nvPr/>
        </p:nvSpPr>
        <p:spPr>
          <a:xfrm>
            <a:off x="399960" y="1638360"/>
            <a:ext cx="7521480" cy="235908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4920" cy="235908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87200" cy="18720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786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19784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19784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1480" cy="174924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4920" cy="174924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3440" cy="18720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7860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197840" cy="98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3280" y="1638360"/>
            <a:ext cx="3654360" cy="136836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080" y="1828800"/>
            <a:ext cx="3502080" cy="453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080" y="2362320"/>
            <a:ext cx="33494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080" y="2629080"/>
            <a:ext cx="334008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3280" y="3162240"/>
            <a:ext cx="3654360" cy="136836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080" y="3352680"/>
            <a:ext cx="3502080" cy="453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080" y="3886200"/>
            <a:ext cx="33494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080" y="4152960"/>
            <a:ext cx="334008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280" y="4686480"/>
            <a:ext cx="3654360" cy="190188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080" y="4876920"/>
            <a:ext cx="335916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2520" y="5295960"/>
            <a:ext cx="129960" cy="14904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0480" y="5257800"/>
            <a:ext cx="14828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2520" y="5600880"/>
            <a:ext cx="129960" cy="14904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0480" y="5562720"/>
            <a:ext cx="118728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2520" y="5905440"/>
            <a:ext cx="129960" cy="14904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0480" y="5867280"/>
            <a:ext cx="10350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2520" y="6210360"/>
            <a:ext cx="129960" cy="14904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0480" y="6172200"/>
            <a:ext cx="12729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3360" cy="18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0"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598120" cy="3776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24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78440" cy="266364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87200" cy="18720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4640" cy="26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3880" cy="98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397560" cy="79704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6896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1640" cy="218736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1640" cy="3492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77640" cy="37764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68120" cy="16812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588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1640" cy="218736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1640" cy="3492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77640" cy="37764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600" y="4676760"/>
            <a:ext cx="168120" cy="16812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5680" y="4629240"/>
            <a:ext cx="160632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30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360" y="1562040"/>
            <a:ext cx="4454640" cy="296856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360" y="1562040"/>
            <a:ext cx="4454640" cy="296856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360" y="4686480"/>
            <a:ext cx="4454640" cy="190188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3800" y="4876920"/>
            <a:ext cx="415908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200" y="5315040"/>
            <a:ext cx="111240" cy="11124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0840" y="5257800"/>
            <a:ext cx="35496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200" y="5619600"/>
            <a:ext cx="111240" cy="11124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0840" y="5562720"/>
            <a:ext cx="350208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200" y="5924520"/>
            <a:ext cx="111240" cy="11124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0840" y="5867280"/>
            <a:ext cx="324468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200" y="6229440"/>
            <a:ext cx="111240" cy="11124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0840" y="6172200"/>
            <a:ext cx="335916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77" name="Text 0"/>
          <p:cNvSpPr/>
          <p:nvPr/>
        </p:nvSpPr>
        <p:spPr>
          <a:xfrm>
            <a:off x="317520" y="317520"/>
            <a:ext cx="1160928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69676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5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0080" cy="318780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176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592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2560" cy="53640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0920" cy="25092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6360" cy="250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15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360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2560" cy="53640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0920" cy="25092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6360" cy="250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40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61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2560" cy="53640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0920" cy="25092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6360" cy="250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404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612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280" y="1301760"/>
            <a:ext cx="5680080" cy="764856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280" y="1301760"/>
            <a:ext cx="5680080" cy="764856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280" y="9079200"/>
            <a:ext cx="5680080" cy="133020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040" y="9237960"/>
            <a:ext cx="54338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5880" y="9587160"/>
            <a:ext cx="123840" cy="12384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160" y="9555480"/>
            <a:ext cx="41958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5880" y="9841320"/>
            <a:ext cx="123840" cy="12384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160" y="9809640"/>
            <a:ext cx="42354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5880" y="10095120"/>
            <a:ext cx="123840" cy="12384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160" y="10063440"/>
            <a:ext cx="401328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3760" cy="173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72"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0960" cy="350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140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4560" cy="333648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29600" cy="24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1960" cy="68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6160" cy="84492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0600" cy="13824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479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5680" cy="350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080" y="2809440"/>
            <a:ext cx="3566160" cy="84492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560" y="2950920"/>
            <a:ext cx="138240" cy="13824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6680" y="2915640"/>
            <a:ext cx="32479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09920" y="3198240"/>
            <a:ext cx="3415680" cy="350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6160" cy="84492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38240" cy="13824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479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5680" cy="350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080" y="3763440"/>
            <a:ext cx="3566160" cy="84492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560" y="3904920"/>
            <a:ext cx="102600" cy="13824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6680" y="3869640"/>
            <a:ext cx="32479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09920" y="4152240"/>
            <a:ext cx="3415680" cy="350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4560" cy="139248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29600" cy="24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1960" cy="68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200" y="1449000"/>
            <a:ext cx="3707280" cy="162252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1960" y="1625760"/>
            <a:ext cx="343332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1960" y="1978920"/>
            <a:ext cx="3424680" cy="91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200" y="3215880"/>
            <a:ext cx="3707280" cy="218772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1960" y="3392640"/>
            <a:ext cx="343332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4320" y="3781440"/>
            <a:ext cx="138240" cy="13824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2680" y="3745800"/>
            <a:ext cx="3239280" cy="420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4320" y="4311360"/>
            <a:ext cx="138240" cy="13824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2680" y="4276080"/>
            <a:ext cx="3239280" cy="420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000" y="4841640"/>
            <a:ext cx="138240" cy="13824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89520" y="4806000"/>
            <a:ext cx="3239280" cy="420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200" y="5548320"/>
            <a:ext cx="3707280" cy="109224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120" y="5689440"/>
            <a:ext cx="3583800" cy="35028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1400" y="6078240"/>
            <a:ext cx="3495240" cy="208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5720" y="6325560"/>
            <a:ext cx="3486600" cy="173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168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72"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47800" cy="3459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68960" cy="241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3360" cy="242280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4920" cy="17136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3480" cy="241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4000" cy="67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1480" cy="90432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196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2960" cy="34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1480" cy="90432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196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2960" cy="34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3360" cy="268488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1640" cy="241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4160" cy="59004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5960" cy="34596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18800" cy="13644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8908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044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4160" cy="59004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5960" cy="34596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18800" cy="13644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09860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8996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4160" cy="59004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5960" cy="34596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6440" cy="13644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520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656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080" y="1431360"/>
            <a:ext cx="5643360" cy="223092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6680" y="1605960"/>
            <a:ext cx="5372640" cy="241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6680" y="1954800"/>
            <a:ext cx="5364000" cy="450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89640" y="2548440"/>
            <a:ext cx="136440" cy="13644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080" y="2513520"/>
            <a:ext cx="5119560" cy="415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320" y="3036960"/>
            <a:ext cx="136440" cy="13644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120" y="3002040"/>
            <a:ext cx="466596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320" y="3316320"/>
            <a:ext cx="136440" cy="13644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120" y="3281400"/>
            <a:ext cx="3775680" cy="206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080" y="3805200"/>
            <a:ext cx="5643360" cy="186444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6680" y="3979800"/>
            <a:ext cx="5372640" cy="241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6680" y="4328640"/>
            <a:ext cx="5364000" cy="67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6680" y="5114160"/>
            <a:ext cx="5294160" cy="38088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440" y="5218920"/>
            <a:ext cx="5145840" cy="171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080" y="5812200"/>
            <a:ext cx="5643360" cy="83448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240" y="5951880"/>
            <a:ext cx="5495040" cy="311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6840" y="6301080"/>
            <a:ext cx="5433840" cy="206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544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69"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67960" cy="333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236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17960" cy="228240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560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4904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58000" cy="103860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3560" cy="19836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3360" cy="19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5080" cy="333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58000" cy="103860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240" y="2554200"/>
            <a:ext cx="147960" cy="19836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3360" cy="19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5080" cy="333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440" y="2453400"/>
            <a:ext cx="2358000" cy="103860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440" y="2554200"/>
            <a:ext cx="198360" cy="19836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5760" y="2823120"/>
            <a:ext cx="2223360" cy="19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080" y="3058560"/>
            <a:ext cx="2215080" cy="333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4360" cy="271908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104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276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160" y="3798000"/>
            <a:ext cx="3744360" cy="271908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8800" y="3932280"/>
            <a:ext cx="355104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8800" y="4268520"/>
            <a:ext cx="354276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8800" y="4806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8800" y="5058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8800" y="5310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8800" y="5562360"/>
            <a:ext cx="354276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280" y="1378080"/>
            <a:ext cx="3727440" cy="167724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040" y="1546200"/>
            <a:ext cx="346716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040" y="1882080"/>
            <a:ext cx="345852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0960" y="2453400"/>
            <a:ext cx="131040" cy="13104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29480" y="2419920"/>
            <a:ext cx="224028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0960" y="2722320"/>
            <a:ext cx="131040" cy="13104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29480" y="2688840"/>
            <a:ext cx="309744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280" y="3192840"/>
            <a:ext cx="3727440" cy="214776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040" y="3360960"/>
            <a:ext cx="346716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040" y="3697200"/>
            <a:ext cx="3391200" cy="60156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4840" y="3798000"/>
            <a:ext cx="325692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4840" y="4033080"/>
            <a:ext cx="324864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040" y="4402800"/>
            <a:ext cx="3391200" cy="76968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4840" y="4503600"/>
            <a:ext cx="325692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4840" y="4739040"/>
            <a:ext cx="324864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280" y="5478480"/>
            <a:ext cx="3727440" cy="80352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7560" y="5612760"/>
            <a:ext cx="3584520" cy="299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080" y="5949000"/>
            <a:ext cx="3525840" cy="19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5672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72"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1760" cy="343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4000" cy="239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2640" cy="240408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2720" cy="239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5440" cy="67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77240" cy="89748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69520" cy="204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0520" cy="34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77240" cy="89748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69520" cy="204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0520" cy="34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2640" cy="266364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2720" cy="239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5960" cy="58572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3200" cy="15264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19520" cy="204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08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5960" cy="58572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3200" cy="15264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4480" cy="204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584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5960" cy="58572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3200" cy="15264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2320" cy="204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36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199920" y="1420200"/>
            <a:ext cx="5642640" cy="210960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080" y="1593360"/>
            <a:ext cx="5374080" cy="239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080" y="1939680"/>
            <a:ext cx="2594520" cy="65484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120" y="2043720"/>
            <a:ext cx="2490480" cy="273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120" y="2320560"/>
            <a:ext cx="24472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4880" y="1939680"/>
            <a:ext cx="2594520" cy="65484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8560" y="2043720"/>
            <a:ext cx="2490480" cy="273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8560" y="2320560"/>
            <a:ext cx="24472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080" y="2701800"/>
            <a:ext cx="2594520" cy="65484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120" y="2805480"/>
            <a:ext cx="2490480" cy="273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120" y="3082680"/>
            <a:ext cx="24472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4880" y="2701800"/>
            <a:ext cx="2594520" cy="65484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8560" y="2805480"/>
            <a:ext cx="2490480" cy="273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8560" y="3082680"/>
            <a:ext cx="24472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199920" y="3671280"/>
            <a:ext cx="5642640" cy="159012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080" y="3844800"/>
            <a:ext cx="5374080" cy="239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080" y="4191120"/>
            <a:ext cx="75024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69760" y="4208400"/>
            <a:ext cx="3564360" cy="13536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69760" y="4208400"/>
            <a:ext cx="888480" cy="13536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040" y="4191120"/>
            <a:ext cx="8884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080" y="4467960"/>
            <a:ext cx="75024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69760" y="4485240"/>
            <a:ext cx="3564360" cy="13536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69760" y="4485240"/>
            <a:ext cx="2672280" cy="13536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040" y="4467960"/>
            <a:ext cx="888480" cy="169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080" y="4745160"/>
            <a:ext cx="5356800" cy="34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199920" y="5403240"/>
            <a:ext cx="5642640" cy="82800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360" y="5541840"/>
            <a:ext cx="5495400" cy="3085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3960" y="5888160"/>
            <a:ext cx="5434560" cy="2044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783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66"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0480" cy="3312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4880" cy="230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5400" cy="247212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448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77920" cy="431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3840" cy="123444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398160" cy="39816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4160" cy="16416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028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2000" cy="331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3840" cy="123444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398160" cy="39816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2920" cy="16416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028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2000" cy="331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320" y="2441880"/>
            <a:ext cx="2103840" cy="123444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360" y="2541960"/>
            <a:ext cx="398160" cy="39816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7720" y="2659320"/>
            <a:ext cx="164160" cy="16416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280" y="3010320"/>
            <a:ext cx="197028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600" y="3244680"/>
            <a:ext cx="1962000" cy="331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5400" cy="268092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4480" cy="230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77920" cy="214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2760" cy="130140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47240" cy="13068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484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2760" cy="130140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47240" cy="13068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240" y="4967280"/>
            <a:ext cx="281484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36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600" y="1371240"/>
            <a:ext cx="4503960" cy="198684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4640" y="1538640"/>
            <a:ext cx="4244760" cy="230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4640" y="1873080"/>
            <a:ext cx="4236480" cy="214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560" y="2224440"/>
            <a:ext cx="130680" cy="13068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000" y="2190960"/>
            <a:ext cx="24804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560" y="2491920"/>
            <a:ext cx="130680" cy="13068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000" y="2458440"/>
            <a:ext cx="303228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560" y="2759400"/>
            <a:ext cx="130680" cy="13068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000" y="2725920"/>
            <a:ext cx="20955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560" y="3027240"/>
            <a:ext cx="130680" cy="13068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000" y="2993760"/>
            <a:ext cx="26892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600" y="3495240"/>
            <a:ext cx="4503960" cy="222948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4640" y="3662640"/>
            <a:ext cx="4244760" cy="230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4640" y="3997080"/>
            <a:ext cx="4169520" cy="58212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080" y="4097520"/>
            <a:ext cx="4027320" cy="38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4640" y="4678560"/>
            <a:ext cx="4169520" cy="38988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080" y="4779000"/>
            <a:ext cx="4027320" cy="189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4640" y="5169960"/>
            <a:ext cx="4169520" cy="38988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080" y="5270400"/>
            <a:ext cx="4027320" cy="189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600" y="5861880"/>
            <a:ext cx="4503960" cy="79956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520" y="5995800"/>
            <a:ext cx="4361760" cy="2977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7680" y="6330240"/>
            <a:ext cx="430344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0928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696760" cy="3142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512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0080" cy="267948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176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5920" cy="82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2560" cy="109224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2120" cy="615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420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0080" cy="357660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1760" cy="218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2560" cy="53640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4280" cy="31428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77640" cy="314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080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288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2560" cy="53640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4280" cy="31428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77640" cy="314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291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1240" cy="15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280" y="1301760"/>
            <a:ext cx="5680080" cy="378288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280" y="1301760"/>
            <a:ext cx="5680080" cy="378288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280" y="5217480"/>
            <a:ext cx="5680080" cy="158436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040" y="5376240"/>
            <a:ext cx="5433840" cy="218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5880" y="5725440"/>
            <a:ext cx="123840" cy="12384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160" y="5693760"/>
            <a:ext cx="40053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5880" y="5979600"/>
            <a:ext cx="123840" cy="12384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160" y="5947920"/>
            <a:ext cx="421956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3800" y="6233400"/>
            <a:ext cx="108000" cy="12384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160" y="6201720"/>
            <a:ext cx="36637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040" y="6487560"/>
            <a:ext cx="155520" cy="12384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160" y="6455880"/>
            <a:ext cx="3759120" cy="187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280" y="6932160"/>
            <a:ext cx="5680080" cy="75888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600" y="7058880"/>
            <a:ext cx="5545080" cy="2826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6680" y="7376400"/>
            <a:ext cx="5489640" cy="187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52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72"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2040" cy="3495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284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6000" cy="221832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1400" cy="24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3760" cy="45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1800" cy="91368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08440" cy="20844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0680" cy="20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1680" cy="17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1800" cy="91368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08440" cy="20844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0680" cy="20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1680" cy="17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0960" y="2574000"/>
            <a:ext cx="2341800" cy="91368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7640" y="2679840"/>
            <a:ext cx="208440" cy="20844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520" y="2962080"/>
            <a:ext cx="2200680" cy="20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5840" y="3209040"/>
            <a:ext cx="2191680" cy="173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5640" cy="304704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29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3760" cy="45504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42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5560" cy="137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3760" cy="45504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42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5560" cy="137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3760" cy="45504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42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5560" cy="137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2800" y="3808440"/>
            <a:ext cx="3725640" cy="304704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3920" y="3949560"/>
            <a:ext cx="35229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3920" y="4302000"/>
            <a:ext cx="3443760" cy="31428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480" y="4372560"/>
            <a:ext cx="49032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240" y="4372560"/>
            <a:ext cx="17424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3920" y="4725000"/>
            <a:ext cx="3443760" cy="31428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480" y="4795560"/>
            <a:ext cx="64044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400" y="4795560"/>
            <a:ext cx="197136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3920" y="5148360"/>
            <a:ext cx="3443760" cy="31428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480" y="5218920"/>
            <a:ext cx="39348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4920" y="5218920"/>
            <a:ext cx="1821600" cy="17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3920" y="5571360"/>
            <a:ext cx="3496680" cy="137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8800" y="1445760"/>
            <a:ext cx="3708000" cy="195372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4840" y="1622160"/>
            <a:ext cx="34347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4840" y="1974600"/>
            <a:ext cx="3426120" cy="226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160" y="2345040"/>
            <a:ext cx="120240" cy="13788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5520" y="2309760"/>
            <a:ext cx="3205800" cy="419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2480" y="2838600"/>
            <a:ext cx="102600" cy="13788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19760" y="2803320"/>
            <a:ext cx="3214440" cy="419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8800" y="3543840"/>
            <a:ext cx="3708000" cy="232416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4840" y="3720240"/>
            <a:ext cx="34347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4840" y="4072680"/>
            <a:ext cx="3426120" cy="45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1480" y="4672440"/>
            <a:ext cx="120240" cy="13788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1800" y="4637160"/>
            <a:ext cx="1856880" cy="20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1480" y="4954320"/>
            <a:ext cx="120240" cy="13788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1800" y="4919040"/>
            <a:ext cx="1839240" cy="20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1480" y="5236560"/>
            <a:ext cx="120240" cy="13788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1800" y="5201280"/>
            <a:ext cx="1283760" cy="20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1480" y="5518440"/>
            <a:ext cx="120240" cy="13788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1800" y="5483160"/>
            <a:ext cx="1945080" cy="208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8800" y="6012360"/>
            <a:ext cx="3708000" cy="84312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3680" y="6153480"/>
            <a:ext cx="3558240" cy="3142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4280" y="6505920"/>
            <a:ext cx="3496680" cy="20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3160" cy="15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1360" cy="317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19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5760" cy="229068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57320" cy="15732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440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19080" cy="622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5000" cy="89496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2400" cy="41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4120" cy="15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5760" cy="365436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49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5000" cy="70272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197280" cy="15732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2984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1560" cy="317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5000" cy="70272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57320" cy="15732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2984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1560" cy="317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5000" cy="54216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197280" cy="15732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388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5600" cy="157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360" y="1315440"/>
            <a:ext cx="5675760" cy="318924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360" y="1315440"/>
            <a:ext cx="5675760" cy="318924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360" y="4638240"/>
            <a:ext cx="5675760" cy="185760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560" y="4798440"/>
            <a:ext cx="54270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560" y="5119560"/>
            <a:ext cx="5419080" cy="41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600" y="5664960"/>
            <a:ext cx="92880" cy="12492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200" y="5632920"/>
            <a:ext cx="258768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600" y="5921640"/>
            <a:ext cx="92880" cy="12492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200" y="5889600"/>
            <a:ext cx="293256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600" y="6178320"/>
            <a:ext cx="92880" cy="12492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200" y="6146280"/>
            <a:ext cx="2700000" cy="189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360" y="6627240"/>
            <a:ext cx="5675760" cy="76680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400" y="6755760"/>
            <a:ext cx="5539320" cy="285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480" y="7076520"/>
            <a:ext cx="5483160" cy="189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544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69"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67960" cy="333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236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17960" cy="216468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5600" cy="23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4904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6240" cy="92088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464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6000" cy="383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160" y="2453400"/>
            <a:ext cx="3576240" cy="92088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8800" y="2588040"/>
            <a:ext cx="3374640" cy="198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8800" y="2856960"/>
            <a:ext cx="3366000" cy="383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4360" cy="296280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4360" cy="3024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3640" cy="16488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3940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276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41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160" y="3692880"/>
            <a:ext cx="3744360" cy="296280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160" y="3692880"/>
            <a:ext cx="3744360" cy="3024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240" y="3877920"/>
            <a:ext cx="185760" cy="16488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480" y="3844080"/>
            <a:ext cx="97992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8800" y="4180320"/>
            <a:ext cx="3542760" cy="433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8800" y="4684320"/>
            <a:ext cx="35341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280" y="1378080"/>
            <a:ext cx="3727440" cy="160992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280" y="1378080"/>
            <a:ext cx="3727440" cy="160992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280" y="3125880"/>
            <a:ext cx="3727440" cy="258480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040" y="3293640"/>
            <a:ext cx="3467160" cy="232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5760" y="3663360"/>
            <a:ext cx="147960" cy="13104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8760" y="3629880"/>
            <a:ext cx="3223440" cy="39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080" y="4167720"/>
            <a:ext cx="147960" cy="13104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000" y="4133880"/>
            <a:ext cx="3206520" cy="39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5760" y="4671720"/>
            <a:ext cx="147960" cy="13104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29840" y="4638240"/>
            <a:ext cx="3214800" cy="39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8360" y="5176080"/>
            <a:ext cx="147960" cy="13104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1800" y="5142240"/>
            <a:ext cx="3198240" cy="39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280" y="5848200"/>
            <a:ext cx="3727440" cy="80352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7560" y="5982480"/>
            <a:ext cx="3584520" cy="299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080" y="6318720"/>
            <a:ext cx="3525840" cy="198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5984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63"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87400" cy="320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46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2520" cy="251928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29880" cy="223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3680" cy="62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48880" cy="111240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4840" cy="62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69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4120" cy="345708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4120" cy="2916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38000" cy="223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2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376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3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4120" cy="345708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4120" cy="2916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38000" cy="223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2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376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3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600" y="3993840"/>
            <a:ext cx="1824120" cy="345708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600" y="3993840"/>
            <a:ext cx="1824120" cy="2916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480" y="4139280"/>
            <a:ext cx="1638000" cy="223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299840" y="4446720"/>
            <a:ext cx="1152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299840" y="46569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299840" y="4899600"/>
            <a:ext cx="65376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299840" y="510948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299840" y="5352120"/>
            <a:ext cx="513720" cy="122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299840" y="5562360"/>
            <a:ext cx="1621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280" y="1325880"/>
            <a:ext cx="5672520" cy="368352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280" y="1325880"/>
            <a:ext cx="5672520" cy="368352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280" y="5138640"/>
            <a:ext cx="5672520" cy="140364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2920" y="5300640"/>
            <a:ext cx="542160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2920" y="5623920"/>
            <a:ext cx="5413680" cy="20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120" y="5963400"/>
            <a:ext cx="126000" cy="12600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360" y="5931000"/>
            <a:ext cx="41522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120" y="6222240"/>
            <a:ext cx="126000" cy="12600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360" y="6189840"/>
            <a:ext cx="394236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280" y="6674760"/>
            <a:ext cx="5672520" cy="77292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040" y="6804360"/>
            <a:ext cx="5535000" cy="2876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120" y="7127640"/>
            <a:ext cx="5478480" cy="190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869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66"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77680" cy="326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35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68200" cy="331056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0880" cy="227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4320" cy="639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38440" cy="55728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6720" cy="14508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540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271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38440" cy="55728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5080" cy="14508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344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5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38440" cy="55728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5080" cy="14508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6964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13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68200" cy="205776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0880" cy="227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4320" cy="21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4160" cy="52416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4760" cy="19476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488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1640" cy="16164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4160" cy="52416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19240" cy="19476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488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1640" cy="16164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040" y="5605560"/>
            <a:ext cx="524160" cy="52416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2920" y="5770440"/>
            <a:ext cx="194760" cy="19476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1960" y="6199200"/>
            <a:ext cx="169488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240" y="1351800"/>
            <a:ext cx="5668200" cy="190908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120" y="1516680"/>
            <a:ext cx="54126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120" y="1846440"/>
            <a:ext cx="5404320" cy="42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6680" y="2406960"/>
            <a:ext cx="128520" cy="12852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0880" y="2374200"/>
            <a:ext cx="172800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6680" y="2670840"/>
            <a:ext cx="128520" cy="12852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0880" y="2637720"/>
            <a:ext cx="179388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6680" y="2934720"/>
            <a:ext cx="128520" cy="12852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0880" y="2901600"/>
            <a:ext cx="194220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240" y="3396240"/>
            <a:ext cx="5668200" cy="253584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120" y="3561120"/>
            <a:ext cx="54126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120" y="3890880"/>
            <a:ext cx="5338440" cy="59040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120" y="3989880"/>
            <a:ext cx="520668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120" y="4220640"/>
            <a:ext cx="519840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120" y="4583160"/>
            <a:ext cx="5338440" cy="118368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120" y="4682160"/>
            <a:ext cx="5206680" cy="194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120" y="4912920"/>
            <a:ext cx="519840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120" y="5110920"/>
            <a:ext cx="519840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120" y="5308920"/>
            <a:ext cx="519840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120" y="5506560"/>
            <a:ext cx="519840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240" y="6067080"/>
            <a:ext cx="5668200" cy="78804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440" y="6199200"/>
            <a:ext cx="5528160" cy="293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240" y="6528600"/>
            <a:ext cx="5470560" cy="1947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0676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63"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4240" cy="315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26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3520" cy="242064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44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88640" cy="411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1080" cy="124056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08360" cy="12420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0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320" y="2328480"/>
            <a:ext cx="3601080" cy="124056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600" y="2487960"/>
            <a:ext cx="124200" cy="12420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240" y="2455920"/>
            <a:ext cx="3250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4760" y="271116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4760" y="290232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4760" y="309384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4760" y="3285360"/>
            <a:ext cx="34016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0560" cy="299484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6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5320" cy="69840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775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69600" cy="31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5320" cy="69840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775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69600" cy="31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320" y="3859200"/>
            <a:ext cx="3760560" cy="299484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4760" y="3987000"/>
            <a:ext cx="3576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600" y="4337640"/>
            <a:ext cx="124200" cy="12420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7960" y="4305960"/>
            <a:ext cx="28353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600" y="4592880"/>
            <a:ext cx="124200" cy="12420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7960" y="4561200"/>
            <a:ext cx="23011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600" y="4848120"/>
            <a:ext cx="124200" cy="12420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7960" y="4816080"/>
            <a:ext cx="21495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600" y="5103360"/>
            <a:ext cx="124200" cy="12420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7960" y="5071320"/>
            <a:ext cx="22611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360" y="1307880"/>
            <a:ext cx="3744360" cy="197424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6840" y="1467360"/>
            <a:ext cx="34974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4760" y="1818000"/>
            <a:ext cx="124200" cy="12420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000" y="1786320"/>
            <a:ext cx="3273840" cy="37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0800" y="2296440"/>
            <a:ext cx="124200" cy="12420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5920" y="2264400"/>
            <a:ext cx="3290040" cy="37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4760" y="2774880"/>
            <a:ext cx="124200" cy="12420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040" y="2742840"/>
            <a:ext cx="3282120" cy="37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360" y="3412800"/>
            <a:ext cx="3744360" cy="254844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6840" y="3572280"/>
            <a:ext cx="34974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6840" y="3891240"/>
            <a:ext cx="3425400" cy="57096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2600" y="3987000"/>
            <a:ext cx="32979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2600" y="4210200"/>
            <a:ext cx="3290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6840" y="4561200"/>
            <a:ext cx="3425400" cy="57096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2600" y="4656600"/>
            <a:ext cx="32979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2600" y="4880160"/>
            <a:ext cx="3290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6840" y="5230800"/>
            <a:ext cx="3425400" cy="57096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2600" y="5326560"/>
            <a:ext cx="32979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2600" y="5549760"/>
            <a:ext cx="3290040" cy="15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360" y="6091920"/>
            <a:ext cx="3744360" cy="76212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040" y="6219720"/>
            <a:ext cx="3609000" cy="283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120" y="6538680"/>
            <a:ext cx="3553200" cy="188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8888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88880" cy="685476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2960" cy="37764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684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94"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798040" cy="11397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69440" cy="169236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07280" cy="123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49320" cy="113976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5360" cy="22536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04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07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49320" cy="113976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5360" cy="22536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04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07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400" y="4087440"/>
            <a:ext cx="2749320" cy="113976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480" y="4239720"/>
            <a:ext cx="225360" cy="22536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040" y="4544640"/>
            <a:ext cx="2530440" cy="263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040" y="4849560"/>
            <a:ext cx="252072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69440" cy="121608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6880" cy="16812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7997760" cy="834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34</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2026-04-21T03:08:48Z</dcterms:modified>
  <cp:revision>5</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