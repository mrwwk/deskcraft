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DA74267F-C3E6-442F-A302-CDB0979C59AC}"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3880" cy="3083760"/>
          </a:xfrm>
          <a:prstGeom prst="rect">
            <a:avLst/>
          </a:prstGeom>
          <a:ln w="0">
            <a:noFill/>
          </a:ln>
        </p:spPr>
      </p:sp>
      <p:sp>
        <p:nvSpPr>
          <p:cNvPr id="82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7A520D3-5273-443D-8782-91C96A0AB01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3880" cy="3083760"/>
          </a:xfrm>
          <a:prstGeom prst="rect">
            <a:avLst/>
          </a:prstGeom>
          <a:ln w="0">
            <a:noFill/>
          </a:ln>
        </p:spPr>
      </p:sp>
      <p:sp>
        <p:nvSpPr>
          <p:cNvPr id="82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653C5F-AA7E-43F5-9085-2C6D95FE6D1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3880" cy="3083760"/>
          </a:xfrm>
          <a:prstGeom prst="rect">
            <a:avLst/>
          </a:prstGeom>
          <a:ln w="0">
            <a:noFill/>
          </a:ln>
        </p:spPr>
      </p:sp>
      <p:sp>
        <p:nvSpPr>
          <p:cNvPr id="826"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27" name="PlaceHolder 3"/>
          <p:cNvSpPr>
            <a:spLocks noGrp="1"/>
          </p:cNvSpPr>
          <p:nvPr>
            <p:ph type="sldNum" idx="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74B7D9D-A07E-4ADA-9DCB-C721B63EB55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3880" cy="3083760"/>
          </a:xfrm>
          <a:prstGeom prst="rect">
            <a:avLst/>
          </a:prstGeom>
          <a:ln w="0">
            <a:noFill/>
          </a:ln>
        </p:spPr>
      </p:sp>
      <p:sp>
        <p:nvSpPr>
          <p:cNvPr id="829"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D57996D-81A8-43A7-A14E-CA4354A64BD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3880" cy="3083760"/>
          </a:xfrm>
          <a:prstGeom prst="rect">
            <a:avLst/>
          </a:prstGeom>
          <a:ln w="0">
            <a:noFill/>
          </a:ln>
        </p:spPr>
      </p:sp>
      <p:sp>
        <p:nvSpPr>
          <p:cNvPr id="832"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45FD8ED-4DCB-48AA-A759-E16E6A0AD08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3880" cy="3083760"/>
          </a:xfrm>
          <a:prstGeom prst="rect">
            <a:avLst/>
          </a:prstGeom>
          <a:ln w="0">
            <a:noFill/>
          </a:ln>
        </p:spPr>
      </p:sp>
      <p:sp>
        <p:nvSpPr>
          <p:cNvPr id="83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AA6F298-C1FD-45E7-896D-13B5FB2CB47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3880" cy="3083760"/>
          </a:xfrm>
          <a:prstGeom prst="rect">
            <a:avLst/>
          </a:prstGeom>
          <a:ln w="0">
            <a:noFill/>
          </a:ln>
        </p:spPr>
      </p:sp>
      <p:sp>
        <p:nvSpPr>
          <p:cNvPr id="83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2537301-BC1C-43D4-8529-FAB87E64F14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3880" cy="3083760"/>
          </a:xfrm>
          <a:prstGeom prst="rect">
            <a:avLst/>
          </a:prstGeom>
          <a:ln w="0">
            <a:noFill/>
          </a:ln>
        </p:spPr>
      </p:sp>
      <p:sp>
        <p:nvSpPr>
          <p:cNvPr id="84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11D1DC0-D431-40A6-9CD0-2E126CED79C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3880" cy="3083760"/>
          </a:xfrm>
          <a:prstGeom prst="rect">
            <a:avLst/>
          </a:prstGeom>
          <a:ln w="0">
            <a:noFill/>
          </a:ln>
        </p:spPr>
      </p:sp>
      <p:sp>
        <p:nvSpPr>
          <p:cNvPr id="84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216D1DB-FACA-4DF0-B8B9-A7DB257DF8A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3880" cy="3083760"/>
          </a:xfrm>
          <a:prstGeom prst="rect">
            <a:avLst/>
          </a:prstGeom>
          <a:ln w="0">
            <a:noFill/>
          </a:ln>
        </p:spPr>
      </p:sp>
      <p:sp>
        <p:nvSpPr>
          <p:cNvPr id="84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29E4446-8B47-4A11-8B76-3C3762452D5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3880" cy="3083760"/>
          </a:xfrm>
          <a:prstGeom prst="rect">
            <a:avLst/>
          </a:prstGeom>
          <a:ln w="0">
            <a:noFill/>
          </a:ln>
        </p:spPr>
      </p:sp>
      <p:sp>
        <p:nvSpPr>
          <p:cNvPr id="85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4A8FE0-4A8D-4C26-A2B6-9163151A66F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3880" cy="3083760"/>
          </a:xfrm>
          <a:prstGeom prst="rect">
            <a:avLst/>
          </a:prstGeom>
          <a:ln w="0">
            <a:noFill/>
          </a:ln>
        </p:spPr>
      </p:sp>
      <p:sp>
        <p:nvSpPr>
          <p:cNvPr id="85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16075A2-E426-4F34-908F-4F643BF3207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3880" cy="3083760"/>
          </a:xfrm>
          <a:prstGeom prst="rect">
            <a:avLst/>
          </a:prstGeom>
          <a:ln w="0">
            <a:noFill/>
          </a:ln>
        </p:spPr>
      </p:sp>
      <p:sp>
        <p:nvSpPr>
          <p:cNvPr id="856"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814B6A4-E4D0-4FC5-B53B-F708F3E5187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3880" cy="3083760"/>
          </a:xfrm>
          <a:prstGeom prst="rect">
            <a:avLst/>
          </a:prstGeom>
          <a:ln w="0">
            <a:noFill/>
          </a:ln>
        </p:spPr>
      </p:sp>
      <p:sp>
        <p:nvSpPr>
          <p:cNvPr id="859"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2B8310D-35D7-47F9-A4A3-6B552BF90A1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3880" cy="3083760"/>
          </a:xfrm>
          <a:prstGeom prst="rect">
            <a:avLst/>
          </a:prstGeom>
          <a:ln w="0">
            <a:noFill/>
          </a:ln>
        </p:spPr>
      </p:sp>
      <p:sp>
        <p:nvSpPr>
          <p:cNvPr id="862"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C1A619-B517-4E1D-BBC8-8190F408623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3880" cy="3083760"/>
          </a:xfrm>
          <a:prstGeom prst="rect">
            <a:avLst/>
          </a:prstGeom>
          <a:ln w="0">
            <a:noFill/>
          </a:ln>
        </p:spPr>
      </p:sp>
      <p:sp>
        <p:nvSpPr>
          <p:cNvPr id="86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A6D756E-66E3-4A75-AB73-1AC7AB55CDA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3880" cy="3083760"/>
          </a:xfrm>
          <a:prstGeom prst="rect">
            <a:avLst/>
          </a:prstGeom>
          <a:ln w="0">
            <a:noFill/>
          </a:ln>
        </p:spPr>
      </p:sp>
      <p:sp>
        <p:nvSpPr>
          <p:cNvPr id="86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A032333-CE19-4CA0-BE17-13DF8626FB7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3880" cy="3083760"/>
          </a:xfrm>
          <a:prstGeom prst="rect">
            <a:avLst/>
          </a:prstGeom>
          <a:ln w="0">
            <a:noFill/>
          </a:ln>
        </p:spPr>
      </p:sp>
      <p:sp>
        <p:nvSpPr>
          <p:cNvPr id="87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D95CCD3-BDF6-40FD-8ECE-C03CCAF892E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3880" cy="3083760"/>
          </a:xfrm>
          <a:prstGeom prst="rect">
            <a:avLst/>
          </a:prstGeom>
          <a:ln w="0">
            <a:noFill/>
          </a:ln>
        </p:spPr>
      </p:sp>
      <p:sp>
        <p:nvSpPr>
          <p:cNvPr id="87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3F457C3-8CDF-4D50-BD91-7A226F89AD2F}"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4"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1600" cy="37836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66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00" strike="noStrike">
                <a:solidFill>
                  <a:srgbClr val="8fb7ac"/>
                </a:solidFill>
                <a:latin typeface="Quattrocento Sans"/>
                <a:ea typeface="Quattrocento Sans"/>
              </a:rPr>
              <a:t>Forest Ecology Research</a:t>
            </a:r>
            <a:endParaRPr b="0" lang="en-HK" sz="1200" spc="-1" strike="noStrike">
              <a:latin typeface="Arial"/>
            </a:endParaRPr>
          </a:p>
        </p:txBody>
      </p:sp>
      <p:sp>
        <p:nvSpPr>
          <p:cNvPr id="48" name="Text 3"/>
          <p:cNvSpPr/>
          <p:nvPr/>
        </p:nvSpPr>
        <p:spPr>
          <a:xfrm>
            <a:off x="380880" y="1225080"/>
            <a:ext cx="7484040" cy="30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4000" spc="-1" strike="noStrike">
                <a:solidFill>
                  <a:srgbClr val="ffffff"/>
                </a:solidFill>
                <a:latin typeface="Georgia"/>
                <a:ea typeface="Sorts Mill Goudy"/>
              </a:rPr>
              <a:t>Ecosystem Mechanisms for Maintaining Biodiversity in Natural Forests</a:t>
            </a:r>
            <a:endParaRPr b="0" lang="en-HK" sz="4000" spc="-1" strike="noStrike">
              <a:latin typeface="Arial"/>
            </a:endParaRPr>
          </a:p>
        </p:txBody>
      </p:sp>
      <p:sp>
        <p:nvSpPr>
          <p:cNvPr id="49" name="Text 4"/>
          <p:cNvSpPr/>
          <p:nvPr/>
        </p:nvSpPr>
        <p:spPr>
          <a:xfrm>
            <a:off x="380880" y="4470840"/>
            <a:ext cx="582696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8fb7ac"/>
                </a:solidFill>
                <a:latin typeface="Quattrocento Sans"/>
                <a:ea typeface="Quattrocento Sans"/>
              </a:rPr>
              <a:t>An Exploration of Ecological Processes Sustaining Forest Biological Diversity</a:t>
            </a:r>
            <a:endParaRPr b="0" lang="en-HK" sz="1800" spc="-1" strike="noStrike">
              <a:latin typeface="Arial"/>
            </a:endParaRPr>
          </a:p>
        </p:txBody>
      </p:sp>
      <p:sp>
        <p:nvSpPr>
          <p:cNvPr id="50" name="Shape 5"/>
          <p:cNvSpPr/>
          <p:nvPr/>
        </p:nvSpPr>
        <p:spPr>
          <a:xfrm>
            <a:off x="416880" y="6014160"/>
            <a:ext cx="164160" cy="18792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404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2026</a:t>
            </a:r>
            <a:endParaRPr b="0" lang="en-HK" sz="1350" spc="-1" strike="noStrike">
              <a:latin typeface="Arial"/>
            </a:endParaRPr>
          </a:p>
        </p:txBody>
      </p:sp>
      <p:sp>
        <p:nvSpPr>
          <p:cNvPr id="52" name="Shape 7"/>
          <p:cNvSpPr/>
          <p:nvPr/>
        </p:nvSpPr>
        <p:spPr>
          <a:xfrm>
            <a:off x="1442520" y="6014160"/>
            <a:ext cx="187920" cy="18792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540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Ecological Science</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408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6"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608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f3e3b"/>
                </a:solidFill>
                <a:latin typeface="Sorts Mill Goudy"/>
                <a:ea typeface="Sorts Mill Goudy"/>
              </a:rPr>
              <a:t>Contents</a:t>
            </a:r>
            <a:endParaRPr b="0" lang="en-HK" sz="3600" spc="-1" strike="noStrike">
              <a:latin typeface="Arial"/>
            </a:endParaRPr>
          </a:p>
        </p:txBody>
      </p:sp>
      <p:sp>
        <p:nvSpPr>
          <p:cNvPr id="56" name="Shape 2"/>
          <p:cNvSpPr/>
          <p:nvPr/>
        </p:nvSpPr>
        <p:spPr>
          <a:xfrm>
            <a:off x="399960" y="140976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63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Introduction to Forest Biodiversity</a:t>
            </a:r>
            <a:endParaRPr b="0" lang="en-HK" sz="1500" spc="-1" strike="noStrike">
              <a:latin typeface="Arial"/>
            </a:endParaRPr>
          </a:p>
        </p:txBody>
      </p:sp>
      <p:sp>
        <p:nvSpPr>
          <p:cNvPr id="61" name="Text 7"/>
          <p:cNvSpPr/>
          <p:nvPr/>
        </p:nvSpPr>
        <p:spPr>
          <a:xfrm>
            <a:off x="1181160" y="1866960"/>
            <a:ext cx="32072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600" y="140976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600" y="140976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8960" y="1562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440" y="1562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440" y="1562040"/>
            <a:ext cx="295020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Structural Complexity</a:t>
            </a:r>
            <a:endParaRPr b="0" lang="en-HK" sz="1500" spc="-1" strike="noStrike">
              <a:latin typeface="Arial"/>
            </a:endParaRPr>
          </a:p>
        </p:txBody>
      </p:sp>
      <p:sp>
        <p:nvSpPr>
          <p:cNvPr id="67" name="Text 13"/>
          <p:cNvSpPr/>
          <p:nvPr/>
        </p:nvSpPr>
        <p:spPr>
          <a:xfrm>
            <a:off x="7048440" y="1866960"/>
            <a:ext cx="29311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7979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Species Interactions</a:t>
            </a:r>
            <a:endParaRPr b="0" lang="en-HK" sz="1500" spc="-1" strike="noStrike">
              <a:latin typeface="Arial"/>
            </a:endParaRPr>
          </a:p>
        </p:txBody>
      </p:sp>
      <p:sp>
        <p:nvSpPr>
          <p:cNvPr id="73" name="Text 19"/>
          <p:cNvSpPr/>
          <p:nvPr/>
        </p:nvSpPr>
        <p:spPr>
          <a:xfrm>
            <a:off x="1181160" y="3171960"/>
            <a:ext cx="27788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600" y="271476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600" y="271476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8960" y="2867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440" y="2867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440" y="2867040"/>
            <a:ext cx="27691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Disturbance Regimes</a:t>
            </a:r>
            <a:endParaRPr b="0" lang="en-HK" sz="1500" spc="-1" strike="noStrike">
              <a:latin typeface="Arial"/>
            </a:endParaRPr>
          </a:p>
        </p:txBody>
      </p:sp>
      <p:sp>
        <p:nvSpPr>
          <p:cNvPr id="79" name="Text 25"/>
          <p:cNvSpPr/>
          <p:nvPr/>
        </p:nvSpPr>
        <p:spPr>
          <a:xfrm>
            <a:off x="7048440" y="3171960"/>
            <a:ext cx="27500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544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Belowground Processes</a:t>
            </a:r>
            <a:endParaRPr b="0" lang="en-HK" sz="1500" spc="-1" strike="noStrike">
              <a:latin typeface="Arial"/>
            </a:endParaRPr>
          </a:p>
        </p:txBody>
      </p:sp>
      <p:sp>
        <p:nvSpPr>
          <p:cNvPr id="85" name="Text 31"/>
          <p:cNvSpPr/>
          <p:nvPr/>
        </p:nvSpPr>
        <p:spPr>
          <a:xfrm>
            <a:off x="1181160" y="4476600"/>
            <a:ext cx="28263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600" y="401940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600" y="401940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8960" y="4172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440" y="4172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440" y="4172040"/>
            <a:ext cx="249300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Animal-Mediated Processes</a:t>
            </a:r>
            <a:endParaRPr b="0" lang="en-HK" sz="1500" spc="-1" strike="noStrike">
              <a:latin typeface="Arial"/>
            </a:endParaRPr>
          </a:p>
        </p:txBody>
      </p:sp>
      <p:sp>
        <p:nvSpPr>
          <p:cNvPr id="91" name="Text 37"/>
          <p:cNvSpPr/>
          <p:nvPr/>
        </p:nvSpPr>
        <p:spPr>
          <a:xfrm>
            <a:off x="7048440" y="4476600"/>
            <a:ext cx="24739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160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Latitudinal Gradients</a:t>
            </a:r>
            <a:endParaRPr b="0" lang="en-HK" sz="1500" spc="-1" strike="noStrike">
              <a:latin typeface="Arial"/>
            </a:endParaRPr>
          </a:p>
        </p:txBody>
      </p:sp>
      <p:sp>
        <p:nvSpPr>
          <p:cNvPr id="97" name="Text 43"/>
          <p:cNvSpPr/>
          <p:nvPr/>
        </p:nvSpPr>
        <p:spPr>
          <a:xfrm>
            <a:off x="1181160" y="5781600"/>
            <a:ext cx="2702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600" y="5324400"/>
            <a:ext cx="5541120" cy="11498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600" y="5324400"/>
            <a:ext cx="35640" cy="11498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8960" y="5477040"/>
            <a:ext cx="454680" cy="4546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440" y="5477040"/>
            <a:ext cx="550080" cy="454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440" y="5477040"/>
            <a:ext cx="301680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Conservation Implications</a:t>
            </a:r>
            <a:endParaRPr b="0" lang="en-HK" sz="1500" spc="-1" strike="noStrike">
              <a:latin typeface="Arial"/>
            </a:endParaRPr>
          </a:p>
        </p:txBody>
      </p:sp>
      <p:sp>
        <p:nvSpPr>
          <p:cNvPr id="103" name="Text 49"/>
          <p:cNvSpPr/>
          <p:nvPr/>
        </p:nvSpPr>
        <p:spPr>
          <a:xfrm>
            <a:off x="7048440" y="5781600"/>
            <a:ext cx="29977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04" name="Text 0"/>
          <p:cNvSpPr/>
          <p:nvPr/>
        </p:nvSpPr>
        <p:spPr>
          <a:xfrm>
            <a:off x="380880" y="380880"/>
            <a:ext cx="1149408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6"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598840" cy="378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Forests as Biodiversity Reservoirs</a:t>
            </a:r>
            <a:endParaRPr b="0" lang="en-HK" sz="2700" spc="-1" strike="noStrike">
              <a:latin typeface="Arial"/>
            </a:endParaRPr>
          </a:p>
        </p:txBody>
      </p:sp>
      <p:sp>
        <p:nvSpPr>
          <p:cNvPr id="106" name="Text 2"/>
          <p:cNvSpPr/>
          <p:nvPr/>
        </p:nvSpPr>
        <p:spPr>
          <a:xfrm>
            <a:off x="380880" y="1143000"/>
            <a:ext cx="115131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endParaRPr b="0" lang="en-HK" sz="1350" spc="-1" strike="noStrike">
              <a:latin typeface="Arial"/>
            </a:endParaRPr>
          </a:p>
        </p:txBody>
      </p:sp>
      <p:sp>
        <p:nvSpPr>
          <p:cNvPr id="107" name="Shape 3"/>
          <p:cNvSpPr/>
          <p:nvPr/>
        </p:nvSpPr>
        <p:spPr>
          <a:xfrm>
            <a:off x="399960" y="1638360"/>
            <a:ext cx="7522200" cy="235980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5640" cy="235980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87920" cy="18792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793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19856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19856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2200" cy="174996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5640" cy="174996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4160" cy="18792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793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198560" cy="98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3280" y="1638360"/>
            <a:ext cx="3655080" cy="13690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080" y="1828800"/>
            <a:ext cx="350280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080" y="2362320"/>
            <a:ext cx="33501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080" y="2629080"/>
            <a:ext cx="334080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3280" y="3162240"/>
            <a:ext cx="3655080" cy="13690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080" y="3352680"/>
            <a:ext cx="350280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080" y="3886200"/>
            <a:ext cx="33501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080" y="4152960"/>
            <a:ext cx="334080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280" y="4686480"/>
            <a:ext cx="3655080" cy="190260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080" y="4876920"/>
            <a:ext cx="335988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2520" y="5295960"/>
            <a:ext cx="130680" cy="1497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0480" y="5257800"/>
            <a:ext cx="14835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2520" y="5600880"/>
            <a:ext cx="130680" cy="1497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0480" y="5562720"/>
            <a:ext cx="11880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2520" y="5905440"/>
            <a:ext cx="130680" cy="1497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0480" y="5867280"/>
            <a:ext cx="10357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2520" y="6210360"/>
            <a:ext cx="130680" cy="1497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0480" y="6172200"/>
            <a:ext cx="12736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408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6"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598840" cy="378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31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79160" cy="266436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87920" cy="18792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53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4600" cy="98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398280" cy="79776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6968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2360" cy="21880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2360" cy="356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78360" cy="3783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68840" cy="16884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660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2360" cy="21880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2360" cy="356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78360" cy="3783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600" y="4676760"/>
            <a:ext cx="168840" cy="16884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5680" y="4629240"/>
            <a:ext cx="160704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3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360" y="1562040"/>
            <a:ext cx="4455360" cy="296928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360" y="1562040"/>
            <a:ext cx="4455360" cy="296928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360" y="4686480"/>
            <a:ext cx="4455360" cy="190260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3800" y="4876920"/>
            <a:ext cx="415980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200" y="5315040"/>
            <a:ext cx="111960" cy="1119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0840" y="5257800"/>
            <a:ext cx="35503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200" y="5619600"/>
            <a:ext cx="111960" cy="1119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0840" y="5562720"/>
            <a:ext cx="35028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200" y="5924520"/>
            <a:ext cx="111960" cy="1119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0840" y="5867280"/>
            <a:ext cx="32454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200" y="6229440"/>
            <a:ext cx="111960" cy="1119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0840" y="6172200"/>
            <a:ext cx="33598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77" name="Text 0"/>
          <p:cNvSpPr/>
          <p:nvPr/>
        </p:nvSpPr>
        <p:spPr>
          <a:xfrm>
            <a:off x="317520" y="317520"/>
            <a:ext cx="116100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69748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58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0800" cy="318852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248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664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3280" cy="5371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1640" cy="2516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7080" cy="25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22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43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3280" cy="5371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1640" cy="2516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7080" cy="25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47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68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3280" cy="5371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1640" cy="2516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7080" cy="25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47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68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280" y="1301760"/>
            <a:ext cx="5680800" cy="764928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280" y="1301760"/>
            <a:ext cx="5680800" cy="764928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280" y="9079200"/>
            <a:ext cx="5680800" cy="133092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040" y="9237960"/>
            <a:ext cx="54345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5880" y="9587160"/>
            <a:ext cx="124560" cy="1245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160" y="9555480"/>
            <a:ext cx="41965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5880" y="9841320"/>
            <a:ext cx="124560" cy="1245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160" y="9809640"/>
            <a:ext cx="42361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5880" y="10095120"/>
            <a:ext cx="124560" cy="1245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160" y="10063440"/>
            <a:ext cx="40140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448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77"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1680" cy="351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2120" cy="244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5280" cy="333720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30320" cy="244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2680" cy="68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6880" cy="8456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1320" cy="13896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4864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6400" cy="351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080" y="2809440"/>
            <a:ext cx="3566880" cy="8456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560" y="2950920"/>
            <a:ext cx="138960" cy="13896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6680" y="2915640"/>
            <a:ext cx="324864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09920" y="3198240"/>
            <a:ext cx="3416400" cy="351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6880" cy="8456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38960" cy="13896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4864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6400" cy="351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080" y="3763440"/>
            <a:ext cx="3566880" cy="8456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560" y="3904920"/>
            <a:ext cx="103320" cy="13896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6680" y="3869640"/>
            <a:ext cx="324864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09920" y="4152240"/>
            <a:ext cx="3416400" cy="351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5280" cy="139320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30320" cy="244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2680" cy="68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200" y="1449000"/>
            <a:ext cx="3708000" cy="162324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1960" y="1625760"/>
            <a:ext cx="3434040" cy="244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1960" y="1978920"/>
            <a:ext cx="3425400" cy="91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200" y="3215880"/>
            <a:ext cx="3708000" cy="218844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1960" y="3392640"/>
            <a:ext cx="3434040" cy="244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4320" y="3781440"/>
            <a:ext cx="138960" cy="1389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2680" y="3745800"/>
            <a:ext cx="3240000" cy="42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4320" y="4311360"/>
            <a:ext cx="138960" cy="1389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2680" y="4276080"/>
            <a:ext cx="3240000" cy="42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000" y="4841640"/>
            <a:ext cx="138960" cy="1389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89520" y="4806000"/>
            <a:ext cx="3240000" cy="42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200" y="5548320"/>
            <a:ext cx="3708000" cy="109296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120" y="5689440"/>
            <a:ext cx="3584520" cy="3510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1400" y="6078240"/>
            <a:ext cx="3495960" cy="209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5720" y="6325560"/>
            <a:ext cx="3487320" cy="174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2400" cy="17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77"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48520" cy="3466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6968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4080" cy="242352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5640" cy="17208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4200" cy="241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4720" cy="67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2200" cy="9050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268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3680" cy="34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2200" cy="9050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268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3680" cy="34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4080" cy="268560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2360" cy="241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4880" cy="5907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6680" cy="3466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19520" cy="13716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898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1160" cy="17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4880" cy="5907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6680" cy="3466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19520" cy="13716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09932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90680" cy="17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4880" cy="5907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6680" cy="3466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7160" cy="13716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592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7280" cy="17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080" y="1431360"/>
            <a:ext cx="5644080" cy="223164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6680" y="1605960"/>
            <a:ext cx="537336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6680" y="1954800"/>
            <a:ext cx="5364720" cy="45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89640" y="2548440"/>
            <a:ext cx="137160" cy="1371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080" y="2513520"/>
            <a:ext cx="5120280" cy="416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320" y="3036960"/>
            <a:ext cx="137160" cy="1371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120" y="3002040"/>
            <a:ext cx="466668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320" y="3316320"/>
            <a:ext cx="137160" cy="1371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120" y="3281400"/>
            <a:ext cx="37764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080" y="3805200"/>
            <a:ext cx="5644080" cy="186516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6680" y="3979800"/>
            <a:ext cx="537336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6680" y="4328640"/>
            <a:ext cx="5364720" cy="67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6680" y="5114160"/>
            <a:ext cx="5294880" cy="38160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440" y="5218920"/>
            <a:ext cx="5146560" cy="17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080" y="5812200"/>
            <a:ext cx="5644080" cy="83520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240" y="5951880"/>
            <a:ext cx="5495760" cy="3117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6840" y="6301080"/>
            <a:ext cx="5434560" cy="207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616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5"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68680" cy="333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30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18680" cy="228312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632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4976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58720" cy="10393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4280" cy="19908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4080" cy="199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580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58720" cy="10393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240" y="2554200"/>
            <a:ext cx="148680" cy="19908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4080" cy="199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580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440" y="2453400"/>
            <a:ext cx="2358720" cy="10393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440" y="2554200"/>
            <a:ext cx="199080" cy="19908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5760" y="2823120"/>
            <a:ext cx="2224080" cy="199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080" y="3058560"/>
            <a:ext cx="221580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5080" cy="27198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176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348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160" y="3798000"/>
            <a:ext cx="3745080" cy="27198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8800" y="3932280"/>
            <a:ext cx="355176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8800" y="4268520"/>
            <a:ext cx="354348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8800" y="4806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8800" y="5058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8800" y="5310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8800" y="5562360"/>
            <a:ext cx="354348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280" y="1378080"/>
            <a:ext cx="3728160" cy="167796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040" y="1546200"/>
            <a:ext cx="3467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040" y="1882080"/>
            <a:ext cx="345924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0960" y="2453400"/>
            <a:ext cx="131760" cy="1317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29480" y="2419920"/>
            <a:ext cx="224100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0960" y="2722320"/>
            <a:ext cx="131760" cy="1317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29480" y="2688840"/>
            <a:ext cx="309816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280" y="3192840"/>
            <a:ext cx="3728160" cy="214848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040" y="3360960"/>
            <a:ext cx="3467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040" y="3697200"/>
            <a:ext cx="3391920" cy="60228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4840" y="3798000"/>
            <a:ext cx="325764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4840" y="4033080"/>
            <a:ext cx="324936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040" y="4402800"/>
            <a:ext cx="3391920" cy="77040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4840" y="4503600"/>
            <a:ext cx="325764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4840" y="4739040"/>
            <a:ext cx="3249360" cy="33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280" y="5478480"/>
            <a:ext cx="3728160" cy="8042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7560" y="5612760"/>
            <a:ext cx="3585240" cy="2998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080" y="5949000"/>
            <a:ext cx="3526560" cy="199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5744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77"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2480" cy="343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4720" cy="239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3360" cy="240480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3440" cy="239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6160" cy="67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77960" cy="8982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70240" cy="205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1240" cy="34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77960" cy="8982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70240" cy="205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1240" cy="34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3360" cy="266436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3440" cy="239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6680" cy="5864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3920" cy="1533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20240" cy="205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16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6680" cy="5864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3920" cy="1533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5200" cy="205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656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6680" cy="5864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3920" cy="1533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3040" cy="205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44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199920" y="1420200"/>
            <a:ext cx="5643360" cy="211032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080" y="1593360"/>
            <a:ext cx="5374800" cy="239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080" y="1939680"/>
            <a:ext cx="2595240" cy="6555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120" y="2043720"/>
            <a:ext cx="2491200" cy="274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120" y="2320560"/>
            <a:ext cx="24480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4880" y="1939680"/>
            <a:ext cx="2595240" cy="6555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8560" y="2043720"/>
            <a:ext cx="2491200" cy="274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8560" y="2320560"/>
            <a:ext cx="24480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080" y="2701800"/>
            <a:ext cx="2595240" cy="6555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120" y="2805480"/>
            <a:ext cx="2491200" cy="274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120" y="3082680"/>
            <a:ext cx="24480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4880" y="2701800"/>
            <a:ext cx="2595240" cy="6555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8560" y="2805480"/>
            <a:ext cx="2491200" cy="274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8560" y="3082680"/>
            <a:ext cx="24480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199920" y="3671280"/>
            <a:ext cx="5643360" cy="159084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080" y="3844800"/>
            <a:ext cx="5374800" cy="239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080" y="4191120"/>
            <a:ext cx="75096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69760" y="4208400"/>
            <a:ext cx="3565080" cy="1360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69760" y="4208400"/>
            <a:ext cx="889200" cy="13608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040" y="4191120"/>
            <a:ext cx="8892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080" y="4467960"/>
            <a:ext cx="75096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69760" y="4485240"/>
            <a:ext cx="3565080" cy="1360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69760" y="4485240"/>
            <a:ext cx="2673000" cy="13608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040" y="4467960"/>
            <a:ext cx="889200" cy="170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080" y="4745160"/>
            <a:ext cx="5357520" cy="34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199920" y="5403240"/>
            <a:ext cx="5643360" cy="82872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360" y="5541840"/>
            <a:ext cx="5496120" cy="3092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3960" y="5888160"/>
            <a:ext cx="5435280" cy="205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7904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2"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1200" cy="3319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560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6120" cy="247284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520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78640" cy="432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4560" cy="12351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398880" cy="3988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4880" cy="16488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1000" cy="198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2720" cy="331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4560" cy="12351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398880" cy="3988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3640" cy="16488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1000" cy="198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2720" cy="331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320" y="2441880"/>
            <a:ext cx="2104560" cy="12351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360" y="2541960"/>
            <a:ext cx="398880" cy="3988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7720" y="2659320"/>
            <a:ext cx="164880" cy="16488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280" y="3010320"/>
            <a:ext cx="1971000" cy="198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600" y="3244680"/>
            <a:ext cx="1962720" cy="331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6120" cy="268164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520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78640" cy="214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3480" cy="13021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47960" cy="13140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55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3480" cy="13021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47960" cy="13140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240" y="4967280"/>
            <a:ext cx="28155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43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600" y="1371240"/>
            <a:ext cx="4504680" cy="198756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4640" y="1538640"/>
            <a:ext cx="42454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4640" y="1873080"/>
            <a:ext cx="4237200" cy="214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560" y="2224440"/>
            <a:ext cx="131400" cy="1314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000" y="2190960"/>
            <a:ext cx="24811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560" y="2491920"/>
            <a:ext cx="131400" cy="1314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000" y="2458440"/>
            <a:ext cx="30330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560" y="2759400"/>
            <a:ext cx="131400" cy="1314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000" y="2725920"/>
            <a:ext cx="2096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560" y="3027240"/>
            <a:ext cx="131400" cy="1314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000" y="2993760"/>
            <a:ext cx="26899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600" y="3495240"/>
            <a:ext cx="4504680" cy="223020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4640" y="3662640"/>
            <a:ext cx="42454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4640" y="3997080"/>
            <a:ext cx="4170240" cy="58284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080" y="4097520"/>
            <a:ext cx="4028040" cy="381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4640" y="4678560"/>
            <a:ext cx="4170240" cy="3906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080" y="4779000"/>
            <a:ext cx="4028040" cy="189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4640" y="5169960"/>
            <a:ext cx="4170240" cy="3906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080" y="5270400"/>
            <a:ext cx="4028040" cy="189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600" y="5861880"/>
            <a:ext cx="4504680" cy="80028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520" y="5995800"/>
            <a:ext cx="4362480" cy="2984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7680" y="6330240"/>
            <a:ext cx="4304160" cy="198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100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69748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58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0800" cy="268020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248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664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3280" cy="109296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284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49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0800" cy="357732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248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3280" cy="5371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5000" cy="3150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78360" cy="315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15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36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3280" cy="5371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5000" cy="3150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78360" cy="315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298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19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280" y="1301760"/>
            <a:ext cx="5680800" cy="378360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280" y="1301760"/>
            <a:ext cx="5680800" cy="378360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280" y="5217480"/>
            <a:ext cx="5680800" cy="158508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040" y="5376240"/>
            <a:ext cx="54345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5880" y="5725440"/>
            <a:ext cx="124560" cy="12456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160" y="5693760"/>
            <a:ext cx="40060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5880" y="5979600"/>
            <a:ext cx="124560" cy="1245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160" y="5947920"/>
            <a:ext cx="42202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3800" y="6233400"/>
            <a:ext cx="108720" cy="12456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160" y="6201720"/>
            <a:ext cx="36644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040" y="6487560"/>
            <a:ext cx="156240" cy="12456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160" y="6455880"/>
            <a:ext cx="37598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280" y="6932160"/>
            <a:ext cx="5680800" cy="75960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600" y="7058880"/>
            <a:ext cx="5545800" cy="2833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6680" y="7376400"/>
            <a:ext cx="5490360" cy="187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59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77"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2760" cy="350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3560" cy="244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6720" cy="221904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2120" cy="244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4480" cy="45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2520" cy="9144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09160" cy="20916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1400" cy="209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2400" cy="173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2520" cy="9144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09160" cy="20916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1400" cy="209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2400" cy="173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0960" y="2574000"/>
            <a:ext cx="2342520" cy="9144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7640" y="2679840"/>
            <a:ext cx="209160" cy="20916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520" y="2962080"/>
            <a:ext cx="2201400" cy="209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5840" y="3209040"/>
            <a:ext cx="2192400" cy="173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6360" cy="30477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3680" cy="244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4480" cy="4557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49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6280" cy="138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4480" cy="4557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49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6280" cy="138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4480" cy="4557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49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6280" cy="138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2800" y="3808440"/>
            <a:ext cx="3726360" cy="30477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3920" y="3949560"/>
            <a:ext cx="3523680" cy="244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3920" y="4302000"/>
            <a:ext cx="3444480" cy="3150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480" y="4372560"/>
            <a:ext cx="49104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240" y="4372560"/>
            <a:ext cx="17431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3920" y="4725000"/>
            <a:ext cx="3444480" cy="3150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480" y="4795560"/>
            <a:ext cx="64116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400" y="4795560"/>
            <a:ext cx="197208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3920" y="5148360"/>
            <a:ext cx="3444480" cy="3150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480" y="5218920"/>
            <a:ext cx="39420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4920" y="5218920"/>
            <a:ext cx="18223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3920" y="5571360"/>
            <a:ext cx="3497400" cy="138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8800" y="1445760"/>
            <a:ext cx="3708720" cy="195444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4840" y="1622160"/>
            <a:ext cx="3435480" cy="244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4840" y="1974600"/>
            <a:ext cx="3426840" cy="226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160" y="2345040"/>
            <a:ext cx="120960" cy="13860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5520" y="2309760"/>
            <a:ext cx="3206520" cy="420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2480" y="2838600"/>
            <a:ext cx="103320" cy="13860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19760" y="2803320"/>
            <a:ext cx="3215160" cy="420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8800" y="3543840"/>
            <a:ext cx="3708720" cy="232488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4840" y="3720240"/>
            <a:ext cx="3435480" cy="244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4840" y="4072680"/>
            <a:ext cx="3426840" cy="45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1480" y="4672440"/>
            <a:ext cx="120960" cy="1386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1800" y="4637160"/>
            <a:ext cx="185760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1480" y="4954320"/>
            <a:ext cx="120960" cy="1386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1800" y="4919040"/>
            <a:ext cx="183996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1480" y="5236560"/>
            <a:ext cx="120960" cy="1386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1800" y="5201280"/>
            <a:ext cx="128448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1480" y="5518440"/>
            <a:ext cx="120960" cy="1386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1800" y="5483160"/>
            <a:ext cx="194580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8800" y="6012360"/>
            <a:ext cx="3708720" cy="84384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3680" y="6153480"/>
            <a:ext cx="3558960" cy="3150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4280" y="6505920"/>
            <a:ext cx="3497400" cy="209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38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2080" cy="3182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2008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6480" cy="229140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58040" cy="15804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5120" cy="222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19800" cy="623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5720" cy="89568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3120" cy="414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4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6480" cy="365508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5640" cy="222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5720" cy="7034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198000" cy="15804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305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228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5720" cy="7034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58040" cy="15804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305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228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5720" cy="54288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198000" cy="15804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46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63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360" y="1315440"/>
            <a:ext cx="5676480" cy="318996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360" y="1315440"/>
            <a:ext cx="5676480" cy="318996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360" y="4638240"/>
            <a:ext cx="5676480" cy="185832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560" y="4798440"/>
            <a:ext cx="542772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560" y="5119560"/>
            <a:ext cx="5419800" cy="414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600" y="5664960"/>
            <a:ext cx="93600" cy="1256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200" y="5632920"/>
            <a:ext cx="25884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600" y="5921640"/>
            <a:ext cx="93600" cy="1256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200" y="5889600"/>
            <a:ext cx="29332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600" y="6178320"/>
            <a:ext cx="93600" cy="1256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200" y="6146280"/>
            <a:ext cx="27007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360" y="6627240"/>
            <a:ext cx="5676480" cy="76752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400" y="6755760"/>
            <a:ext cx="5540040" cy="2862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480" y="7076520"/>
            <a:ext cx="5483880" cy="190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616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5"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68680" cy="333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30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18680" cy="216540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632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4976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6960" cy="9216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536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6720" cy="38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160" y="2453400"/>
            <a:ext cx="3576960" cy="9216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8800" y="2588040"/>
            <a:ext cx="337536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8800" y="2856960"/>
            <a:ext cx="3366720" cy="38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5080" cy="29635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5080" cy="309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4360" cy="16560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401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348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48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160" y="3692880"/>
            <a:ext cx="3745080" cy="29635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160" y="3692880"/>
            <a:ext cx="3745080" cy="309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240" y="3877920"/>
            <a:ext cx="186480" cy="16560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480" y="3844080"/>
            <a:ext cx="98064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8800" y="4180320"/>
            <a:ext cx="354348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8800" y="4684320"/>
            <a:ext cx="35348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280" y="1378080"/>
            <a:ext cx="3728160" cy="161064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280" y="1378080"/>
            <a:ext cx="3728160" cy="161064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280" y="3125880"/>
            <a:ext cx="3728160" cy="258552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040" y="3293640"/>
            <a:ext cx="3467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5760" y="3663360"/>
            <a:ext cx="148680" cy="1317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8760" y="3629880"/>
            <a:ext cx="3224160" cy="40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080" y="4167720"/>
            <a:ext cx="148680" cy="1317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000" y="4133880"/>
            <a:ext cx="3207240" cy="40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5760" y="4671720"/>
            <a:ext cx="148680" cy="1317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29840" y="4638240"/>
            <a:ext cx="3215520" cy="40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8360" y="5176080"/>
            <a:ext cx="148680" cy="1317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1800" y="5142240"/>
            <a:ext cx="3198960" cy="40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280" y="5848200"/>
            <a:ext cx="3728160" cy="8042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7560" y="5982480"/>
            <a:ext cx="3585240" cy="2998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080" y="6318720"/>
            <a:ext cx="3526560" cy="199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59920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69"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88120" cy="3207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540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3240" cy="252000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3060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440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49600" cy="111312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556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7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4840" cy="34578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4840" cy="298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38720" cy="223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3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448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4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4840" cy="34578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4840" cy="298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38720" cy="223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3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448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4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600" y="3993840"/>
            <a:ext cx="1824840" cy="34578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600" y="3993840"/>
            <a:ext cx="1824840" cy="298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480" y="4139280"/>
            <a:ext cx="1638720" cy="223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299840" y="4446720"/>
            <a:ext cx="1153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299840" y="46569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299840" y="4899600"/>
            <a:ext cx="65448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299840" y="510948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299840" y="5352120"/>
            <a:ext cx="514440" cy="122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299840" y="5562360"/>
            <a:ext cx="1622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280" y="1325880"/>
            <a:ext cx="5673240" cy="368424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280" y="1325880"/>
            <a:ext cx="5673240" cy="368424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280" y="5138640"/>
            <a:ext cx="5673240" cy="140436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2920" y="5300640"/>
            <a:ext cx="54223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2920" y="5623920"/>
            <a:ext cx="5414400" cy="20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120" y="5963400"/>
            <a:ext cx="126720" cy="1267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360" y="5931000"/>
            <a:ext cx="41529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120" y="6222240"/>
            <a:ext cx="126720" cy="1267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360" y="6189840"/>
            <a:ext cx="39430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280" y="6674760"/>
            <a:ext cx="5673240" cy="77364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040" y="6804360"/>
            <a:ext cx="5535720" cy="2883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120" y="7127640"/>
            <a:ext cx="5479200" cy="191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8768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72"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78400" cy="3272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4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68920" cy="331128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1600" cy="22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5040" cy="64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39160" cy="5580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7440" cy="14580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612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2784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39160" cy="5580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5800" cy="14580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416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588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39160" cy="5580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5800" cy="14580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7036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208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68920" cy="205848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1600" cy="22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5040" cy="211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4880" cy="5248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5480" cy="19548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560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2360" cy="1623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4880" cy="5248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19960" cy="19548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560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2360" cy="1623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040" y="5605560"/>
            <a:ext cx="524880" cy="5248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2920" y="5770440"/>
            <a:ext cx="195480" cy="19548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1960" y="6199200"/>
            <a:ext cx="169560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240" y="1351800"/>
            <a:ext cx="5668920" cy="190980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120" y="1516680"/>
            <a:ext cx="54133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120" y="1846440"/>
            <a:ext cx="5405040" cy="42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6680" y="2406960"/>
            <a:ext cx="129240" cy="1292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0880" y="2374200"/>
            <a:ext cx="172872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6680" y="2670840"/>
            <a:ext cx="129240" cy="1292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0880" y="2637720"/>
            <a:ext cx="179460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6680" y="2934720"/>
            <a:ext cx="129240" cy="1292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0880" y="2901600"/>
            <a:ext cx="194292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240" y="3396240"/>
            <a:ext cx="5668920" cy="253656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120" y="3561120"/>
            <a:ext cx="54133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120" y="3890880"/>
            <a:ext cx="5339160" cy="59112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120" y="3989880"/>
            <a:ext cx="520740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120" y="4220640"/>
            <a:ext cx="519912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120" y="4583160"/>
            <a:ext cx="5339160" cy="118440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120" y="4682160"/>
            <a:ext cx="520740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120" y="4912920"/>
            <a:ext cx="519912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120" y="5110920"/>
            <a:ext cx="519912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120" y="5308920"/>
            <a:ext cx="519912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120" y="5506560"/>
            <a:ext cx="519912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240" y="6067080"/>
            <a:ext cx="5668920" cy="78876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440" y="6199200"/>
            <a:ext cx="5528880" cy="294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240" y="6528600"/>
            <a:ext cx="5471280" cy="1954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0748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4960" cy="3164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332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4240" cy="242136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5200" cy="220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8936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1800" cy="12412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09080" cy="12492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080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320" y="2328480"/>
            <a:ext cx="3601800" cy="12412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600" y="2487960"/>
            <a:ext cx="124920" cy="12492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240" y="2455920"/>
            <a:ext cx="325080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4760" y="271116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4760" y="290232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4760" y="309384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4760" y="3285360"/>
            <a:ext cx="34023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1280" cy="29955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768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6040" cy="6991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7824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70320" cy="31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6040" cy="6991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7824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70320" cy="31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320" y="3859200"/>
            <a:ext cx="3761280" cy="29955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4760" y="3987000"/>
            <a:ext cx="357768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600" y="4337640"/>
            <a:ext cx="124920" cy="1249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7960" y="4305960"/>
            <a:ext cx="28360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600" y="4592880"/>
            <a:ext cx="124920" cy="1249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7960" y="4561200"/>
            <a:ext cx="230184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600" y="4848120"/>
            <a:ext cx="124920" cy="1249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7960" y="4816080"/>
            <a:ext cx="21502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600" y="5103360"/>
            <a:ext cx="124920" cy="1249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7960" y="5071320"/>
            <a:ext cx="22618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360" y="1307880"/>
            <a:ext cx="3745080" cy="197496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6840" y="1467360"/>
            <a:ext cx="349812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4760" y="1818000"/>
            <a:ext cx="124920" cy="1249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000" y="1786320"/>
            <a:ext cx="32745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0800" y="2296440"/>
            <a:ext cx="124920" cy="1249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5920" y="2264400"/>
            <a:ext cx="32907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4760" y="2774880"/>
            <a:ext cx="124920" cy="1249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040" y="2742840"/>
            <a:ext cx="328284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360" y="3412800"/>
            <a:ext cx="3745080" cy="254916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6840" y="3572280"/>
            <a:ext cx="349812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6840" y="3891240"/>
            <a:ext cx="3426120" cy="5716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2600" y="3987000"/>
            <a:ext cx="32986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2600" y="4210200"/>
            <a:ext cx="32907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6840" y="4561200"/>
            <a:ext cx="3426120" cy="5716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2600" y="4656600"/>
            <a:ext cx="32986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2600" y="4880160"/>
            <a:ext cx="32907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6840" y="5230800"/>
            <a:ext cx="3426120" cy="5716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2600" y="5326560"/>
            <a:ext cx="3298680" cy="189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2600" y="5549760"/>
            <a:ext cx="32907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360" y="6091920"/>
            <a:ext cx="3745080" cy="76284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040" y="6219720"/>
            <a:ext cx="3609720" cy="284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120" y="6538680"/>
            <a:ext cx="3553920" cy="189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3680" cy="37836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691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00"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798760" cy="114048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70160" cy="169308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08000" cy="1235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50040" cy="11404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6080" cy="22608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11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1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50040" cy="11404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6080" cy="22608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11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1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400" y="4087440"/>
            <a:ext cx="2750040" cy="11404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480" y="4239720"/>
            <a:ext cx="226080" cy="22608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040" y="4544640"/>
            <a:ext cx="25311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040" y="4849560"/>
            <a:ext cx="2521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70160" cy="121680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7600" cy="16884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7998480" cy="83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2026-04-19T06:33:22Z</dcterms:modified>
  <cp:revision>4</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