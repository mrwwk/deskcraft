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64" r:id="rId2"/>
    <p:sldId id="465" r:id="rId3"/>
    <p:sldId id="467" r:id="rId4"/>
    <p:sldId id="448" r:id="rId5"/>
    <p:sldId id="453" r:id="rId6"/>
    <p:sldId id="454" r:id="rId7"/>
    <p:sldId id="468" r:id="rId8"/>
    <p:sldId id="447" r:id="rId9"/>
    <p:sldId id="451" r:id="rId10"/>
    <p:sldId id="449" r:id="rId11"/>
    <p:sldId id="446" r:id="rId12"/>
    <p:sldId id="450" r:id="rId13"/>
    <p:sldId id="469" r:id="rId14"/>
    <p:sldId id="463" r:id="rId15"/>
    <p:sldId id="456" r:id="rId16"/>
    <p:sldId id="452" r:id="rId17"/>
    <p:sldId id="457" r:id="rId18"/>
    <p:sldId id="458" r:id="rId19"/>
    <p:sldId id="455" r:id="rId20"/>
    <p:sldId id="470" r:id="rId21"/>
    <p:sldId id="459" r:id="rId22"/>
    <p:sldId id="460" r:id="rId23"/>
    <p:sldId id="461" r:id="rId24"/>
    <p:sldId id="462" r:id="rId25"/>
    <p:sldId id="471" r:id="rId26"/>
  </p:sldIdLst>
  <p:sldSz cx="9144000" cy="5143500" type="screen16x9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B5F84"/>
    <a:srgbClr val="08B1F2"/>
    <a:srgbClr val="272F43"/>
    <a:srgbClr val="2B2B2B"/>
    <a:srgbClr val="C00000"/>
    <a:srgbClr val="B00303"/>
    <a:srgbClr val="0E7EB5"/>
    <a:srgbClr val="ADB5BF"/>
    <a:srgbClr val="324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06" autoAdjust="0"/>
    <p:restoredTop sz="94694"/>
  </p:normalViewPr>
  <p:slideViewPr>
    <p:cSldViewPr>
      <p:cViewPr varScale="1">
        <p:scale>
          <a:sx n="161" d="100"/>
          <a:sy n="161" d="100"/>
        </p:scale>
        <p:origin x="1008" y="200"/>
      </p:cViewPr>
      <p:guideLst>
        <p:guide orient="horz" pos="1620"/>
        <p:guide pos="2517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  <a:pPr/>
              <a:t>2026/3/18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411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765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6569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420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045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1927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379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8337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596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0411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6883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8463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7631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511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888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3081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08845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2915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05843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02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flip="none" rotWithShape="1">
          <a:gsLst>
            <a:gs pos="26000">
              <a:srgbClr val="EBECF0"/>
            </a:gs>
            <a:gs pos="0">
              <a:srgbClr val="D7D9E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21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300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4967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2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3352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5DF45C-3474-4E86-94E4-B4FF1828C47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  <p:sldLayoutId id="2147483658" r:id="rId4"/>
  </p:sldLayoutIdLst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微软雅黑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31D9CE8-17B0-4F8B-9B77-648F021BB6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257175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D5F35D6-1E72-4C4F-A492-0C10C53547F1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3816B0-01B2-4BD4-BCE1-123E15F266FA}"/>
              </a:ext>
            </a:extLst>
          </p:cNvPr>
          <p:cNvGrpSpPr/>
          <p:nvPr/>
        </p:nvGrpSpPr>
        <p:grpSpPr>
          <a:xfrm>
            <a:off x="7884368" y="627534"/>
            <a:ext cx="504056" cy="360040"/>
            <a:chOff x="7596336" y="740307"/>
            <a:chExt cx="504056" cy="36004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1187E59-9576-4D61-9C23-7079E8325C25}"/>
                </a:ext>
              </a:extLst>
            </p:cNvPr>
            <p:cNvCxnSpPr/>
            <p:nvPr/>
          </p:nvCxnSpPr>
          <p:spPr>
            <a:xfrm>
              <a:off x="7596336" y="915566"/>
              <a:ext cx="50405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DD233BD-3DE3-4306-A347-6E1DA41C8334}"/>
                </a:ext>
              </a:extLst>
            </p:cNvPr>
            <p:cNvCxnSpPr/>
            <p:nvPr/>
          </p:nvCxnSpPr>
          <p:spPr>
            <a:xfrm flipV="1">
              <a:off x="7956376" y="740307"/>
              <a:ext cx="0" cy="3600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AC1B5743-FF2D-4195-B38A-2CF6AB4EAB8A}"/>
              </a:ext>
            </a:extLst>
          </p:cNvPr>
          <p:cNvSpPr txBox="1"/>
          <p:nvPr/>
        </p:nvSpPr>
        <p:spPr>
          <a:xfrm>
            <a:off x="683568" y="3170723"/>
            <a:ext cx="246221" cy="1789931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F0302020204030204" pitchFamily="34" charset="0"/>
                <a:ea typeface="微软雅黑" pitchFamily="34" charset="-122"/>
                <a:cs typeface="Calibri Light" panose="020F0302020204030204" pitchFamily="34" charset="0"/>
              </a:rPr>
              <a:t>LIVE AND LEARN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libri Light" panose="020F0302020204030204" pitchFamily="34" charset="0"/>
              <a:ea typeface="微软雅黑" pitchFamily="34" charset="-122"/>
              <a:cs typeface="Calibri Light" panose="020F0302020204030204" pitchFamily="34" charset="0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BE471C66-78B9-4A13-9735-886800838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1890779"/>
            <a:ext cx="65527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>
                <a:latin typeface="Times New Roman"/>
              </a:rPr>
              <a:t>Minimal Elegant Work Report Template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01D04B-4F78-4592-99D5-00B3B375D18C}"/>
              </a:ext>
            </a:extLst>
          </p:cNvPr>
          <p:cNvSpPr txBox="1"/>
          <p:nvPr/>
        </p:nvSpPr>
        <p:spPr>
          <a:xfrm>
            <a:off x="2843808" y="2571750"/>
            <a:ext cx="482453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微软雅黑" pitchFamily="34" charset="-122"/>
                <a:cs typeface="Calibri" panose="020F0502020204030204" pitchFamily="34" charset="0"/>
              </a:rPr>
              <a:t>BLACK CONCISE TEMPLATE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4CF0174-493E-4A26-88FE-130F5CCA5036}"/>
              </a:ext>
            </a:extLst>
          </p:cNvPr>
          <p:cNvCxnSpPr/>
          <p:nvPr/>
        </p:nvCxnSpPr>
        <p:spPr>
          <a:xfrm>
            <a:off x="6444208" y="3075806"/>
            <a:ext cx="1224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1EB0E79-4D04-43AE-A098-A6CCD5943D82}"/>
              </a:ext>
            </a:extLst>
          </p:cNvPr>
          <p:cNvSpPr txBox="1"/>
          <p:nvPr/>
        </p:nvSpPr>
        <p:spPr>
          <a:xfrm>
            <a:off x="4788024" y="3302704"/>
            <a:ext cx="288032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latin typeface="Times New Roman"/>
                <a:ea typeface="微软雅黑" pitchFamily="34" charset="-122"/>
                <a:cs typeface="Calibri" panose="020F0502020204030204" pitchFamily="34" charset="0"/>
              </a:rPr>
              <a:t>Lorem ipsum dolor sit amet, consectetuer adipiscing elit. Maecenas </a:t>
            </a:r>
            <a:r>
              <a:rPr lang="en-US" altLang="zh-CN" sz="1400" b="1">
                <a:solidFill>
                  <a:schemeClr val="bg1">
                    <a:lumMod val="75000"/>
                  </a:schemeClr>
                </a:solidFill>
                <a:latin typeface="Times New Roman"/>
                <a:ea typeface="微软雅黑" pitchFamily="34" charset="-122"/>
                <a:cs typeface="Calibri" panose="020F0502020204030204" pitchFamily="34" charset="0"/>
              </a:rPr>
              <a:t>porttitor congue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429B25-FA58-49BD-A76E-E9B63AD3EB32}"/>
              </a:ext>
            </a:extLst>
          </p:cNvPr>
          <p:cNvSpPr txBox="1"/>
          <p:nvPr/>
        </p:nvSpPr>
        <p:spPr>
          <a:xfrm>
            <a:off x="6444208" y="1236117"/>
            <a:ext cx="23762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dirty="0">
                <a:solidFill>
                  <a:schemeClr val="accent6"/>
                </a:solidFill>
                <a:latin typeface="Times New Roman" pitchFamily="34" charset="-122"/>
                <a:ea typeface="微软雅黑" pitchFamily="34" charset="-122"/>
              </a:rPr>
              <a:t>2019</a:t>
            </a:r>
            <a:endParaRPr lang="zh-CN" altLang="en-US" sz="4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35C186D-EE9E-494A-9350-B5AB61928A45}"/>
              </a:ext>
            </a:extLst>
          </p:cNvPr>
          <p:cNvSpPr/>
          <p:nvPr/>
        </p:nvSpPr>
        <p:spPr>
          <a:xfrm>
            <a:off x="6876256" y="4011910"/>
            <a:ext cx="792088" cy="288032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9AB3CD8-1382-4B0D-8681-FB8D3798B664}"/>
              </a:ext>
            </a:extLst>
          </p:cNvPr>
          <p:cNvSpPr txBox="1"/>
          <p:nvPr/>
        </p:nvSpPr>
        <p:spPr>
          <a:xfrm>
            <a:off x="6876256" y="4065688"/>
            <a:ext cx="79208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>
                <a:latin typeface="Times New Roman"/>
              </a:rPr>
              <a:t>   YPPPT</a:t>
            </a:r>
          </a:p>
        </p:txBody>
      </p:sp>
    </p:spTree>
    <p:extLst>
      <p:ext uri="{BB962C8B-B14F-4D97-AF65-F5344CB8AC3E}">
        <p14:creationId xmlns:p14="http://schemas.microsoft.com/office/powerpoint/2010/main" val="336872777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F81E23-B454-4175-A594-A6DC40BA2AF4}"/>
              </a:ext>
            </a:extLst>
          </p:cNvPr>
          <p:cNvSpPr/>
          <p:nvPr/>
        </p:nvSpPr>
        <p:spPr>
          <a:xfrm>
            <a:off x="1277380" y="339502"/>
            <a:ext cx="1368152" cy="4320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BEAA63-B873-48A6-B837-18C5A88C8DED}"/>
              </a:ext>
            </a:extLst>
          </p:cNvPr>
          <p:cNvSpPr txBox="1"/>
          <p:nvPr/>
        </p:nvSpPr>
        <p:spPr>
          <a:xfrm>
            <a:off x="2051720" y="1040998"/>
            <a:ext cx="66582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C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20259D-730E-4D6A-B6DA-A1B36FDD96A9}"/>
              </a:ext>
            </a:extLst>
          </p:cNvPr>
          <p:cNvSpPr txBox="1"/>
          <p:nvPr/>
        </p:nvSpPr>
        <p:spPr>
          <a:xfrm>
            <a:off x="2051720" y="1839200"/>
            <a:ext cx="66582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ONTENTS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C12210E-9B4B-4D62-A69E-D8D119C606C5}"/>
              </a:ext>
            </a:extLst>
          </p:cNvPr>
          <p:cNvCxnSpPr/>
          <p:nvPr/>
        </p:nvCxnSpPr>
        <p:spPr>
          <a:xfrm>
            <a:off x="1835696" y="1131590"/>
            <a:ext cx="0" cy="36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2D5ED9A-3CBD-415F-80C5-68DD2AFC53B8}"/>
              </a:ext>
            </a:extLst>
          </p:cNvPr>
          <p:cNvSpPr txBox="1"/>
          <p:nvPr/>
        </p:nvSpPr>
        <p:spPr>
          <a:xfrm>
            <a:off x="1311895" y="1133872"/>
            <a:ext cx="307777" cy="1828197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DA124711-A6D1-416F-9DC9-B9FF111E038E}"/>
              </a:ext>
            </a:extLst>
          </p:cNvPr>
          <p:cNvSpPr/>
          <p:nvPr/>
        </p:nvSpPr>
        <p:spPr>
          <a:xfrm flipH="1">
            <a:off x="1007772" y="339502"/>
            <a:ext cx="269607" cy="76652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5521C84-2BB1-4D85-9B42-8FBB59D87F0F}"/>
              </a:ext>
            </a:extLst>
          </p:cNvPr>
          <p:cNvGrpSpPr/>
          <p:nvPr/>
        </p:nvGrpSpPr>
        <p:grpSpPr>
          <a:xfrm>
            <a:off x="4499992" y="1131590"/>
            <a:ext cx="2592288" cy="576064"/>
            <a:chOff x="4499992" y="1131590"/>
            <a:chExt cx="2592288" cy="57606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F77615D-E770-401E-BB22-64DF9FAEC84B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521551-4A8D-459B-A33B-17FA766B2BA4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E21EA05-48BE-42FA-B3BF-D2FEB3F4E3EF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年度工作总结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D334CF6-90D3-42B1-A889-9EF8AF055C38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907C336-DD27-4542-A245-6B5B41609BE4}"/>
              </a:ext>
            </a:extLst>
          </p:cNvPr>
          <p:cNvGrpSpPr/>
          <p:nvPr/>
        </p:nvGrpSpPr>
        <p:grpSpPr>
          <a:xfrm>
            <a:off x="4499992" y="1840862"/>
            <a:ext cx="2592288" cy="576064"/>
            <a:chOff x="4499992" y="1131590"/>
            <a:chExt cx="2592288" cy="576064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9C0603F8-A941-489E-90CF-6B971B249345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BE318FC-A0CF-491C-AAC3-2A51935F97CC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4D3EC1B-B5E4-4C37-8F75-941735E349B1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工作完成情况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F73B8EC-4A1E-441A-BD65-F22FDDF5C1E6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27BD4BF-1E40-4FFC-AC9E-68DDD59FD732}"/>
              </a:ext>
            </a:extLst>
          </p:cNvPr>
          <p:cNvGrpSpPr/>
          <p:nvPr/>
        </p:nvGrpSpPr>
        <p:grpSpPr>
          <a:xfrm>
            <a:off x="4499992" y="2550134"/>
            <a:ext cx="2592288" cy="576064"/>
            <a:chOff x="4499992" y="1131590"/>
            <a:chExt cx="2592288" cy="576064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687726C-23D5-4C92-99F8-144F3C845C15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C19FFAE-EF1E-4E62-A6FC-95846FD7825D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9F4F5F7-13C1-46EA-8614-C782DCBB5E23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项目成功展示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F497C1E-9E0E-46AE-B279-8F271261BC3B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DCEED8B-6318-4C8E-B629-8202C1EA544A}"/>
              </a:ext>
            </a:extLst>
          </p:cNvPr>
          <p:cNvGrpSpPr/>
          <p:nvPr/>
        </p:nvGrpSpPr>
        <p:grpSpPr>
          <a:xfrm>
            <a:off x="4499992" y="3259406"/>
            <a:ext cx="2592288" cy="576064"/>
            <a:chOff x="4499992" y="1131590"/>
            <a:chExt cx="2592288" cy="576064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5974DF1B-9B49-4DDE-A2AC-24A1F1F00963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19F2755-2E53-4936-9A36-A10BFF1B64F8}"/>
                </a:ext>
              </a:extLst>
            </p:cNvPr>
            <p:cNvSpPr txBox="1"/>
            <p:nvPr/>
          </p:nvSpPr>
          <p:spPr>
            <a:xfrm>
              <a:off x="4644008" y="1137397"/>
              <a:ext cx="216024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3200" b="1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3053A24-427A-4186-94F7-05BEBBB20C09}"/>
                </a:ext>
              </a:extLst>
            </p:cNvPr>
            <p:cNvSpPr txBox="1"/>
            <p:nvPr/>
          </p:nvSpPr>
          <p:spPr>
            <a:xfrm>
              <a:off x="5292080" y="1131590"/>
              <a:ext cx="165618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lang="zh-CN" altLang="en-US" sz="2000" b="1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明年工作计划</a:t>
              </a:r>
              <a:endParaRPr lang="zh-CN" altLang="en-US" sz="2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0EE31C7-9EE9-4F34-8F05-FABEC6645E5B}"/>
                </a:ext>
              </a:extLst>
            </p:cNvPr>
            <p:cNvSpPr txBox="1"/>
            <p:nvPr/>
          </p:nvSpPr>
          <p:spPr>
            <a:xfrm>
              <a:off x="5292080" y="1492210"/>
              <a:ext cx="18002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annual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work</a:t>
              </a:r>
              <a:r>
                <a:rPr lang="en-US" altLang="zh-CN" sz="1400">
                  <a:solidFill>
                    <a:schemeClr val="bg2">
                      <a:lumMod val="65000"/>
                    </a:schemeClr>
                  </a:solidFill>
                </a:rPr>
                <a:t> </a:t>
              </a:r>
              <a:r>
                <a:rPr lang="en-US" altLang="zh-CN" sz="1400" b="1">
                  <a:solidFill>
                    <a:schemeClr val="bg2">
                      <a:lumMod val="65000"/>
                    </a:schemeClr>
                  </a:solidFill>
                </a:rPr>
                <a:t>summary</a:t>
              </a:r>
              <a:endParaRPr lang="zh-CN" altLang="en-US" sz="1400" b="1" dirty="0">
                <a:solidFill>
                  <a:schemeClr val="bg2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9965241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1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Annual Work Summary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303569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21243" y="1336740"/>
            <a:ext cx="4312872" cy="2461721"/>
            <a:chOff x="345504" y="1787852"/>
            <a:chExt cx="5750496" cy="3282295"/>
          </a:xfrm>
        </p:grpSpPr>
        <p:grpSp>
          <p:nvGrpSpPr>
            <p:cNvPr id="17" name="组合 16"/>
            <p:cNvGrpSpPr>
              <a:grpSpLocks/>
            </p:cNvGrpSpPr>
            <p:nvPr/>
          </p:nvGrpSpPr>
          <p:grpSpPr bwMode="auto">
            <a:xfrm>
              <a:off x="345504" y="1787852"/>
              <a:ext cx="5750496" cy="3282295"/>
              <a:chOff x="8540751" y="4843463"/>
              <a:chExt cx="8012112" cy="4562475"/>
            </a:xfrm>
            <a:effectLst/>
          </p:grpSpPr>
          <p:sp>
            <p:nvSpPr>
              <p:cNvPr id="19" name="任意多边形: 形状 18"/>
              <p:cNvSpPr>
                <a:spLocks/>
              </p:cNvSpPr>
              <p:nvPr/>
            </p:nvSpPr>
            <p:spPr bwMode="auto">
              <a:xfrm>
                <a:off x="9321800" y="4843463"/>
                <a:ext cx="6480176" cy="4421188"/>
              </a:xfrm>
              <a:custGeom>
                <a:avLst/>
                <a:gdLst>
                  <a:gd name="T0" fmla="*/ 17508 w 18000"/>
                  <a:gd name="T1" fmla="*/ 12280 h 12281"/>
                  <a:gd name="T2" fmla="*/ 491 w 18000"/>
                  <a:gd name="T3" fmla="*/ 12280 h 12281"/>
                  <a:gd name="T4" fmla="*/ 0 w 18000"/>
                  <a:gd name="T5" fmla="*/ 11792 h 12281"/>
                  <a:gd name="T6" fmla="*/ 0 w 18000"/>
                  <a:gd name="T7" fmla="*/ 488 h 12281"/>
                  <a:gd name="T8" fmla="*/ 491 w 18000"/>
                  <a:gd name="T9" fmla="*/ 0 h 12281"/>
                  <a:gd name="T10" fmla="*/ 17508 w 18000"/>
                  <a:gd name="T11" fmla="*/ 0 h 12281"/>
                  <a:gd name="T12" fmla="*/ 17999 w 18000"/>
                  <a:gd name="T13" fmla="*/ 488 h 12281"/>
                  <a:gd name="T14" fmla="*/ 17999 w 18000"/>
                  <a:gd name="T15" fmla="*/ 11792 h 12281"/>
                  <a:gd name="T16" fmla="*/ 17508 w 18000"/>
                  <a:gd name="T17" fmla="*/ 12280 h 1228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000"/>
                  <a:gd name="T28" fmla="*/ 0 h 12281"/>
                  <a:gd name="T29" fmla="*/ 18000 w 18000"/>
                  <a:gd name="T30" fmla="*/ 12281 h 1228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000" h="12281">
                    <a:moveTo>
                      <a:pt x="17508" y="12280"/>
                    </a:moveTo>
                    <a:lnTo>
                      <a:pt x="491" y="12280"/>
                    </a:lnTo>
                    <a:cubicBezTo>
                      <a:pt x="220" y="12280"/>
                      <a:pt x="0" y="12061"/>
                      <a:pt x="0" y="11792"/>
                    </a:cubicBezTo>
                    <a:lnTo>
                      <a:pt x="0" y="488"/>
                    </a:lnTo>
                    <a:cubicBezTo>
                      <a:pt x="0" y="219"/>
                      <a:pt x="220" y="0"/>
                      <a:pt x="491" y="0"/>
                    </a:cubicBezTo>
                    <a:lnTo>
                      <a:pt x="17508" y="0"/>
                    </a:lnTo>
                    <a:cubicBezTo>
                      <a:pt x="17779" y="0"/>
                      <a:pt x="17999" y="219"/>
                      <a:pt x="17999" y="488"/>
                    </a:cubicBezTo>
                    <a:lnTo>
                      <a:pt x="17999" y="11792"/>
                    </a:lnTo>
                    <a:cubicBezTo>
                      <a:pt x="17999" y="12061"/>
                      <a:pt x="17779" y="12280"/>
                      <a:pt x="17508" y="12280"/>
                    </a:cubicBez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>
                <a:spLocks/>
              </p:cNvSpPr>
              <p:nvPr/>
            </p:nvSpPr>
            <p:spPr bwMode="auto">
              <a:xfrm>
                <a:off x="8542336" y="9169402"/>
                <a:ext cx="8008936" cy="142874"/>
              </a:xfrm>
              <a:custGeom>
                <a:avLst/>
                <a:gdLst>
                  <a:gd name="T0" fmla="*/ 22247 w 22248"/>
                  <a:gd name="T1" fmla="*/ 398 h 657"/>
                  <a:gd name="T2" fmla="*/ 21410 w 22248"/>
                  <a:gd name="T3" fmla="*/ 656 h 657"/>
                  <a:gd name="T4" fmla="*/ 870 w 22248"/>
                  <a:gd name="T5" fmla="*/ 656 h 657"/>
                  <a:gd name="T6" fmla="*/ 0 w 22248"/>
                  <a:gd name="T7" fmla="*/ 398 h 657"/>
                  <a:gd name="T8" fmla="*/ 0 w 22248"/>
                  <a:gd name="T9" fmla="*/ 0 h 657"/>
                  <a:gd name="T10" fmla="*/ 22247 w 22248"/>
                  <a:gd name="T11" fmla="*/ 0 h 657"/>
                  <a:gd name="T12" fmla="*/ 22247 w 22248"/>
                  <a:gd name="T13" fmla="*/ 398 h 6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248"/>
                  <a:gd name="T22" fmla="*/ 0 h 657"/>
                  <a:gd name="T23" fmla="*/ 22248 w 22248"/>
                  <a:gd name="T24" fmla="*/ 657 h 6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1" name="任意多边形: 形状 20"/>
              <p:cNvSpPr>
                <a:spLocks/>
              </p:cNvSpPr>
              <p:nvPr/>
            </p:nvSpPr>
            <p:spPr bwMode="auto">
              <a:xfrm>
                <a:off x="8542339" y="9169399"/>
                <a:ext cx="8008939" cy="236539"/>
              </a:xfrm>
              <a:custGeom>
                <a:avLst/>
                <a:gdLst>
                  <a:gd name="T0" fmla="*/ 22247 w 22248"/>
                  <a:gd name="T1" fmla="*/ 398 h 657"/>
                  <a:gd name="T2" fmla="*/ 21410 w 22248"/>
                  <a:gd name="T3" fmla="*/ 656 h 657"/>
                  <a:gd name="T4" fmla="*/ 870 w 22248"/>
                  <a:gd name="T5" fmla="*/ 656 h 657"/>
                  <a:gd name="T6" fmla="*/ 0 w 22248"/>
                  <a:gd name="T7" fmla="*/ 398 h 657"/>
                  <a:gd name="T8" fmla="*/ 0 w 22248"/>
                  <a:gd name="T9" fmla="*/ 0 h 657"/>
                  <a:gd name="T10" fmla="*/ 22247 w 22248"/>
                  <a:gd name="T11" fmla="*/ 0 h 657"/>
                  <a:gd name="T12" fmla="*/ 22247 w 22248"/>
                  <a:gd name="T13" fmla="*/ 398 h 6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248"/>
                  <a:gd name="T22" fmla="*/ 0 h 657"/>
                  <a:gd name="T23" fmla="*/ 22248 w 22248"/>
                  <a:gd name="T24" fmla="*/ 657 h 6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248" h="657">
                    <a:moveTo>
                      <a:pt x="22247" y="398"/>
                    </a:moveTo>
                    <a:cubicBezTo>
                      <a:pt x="22247" y="398"/>
                      <a:pt x="21890" y="656"/>
                      <a:pt x="21410" y="656"/>
                    </a:cubicBezTo>
                    <a:lnTo>
                      <a:pt x="870" y="656"/>
                    </a:lnTo>
                    <a:cubicBezTo>
                      <a:pt x="462" y="656"/>
                      <a:pt x="0" y="398"/>
                      <a:pt x="0" y="398"/>
                    </a:cubicBezTo>
                    <a:lnTo>
                      <a:pt x="0" y="0"/>
                    </a:lnTo>
                    <a:lnTo>
                      <a:pt x="22247" y="0"/>
                    </a:lnTo>
                    <a:lnTo>
                      <a:pt x="22247" y="398"/>
                    </a:lnTo>
                  </a:path>
                </a:pathLst>
              </a:custGeom>
              <a:noFill/>
              <a:ln w="1008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任意多边形: 形状 21"/>
              <p:cNvSpPr>
                <a:spLocks/>
              </p:cNvSpPr>
              <p:nvPr/>
            </p:nvSpPr>
            <p:spPr bwMode="auto">
              <a:xfrm>
                <a:off x="8540751" y="9312275"/>
                <a:ext cx="8012112" cy="93663"/>
              </a:xfrm>
              <a:custGeom>
                <a:avLst/>
                <a:gdLst>
                  <a:gd name="T0" fmla="*/ 0 w 22256"/>
                  <a:gd name="T1" fmla="*/ 0 h 262"/>
                  <a:gd name="T2" fmla="*/ 870 w 22256"/>
                  <a:gd name="T3" fmla="*/ 261 h 262"/>
                  <a:gd name="T4" fmla="*/ 21418 w 22256"/>
                  <a:gd name="T5" fmla="*/ 261 h 262"/>
                  <a:gd name="T6" fmla="*/ 22255 w 22256"/>
                  <a:gd name="T7" fmla="*/ 0 h 262"/>
                  <a:gd name="T8" fmla="*/ 0 w 22256"/>
                  <a:gd name="T9" fmla="*/ 0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256"/>
                  <a:gd name="T16" fmla="*/ 0 h 262"/>
                  <a:gd name="T17" fmla="*/ 22256 w 22256"/>
                  <a:gd name="T18" fmla="*/ 262 h 2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256" h="262">
                    <a:moveTo>
                      <a:pt x="0" y="0"/>
                    </a:moveTo>
                    <a:cubicBezTo>
                      <a:pt x="0" y="0"/>
                      <a:pt x="462" y="261"/>
                      <a:pt x="870" y="261"/>
                    </a:cubicBezTo>
                    <a:lnTo>
                      <a:pt x="21418" y="261"/>
                    </a:lnTo>
                    <a:cubicBezTo>
                      <a:pt x="21898" y="261"/>
                      <a:pt x="22255" y="0"/>
                      <a:pt x="22255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任意多边形: 形状 22"/>
              <p:cNvSpPr>
                <a:spLocks/>
              </p:cNvSpPr>
              <p:nvPr/>
            </p:nvSpPr>
            <p:spPr bwMode="auto">
              <a:xfrm>
                <a:off x="11979275" y="9167813"/>
                <a:ext cx="1141413" cy="88900"/>
              </a:xfrm>
              <a:custGeom>
                <a:avLst/>
                <a:gdLst>
                  <a:gd name="T0" fmla="*/ 0 w 3171"/>
                  <a:gd name="T1" fmla="*/ 0 h 249"/>
                  <a:gd name="T2" fmla="*/ 349 w 3171"/>
                  <a:gd name="T3" fmla="*/ 248 h 249"/>
                  <a:gd name="T4" fmla="*/ 2821 w 3171"/>
                  <a:gd name="T5" fmla="*/ 248 h 249"/>
                  <a:gd name="T6" fmla="*/ 3170 w 3171"/>
                  <a:gd name="T7" fmla="*/ 0 h 249"/>
                  <a:gd name="T8" fmla="*/ 0 w 3171"/>
                  <a:gd name="T9" fmla="*/ 0 h 2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71"/>
                  <a:gd name="T16" fmla="*/ 0 h 249"/>
                  <a:gd name="T17" fmla="*/ 3171 w 3171"/>
                  <a:gd name="T18" fmla="*/ 249 h 2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71" h="249">
                    <a:moveTo>
                      <a:pt x="0" y="0"/>
                    </a:moveTo>
                    <a:cubicBezTo>
                      <a:pt x="49" y="144"/>
                      <a:pt x="187" y="248"/>
                      <a:pt x="349" y="248"/>
                    </a:cubicBezTo>
                    <a:lnTo>
                      <a:pt x="2821" y="248"/>
                    </a:lnTo>
                    <a:cubicBezTo>
                      <a:pt x="2983" y="248"/>
                      <a:pt x="3120" y="144"/>
                      <a:pt x="3170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" name="任意多边形: 形状 23"/>
              <p:cNvSpPr>
                <a:spLocks/>
              </p:cNvSpPr>
              <p:nvPr/>
            </p:nvSpPr>
            <p:spPr bwMode="auto">
              <a:xfrm>
                <a:off x="12571413" y="4937125"/>
                <a:ext cx="38100" cy="36513"/>
              </a:xfrm>
              <a:custGeom>
                <a:avLst/>
                <a:gdLst>
                  <a:gd name="T0" fmla="*/ 51 w 104"/>
                  <a:gd name="T1" fmla="*/ 102 h 103"/>
                  <a:gd name="T2" fmla="*/ 0 w 104"/>
                  <a:gd name="T3" fmla="*/ 51 h 103"/>
                  <a:gd name="T4" fmla="*/ 51 w 104"/>
                  <a:gd name="T5" fmla="*/ 0 h 103"/>
                  <a:gd name="T6" fmla="*/ 103 w 104"/>
                  <a:gd name="T7" fmla="*/ 51 h 103"/>
                  <a:gd name="T8" fmla="*/ 51 w 104"/>
                  <a:gd name="T9" fmla="*/ 102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03"/>
                  <a:gd name="T17" fmla="*/ 104 w 104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03">
                    <a:moveTo>
                      <a:pt x="51" y="102"/>
                    </a:moveTo>
                    <a:cubicBezTo>
                      <a:pt x="23" y="102"/>
                      <a:pt x="0" y="79"/>
                      <a:pt x="0" y="51"/>
                    </a:cubicBezTo>
                    <a:cubicBezTo>
                      <a:pt x="0" y="22"/>
                      <a:pt x="23" y="0"/>
                      <a:pt x="51" y="0"/>
                    </a:cubicBezTo>
                    <a:cubicBezTo>
                      <a:pt x="80" y="0"/>
                      <a:pt x="103" y="22"/>
                      <a:pt x="103" y="51"/>
                    </a:cubicBezTo>
                    <a:cubicBezTo>
                      <a:pt x="103" y="79"/>
                      <a:pt x="80" y="102"/>
                      <a:pt x="51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085227" y="2041661"/>
              <a:ext cx="4271050" cy="2700705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584120" y="1336741"/>
            <a:ext cx="4338638" cy="1209429"/>
            <a:chOff x="4584120" y="1336741"/>
            <a:chExt cx="4338638" cy="1209429"/>
          </a:xfrm>
        </p:grpSpPr>
        <p:sp>
          <p:nvSpPr>
            <p:cNvPr id="5" name="矩形 4"/>
            <p:cNvSpPr/>
            <p:nvPr/>
          </p:nvSpPr>
          <p:spPr bwMode="auto">
            <a:xfrm>
              <a:off x="4584120" y="1336741"/>
              <a:ext cx="4338638" cy="1209429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4750139" y="1603918"/>
              <a:ext cx="675075" cy="675075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任意多边形: 形状 8"/>
            <p:cNvSpPr/>
            <p:nvPr/>
          </p:nvSpPr>
          <p:spPr bwMode="auto">
            <a:xfrm>
              <a:off x="4886301" y="1745753"/>
              <a:ext cx="402750" cy="391405"/>
            </a:xfrm>
            <a:custGeom>
              <a:avLst/>
              <a:gdLst>
                <a:gd name="connsiteX0" fmla="*/ 279778 w 338138"/>
                <a:gd name="connsiteY0" fmla="*/ 231775 h 328613"/>
                <a:gd name="connsiteX1" fmla="*/ 289126 w 338138"/>
                <a:gd name="connsiteY1" fmla="*/ 271719 h 328613"/>
                <a:gd name="connsiteX2" fmla="*/ 283784 w 338138"/>
                <a:gd name="connsiteY2" fmla="*/ 279708 h 328613"/>
                <a:gd name="connsiteX3" fmla="*/ 282449 w 338138"/>
                <a:gd name="connsiteY3" fmla="*/ 279708 h 328613"/>
                <a:gd name="connsiteX4" fmla="*/ 275771 w 338138"/>
                <a:gd name="connsiteY4" fmla="*/ 274382 h 328613"/>
                <a:gd name="connsiteX5" fmla="*/ 265087 w 338138"/>
                <a:gd name="connsiteY5" fmla="*/ 234438 h 328613"/>
                <a:gd name="connsiteX6" fmla="*/ 239712 w 338138"/>
                <a:gd name="connsiteY6" fmla="*/ 273050 h 328613"/>
                <a:gd name="connsiteX7" fmla="*/ 282449 w 338138"/>
                <a:gd name="connsiteY7" fmla="*/ 314325 h 328613"/>
                <a:gd name="connsiteX8" fmla="*/ 323850 w 338138"/>
                <a:gd name="connsiteY8" fmla="*/ 273050 h 328613"/>
                <a:gd name="connsiteX9" fmla="*/ 282449 w 338138"/>
                <a:gd name="connsiteY9" fmla="*/ 231775 h 328613"/>
                <a:gd name="connsiteX10" fmla="*/ 279778 w 338138"/>
                <a:gd name="connsiteY10" fmla="*/ 231775 h 328613"/>
                <a:gd name="connsiteX11" fmla="*/ 55688 w 338138"/>
                <a:gd name="connsiteY11" fmla="*/ 231775 h 328613"/>
                <a:gd name="connsiteX12" fmla="*/ 14287 w 338138"/>
                <a:gd name="connsiteY12" fmla="*/ 273050 h 328613"/>
                <a:gd name="connsiteX13" fmla="*/ 55688 w 338138"/>
                <a:gd name="connsiteY13" fmla="*/ 314325 h 328613"/>
                <a:gd name="connsiteX14" fmla="*/ 98425 w 338138"/>
                <a:gd name="connsiteY14" fmla="*/ 273050 h 328613"/>
                <a:gd name="connsiteX15" fmla="*/ 97089 w 338138"/>
                <a:gd name="connsiteY15" fmla="*/ 265062 h 328613"/>
                <a:gd name="connsiteX16" fmla="*/ 58359 w 338138"/>
                <a:gd name="connsiteY16" fmla="*/ 279708 h 328613"/>
                <a:gd name="connsiteX17" fmla="*/ 55688 w 338138"/>
                <a:gd name="connsiteY17" fmla="*/ 279708 h 328613"/>
                <a:gd name="connsiteX18" fmla="*/ 49011 w 338138"/>
                <a:gd name="connsiteY18" fmla="*/ 275713 h 328613"/>
                <a:gd name="connsiteX19" fmla="*/ 53017 w 338138"/>
                <a:gd name="connsiteY19" fmla="*/ 266393 h 328613"/>
                <a:gd name="connsiteX20" fmla="*/ 91747 w 338138"/>
                <a:gd name="connsiteY20" fmla="*/ 251747 h 328613"/>
                <a:gd name="connsiteX21" fmla="*/ 55688 w 338138"/>
                <a:gd name="connsiteY21" fmla="*/ 231775 h 328613"/>
                <a:gd name="connsiteX22" fmla="*/ 39613 w 338138"/>
                <a:gd name="connsiteY22" fmla="*/ 195263 h 328613"/>
                <a:gd name="connsiteX23" fmla="*/ 92431 w 338138"/>
                <a:gd name="connsiteY23" fmla="*/ 195263 h 328613"/>
                <a:gd name="connsiteX24" fmla="*/ 97713 w 338138"/>
                <a:gd name="connsiteY24" fmla="*/ 196583 h 328613"/>
                <a:gd name="connsiteX25" fmla="*/ 138647 w 338138"/>
                <a:gd name="connsiteY25" fmla="*/ 237513 h 328613"/>
                <a:gd name="connsiteX26" fmla="*/ 139967 w 338138"/>
                <a:gd name="connsiteY26" fmla="*/ 244114 h 328613"/>
                <a:gd name="connsiteX27" fmla="*/ 136006 w 338138"/>
                <a:gd name="connsiteY27" fmla="*/ 249395 h 328613"/>
                <a:gd name="connsiteX28" fmla="*/ 109597 w 338138"/>
                <a:gd name="connsiteY28" fmla="*/ 259958 h 328613"/>
                <a:gd name="connsiteX29" fmla="*/ 110918 w 338138"/>
                <a:gd name="connsiteY29" fmla="*/ 273161 h 328613"/>
                <a:gd name="connsiteX30" fmla="*/ 55459 w 338138"/>
                <a:gd name="connsiteY30" fmla="*/ 328613 h 328613"/>
                <a:gd name="connsiteX31" fmla="*/ 0 w 338138"/>
                <a:gd name="connsiteY31" fmla="*/ 273161 h 328613"/>
                <a:gd name="connsiteX32" fmla="*/ 55459 w 338138"/>
                <a:gd name="connsiteY32" fmla="*/ 217708 h 328613"/>
                <a:gd name="connsiteX33" fmla="*/ 104315 w 338138"/>
                <a:gd name="connsiteY33" fmla="*/ 246755 h 328613"/>
                <a:gd name="connsiteX34" fmla="*/ 121481 w 338138"/>
                <a:gd name="connsiteY34" fmla="*/ 240153 h 328613"/>
                <a:gd name="connsiteX35" fmla="*/ 89790 w 338138"/>
                <a:gd name="connsiteY35" fmla="*/ 208466 h 328613"/>
                <a:gd name="connsiteX36" fmla="*/ 39613 w 338138"/>
                <a:gd name="connsiteY36" fmla="*/ 208466 h 328613"/>
                <a:gd name="connsiteX37" fmla="*/ 33011 w 338138"/>
                <a:gd name="connsiteY37" fmla="*/ 201864 h 328613"/>
                <a:gd name="connsiteX38" fmla="*/ 39613 w 338138"/>
                <a:gd name="connsiteY38" fmla="*/ 195263 h 328613"/>
                <a:gd name="connsiteX39" fmla="*/ 155575 w 338138"/>
                <a:gd name="connsiteY39" fmla="*/ 0 h 328613"/>
                <a:gd name="connsiteX40" fmla="*/ 191294 w 338138"/>
                <a:gd name="connsiteY40" fmla="*/ 35490 h 328613"/>
                <a:gd name="connsiteX41" fmla="*/ 156898 w 338138"/>
                <a:gd name="connsiteY41" fmla="*/ 70980 h 328613"/>
                <a:gd name="connsiteX42" fmla="*/ 167481 w 338138"/>
                <a:gd name="connsiteY42" fmla="*/ 80181 h 328613"/>
                <a:gd name="connsiteX43" fmla="*/ 168804 w 338138"/>
                <a:gd name="connsiteY43" fmla="*/ 81496 h 328613"/>
                <a:gd name="connsiteX44" fmla="*/ 196586 w 338138"/>
                <a:gd name="connsiteY44" fmla="*/ 126187 h 328613"/>
                <a:gd name="connsiteX45" fmla="*/ 225690 w 338138"/>
                <a:gd name="connsiteY45" fmla="*/ 130131 h 328613"/>
                <a:gd name="connsiteX46" fmla="*/ 234950 w 338138"/>
                <a:gd name="connsiteY46" fmla="*/ 138017 h 328613"/>
                <a:gd name="connsiteX47" fmla="*/ 257440 w 338138"/>
                <a:gd name="connsiteY47" fmla="*/ 149847 h 328613"/>
                <a:gd name="connsiteX48" fmla="*/ 260086 w 338138"/>
                <a:gd name="connsiteY48" fmla="*/ 155105 h 328613"/>
                <a:gd name="connsiteX49" fmla="*/ 270669 w 338138"/>
                <a:gd name="connsiteY49" fmla="*/ 197168 h 328613"/>
                <a:gd name="connsiteX50" fmla="*/ 278607 w 338138"/>
                <a:gd name="connsiteY50" fmla="*/ 197168 h 328613"/>
                <a:gd name="connsiteX51" fmla="*/ 315648 w 338138"/>
                <a:gd name="connsiteY51" fmla="*/ 205054 h 328613"/>
                <a:gd name="connsiteX52" fmla="*/ 319617 w 338138"/>
                <a:gd name="connsiteY52" fmla="*/ 214255 h 328613"/>
                <a:gd name="connsiteX53" fmla="*/ 310357 w 338138"/>
                <a:gd name="connsiteY53" fmla="*/ 216884 h 328613"/>
                <a:gd name="connsiteX54" fmla="*/ 278607 w 338138"/>
                <a:gd name="connsiteY54" fmla="*/ 210312 h 328613"/>
                <a:gd name="connsiteX55" fmla="*/ 274638 w 338138"/>
                <a:gd name="connsiteY55" fmla="*/ 211627 h 328613"/>
                <a:gd name="connsiteX56" fmla="*/ 275961 w 338138"/>
                <a:gd name="connsiteY56" fmla="*/ 218199 h 328613"/>
                <a:gd name="connsiteX57" fmla="*/ 282575 w 338138"/>
                <a:gd name="connsiteY57" fmla="*/ 218199 h 328613"/>
                <a:gd name="connsiteX58" fmla="*/ 338138 w 338138"/>
                <a:gd name="connsiteY58" fmla="*/ 273406 h 328613"/>
                <a:gd name="connsiteX59" fmla="*/ 282575 w 338138"/>
                <a:gd name="connsiteY59" fmla="*/ 328613 h 328613"/>
                <a:gd name="connsiteX60" fmla="*/ 229659 w 338138"/>
                <a:gd name="connsiteY60" fmla="*/ 289180 h 328613"/>
                <a:gd name="connsiteX61" fmla="*/ 183356 w 338138"/>
                <a:gd name="connsiteY61" fmla="*/ 289180 h 328613"/>
                <a:gd name="connsiteX62" fmla="*/ 175419 w 338138"/>
                <a:gd name="connsiteY62" fmla="*/ 282607 h 328613"/>
                <a:gd name="connsiteX63" fmla="*/ 183356 w 338138"/>
                <a:gd name="connsiteY63" fmla="*/ 276035 h 328613"/>
                <a:gd name="connsiteX64" fmla="*/ 227013 w 338138"/>
                <a:gd name="connsiteY64" fmla="*/ 276035 h 328613"/>
                <a:gd name="connsiteX65" fmla="*/ 227013 w 338138"/>
                <a:gd name="connsiteY65" fmla="*/ 273406 h 328613"/>
                <a:gd name="connsiteX66" fmla="*/ 262732 w 338138"/>
                <a:gd name="connsiteY66" fmla="*/ 222142 h 328613"/>
                <a:gd name="connsiteX67" fmla="*/ 261409 w 338138"/>
                <a:gd name="connsiteY67" fmla="*/ 214255 h 328613"/>
                <a:gd name="connsiteX68" fmla="*/ 230981 w 338138"/>
                <a:gd name="connsiteY68" fmla="*/ 239231 h 328613"/>
                <a:gd name="connsiteX69" fmla="*/ 224367 w 338138"/>
                <a:gd name="connsiteY69" fmla="*/ 243174 h 328613"/>
                <a:gd name="connsiteX70" fmla="*/ 221721 w 338138"/>
                <a:gd name="connsiteY70" fmla="*/ 241859 h 328613"/>
                <a:gd name="connsiteX71" fmla="*/ 219075 w 338138"/>
                <a:gd name="connsiteY71" fmla="*/ 232658 h 328613"/>
                <a:gd name="connsiteX72" fmla="*/ 257440 w 338138"/>
                <a:gd name="connsiteY72" fmla="*/ 201111 h 328613"/>
                <a:gd name="connsiteX73" fmla="*/ 248180 w 338138"/>
                <a:gd name="connsiteY73" fmla="*/ 160363 h 328613"/>
                <a:gd name="connsiteX74" fmla="*/ 228336 w 338138"/>
                <a:gd name="connsiteY74" fmla="*/ 151162 h 328613"/>
                <a:gd name="connsiteX75" fmla="*/ 227013 w 338138"/>
                <a:gd name="connsiteY75" fmla="*/ 149847 h 328613"/>
                <a:gd name="connsiteX76" fmla="*/ 224367 w 338138"/>
                <a:gd name="connsiteY76" fmla="*/ 149847 h 328613"/>
                <a:gd name="connsiteX77" fmla="*/ 188648 w 338138"/>
                <a:gd name="connsiteY77" fmla="*/ 149847 h 328613"/>
                <a:gd name="connsiteX78" fmla="*/ 179388 w 338138"/>
                <a:gd name="connsiteY78" fmla="*/ 145904 h 328613"/>
                <a:gd name="connsiteX79" fmla="*/ 178065 w 338138"/>
                <a:gd name="connsiteY79" fmla="*/ 144589 h 328613"/>
                <a:gd name="connsiteX80" fmla="*/ 170127 w 338138"/>
                <a:gd name="connsiteY80" fmla="*/ 134074 h 328613"/>
                <a:gd name="connsiteX81" fmla="*/ 168804 w 338138"/>
                <a:gd name="connsiteY81" fmla="*/ 140646 h 328613"/>
                <a:gd name="connsiteX82" fmla="*/ 167481 w 338138"/>
                <a:gd name="connsiteY82" fmla="*/ 148533 h 328613"/>
                <a:gd name="connsiteX83" fmla="*/ 166158 w 338138"/>
                <a:gd name="connsiteY83" fmla="*/ 152476 h 328613"/>
                <a:gd name="connsiteX84" fmla="*/ 166158 w 338138"/>
                <a:gd name="connsiteY84" fmla="*/ 156420 h 328613"/>
                <a:gd name="connsiteX85" fmla="*/ 163513 w 338138"/>
                <a:gd name="connsiteY85" fmla="*/ 164306 h 328613"/>
                <a:gd name="connsiteX86" fmla="*/ 162190 w 338138"/>
                <a:gd name="connsiteY86" fmla="*/ 170879 h 328613"/>
                <a:gd name="connsiteX87" fmla="*/ 160867 w 338138"/>
                <a:gd name="connsiteY87" fmla="*/ 173507 h 328613"/>
                <a:gd name="connsiteX88" fmla="*/ 200554 w 338138"/>
                <a:gd name="connsiteY88" fmla="*/ 182709 h 328613"/>
                <a:gd name="connsiteX89" fmla="*/ 201877 w 338138"/>
                <a:gd name="connsiteY89" fmla="*/ 182709 h 328613"/>
                <a:gd name="connsiteX90" fmla="*/ 215106 w 338138"/>
                <a:gd name="connsiteY90" fmla="*/ 205054 h 328613"/>
                <a:gd name="connsiteX91" fmla="*/ 212461 w 338138"/>
                <a:gd name="connsiteY91" fmla="*/ 210312 h 328613"/>
                <a:gd name="connsiteX92" fmla="*/ 163513 w 338138"/>
                <a:gd name="connsiteY92" fmla="*/ 289180 h 328613"/>
                <a:gd name="connsiteX93" fmla="*/ 144992 w 338138"/>
                <a:gd name="connsiteY93" fmla="*/ 293123 h 328613"/>
                <a:gd name="connsiteX94" fmla="*/ 139700 w 338138"/>
                <a:gd name="connsiteY94" fmla="*/ 276035 h 328613"/>
                <a:gd name="connsiteX95" fmla="*/ 168804 w 338138"/>
                <a:gd name="connsiteY95" fmla="*/ 214255 h 328613"/>
                <a:gd name="connsiteX96" fmla="*/ 125148 w 338138"/>
                <a:gd name="connsiteY96" fmla="*/ 206369 h 328613"/>
                <a:gd name="connsiteX97" fmla="*/ 103981 w 338138"/>
                <a:gd name="connsiteY97" fmla="*/ 195853 h 328613"/>
                <a:gd name="connsiteX98" fmla="*/ 97367 w 338138"/>
                <a:gd name="connsiteY98" fmla="*/ 164306 h 328613"/>
                <a:gd name="connsiteX99" fmla="*/ 121179 w 338138"/>
                <a:gd name="connsiteY99" fmla="*/ 95955 h 328613"/>
                <a:gd name="connsiteX100" fmla="*/ 121179 w 338138"/>
                <a:gd name="connsiteY100" fmla="*/ 90697 h 328613"/>
                <a:gd name="connsiteX101" fmla="*/ 143669 w 338138"/>
                <a:gd name="connsiteY101" fmla="*/ 68351 h 328613"/>
                <a:gd name="connsiteX102" fmla="*/ 119856 w 338138"/>
                <a:gd name="connsiteY102" fmla="*/ 35490 h 328613"/>
                <a:gd name="connsiteX103" fmla="*/ 155575 w 338138"/>
                <a:gd name="connsiteY103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338138" h="328613">
                  <a:moveTo>
                    <a:pt x="279778" y="231775"/>
                  </a:moveTo>
                  <a:cubicBezTo>
                    <a:pt x="279778" y="231775"/>
                    <a:pt x="279778" y="231775"/>
                    <a:pt x="289126" y="271719"/>
                  </a:cubicBezTo>
                  <a:cubicBezTo>
                    <a:pt x="290462" y="275713"/>
                    <a:pt x="287791" y="278376"/>
                    <a:pt x="283784" y="279708"/>
                  </a:cubicBezTo>
                  <a:cubicBezTo>
                    <a:pt x="283784" y="279708"/>
                    <a:pt x="282449" y="279708"/>
                    <a:pt x="282449" y="279708"/>
                  </a:cubicBezTo>
                  <a:cubicBezTo>
                    <a:pt x="279778" y="279708"/>
                    <a:pt x="275771" y="278376"/>
                    <a:pt x="275771" y="274382"/>
                  </a:cubicBezTo>
                  <a:cubicBezTo>
                    <a:pt x="275771" y="274382"/>
                    <a:pt x="275771" y="274382"/>
                    <a:pt x="265087" y="234438"/>
                  </a:cubicBezTo>
                  <a:cubicBezTo>
                    <a:pt x="250396" y="241095"/>
                    <a:pt x="239712" y="255741"/>
                    <a:pt x="239712" y="273050"/>
                  </a:cubicBezTo>
                  <a:cubicBezTo>
                    <a:pt x="239712" y="295685"/>
                    <a:pt x="259745" y="314325"/>
                    <a:pt x="282449" y="314325"/>
                  </a:cubicBezTo>
                  <a:cubicBezTo>
                    <a:pt x="305153" y="314325"/>
                    <a:pt x="323850" y="295685"/>
                    <a:pt x="323850" y="273050"/>
                  </a:cubicBezTo>
                  <a:cubicBezTo>
                    <a:pt x="323850" y="250416"/>
                    <a:pt x="305153" y="231775"/>
                    <a:pt x="282449" y="231775"/>
                  </a:cubicBezTo>
                  <a:cubicBezTo>
                    <a:pt x="281113" y="231775"/>
                    <a:pt x="279778" y="231775"/>
                    <a:pt x="279778" y="231775"/>
                  </a:cubicBezTo>
                  <a:close/>
                  <a:moveTo>
                    <a:pt x="55688" y="231775"/>
                  </a:moveTo>
                  <a:cubicBezTo>
                    <a:pt x="32984" y="231775"/>
                    <a:pt x="14287" y="250416"/>
                    <a:pt x="14287" y="273050"/>
                  </a:cubicBezTo>
                  <a:cubicBezTo>
                    <a:pt x="14287" y="295685"/>
                    <a:pt x="32984" y="314325"/>
                    <a:pt x="55688" y="314325"/>
                  </a:cubicBezTo>
                  <a:cubicBezTo>
                    <a:pt x="78392" y="314325"/>
                    <a:pt x="98425" y="295685"/>
                    <a:pt x="98425" y="273050"/>
                  </a:cubicBezTo>
                  <a:cubicBezTo>
                    <a:pt x="98425" y="270387"/>
                    <a:pt x="97089" y="267724"/>
                    <a:pt x="97089" y="265062"/>
                  </a:cubicBezTo>
                  <a:cubicBezTo>
                    <a:pt x="97089" y="265062"/>
                    <a:pt x="97089" y="265062"/>
                    <a:pt x="58359" y="279708"/>
                  </a:cubicBezTo>
                  <a:cubicBezTo>
                    <a:pt x="57024" y="279708"/>
                    <a:pt x="57024" y="279708"/>
                    <a:pt x="55688" y="279708"/>
                  </a:cubicBezTo>
                  <a:cubicBezTo>
                    <a:pt x="53017" y="279708"/>
                    <a:pt x="50346" y="278376"/>
                    <a:pt x="49011" y="275713"/>
                  </a:cubicBezTo>
                  <a:cubicBezTo>
                    <a:pt x="47675" y="271719"/>
                    <a:pt x="49011" y="267724"/>
                    <a:pt x="53017" y="266393"/>
                  </a:cubicBezTo>
                  <a:cubicBezTo>
                    <a:pt x="53017" y="266393"/>
                    <a:pt x="53017" y="266393"/>
                    <a:pt x="91747" y="251747"/>
                  </a:cubicBezTo>
                  <a:cubicBezTo>
                    <a:pt x="83734" y="239764"/>
                    <a:pt x="70379" y="231775"/>
                    <a:pt x="55688" y="231775"/>
                  </a:cubicBezTo>
                  <a:close/>
                  <a:moveTo>
                    <a:pt x="39613" y="195263"/>
                  </a:moveTo>
                  <a:cubicBezTo>
                    <a:pt x="39613" y="195263"/>
                    <a:pt x="39613" y="195263"/>
                    <a:pt x="92431" y="195263"/>
                  </a:cubicBezTo>
                  <a:cubicBezTo>
                    <a:pt x="95072" y="195263"/>
                    <a:pt x="96393" y="195263"/>
                    <a:pt x="97713" y="196583"/>
                  </a:cubicBezTo>
                  <a:cubicBezTo>
                    <a:pt x="97713" y="196583"/>
                    <a:pt x="97713" y="196583"/>
                    <a:pt x="138647" y="237513"/>
                  </a:cubicBezTo>
                  <a:cubicBezTo>
                    <a:pt x="139967" y="238833"/>
                    <a:pt x="141288" y="241474"/>
                    <a:pt x="139967" y="244114"/>
                  </a:cubicBezTo>
                  <a:cubicBezTo>
                    <a:pt x="139967" y="246755"/>
                    <a:pt x="138647" y="248075"/>
                    <a:pt x="136006" y="249395"/>
                  </a:cubicBezTo>
                  <a:cubicBezTo>
                    <a:pt x="136006" y="249395"/>
                    <a:pt x="136006" y="249395"/>
                    <a:pt x="109597" y="259958"/>
                  </a:cubicBezTo>
                  <a:cubicBezTo>
                    <a:pt x="110918" y="263919"/>
                    <a:pt x="110918" y="267880"/>
                    <a:pt x="110918" y="273161"/>
                  </a:cubicBezTo>
                  <a:cubicBezTo>
                    <a:pt x="110918" y="303528"/>
                    <a:pt x="85829" y="328613"/>
                    <a:pt x="55459" y="328613"/>
                  </a:cubicBezTo>
                  <a:cubicBezTo>
                    <a:pt x="25088" y="328613"/>
                    <a:pt x="0" y="303528"/>
                    <a:pt x="0" y="273161"/>
                  </a:cubicBezTo>
                  <a:cubicBezTo>
                    <a:pt x="0" y="242794"/>
                    <a:pt x="25088" y="217708"/>
                    <a:pt x="55459" y="217708"/>
                  </a:cubicBezTo>
                  <a:cubicBezTo>
                    <a:pt x="76586" y="217708"/>
                    <a:pt x="95072" y="229590"/>
                    <a:pt x="104315" y="246755"/>
                  </a:cubicBezTo>
                  <a:cubicBezTo>
                    <a:pt x="104315" y="246755"/>
                    <a:pt x="104315" y="246755"/>
                    <a:pt x="121481" y="240153"/>
                  </a:cubicBezTo>
                  <a:cubicBezTo>
                    <a:pt x="121481" y="240153"/>
                    <a:pt x="121481" y="240153"/>
                    <a:pt x="89790" y="208466"/>
                  </a:cubicBezTo>
                  <a:cubicBezTo>
                    <a:pt x="89790" y="208466"/>
                    <a:pt x="89790" y="208466"/>
                    <a:pt x="39613" y="208466"/>
                  </a:cubicBezTo>
                  <a:cubicBezTo>
                    <a:pt x="35652" y="208466"/>
                    <a:pt x="33011" y="205825"/>
                    <a:pt x="33011" y="201864"/>
                  </a:cubicBezTo>
                  <a:cubicBezTo>
                    <a:pt x="33011" y="197903"/>
                    <a:pt x="35652" y="195263"/>
                    <a:pt x="39613" y="195263"/>
                  </a:cubicBezTo>
                  <a:close/>
                  <a:moveTo>
                    <a:pt x="155575" y="0"/>
                  </a:moveTo>
                  <a:cubicBezTo>
                    <a:pt x="175419" y="0"/>
                    <a:pt x="191294" y="15773"/>
                    <a:pt x="191294" y="35490"/>
                  </a:cubicBezTo>
                  <a:cubicBezTo>
                    <a:pt x="191294" y="53892"/>
                    <a:pt x="175419" y="69666"/>
                    <a:pt x="156898" y="70980"/>
                  </a:cubicBezTo>
                  <a:cubicBezTo>
                    <a:pt x="160867" y="72295"/>
                    <a:pt x="164835" y="76238"/>
                    <a:pt x="167481" y="80181"/>
                  </a:cubicBezTo>
                  <a:cubicBezTo>
                    <a:pt x="168804" y="80181"/>
                    <a:pt x="168804" y="80181"/>
                    <a:pt x="168804" y="81496"/>
                  </a:cubicBezTo>
                  <a:cubicBezTo>
                    <a:pt x="168804" y="81496"/>
                    <a:pt x="168804" y="81496"/>
                    <a:pt x="196586" y="126187"/>
                  </a:cubicBezTo>
                  <a:cubicBezTo>
                    <a:pt x="196586" y="126187"/>
                    <a:pt x="196586" y="126187"/>
                    <a:pt x="225690" y="130131"/>
                  </a:cubicBezTo>
                  <a:cubicBezTo>
                    <a:pt x="230981" y="130131"/>
                    <a:pt x="234950" y="134074"/>
                    <a:pt x="234950" y="138017"/>
                  </a:cubicBezTo>
                  <a:cubicBezTo>
                    <a:pt x="234950" y="138017"/>
                    <a:pt x="234950" y="138017"/>
                    <a:pt x="257440" y="149847"/>
                  </a:cubicBezTo>
                  <a:cubicBezTo>
                    <a:pt x="258763" y="151162"/>
                    <a:pt x="260086" y="152476"/>
                    <a:pt x="260086" y="155105"/>
                  </a:cubicBezTo>
                  <a:cubicBezTo>
                    <a:pt x="260086" y="155105"/>
                    <a:pt x="260086" y="155105"/>
                    <a:pt x="270669" y="197168"/>
                  </a:cubicBezTo>
                  <a:cubicBezTo>
                    <a:pt x="273315" y="197168"/>
                    <a:pt x="275961" y="197168"/>
                    <a:pt x="278607" y="197168"/>
                  </a:cubicBezTo>
                  <a:cubicBezTo>
                    <a:pt x="291836" y="195853"/>
                    <a:pt x="303742" y="198482"/>
                    <a:pt x="315648" y="205054"/>
                  </a:cubicBezTo>
                  <a:cubicBezTo>
                    <a:pt x="319617" y="206369"/>
                    <a:pt x="320940" y="210312"/>
                    <a:pt x="319617" y="214255"/>
                  </a:cubicBezTo>
                  <a:cubicBezTo>
                    <a:pt x="316971" y="216884"/>
                    <a:pt x="313003" y="219513"/>
                    <a:pt x="310357" y="216884"/>
                  </a:cubicBezTo>
                  <a:cubicBezTo>
                    <a:pt x="299773" y="211627"/>
                    <a:pt x="289190" y="210312"/>
                    <a:pt x="278607" y="210312"/>
                  </a:cubicBezTo>
                  <a:cubicBezTo>
                    <a:pt x="277284" y="210312"/>
                    <a:pt x="275961" y="210312"/>
                    <a:pt x="274638" y="211627"/>
                  </a:cubicBezTo>
                  <a:cubicBezTo>
                    <a:pt x="274638" y="211627"/>
                    <a:pt x="274638" y="211627"/>
                    <a:pt x="275961" y="218199"/>
                  </a:cubicBezTo>
                  <a:cubicBezTo>
                    <a:pt x="278607" y="218199"/>
                    <a:pt x="279930" y="218199"/>
                    <a:pt x="282575" y="218199"/>
                  </a:cubicBezTo>
                  <a:cubicBezTo>
                    <a:pt x="313003" y="218199"/>
                    <a:pt x="338138" y="243174"/>
                    <a:pt x="338138" y="273406"/>
                  </a:cubicBezTo>
                  <a:cubicBezTo>
                    <a:pt x="338138" y="303639"/>
                    <a:pt x="313003" y="328613"/>
                    <a:pt x="282575" y="328613"/>
                  </a:cubicBezTo>
                  <a:cubicBezTo>
                    <a:pt x="257440" y="328613"/>
                    <a:pt x="236273" y="312840"/>
                    <a:pt x="229659" y="289180"/>
                  </a:cubicBezTo>
                  <a:cubicBezTo>
                    <a:pt x="229659" y="289180"/>
                    <a:pt x="229659" y="289180"/>
                    <a:pt x="183356" y="289180"/>
                  </a:cubicBezTo>
                  <a:cubicBezTo>
                    <a:pt x="179388" y="289180"/>
                    <a:pt x="175419" y="286551"/>
                    <a:pt x="175419" y="282607"/>
                  </a:cubicBezTo>
                  <a:cubicBezTo>
                    <a:pt x="175419" y="278664"/>
                    <a:pt x="179388" y="276035"/>
                    <a:pt x="183356" y="276035"/>
                  </a:cubicBezTo>
                  <a:cubicBezTo>
                    <a:pt x="183356" y="276035"/>
                    <a:pt x="183356" y="276035"/>
                    <a:pt x="227013" y="276035"/>
                  </a:cubicBezTo>
                  <a:cubicBezTo>
                    <a:pt x="227013" y="274721"/>
                    <a:pt x="227013" y="274721"/>
                    <a:pt x="227013" y="273406"/>
                  </a:cubicBezTo>
                  <a:cubicBezTo>
                    <a:pt x="227013" y="249746"/>
                    <a:pt x="241565" y="230029"/>
                    <a:pt x="262732" y="222142"/>
                  </a:cubicBezTo>
                  <a:cubicBezTo>
                    <a:pt x="262732" y="222142"/>
                    <a:pt x="262732" y="222142"/>
                    <a:pt x="261409" y="214255"/>
                  </a:cubicBezTo>
                  <a:cubicBezTo>
                    <a:pt x="248180" y="219513"/>
                    <a:pt x="237596" y="228714"/>
                    <a:pt x="230981" y="239231"/>
                  </a:cubicBezTo>
                  <a:cubicBezTo>
                    <a:pt x="229659" y="241859"/>
                    <a:pt x="227013" y="243174"/>
                    <a:pt x="224367" y="243174"/>
                  </a:cubicBezTo>
                  <a:cubicBezTo>
                    <a:pt x="224367" y="243174"/>
                    <a:pt x="223044" y="243174"/>
                    <a:pt x="221721" y="241859"/>
                  </a:cubicBezTo>
                  <a:cubicBezTo>
                    <a:pt x="217752" y="240545"/>
                    <a:pt x="216429" y="235287"/>
                    <a:pt x="219075" y="232658"/>
                  </a:cubicBezTo>
                  <a:cubicBezTo>
                    <a:pt x="228336" y="218199"/>
                    <a:pt x="241565" y="206369"/>
                    <a:pt x="257440" y="201111"/>
                  </a:cubicBezTo>
                  <a:cubicBezTo>
                    <a:pt x="257440" y="201111"/>
                    <a:pt x="257440" y="201111"/>
                    <a:pt x="248180" y="160363"/>
                  </a:cubicBezTo>
                  <a:cubicBezTo>
                    <a:pt x="248180" y="160363"/>
                    <a:pt x="248180" y="160363"/>
                    <a:pt x="228336" y="151162"/>
                  </a:cubicBezTo>
                  <a:cubicBezTo>
                    <a:pt x="228336" y="151162"/>
                    <a:pt x="228336" y="149847"/>
                    <a:pt x="227013" y="149847"/>
                  </a:cubicBezTo>
                  <a:cubicBezTo>
                    <a:pt x="227013" y="149847"/>
                    <a:pt x="225690" y="149847"/>
                    <a:pt x="224367" y="149847"/>
                  </a:cubicBezTo>
                  <a:cubicBezTo>
                    <a:pt x="224367" y="149847"/>
                    <a:pt x="224367" y="149847"/>
                    <a:pt x="188648" y="149847"/>
                  </a:cubicBezTo>
                  <a:cubicBezTo>
                    <a:pt x="184679" y="149847"/>
                    <a:pt x="180711" y="148533"/>
                    <a:pt x="179388" y="145904"/>
                  </a:cubicBezTo>
                  <a:cubicBezTo>
                    <a:pt x="179388" y="145904"/>
                    <a:pt x="179388" y="145904"/>
                    <a:pt x="178065" y="144589"/>
                  </a:cubicBezTo>
                  <a:cubicBezTo>
                    <a:pt x="178065" y="144589"/>
                    <a:pt x="178065" y="144589"/>
                    <a:pt x="170127" y="134074"/>
                  </a:cubicBezTo>
                  <a:cubicBezTo>
                    <a:pt x="170127" y="136703"/>
                    <a:pt x="170127" y="138017"/>
                    <a:pt x="168804" y="140646"/>
                  </a:cubicBezTo>
                  <a:cubicBezTo>
                    <a:pt x="168804" y="143275"/>
                    <a:pt x="167481" y="145904"/>
                    <a:pt x="167481" y="148533"/>
                  </a:cubicBezTo>
                  <a:cubicBezTo>
                    <a:pt x="167481" y="149847"/>
                    <a:pt x="167481" y="151162"/>
                    <a:pt x="166158" y="152476"/>
                  </a:cubicBezTo>
                  <a:cubicBezTo>
                    <a:pt x="166158" y="153791"/>
                    <a:pt x="166158" y="155105"/>
                    <a:pt x="166158" y="156420"/>
                  </a:cubicBezTo>
                  <a:cubicBezTo>
                    <a:pt x="164835" y="159048"/>
                    <a:pt x="164835" y="161677"/>
                    <a:pt x="163513" y="164306"/>
                  </a:cubicBezTo>
                  <a:cubicBezTo>
                    <a:pt x="163513" y="166935"/>
                    <a:pt x="162190" y="168250"/>
                    <a:pt x="162190" y="170879"/>
                  </a:cubicBezTo>
                  <a:cubicBezTo>
                    <a:pt x="160867" y="172193"/>
                    <a:pt x="160867" y="172193"/>
                    <a:pt x="160867" y="173507"/>
                  </a:cubicBezTo>
                  <a:cubicBezTo>
                    <a:pt x="160867" y="173507"/>
                    <a:pt x="160867" y="173507"/>
                    <a:pt x="200554" y="182709"/>
                  </a:cubicBezTo>
                  <a:cubicBezTo>
                    <a:pt x="200554" y="182709"/>
                    <a:pt x="200554" y="182709"/>
                    <a:pt x="201877" y="182709"/>
                  </a:cubicBezTo>
                  <a:cubicBezTo>
                    <a:pt x="211138" y="185337"/>
                    <a:pt x="217752" y="195853"/>
                    <a:pt x="215106" y="205054"/>
                  </a:cubicBezTo>
                  <a:cubicBezTo>
                    <a:pt x="215106" y="206369"/>
                    <a:pt x="213784" y="208998"/>
                    <a:pt x="212461" y="210312"/>
                  </a:cubicBezTo>
                  <a:cubicBezTo>
                    <a:pt x="212461" y="210312"/>
                    <a:pt x="212461" y="210312"/>
                    <a:pt x="163513" y="289180"/>
                  </a:cubicBezTo>
                  <a:cubicBezTo>
                    <a:pt x="159544" y="294437"/>
                    <a:pt x="151606" y="297066"/>
                    <a:pt x="144992" y="293123"/>
                  </a:cubicBezTo>
                  <a:cubicBezTo>
                    <a:pt x="138377" y="289180"/>
                    <a:pt x="137054" y="281293"/>
                    <a:pt x="139700" y="276035"/>
                  </a:cubicBezTo>
                  <a:cubicBezTo>
                    <a:pt x="139700" y="276035"/>
                    <a:pt x="139700" y="276035"/>
                    <a:pt x="168804" y="214255"/>
                  </a:cubicBezTo>
                  <a:cubicBezTo>
                    <a:pt x="168804" y="214255"/>
                    <a:pt x="168804" y="214255"/>
                    <a:pt x="125148" y="206369"/>
                  </a:cubicBezTo>
                  <a:cubicBezTo>
                    <a:pt x="115887" y="203740"/>
                    <a:pt x="107950" y="201111"/>
                    <a:pt x="103981" y="195853"/>
                  </a:cubicBezTo>
                  <a:cubicBezTo>
                    <a:pt x="96044" y="186652"/>
                    <a:pt x="92075" y="176136"/>
                    <a:pt x="97367" y="164306"/>
                  </a:cubicBezTo>
                  <a:cubicBezTo>
                    <a:pt x="115887" y="124873"/>
                    <a:pt x="121179" y="95955"/>
                    <a:pt x="121179" y="95955"/>
                  </a:cubicBezTo>
                  <a:cubicBezTo>
                    <a:pt x="121179" y="95955"/>
                    <a:pt x="121179" y="95955"/>
                    <a:pt x="121179" y="90697"/>
                  </a:cubicBezTo>
                  <a:cubicBezTo>
                    <a:pt x="122502" y="78867"/>
                    <a:pt x="131763" y="69666"/>
                    <a:pt x="143669" y="68351"/>
                  </a:cubicBezTo>
                  <a:cubicBezTo>
                    <a:pt x="130440" y="63093"/>
                    <a:pt x="119856" y="49949"/>
                    <a:pt x="119856" y="35490"/>
                  </a:cubicBezTo>
                  <a:cubicBezTo>
                    <a:pt x="119856" y="15773"/>
                    <a:pt x="135731" y="0"/>
                    <a:pt x="155575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591232" y="1569492"/>
              <a:ext cx="3155350" cy="743926"/>
              <a:chOff x="7505490" y="2041661"/>
              <a:chExt cx="4207134" cy="991902"/>
            </a:xfrm>
          </p:grpSpPr>
          <p:sp>
            <p:nvSpPr>
              <p:cNvPr id="15" name="文本框 20"/>
              <p:cNvSpPr txBox="1"/>
              <p:nvPr/>
            </p:nvSpPr>
            <p:spPr>
              <a:xfrm>
                <a:off x="7505490" y="2041661"/>
                <a:ext cx="4207134" cy="422405"/>
              </a:xfrm>
              <a:prstGeom prst="rect">
                <a:avLst/>
              </a:prstGeom>
              <a:noFill/>
            </p:spPr>
            <p:txBody>
              <a:bodyPr wrap="none" lIns="72000" tIns="72000" rIns="72000" bIns="72000" anchor="b" anchorCtr="0">
                <a:normAutofit fontScale="77500" lnSpcReduction="20000"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16" name="文本框 21"/>
              <p:cNvSpPr txBox="1"/>
              <p:nvPr/>
            </p:nvSpPr>
            <p:spPr>
              <a:xfrm>
                <a:off x="7505490" y="2464066"/>
                <a:ext cx="4207134" cy="569497"/>
              </a:xfrm>
              <a:prstGeom prst="rect">
                <a:avLst/>
              </a:prstGeom>
              <a:noFill/>
            </p:spPr>
            <p:txBody>
              <a:bodyPr wrap="square" lIns="72000" tIns="72000" rIns="72000" bIns="72000" anchor="t" anchorCtr="0"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此部分内容作为文字排版占位显示（建议使用主题字体）</a:t>
                </a:r>
                <a:b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如需更改请在（设置形状格式）菜单下（文本选项）中调整</a:t>
                </a: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4584120" y="2597330"/>
            <a:ext cx="4338638" cy="1209429"/>
            <a:chOff x="4584120" y="2597330"/>
            <a:chExt cx="4338638" cy="1209429"/>
          </a:xfrm>
        </p:grpSpPr>
        <p:sp>
          <p:nvSpPr>
            <p:cNvPr id="6" name="矩形 5"/>
            <p:cNvSpPr/>
            <p:nvPr/>
          </p:nvSpPr>
          <p:spPr bwMode="auto">
            <a:xfrm>
              <a:off x="4584120" y="2597330"/>
              <a:ext cx="4338638" cy="1209429"/>
            </a:xfrm>
            <a:prstGeom prst="rect">
              <a:avLst/>
            </a:pr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4750139" y="2864507"/>
              <a:ext cx="675075" cy="675075"/>
            </a:xfrm>
            <a:prstGeom prst="ellipse">
              <a:avLst/>
            </a:prstGeom>
            <a:solidFill>
              <a:schemeClr val="bg1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任意多边形: 形状 9"/>
            <p:cNvSpPr/>
            <p:nvPr/>
          </p:nvSpPr>
          <p:spPr bwMode="auto">
            <a:xfrm>
              <a:off x="4886301" y="3037798"/>
              <a:ext cx="402750" cy="328492"/>
            </a:xfrm>
            <a:custGeom>
              <a:avLst/>
              <a:gdLst>
                <a:gd name="connsiteX0" fmla="*/ 39952 w 338667"/>
                <a:gd name="connsiteY0" fmla="*/ 252412 h 276225"/>
                <a:gd name="connsiteX1" fmla="*/ 297127 w 338667"/>
                <a:gd name="connsiteY1" fmla="*/ 252412 h 276225"/>
                <a:gd name="connsiteX2" fmla="*/ 297127 w 338667"/>
                <a:gd name="connsiteY2" fmla="*/ 276225 h 276225"/>
                <a:gd name="connsiteX3" fmla="*/ 39952 w 338667"/>
                <a:gd name="connsiteY3" fmla="*/ 276225 h 276225"/>
                <a:gd name="connsiteX4" fmla="*/ 169334 w 338667"/>
                <a:gd name="connsiteY4" fmla="*/ 98425 h 276225"/>
                <a:gd name="connsiteX5" fmla="*/ 225690 w 338667"/>
                <a:gd name="connsiteY5" fmla="*/ 154918 h 276225"/>
                <a:gd name="connsiteX6" fmla="*/ 221758 w 338667"/>
                <a:gd name="connsiteY6" fmla="*/ 177253 h 276225"/>
                <a:gd name="connsiteX7" fmla="*/ 206031 w 338667"/>
                <a:gd name="connsiteY7" fmla="*/ 169370 h 276225"/>
                <a:gd name="connsiteX8" fmla="*/ 206031 w 338667"/>
                <a:gd name="connsiteY8" fmla="*/ 168056 h 276225"/>
                <a:gd name="connsiteX9" fmla="*/ 208652 w 338667"/>
                <a:gd name="connsiteY9" fmla="*/ 154918 h 276225"/>
                <a:gd name="connsiteX10" fmla="*/ 169334 w 338667"/>
                <a:gd name="connsiteY10" fmla="*/ 116818 h 276225"/>
                <a:gd name="connsiteX11" fmla="*/ 130015 w 338667"/>
                <a:gd name="connsiteY11" fmla="*/ 154918 h 276225"/>
                <a:gd name="connsiteX12" fmla="*/ 169334 w 338667"/>
                <a:gd name="connsiteY12" fmla="*/ 194332 h 276225"/>
                <a:gd name="connsiteX13" fmla="*/ 198167 w 338667"/>
                <a:gd name="connsiteY13" fmla="*/ 181194 h 276225"/>
                <a:gd name="connsiteX14" fmla="*/ 199478 w 338667"/>
                <a:gd name="connsiteY14" fmla="*/ 181194 h 276225"/>
                <a:gd name="connsiteX15" fmla="*/ 213895 w 338667"/>
                <a:gd name="connsiteY15" fmla="*/ 190391 h 276225"/>
                <a:gd name="connsiteX16" fmla="*/ 169334 w 338667"/>
                <a:gd name="connsiteY16" fmla="*/ 212725 h 276225"/>
                <a:gd name="connsiteX17" fmla="*/ 112977 w 338667"/>
                <a:gd name="connsiteY17" fmla="*/ 156232 h 276225"/>
                <a:gd name="connsiteX18" fmla="*/ 169334 w 338667"/>
                <a:gd name="connsiteY18" fmla="*/ 98425 h 276225"/>
                <a:gd name="connsiteX19" fmla="*/ 169740 w 338667"/>
                <a:gd name="connsiteY19" fmla="*/ 84137 h 276225"/>
                <a:gd name="connsiteX20" fmla="*/ 98689 w 338667"/>
                <a:gd name="connsiteY20" fmla="*/ 157031 h 276225"/>
                <a:gd name="connsiteX21" fmla="*/ 169740 w 338667"/>
                <a:gd name="connsiteY21" fmla="*/ 228600 h 276225"/>
                <a:gd name="connsiteX22" fmla="*/ 227634 w 338667"/>
                <a:gd name="connsiteY22" fmla="*/ 198117 h 276225"/>
                <a:gd name="connsiteX23" fmla="*/ 236845 w 338667"/>
                <a:gd name="connsiteY23" fmla="*/ 203418 h 276225"/>
                <a:gd name="connsiteX24" fmla="*/ 242108 w 338667"/>
                <a:gd name="connsiteY24" fmla="*/ 199442 h 276225"/>
                <a:gd name="connsiteX25" fmla="*/ 239476 w 338667"/>
                <a:gd name="connsiteY25" fmla="*/ 190165 h 276225"/>
                <a:gd name="connsiteX26" fmla="*/ 234213 w 338667"/>
                <a:gd name="connsiteY26" fmla="*/ 186189 h 276225"/>
                <a:gd name="connsiteX27" fmla="*/ 240792 w 338667"/>
                <a:gd name="connsiteY27" fmla="*/ 157031 h 276225"/>
                <a:gd name="connsiteX28" fmla="*/ 169740 w 338667"/>
                <a:gd name="connsiteY28" fmla="*/ 84137 h 276225"/>
                <a:gd name="connsiteX29" fmla="*/ 280981 w 338667"/>
                <a:gd name="connsiteY29" fmla="*/ 82550 h 276225"/>
                <a:gd name="connsiteX30" fmla="*/ 333639 w 338667"/>
                <a:gd name="connsiteY30" fmla="*/ 82550 h 276225"/>
                <a:gd name="connsiteX31" fmla="*/ 331006 w 338667"/>
                <a:gd name="connsiteY31" fmla="*/ 92075 h 276225"/>
                <a:gd name="connsiteX32" fmla="*/ 279664 w 338667"/>
                <a:gd name="connsiteY32" fmla="*/ 92075 h 276225"/>
                <a:gd name="connsiteX33" fmla="*/ 280981 w 338667"/>
                <a:gd name="connsiteY33" fmla="*/ 82550 h 276225"/>
                <a:gd name="connsiteX34" fmla="*/ 5027 w 338667"/>
                <a:gd name="connsiteY34" fmla="*/ 82550 h 276225"/>
                <a:gd name="connsiteX35" fmla="*/ 57685 w 338667"/>
                <a:gd name="connsiteY35" fmla="*/ 82550 h 276225"/>
                <a:gd name="connsiteX36" fmla="*/ 59002 w 338667"/>
                <a:gd name="connsiteY36" fmla="*/ 92075 h 276225"/>
                <a:gd name="connsiteX37" fmla="*/ 7660 w 338667"/>
                <a:gd name="connsiteY37" fmla="*/ 92075 h 276225"/>
                <a:gd name="connsiteX38" fmla="*/ 5027 w 338667"/>
                <a:gd name="connsiteY38" fmla="*/ 82550 h 276225"/>
                <a:gd name="connsiteX39" fmla="*/ 106627 w 338667"/>
                <a:gd name="connsiteY39" fmla="*/ 47625 h 276225"/>
                <a:gd name="connsiteX40" fmla="*/ 128852 w 338667"/>
                <a:gd name="connsiteY40" fmla="*/ 47625 h 276225"/>
                <a:gd name="connsiteX41" fmla="*/ 128852 w 338667"/>
                <a:gd name="connsiteY41" fmla="*/ 66675 h 276225"/>
                <a:gd name="connsiteX42" fmla="*/ 209815 w 338667"/>
                <a:gd name="connsiteY42" fmla="*/ 66675 h 276225"/>
                <a:gd name="connsiteX43" fmla="*/ 209815 w 338667"/>
                <a:gd name="connsiteY43" fmla="*/ 47625 h 276225"/>
                <a:gd name="connsiteX44" fmla="*/ 232040 w 338667"/>
                <a:gd name="connsiteY44" fmla="*/ 47625 h 276225"/>
                <a:gd name="connsiteX45" fmla="*/ 232040 w 338667"/>
                <a:gd name="connsiteY45" fmla="*/ 66675 h 276225"/>
                <a:gd name="connsiteX46" fmla="*/ 254265 w 338667"/>
                <a:gd name="connsiteY46" fmla="*/ 66675 h 276225"/>
                <a:gd name="connsiteX47" fmla="*/ 295540 w 338667"/>
                <a:gd name="connsiteY47" fmla="*/ 238125 h 276225"/>
                <a:gd name="connsiteX48" fmla="*/ 43127 w 338667"/>
                <a:gd name="connsiteY48" fmla="*/ 238125 h 276225"/>
                <a:gd name="connsiteX49" fmla="*/ 84402 w 338667"/>
                <a:gd name="connsiteY49" fmla="*/ 66675 h 276225"/>
                <a:gd name="connsiteX50" fmla="*/ 106627 w 338667"/>
                <a:gd name="connsiteY50" fmla="*/ 66675 h 276225"/>
                <a:gd name="connsiteX51" fmla="*/ 169334 w 338667"/>
                <a:gd name="connsiteY51" fmla="*/ 0 h 276225"/>
                <a:gd name="connsiteX52" fmla="*/ 333376 w 338667"/>
                <a:gd name="connsiteY52" fmla="*/ 30193 h 276225"/>
                <a:gd name="connsiteX53" fmla="*/ 337344 w 338667"/>
                <a:gd name="connsiteY53" fmla="*/ 68263 h 276225"/>
                <a:gd name="connsiteX54" fmla="*/ 281782 w 338667"/>
                <a:gd name="connsiteY54" fmla="*/ 68263 h 276225"/>
                <a:gd name="connsiteX55" fmla="*/ 275167 w 338667"/>
                <a:gd name="connsiteY55" fmla="*/ 45946 h 276225"/>
                <a:gd name="connsiteX56" fmla="*/ 169334 w 338667"/>
                <a:gd name="connsiteY56" fmla="*/ 19691 h 276225"/>
                <a:gd name="connsiteX57" fmla="*/ 63500 w 338667"/>
                <a:gd name="connsiteY57" fmla="*/ 45946 h 276225"/>
                <a:gd name="connsiteX58" fmla="*/ 56885 w 338667"/>
                <a:gd name="connsiteY58" fmla="*/ 68263 h 276225"/>
                <a:gd name="connsiteX59" fmla="*/ 1323 w 338667"/>
                <a:gd name="connsiteY59" fmla="*/ 68263 h 276225"/>
                <a:gd name="connsiteX60" fmla="*/ 5291 w 338667"/>
                <a:gd name="connsiteY60" fmla="*/ 30193 h 276225"/>
                <a:gd name="connsiteX61" fmla="*/ 169334 w 338667"/>
                <a:gd name="connsiteY61" fmla="*/ 0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667" h="276225">
                  <a:moveTo>
                    <a:pt x="39952" y="252412"/>
                  </a:moveTo>
                  <a:lnTo>
                    <a:pt x="297127" y="252412"/>
                  </a:lnTo>
                  <a:lnTo>
                    <a:pt x="297127" y="276225"/>
                  </a:lnTo>
                  <a:lnTo>
                    <a:pt x="39952" y="276225"/>
                  </a:lnTo>
                  <a:close/>
                  <a:moveTo>
                    <a:pt x="169334" y="98425"/>
                  </a:moveTo>
                  <a:cubicBezTo>
                    <a:pt x="200788" y="98425"/>
                    <a:pt x="225690" y="124701"/>
                    <a:pt x="225690" y="154918"/>
                  </a:cubicBezTo>
                  <a:cubicBezTo>
                    <a:pt x="225690" y="162801"/>
                    <a:pt x="224380" y="170684"/>
                    <a:pt x="221758" y="177253"/>
                  </a:cubicBezTo>
                  <a:cubicBezTo>
                    <a:pt x="221758" y="177253"/>
                    <a:pt x="221758" y="177253"/>
                    <a:pt x="206031" y="169370"/>
                  </a:cubicBezTo>
                  <a:cubicBezTo>
                    <a:pt x="206031" y="169370"/>
                    <a:pt x="206031" y="168056"/>
                    <a:pt x="206031" y="168056"/>
                  </a:cubicBezTo>
                  <a:cubicBezTo>
                    <a:pt x="207342" y="164115"/>
                    <a:pt x="208652" y="160173"/>
                    <a:pt x="208652" y="154918"/>
                  </a:cubicBezTo>
                  <a:cubicBezTo>
                    <a:pt x="208652" y="133897"/>
                    <a:pt x="190303" y="116818"/>
                    <a:pt x="169334" y="116818"/>
                  </a:cubicBezTo>
                  <a:cubicBezTo>
                    <a:pt x="148364" y="116818"/>
                    <a:pt x="130015" y="133897"/>
                    <a:pt x="130015" y="154918"/>
                  </a:cubicBezTo>
                  <a:cubicBezTo>
                    <a:pt x="130015" y="177253"/>
                    <a:pt x="148364" y="194332"/>
                    <a:pt x="169334" y="194332"/>
                  </a:cubicBezTo>
                  <a:cubicBezTo>
                    <a:pt x="181129" y="194332"/>
                    <a:pt x="191614" y="189077"/>
                    <a:pt x="198167" y="181194"/>
                  </a:cubicBezTo>
                  <a:cubicBezTo>
                    <a:pt x="199478" y="181194"/>
                    <a:pt x="199478" y="181194"/>
                    <a:pt x="199478" y="181194"/>
                  </a:cubicBezTo>
                  <a:cubicBezTo>
                    <a:pt x="199478" y="181194"/>
                    <a:pt x="199478" y="181194"/>
                    <a:pt x="213895" y="190391"/>
                  </a:cubicBezTo>
                  <a:cubicBezTo>
                    <a:pt x="203410" y="203528"/>
                    <a:pt x="187682" y="212725"/>
                    <a:pt x="169334" y="212725"/>
                  </a:cubicBezTo>
                  <a:cubicBezTo>
                    <a:pt x="137879" y="212725"/>
                    <a:pt x="112977" y="186449"/>
                    <a:pt x="112977" y="156232"/>
                  </a:cubicBezTo>
                  <a:cubicBezTo>
                    <a:pt x="112977" y="124701"/>
                    <a:pt x="137879" y="98425"/>
                    <a:pt x="169334" y="98425"/>
                  </a:cubicBezTo>
                  <a:close/>
                  <a:moveTo>
                    <a:pt x="169740" y="84137"/>
                  </a:moveTo>
                  <a:cubicBezTo>
                    <a:pt x="130268" y="84137"/>
                    <a:pt x="98689" y="117271"/>
                    <a:pt x="98689" y="157031"/>
                  </a:cubicBezTo>
                  <a:cubicBezTo>
                    <a:pt x="98689" y="195466"/>
                    <a:pt x="130268" y="228600"/>
                    <a:pt x="169740" y="228600"/>
                  </a:cubicBezTo>
                  <a:cubicBezTo>
                    <a:pt x="193424" y="228600"/>
                    <a:pt x="214477" y="216672"/>
                    <a:pt x="227634" y="198117"/>
                  </a:cubicBezTo>
                  <a:cubicBezTo>
                    <a:pt x="227634" y="198117"/>
                    <a:pt x="232897" y="203418"/>
                    <a:pt x="236845" y="203418"/>
                  </a:cubicBezTo>
                  <a:cubicBezTo>
                    <a:pt x="238160" y="203418"/>
                    <a:pt x="240792" y="200768"/>
                    <a:pt x="242108" y="199442"/>
                  </a:cubicBezTo>
                  <a:cubicBezTo>
                    <a:pt x="244739" y="195466"/>
                    <a:pt x="243423" y="191490"/>
                    <a:pt x="239476" y="190165"/>
                  </a:cubicBezTo>
                  <a:cubicBezTo>
                    <a:pt x="239476" y="190165"/>
                    <a:pt x="239476" y="190165"/>
                    <a:pt x="234213" y="186189"/>
                  </a:cubicBezTo>
                  <a:cubicBezTo>
                    <a:pt x="238160" y="176911"/>
                    <a:pt x="240792" y="167634"/>
                    <a:pt x="240792" y="157031"/>
                  </a:cubicBezTo>
                  <a:cubicBezTo>
                    <a:pt x="240792" y="117271"/>
                    <a:pt x="209213" y="84137"/>
                    <a:pt x="169740" y="84137"/>
                  </a:cubicBezTo>
                  <a:close/>
                  <a:moveTo>
                    <a:pt x="280981" y="82550"/>
                  </a:moveTo>
                  <a:cubicBezTo>
                    <a:pt x="333639" y="82550"/>
                    <a:pt x="333639" y="82550"/>
                    <a:pt x="333639" y="82550"/>
                  </a:cubicBezTo>
                  <a:cubicBezTo>
                    <a:pt x="332323" y="87313"/>
                    <a:pt x="332323" y="89694"/>
                    <a:pt x="331006" y="92075"/>
                  </a:cubicBezTo>
                  <a:cubicBezTo>
                    <a:pt x="279664" y="92075"/>
                    <a:pt x="279664" y="92075"/>
                    <a:pt x="279664" y="92075"/>
                  </a:cubicBezTo>
                  <a:cubicBezTo>
                    <a:pt x="279664" y="89694"/>
                    <a:pt x="279664" y="86122"/>
                    <a:pt x="280981" y="82550"/>
                  </a:cubicBezTo>
                  <a:close/>
                  <a:moveTo>
                    <a:pt x="5027" y="82550"/>
                  </a:moveTo>
                  <a:cubicBezTo>
                    <a:pt x="5027" y="82550"/>
                    <a:pt x="5027" y="82550"/>
                    <a:pt x="57685" y="82550"/>
                  </a:cubicBezTo>
                  <a:cubicBezTo>
                    <a:pt x="59002" y="86122"/>
                    <a:pt x="59002" y="89694"/>
                    <a:pt x="59002" y="92075"/>
                  </a:cubicBezTo>
                  <a:cubicBezTo>
                    <a:pt x="59002" y="92075"/>
                    <a:pt x="59002" y="92075"/>
                    <a:pt x="7660" y="92075"/>
                  </a:cubicBezTo>
                  <a:cubicBezTo>
                    <a:pt x="6343" y="89694"/>
                    <a:pt x="6343" y="87313"/>
                    <a:pt x="5027" y="82550"/>
                  </a:cubicBezTo>
                  <a:close/>
                  <a:moveTo>
                    <a:pt x="106627" y="47625"/>
                  </a:moveTo>
                  <a:lnTo>
                    <a:pt x="128852" y="47625"/>
                  </a:lnTo>
                  <a:lnTo>
                    <a:pt x="128852" y="66675"/>
                  </a:lnTo>
                  <a:lnTo>
                    <a:pt x="209815" y="66675"/>
                  </a:lnTo>
                  <a:lnTo>
                    <a:pt x="209815" y="47625"/>
                  </a:lnTo>
                  <a:lnTo>
                    <a:pt x="232040" y="47625"/>
                  </a:lnTo>
                  <a:lnTo>
                    <a:pt x="232040" y="66675"/>
                  </a:lnTo>
                  <a:lnTo>
                    <a:pt x="254265" y="66675"/>
                  </a:lnTo>
                  <a:lnTo>
                    <a:pt x="295540" y="238125"/>
                  </a:lnTo>
                  <a:lnTo>
                    <a:pt x="43127" y="238125"/>
                  </a:lnTo>
                  <a:lnTo>
                    <a:pt x="84402" y="66675"/>
                  </a:lnTo>
                  <a:lnTo>
                    <a:pt x="106627" y="66675"/>
                  </a:lnTo>
                  <a:close/>
                  <a:moveTo>
                    <a:pt x="169334" y="0"/>
                  </a:moveTo>
                  <a:cubicBezTo>
                    <a:pt x="244740" y="0"/>
                    <a:pt x="309563" y="11815"/>
                    <a:pt x="333376" y="30193"/>
                  </a:cubicBezTo>
                  <a:cubicBezTo>
                    <a:pt x="338667" y="34132"/>
                    <a:pt x="339990" y="48572"/>
                    <a:pt x="337344" y="68263"/>
                  </a:cubicBezTo>
                  <a:cubicBezTo>
                    <a:pt x="281782" y="68263"/>
                    <a:pt x="281782" y="68263"/>
                    <a:pt x="281782" y="68263"/>
                  </a:cubicBezTo>
                  <a:cubicBezTo>
                    <a:pt x="281782" y="57761"/>
                    <a:pt x="279136" y="49884"/>
                    <a:pt x="275167" y="45946"/>
                  </a:cubicBezTo>
                  <a:cubicBezTo>
                    <a:pt x="256646" y="26255"/>
                    <a:pt x="207698" y="19691"/>
                    <a:pt x="169334" y="19691"/>
                  </a:cubicBezTo>
                  <a:cubicBezTo>
                    <a:pt x="130969" y="19691"/>
                    <a:pt x="82021" y="26255"/>
                    <a:pt x="63500" y="45946"/>
                  </a:cubicBezTo>
                  <a:cubicBezTo>
                    <a:pt x="59531" y="49884"/>
                    <a:pt x="56885" y="57761"/>
                    <a:pt x="56885" y="68263"/>
                  </a:cubicBezTo>
                  <a:cubicBezTo>
                    <a:pt x="1323" y="68263"/>
                    <a:pt x="1323" y="68263"/>
                    <a:pt x="1323" y="68263"/>
                  </a:cubicBezTo>
                  <a:cubicBezTo>
                    <a:pt x="-1323" y="48572"/>
                    <a:pt x="0" y="35444"/>
                    <a:pt x="5291" y="30193"/>
                  </a:cubicBezTo>
                  <a:cubicBezTo>
                    <a:pt x="29104" y="11815"/>
                    <a:pt x="93927" y="0"/>
                    <a:pt x="169334" y="0"/>
                  </a:cubicBezTo>
                  <a:close/>
                </a:path>
              </a:pathLst>
            </a:cu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5591232" y="2832613"/>
              <a:ext cx="3155350" cy="743926"/>
              <a:chOff x="7505490" y="2041661"/>
              <a:chExt cx="4207134" cy="991902"/>
            </a:xfrm>
          </p:grpSpPr>
          <p:sp>
            <p:nvSpPr>
              <p:cNvPr id="13" name="文本框 25"/>
              <p:cNvSpPr txBox="1"/>
              <p:nvPr/>
            </p:nvSpPr>
            <p:spPr>
              <a:xfrm>
                <a:off x="7505490" y="2041661"/>
                <a:ext cx="4207134" cy="422405"/>
              </a:xfrm>
              <a:prstGeom prst="rect">
                <a:avLst/>
              </a:prstGeom>
              <a:noFill/>
            </p:spPr>
            <p:txBody>
              <a:bodyPr wrap="none" lIns="72000" tIns="72000" rIns="72000" bIns="72000" anchor="b" anchorCtr="0">
                <a:normAutofit fontScale="77500" lnSpcReduction="20000"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14" name="文本框 26"/>
              <p:cNvSpPr txBox="1"/>
              <p:nvPr/>
            </p:nvSpPr>
            <p:spPr>
              <a:xfrm>
                <a:off x="7505490" y="2464066"/>
                <a:ext cx="4207134" cy="569497"/>
              </a:xfrm>
              <a:prstGeom prst="rect">
                <a:avLst/>
              </a:prstGeom>
              <a:noFill/>
            </p:spPr>
            <p:txBody>
              <a:bodyPr wrap="square" lIns="72000" tIns="72000" rIns="72000" bIns="72000" anchor="t" anchorCtr="0"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此部分内容作为文字排版占位显示（建议使用主题字体）</a:t>
                </a:r>
                <a:b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20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如需更改请在（设置形状格式）菜单下（文本选项）中调整</a:t>
                </a: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75B7818-1651-4C87-923D-7102E73B4FA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25" name="TextBox 86"/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1B15B32-D5A7-4EB2-902A-4703504BB2EE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38160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899005" y="901822"/>
            <a:ext cx="3345990" cy="3339857"/>
            <a:chOff x="3866928" y="1200842"/>
            <a:chExt cx="4461320" cy="4453142"/>
          </a:xfrm>
        </p:grpSpPr>
        <p:sp>
          <p:nvSpPr>
            <p:cNvPr id="17" name="椭圆 16"/>
            <p:cNvSpPr>
              <a:spLocks/>
            </p:cNvSpPr>
            <p:nvPr/>
          </p:nvSpPr>
          <p:spPr bwMode="auto">
            <a:xfrm>
              <a:off x="4765530" y="2098423"/>
              <a:ext cx="2664115" cy="265900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任意多边形: 形状 17"/>
            <p:cNvSpPr>
              <a:spLocks/>
            </p:cNvSpPr>
            <p:nvPr/>
          </p:nvSpPr>
          <p:spPr bwMode="auto">
            <a:xfrm>
              <a:off x="4042764" y="2892750"/>
              <a:ext cx="2590510" cy="2585399"/>
            </a:xfrm>
            <a:custGeom>
              <a:avLst/>
              <a:gdLst>
                <a:gd name="T0" fmla="*/ 1114 w 1219"/>
                <a:gd name="T1" fmla="*/ 104 h 1219"/>
                <a:gd name="T2" fmla="*/ 1073 w 1219"/>
                <a:gd name="T3" fmla="*/ 69 h 1219"/>
                <a:gd name="T4" fmla="*/ 1028 w 1219"/>
                <a:gd name="T5" fmla="*/ 41 h 1219"/>
                <a:gd name="T6" fmla="*/ 980 w 1219"/>
                <a:gd name="T7" fmla="*/ 20 h 1219"/>
                <a:gd name="T8" fmla="*/ 930 w 1219"/>
                <a:gd name="T9" fmla="*/ 7 h 1219"/>
                <a:gd name="T10" fmla="*/ 879 w 1219"/>
                <a:gd name="T11" fmla="*/ 0 h 1219"/>
                <a:gd name="T12" fmla="*/ 827 w 1219"/>
                <a:gd name="T13" fmla="*/ 2 h 1219"/>
                <a:gd name="T14" fmla="*/ 776 w 1219"/>
                <a:gd name="T15" fmla="*/ 10 h 1219"/>
                <a:gd name="T16" fmla="*/ 727 w 1219"/>
                <a:gd name="T17" fmla="*/ 26 h 1219"/>
                <a:gd name="T18" fmla="*/ 680 w 1219"/>
                <a:gd name="T19" fmla="*/ 49 h 1219"/>
                <a:gd name="T20" fmla="*/ 650 w 1219"/>
                <a:gd name="T21" fmla="*/ 69 h 1219"/>
                <a:gd name="T22" fmla="*/ 610 w 1219"/>
                <a:gd name="T23" fmla="*/ 104 h 1219"/>
                <a:gd name="T24" fmla="*/ 92 w 1219"/>
                <a:gd name="T25" fmla="*/ 622 h 1219"/>
                <a:gd name="T26" fmla="*/ 59 w 1219"/>
                <a:gd name="T27" fmla="*/ 665 h 1219"/>
                <a:gd name="T28" fmla="*/ 33 w 1219"/>
                <a:gd name="T29" fmla="*/ 711 h 1219"/>
                <a:gd name="T30" fmla="*/ 14 w 1219"/>
                <a:gd name="T31" fmla="*/ 760 h 1219"/>
                <a:gd name="T32" fmla="*/ 3 w 1219"/>
                <a:gd name="T33" fmla="*/ 810 h 1219"/>
                <a:gd name="T34" fmla="*/ 0 w 1219"/>
                <a:gd name="T35" fmla="*/ 862 h 1219"/>
                <a:gd name="T36" fmla="*/ 3 w 1219"/>
                <a:gd name="T37" fmla="*/ 913 h 1219"/>
                <a:gd name="T38" fmla="*/ 14 w 1219"/>
                <a:gd name="T39" fmla="*/ 963 h 1219"/>
                <a:gd name="T40" fmla="*/ 33 w 1219"/>
                <a:gd name="T41" fmla="*/ 1012 h 1219"/>
                <a:gd name="T42" fmla="*/ 59 w 1219"/>
                <a:gd name="T43" fmla="*/ 1059 h 1219"/>
                <a:gd name="T44" fmla="*/ 92 w 1219"/>
                <a:gd name="T45" fmla="*/ 1101 h 1219"/>
                <a:gd name="T46" fmla="*/ 131 w 1219"/>
                <a:gd name="T47" fmla="*/ 1139 h 1219"/>
                <a:gd name="T48" fmla="*/ 175 w 1219"/>
                <a:gd name="T49" fmla="*/ 1170 h 1219"/>
                <a:gd name="T50" fmla="*/ 223 w 1219"/>
                <a:gd name="T51" fmla="*/ 1193 h 1219"/>
                <a:gd name="T52" fmla="*/ 272 w 1219"/>
                <a:gd name="T53" fmla="*/ 1209 h 1219"/>
                <a:gd name="T54" fmla="*/ 323 w 1219"/>
                <a:gd name="T55" fmla="*/ 1217 h 1219"/>
                <a:gd name="T56" fmla="*/ 374 w 1219"/>
                <a:gd name="T57" fmla="*/ 1218 h 1219"/>
                <a:gd name="T58" fmla="*/ 425 w 1219"/>
                <a:gd name="T59" fmla="*/ 1212 h 1219"/>
                <a:gd name="T60" fmla="*/ 475 w 1219"/>
                <a:gd name="T61" fmla="*/ 1199 h 1219"/>
                <a:gd name="T62" fmla="*/ 523 w 1219"/>
                <a:gd name="T63" fmla="*/ 1178 h 1219"/>
                <a:gd name="T64" fmla="*/ 568 w 1219"/>
                <a:gd name="T65" fmla="*/ 1150 h 1219"/>
                <a:gd name="T66" fmla="*/ 609 w 1219"/>
                <a:gd name="T67" fmla="*/ 1115 h 1219"/>
                <a:gd name="T68" fmla="*/ 1127 w 1219"/>
                <a:gd name="T69" fmla="*/ 597 h 1219"/>
                <a:gd name="T70" fmla="*/ 1160 w 1219"/>
                <a:gd name="T71" fmla="*/ 554 h 1219"/>
                <a:gd name="T72" fmla="*/ 1186 w 1219"/>
                <a:gd name="T73" fmla="*/ 508 h 1219"/>
                <a:gd name="T74" fmla="*/ 1204 w 1219"/>
                <a:gd name="T75" fmla="*/ 459 h 1219"/>
                <a:gd name="T76" fmla="*/ 1215 w 1219"/>
                <a:gd name="T77" fmla="*/ 408 h 1219"/>
                <a:gd name="T78" fmla="*/ 1219 w 1219"/>
                <a:gd name="T79" fmla="*/ 357 h 1219"/>
                <a:gd name="T80" fmla="*/ 1215 w 1219"/>
                <a:gd name="T81" fmla="*/ 306 h 1219"/>
                <a:gd name="T82" fmla="*/ 1204 w 1219"/>
                <a:gd name="T83" fmla="*/ 255 h 1219"/>
                <a:gd name="T84" fmla="*/ 1186 w 1219"/>
                <a:gd name="T85" fmla="*/ 207 h 1219"/>
                <a:gd name="T86" fmla="*/ 1160 w 1219"/>
                <a:gd name="T87" fmla="*/ 160 h 1219"/>
                <a:gd name="T88" fmla="*/ 1127 w 1219"/>
                <a:gd name="T89" fmla="*/ 118 h 1219"/>
                <a:gd name="T90" fmla="*/ 1114 w 1219"/>
                <a:gd name="T91" fmla="*/ 10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114" y="104"/>
                  </a:moveTo>
                  <a:cubicBezTo>
                    <a:pt x="1101" y="92"/>
                    <a:pt x="1088" y="80"/>
                    <a:pt x="1073" y="69"/>
                  </a:cubicBezTo>
                  <a:cubicBezTo>
                    <a:pt x="1058" y="59"/>
                    <a:pt x="1044" y="50"/>
                    <a:pt x="1028" y="41"/>
                  </a:cubicBezTo>
                  <a:cubicBezTo>
                    <a:pt x="1012" y="33"/>
                    <a:pt x="996" y="26"/>
                    <a:pt x="980" y="20"/>
                  </a:cubicBezTo>
                  <a:cubicBezTo>
                    <a:pt x="963" y="15"/>
                    <a:pt x="947" y="10"/>
                    <a:pt x="930" y="7"/>
                  </a:cubicBezTo>
                  <a:cubicBezTo>
                    <a:pt x="913" y="4"/>
                    <a:pt x="896" y="2"/>
                    <a:pt x="879" y="0"/>
                  </a:cubicBezTo>
                  <a:cubicBezTo>
                    <a:pt x="861" y="0"/>
                    <a:pt x="845" y="0"/>
                    <a:pt x="827" y="2"/>
                  </a:cubicBezTo>
                  <a:cubicBezTo>
                    <a:pt x="810" y="4"/>
                    <a:pt x="794" y="7"/>
                    <a:pt x="776" y="10"/>
                  </a:cubicBezTo>
                  <a:cubicBezTo>
                    <a:pt x="760" y="15"/>
                    <a:pt x="743" y="20"/>
                    <a:pt x="727" y="26"/>
                  </a:cubicBezTo>
                  <a:cubicBezTo>
                    <a:pt x="711" y="33"/>
                    <a:pt x="695" y="41"/>
                    <a:pt x="680" y="49"/>
                  </a:cubicBezTo>
                  <a:cubicBezTo>
                    <a:pt x="650" y="69"/>
                    <a:pt x="650" y="69"/>
                    <a:pt x="650" y="69"/>
                  </a:cubicBezTo>
                  <a:cubicBezTo>
                    <a:pt x="636" y="80"/>
                    <a:pt x="623" y="91"/>
                    <a:pt x="610" y="104"/>
                  </a:cubicBezTo>
                  <a:cubicBezTo>
                    <a:pt x="92" y="622"/>
                    <a:pt x="92" y="622"/>
                    <a:pt x="92" y="622"/>
                  </a:cubicBezTo>
                  <a:cubicBezTo>
                    <a:pt x="80" y="636"/>
                    <a:pt x="69" y="650"/>
                    <a:pt x="59" y="665"/>
                  </a:cubicBezTo>
                  <a:cubicBezTo>
                    <a:pt x="49" y="680"/>
                    <a:pt x="41" y="695"/>
                    <a:pt x="33" y="711"/>
                  </a:cubicBezTo>
                  <a:cubicBezTo>
                    <a:pt x="26" y="727"/>
                    <a:pt x="20" y="743"/>
                    <a:pt x="14" y="760"/>
                  </a:cubicBezTo>
                  <a:cubicBezTo>
                    <a:pt x="10" y="777"/>
                    <a:pt x="6" y="793"/>
                    <a:pt x="3" y="810"/>
                  </a:cubicBezTo>
                  <a:cubicBezTo>
                    <a:pt x="1" y="828"/>
                    <a:pt x="0" y="844"/>
                    <a:pt x="0" y="862"/>
                  </a:cubicBezTo>
                  <a:cubicBezTo>
                    <a:pt x="0" y="879"/>
                    <a:pt x="1" y="896"/>
                    <a:pt x="3" y="913"/>
                  </a:cubicBezTo>
                  <a:cubicBezTo>
                    <a:pt x="6" y="930"/>
                    <a:pt x="10" y="947"/>
                    <a:pt x="14" y="963"/>
                  </a:cubicBezTo>
                  <a:cubicBezTo>
                    <a:pt x="20" y="980"/>
                    <a:pt x="26" y="996"/>
                    <a:pt x="33" y="1012"/>
                  </a:cubicBezTo>
                  <a:cubicBezTo>
                    <a:pt x="41" y="1028"/>
                    <a:pt x="49" y="1043"/>
                    <a:pt x="59" y="1059"/>
                  </a:cubicBezTo>
                  <a:cubicBezTo>
                    <a:pt x="69" y="1074"/>
                    <a:pt x="80" y="1087"/>
                    <a:pt x="92" y="1101"/>
                  </a:cubicBezTo>
                  <a:cubicBezTo>
                    <a:pt x="104" y="1115"/>
                    <a:pt x="117" y="1127"/>
                    <a:pt x="131" y="1139"/>
                  </a:cubicBezTo>
                  <a:cubicBezTo>
                    <a:pt x="146" y="1150"/>
                    <a:pt x="160" y="1160"/>
                    <a:pt x="175" y="1170"/>
                  </a:cubicBezTo>
                  <a:cubicBezTo>
                    <a:pt x="191" y="1178"/>
                    <a:pt x="206" y="1186"/>
                    <a:pt x="223" y="1193"/>
                  </a:cubicBezTo>
                  <a:cubicBezTo>
                    <a:pt x="239" y="1199"/>
                    <a:pt x="255" y="1204"/>
                    <a:pt x="272" y="1209"/>
                  </a:cubicBezTo>
                  <a:cubicBezTo>
                    <a:pt x="289" y="1212"/>
                    <a:pt x="305" y="1215"/>
                    <a:pt x="323" y="1217"/>
                  </a:cubicBezTo>
                  <a:cubicBezTo>
                    <a:pt x="340" y="1218"/>
                    <a:pt x="357" y="1219"/>
                    <a:pt x="374" y="1218"/>
                  </a:cubicBezTo>
                  <a:cubicBezTo>
                    <a:pt x="391" y="1217"/>
                    <a:pt x="408" y="1215"/>
                    <a:pt x="425" y="1212"/>
                  </a:cubicBezTo>
                  <a:cubicBezTo>
                    <a:pt x="442" y="1209"/>
                    <a:pt x="459" y="1204"/>
                    <a:pt x="475" y="1199"/>
                  </a:cubicBezTo>
                  <a:cubicBezTo>
                    <a:pt x="492" y="1193"/>
                    <a:pt x="507" y="1186"/>
                    <a:pt x="523" y="1178"/>
                  </a:cubicBezTo>
                  <a:cubicBezTo>
                    <a:pt x="539" y="1169"/>
                    <a:pt x="554" y="1160"/>
                    <a:pt x="568" y="1150"/>
                  </a:cubicBezTo>
                  <a:cubicBezTo>
                    <a:pt x="583" y="1139"/>
                    <a:pt x="596" y="1128"/>
                    <a:pt x="609" y="1115"/>
                  </a:cubicBezTo>
                  <a:cubicBezTo>
                    <a:pt x="1127" y="597"/>
                    <a:pt x="1127" y="597"/>
                    <a:pt x="1127" y="597"/>
                  </a:cubicBezTo>
                  <a:cubicBezTo>
                    <a:pt x="1139" y="583"/>
                    <a:pt x="1149" y="569"/>
                    <a:pt x="1160" y="554"/>
                  </a:cubicBezTo>
                  <a:cubicBezTo>
                    <a:pt x="1169" y="539"/>
                    <a:pt x="1178" y="524"/>
                    <a:pt x="1186" y="508"/>
                  </a:cubicBezTo>
                  <a:cubicBezTo>
                    <a:pt x="1193" y="492"/>
                    <a:pt x="1199" y="476"/>
                    <a:pt x="1204" y="459"/>
                  </a:cubicBezTo>
                  <a:cubicBezTo>
                    <a:pt x="1209" y="442"/>
                    <a:pt x="1212" y="426"/>
                    <a:pt x="1215" y="408"/>
                  </a:cubicBezTo>
                  <a:cubicBezTo>
                    <a:pt x="1217" y="391"/>
                    <a:pt x="1218" y="375"/>
                    <a:pt x="1219" y="357"/>
                  </a:cubicBezTo>
                  <a:cubicBezTo>
                    <a:pt x="1218" y="340"/>
                    <a:pt x="1217" y="323"/>
                    <a:pt x="1215" y="306"/>
                  </a:cubicBezTo>
                  <a:cubicBezTo>
                    <a:pt x="1212" y="289"/>
                    <a:pt x="1209" y="272"/>
                    <a:pt x="1204" y="255"/>
                  </a:cubicBezTo>
                  <a:cubicBezTo>
                    <a:pt x="1199" y="239"/>
                    <a:pt x="1193" y="223"/>
                    <a:pt x="1186" y="207"/>
                  </a:cubicBezTo>
                  <a:cubicBezTo>
                    <a:pt x="1178" y="191"/>
                    <a:pt x="1169" y="176"/>
                    <a:pt x="1160" y="160"/>
                  </a:cubicBezTo>
                  <a:cubicBezTo>
                    <a:pt x="1149" y="145"/>
                    <a:pt x="1139" y="132"/>
                    <a:pt x="1127" y="118"/>
                  </a:cubicBezTo>
                  <a:cubicBezTo>
                    <a:pt x="1114" y="104"/>
                    <a:pt x="1114" y="104"/>
                    <a:pt x="111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>
              <a:spLocks/>
            </p:cNvSpPr>
            <p:nvPr/>
          </p:nvSpPr>
          <p:spPr bwMode="auto">
            <a:xfrm>
              <a:off x="4132726" y="2982712"/>
              <a:ext cx="2410585" cy="2404451"/>
            </a:xfrm>
            <a:custGeom>
              <a:avLst/>
              <a:gdLst>
                <a:gd name="T0" fmla="*/ 1042 w 1135"/>
                <a:gd name="T1" fmla="*/ 92 h 1134"/>
                <a:gd name="T2" fmla="*/ 1006 w 1135"/>
                <a:gd name="T3" fmla="*/ 61 h 1134"/>
                <a:gd name="T4" fmla="*/ 966 w 1135"/>
                <a:gd name="T5" fmla="*/ 36 h 1134"/>
                <a:gd name="T6" fmla="*/ 895 w 1135"/>
                <a:gd name="T7" fmla="*/ 9 h 1134"/>
                <a:gd name="T8" fmla="*/ 850 w 1135"/>
                <a:gd name="T9" fmla="*/ 2 h 1134"/>
                <a:gd name="T10" fmla="*/ 774 w 1135"/>
                <a:gd name="T11" fmla="*/ 4 h 1134"/>
                <a:gd name="T12" fmla="*/ 730 w 1135"/>
                <a:gd name="T13" fmla="*/ 13 h 1134"/>
                <a:gd name="T14" fmla="*/ 659 w 1135"/>
                <a:gd name="T15" fmla="*/ 44 h 1134"/>
                <a:gd name="T16" fmla="*/ 633 w 1135"/>
                <a:gd name="T17" fmla="*/ 61 h 1134"/>
                <a:gd name="T18" fmla="*/ 597 w 1135"/>
                <a:gd name="T19" fmla="*/ 92 h 1134"/>
                <a:gd name="T20" fmla="*/ 81 w 1135"/>
                <a:gd name="T21" fmla="*/ 609 h 1134"/>
                <a:gd name="T22" fmla="*/ 52 w 1135"/>
                <a:gd name="T23" fmla="*/ 646 h 1134"/>
                <a:gd name="T24" fmla="*/ 29 w 1135"/>
                <a:gd name="T25" fmla="*/ 687 h 1134"/>
                <a:gd name="T26" fmla="*/ 6 w 1135"/>
                <a:gd name="T27" fmla="*/ 760 h 1134"/>
                <a:gd name="T28" fmla="*/ 1 w 1135"/>
                <a:gd name="T29" fmla="*/ 805 h 1134"/>
                <a:gd name="T30" fmla="*/ 6 w 1135"/>
                <a:gd name="T31" fmla="*/ 880 h 1134"/>
                <a:gd name="T32" fmla="*/ 18 w 1135"/>
                <a:gd name="T33" fmla="*/ 924 h 1134"/>
                <a:gd name="T34" fmla="*/ 52 w 1135"/>
                <a:gd name="T35" fmla="*/ 993 h 1134"/>
                <a:gd name="T36" fmla="*/ 81 w 1135"/>
                <a:gd name="T37" fmla="*/ 1031 h 1134"/>
                <a:gd name="T38" fmla="*/ 116 w 1135"/>
                <a:gd name="T39" fmla="*/ 1064 h 1134"/>
                <a:gd name="T40" fmla="*/ 155 w 1135"/>
                <a:gd name="T41" fmla="*/ 1091 h 1134"/>
                <a:gd name="T42" fmla="*/ 196 w 1135"/>
                <a:gd name="T43" fmla="*/ 1112 h 1134"/>
                <a:gd name="T44" fmla="*/ 270 w 1135"/>
                <a:gd name="T45" fmla="*/ 1131 h 1134"/>
                <a:gd name="T46" fmla="*/ 315 w 1135"/>
                <a:gd name="T47" fmla="*/ 1134 h 1134"/>
                <a:gd name="T48" fmla="*/ 390 w 1135"/>
                <a:gd name="T49" fmla="*/ 1126 h 1134"/>
                <a:gd name="T50" fmla="*/ 434 w 1135"/>
                <a:gd name="T51" fmla="*/ 1112 h 1134"/>
                <a:gd name="T52" fmla="*/ 501 w 1135"/>
                <a:gd name="T53" fmla="*/ 1074 h 1134"/>
                <a:gd name="T54" fmla="*/ 537 w 1135"/>
                <a:gd name="T55" fmla="*/ 1043 h 1134"/>
                <a:gd name="T56" fmla="*/ 1053 w 1135"/>
                <a:gd name="T57" fmla="*/ 526 h 1134"/>
                <a:gd name="T58" fmla="*/ 1083 w 1135"/>
                <a:gd name="T59" fmla="*/ 489 h 1134"/>
                <a:gd name="T60" fmla="*/ 1105 w 1135"/>
                <a:gd name="T61" fmla="*/ 448 h 1134"/>
                <a:gd name="T62" fmla="*/ 1129 w 1135"/>
                <a:gd name="T63" fmla="*/ 375 h 1134"/>
                <a:gd name="T64" fmla="*/ 1134 w 1135"/>
                <a:gd name="T65" fmla="*/ 330 h 1134"/>
                <a:gd name="T66" fmla="*/ 1129 w 1135"/>
                <a:gd name="T67" fmla="*/ 255 h 1134"/>
                <a:gd name="T68" fmla="*/ 1117 w 1135"/>
                <a:gd name="T69" fmla="*/ 211 h 1134"/>
                <a:gd name="T70" fmla="*/ 1083 w 1135"/>
                <a:gd name="T71" fmla="*/ 142 h 1134"/>
                <a:gd name="T72" fmla="*/ 1053 w 1135"/>
                <a:gd name="T73" fmla="*/ 104 h 1134"/>
                <a:gd name="T74" fmla="*/ 1042 w 1135"/>
                <a:gd name="T75" fmla="*/ 92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4">
                  <a:moveTo>
                    <a:pt x="1042" y="92"/>
                  </a:moveTo>
                  <a:cubicBezTo>
                    <a:pt x="1031" y="81"/>
                    <a:pt x="1019" y="71"/>
                    <a:pt x="1006" y="61"/>
                  </a:cubicBezTo>
                  <a:cubicBezTo>
                    <a:pt x="993" y="52"/>
                    <a:pt x="980" y="44"/>
                    <a:pt x="966" y="36"/>
                  </a:cubicBezTo>
                  <a:cubicBezTo>
                    <a:pt x="942" y="25"/>
                    <a:pt x="920" y="16"/>
                    <a:pt x="895" y="9"/>
                  </a:cubicBezTo>
                  <a:cubicBezTo>
                    <a:pt x="880" y="6"/>
                    <a:pt x="865" y="4"/>
                    <a:pt x="850" y="2"/>
                  </a:cubicBezTo>
                  <a:cubicBezTo>
                    <a:pt x="824" y="0"/>
                    <a:pt x="800" y="1"/>
                    <a:pt x="774" y="4"/>
                  </a:cubicBezTo>
                  <a:cubicBezTo>
                    <a:pt x="759" y="6"/>
                    <a:pt x="745" y="9"/>
                    <a:pt x="730" y="13"/>
                  </a:cubicBezTo>
                  <a:cubicBezTo>
                    <a:pt x="705" y="21"/>
                    <a:pt x="682" y="31"/>
                    <a:pt x="659" y="44"/>
                  </a:cubicBezTo>
                  <a:cubicBezTo>
                    <a:pt x="633" y="61"/>
                    <a:pt x="633" y="61"/>
                    <a:pt x="633" y="61"/>
                  </a:cubicBezTo>
                  <a:cubicBezTo>
                    <a:pt x="620" y="71"/>
                    <a:pt x="609" y="81"/>
                    <a:pt x="597" y="92"/>
                  </a:cubicBezTo>
                  <a:cubicBezTo>
                    <a:pt x="81" y="609"/>
                    <a:pt x="81" y="609"/>
                    <a:pt x="81" y="609"/>
                  </a:cubicBezTo>
                  <a:cubicBezTo>
                    <a:pt x="71" y="621"/>
                    <a:pt x="61" y="633"/>
                    <a:pt x="52" y="646"/>
                  </a:cubicBezTo>
                  <a:cubicBezTo>
                    <a:pt x="44" y="660"/>
                    <a:pt x="36" y="673"/>
                    <a:pt x="29" y="687"/>
                  </a:cubicBezTo>
                  <a:cubicBezTo>
                    <a:pt x="19" y="711"/>
                    <a:pt x="12" y="734"/>
                    <a:pt x="6" y="760"/>
                  </a:cubicBezTo>
                  <a:cubicBezTo>
                    <a:pt x="3" y="775"/>
                    <a:pt x="2" y="789"/>
                    <a:pt x="1" y="805"/>
                  </a:cubicBezTo>
                  <a:cubicBezTo>
                    <a:pt x="0" y="831"/>
                    <a:pt x="2" y="854"/>
                    <a:pt x="6" y="880"/>
                  </a:cubicBezTo>
                  <a:cubicBezTo>
                    <a:pt x="9" y="895"/>
                    <a:pt x="13" y="909"/>
                    <a:pt x="18" y="924"/>
                  </a:cubicBezTo>
                  <a:cubicBezTo>
                    <a:pt x="27" y="949"/>
                    <a:pt x="38" y="971"/>
                    <a:pt x="52" y="993"/>
                  </a:cubicBezTo>
                  <a:cubicBezTo>
                    <a:pt x="61" y="1006"/>
                    <a:pt x="71" y="1019"/>
                    <a:pt x="81" y="1031"/>
                  </a:cubicBezTo>
                  <a:cubicBezTo>
                    <a:pt x="92" y="1043"/>
                    <a:pt x="104" y="1053"/>
                    <a:pt x="116" y="1064"/>
                  </a:cubicBezTo>
                  <a:cubicBezTo>
                    <a:pt x="129" y="1074"/>
                    <a:pt x="141" y="1083"/>
                    <a:pt x="155" y="1091"/>
                  </a:cubicBezTo>
                  <a:cubicBezTo>
                    <a:pt x="169" y="1099"/>
                    <a:pt x="182" y="1105"/>
                    <a:pt x="196" y="1112"/>
                  </a:cubicBezTo>
                  <a:cubicBezTo>
                    <a:pt x="221" y="1121"/>
                    <a:pt x="244" y="1127"/>
                    <a:pt x="270" y="1131"/>
                  </a:cubicBezTo>
                  <a:cubicBezTo>
                    <a:pt x="285" y="1133"/>
                    <a:pt x="300" y="1134"/>
                    <a:pt x="315" y="1134"/>
                  </a:cubicBezTo>
                  <a:cubicBezTo>
                    <a:pt x="341" y="1134"/>
                    <a:pt x="365" y="1131"/>
                    <a:pt x="390" y="1126"/>
                  </a:cubicBezTo>
                  <a:cubicBezTo>
                    <a:pt x="405" y="1121"/>
                    <a:pt x="419" y="1117"/>
                    <a:pt x="434" y="1112"/>
                  </a:cubicBezTo>
                  <a:cubicBezTo>
                    <a:pt x="458" y="1101"/>
                    <a:pt x="479" y="1089"/>
                    <a:pt x="501" y="1074"/>
                  </a:cubicBezTo>
                  <a:cubicBezTo>
                    <a:pt x="514" y="1064"/>
                    <a:pt x="526" y="1054"/>
                    <a:pt x="537" y="1043"/>
                  </a:cubicBezTo>
                  <a:cubicBezTo>
                    <a:pt x="1053" y="526"/>
                    <a:pt x="1053" y="526"/>
                    <a:pt x="1053" y="526"/>
                  </a:cubicBezTo>
                  <a:cubicBezTo>
                    <a:pt x="1064" y="514"/>
                    <a:pt x="1073" y="502"/>
                    <a:pt x="1083" y="489"/>
                  </a:cubicBezTo>
                  <a:cubicBezTo>
                    <a:pt x="1091" y="475"/>
                    <a:pt x="1098" y="462"/>
                    <a:pt x="1105" y="448"/>
                  </a:cubicBezTo>
                  <a:cubicBezTo>
                    <a:pt x="1116" y="424"/>
                    <a:pt x="1123" y="401"/>
                    <a:pt x="1129" y="375"/>
                  </a:cubicBezTo>
                  <a:cubicBezTo>
                    <a:pt x="1131" y="360"/>
                    <a:pt x="1133" y="346"/>
                    <a:pt x="1134" y="330"/>
                  </a:cubicBezTo>
                  <a:cubicBezTo>
                    <a:pt x="1135" y="304"/>
                    <a:pt x="1133" y="281"/>
                    <a:pt x="1129" y="255"/>
                  </a:cubicBezTo>
                  <a:cubicBezTo>
                    <a:pt x="1125" y="240"/>
                    <a:pt x="1121" y="226"/>
                    <a:pt x="1117" y="211"/>
                  </a:cubicBezTo>
                  <a:cubicBezTo>
                    <a:pt x="1107" y="186"/>
                    <a:pt x="1097" y="164"/>
                    <a:pt x="1083" y="142"/>
                  </a:cubicBezTo>
                  <a:cubicBezTo>
                    <a:pt x="1073" y="128"/>
                    <a:pt x="1064" y="116"/>
                    <a:pt x="1053" y="104"/>
                  </a:cubicBezTo>
                  <a:cubicBezTo>
                    <a:pt x="1042" y="92"/>
                    <a:pt x="1042" y="92"/>
                    <a:pt x="1042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>
              <a:spLocks/>
            </p:cNvSpPr>
            <p:nvPr/>
          </p:nvSpPr>
          <p:spPr bwMode="auto">
            <a:xfrm>
              <a:off x="4166462" y="3016448"/>
              <a:ext cx="2341068" cy="2339024"/>
            </a:xfrm>
            <a:custGeom>
              <a:avLst/>
              <a:gdLst>
                <a:gd name="T0" fmla="*/ 996 w 1102"/>
                <a:gd name="T1" fmla="*/ 106 h 1103"/>
                <a:gd name="T2" fmla="*/ 996 w 1102"/>
                <a:gd name="T3" fmla="*/ 106 h 1103"/>
                <a:gd name="T4" fmla="*/ 611 w 1102"/>
                <a:gd name="T5" fmla="*/ 106 h 1103"/>
                <a:gd name="T6" fmla="*/ 106 w 1102"/>
                <a:gd name="T7" fmla="*/ 611 h 1103"/>
                <a:gd name="T8" fmla="*/ 106 w 1102"/>
                <a:gd name="T9" fmla="*/ 997 h 1103"/>
                <a:gd name="T10" fmla="*/ 106 w 1102"/>
                <a:gd name="T11" fmla="*/ 997 h 1103"/>
                <a:gd name="T12" fmla="*/ 492 w 1102"/>
                <a:gd name="T13" fmla="*/ 997 h 1103"/>
                <a:gd name="T14" fmla="*/ 996 w 1102"/>
                <a:gd name="T15" fmla="*/ 492 h 1103"/>
                <a:gd name="T16" fmla="*/ 996 w 1102"/>
                <a:gd name="T17" fmla="*/ 106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2" h="1103">
                  <a:moveTo>
                    <a:pt x="996" y="106"/>
                  </a:moveTo>
                  <a:cubicBezTo>
                    <a:pt x="996" y="106"/>
                    <a:pt x="996" y="106"/>
                    <a:pt x="996" y="106"/>
                  </a:cubicBezTo>
                  <a:cubicBezTo>
                    <a:pt x="890" y="0"/>
                    <a:pt x="717" y="0"/>
                    <a:pt x="611" y="106"/>
                  </a:cubicBezTo>
                  <a:cubicBezTo>
                    <a:pt x="106" y="611"/>
                    <a:pt x="106" y="611"/>
                    <a:pt x="106" y="611"/>
                  </a:cubicBezTo>
                  <a:cubicBezTo>
                    <a:pt x="0" y="717"/>
                    <a:pt x="0" y="890"/>
                    <a:pt x="106" y="997"/>
                  </a:cubicBezTo>
                  <a:cubicBezTo>
                    <a:pt x="106" y="997"/>
                    <a:pt x="106" y="997"/>
                    <a:pt x="106" y="997"/>
                  </a:cubicBezTo>
                  <a:cubicBezTo>
                    <a:pt x="212" y="1103"/>
                    <a:pt x="386" y="1103"/>
                    <a:pt x="492" y="997"/>
                  </a:cubicBezTo>
                  <a:cubicBezTo>
                    <a:pt x="996" y="492"/>
                    <a:pt x="996" y="492"/>
                    <a:pt x="996" y="492"/>
                  </a:cubicBezTo>
                  <a:cubicBezTo>
                    <a:pt x="1102" y="386"/>
                    <a:pt x="1102" y="212"/>
                    <a:pt x="996" y="1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>
              <a:spLocks/>
            </p:cNvSpPr>
            <p:nvPr/>
          </p:nvSpPr>
          <p:spPr bwMode="auto">
            <a:xfrm>
              <a:off x="4327985" y="4248320"/>
              <a:ext cx="947673" cy="943584"/>
            </a:xfrm>
            <a:custGeom>
              <a:avLst/>
              <a:gdLst>
                <a:gd name="T0" fmla="*/ 79 w 446"/>
                <a:gd name="T1" fmla="*/ 79 h 445"/>
                <a:gd name="T2" fmla="*/ 367 w 446"/>
                <a:gd name="T3" fmla="*/ 79 h 445"/>
                <a:gd name="T4" fmla="*/ 367 w 446"/>
                <a:gd name="T5" fmla="*/ 366 h 445"/>
                <a:gd name="T6" fmla="*/ 79 w 446"/>
                <a:gd name="T7" fmla="*/ 366 h 445"/>
                <a:gd name="T8" fmla="*/ 79 w 446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445">
                  <a:moveTo>
                    <a:pt x="79" y="79"/>
                  </a:moveTo>
                  <a:cubicBezTo>
                    <a:pt x="159" y="0"/>
                    <a:pt x="287" y="0"/>
                    <a:pt x="367" y="79"/>
                  </a:cubicBezTo>
                  <a:cubicBezTo>
                    <a:pt x="446" y="158"/>
                    <a:pt x="446" y="287"/>
                    <a:pt x="367" y="366"/>
                  </a:cubicBezTo>
                  <a:cubicBezTo>
                    <a:pt x="287" y="445"/>
                    <a:pt x="159" y="445"/>
                    <a:pt x="79" y="366"/>
                  </a:cubicBezTo>
                  <a:cubicBezTo>
                    <a:pt x="0" y="287"/>
                    <a:pt x="0" y="158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任意多边形: 形状 21"/>
            <p:cNvSpPr>
              <a:spLocks/>
            </p:cNvSpPr>
            <p:nvPr/>
          </p:nvSpPr>
          <p:spPr bwMode="auto">
            <a:xfrm>
              <a:off x="5561902" y="1376678"/>
              <a:ext cx="2590510" cy="2585399"/>
            </a:xfrm>
            <a:custGeom>
              <a:avLst/>
              <a:gdLst>
                <a:gd name="T0" fmla="*/ 104 w 1219"/>
                <a:gd name="T1" fmla="*/ 1114 h 1219"/>
                <a:gd name="T2" fmla="*/ 69 w 1219"/>
                <a:gd name="T3" fmla="*/ 1073 h 1219"/>
                <a:gd name="T4" fmla="*/ 41 w 1219"/>
                <a:gd name="T5" fmla="*/ 1028 h 1219"/>
                <a:gd name="T6" fmla="*/ 20 w 1219"/>
                <a:gd name="T7" fmla="*/ 980 h 1219"/>
                <a:gd name="T8" fmla="*/ 7 w 1219"/>
                <a:gd name="T9" fmla="*/ 930 h 1219"/>
                <a:gd name="T10" fmla="*/ 0 w 1219"/>
                <a:gd name="T11" fmla="*/ 879 h 1219"/>
                <a:gd name="T12" fmla="*/ 2 w 1219"/>
                <a:gd name="T13" fmla="*/ 827 h 1219"/>
                <a:gd name="T14" fmla="*/ 10 w 1219"/>
                <a:gd name="T15" fmla="*/ 776 h 1219"/>
                <a:gd name="T16" fmla="*/ 26 w 1219"/>
                <a:gd name="T17" fmla="*/ 727 h 1219"/>
                <a:gd name="T18" fmla="*/ 49 w 1219"/>
                <a:gd name="T19" fmla="*/ 680 h 1219"/>
                <a:gd name="T20" fmla="*/ 69 w 1219"/>
                <a:gd name="T21" fmla="*/ 650 h 1219"/>
                <a:gd name="T22" fmla="*/ 104 w 1219"/>
                <a:gd name="T23" fmla="*/ 610 h 1219"/>
                <a:gd name="T24" fmla="*/ 622 w 1219"/>
                <a:gd name="T25" fmla="*/ 92 h 1219"/>
                <a:gd name="T26" fmla="*/ 665 w 1219"/>
                <a:gd name="T27" fmla="*/ 59 h 1219"/>
                <a:gd name="T28" fmla="*/ 711 w 1219"/>
                <a:gd name="T29" fmla="*/ 33 h 1219"/>
                <a:gd name="T30" fmla="*/ 760 w 1219"/>
                <a:gd name="T31" fmla="*/ 14 h 1219"/>
                <a:gd name="T32" fmla="*/ 810 w 1219"/>
                <a:gd name="T33" fmla="*/ 3 h 1219"/>
                <a:gd name="T34" fmla="*/ 862 w 1219"/>
                <a:gd name="T35" fmla="*/ 0 h 1219"/>
                <a:gd name="T36" fmla="*/ 913 w 1219"/>
                <a:gd name="T37" fmla="*/ 3 h 1219"/>
                <a:gd name="T38" fmla="*/ 963 w 1219"/>
                <a:gd name="T39" fmla="*/ 14 h 1219"/>
                <a:gd name="T40" fmla="*/ 1012 w 1219"/>
                <a:gd name="T41" fmla="*/ 33 h 1219"/>
                <a:gd name="T42" fmla="*/ 1059 w 1219"/>
                <a:gd name="T43" fmla="*/ 59 h 1219"/>
                <a:gd name="T44" fmla="*/ 1101 w 1219"/>
                <a:gd name="T45" fmla="*/ 92 h 1219"/>
                <a:gd name="T46" fmla="*/ 1139 w 1219"/>
                <a:gd name="T47" fmla="*/ 131 h 1219"/>
                <a:gd name="T48" fmla="*/ 1170 w 1219"/>
                <a:gd name="T49" fmla="*/ 175 h 1219"/>
                <a:gd name="T50" fmla="*/ 1193 w 1219"/>
                <a:gd name="T51" fmla="*/ 223 h 1219"/>
                <a:gd name="T52" fmla="*/ 1209 w 1219"/>
                <a:gd name="T53" fmla="*/ 272 h 1219"/>
                <a:gd name="T54" fmla="*/ 1217 w 1219"/>
                <a:gd name="T55" fmla="*/ 323 h 1219"/>
                <a:gd name="T56" fmla="*/ 1218 w 1219"/>
                <a:gd name="T57" fmla="*/ 374 h 1219"/>
                <a:gd name="T58" fmla="*/ 1212 w 1219"/>
                <a:gd name="T59" fmla="*/ 425 h 1219"/>
                <a:gd name="T60" fmla="*/ 1199 w 1219"/>
                <a:gd name="T61" fmla="*/ 475 h 1219"/>
                <a:gd name="T62" fmla="*/ 1178 w 1219"/>
                <a:gd name="T63" fmla="*/ 523 h 1219"/>
                <a:gd name="T64" fmla="*/ 1150 w 1219"/>
                <a:gd name="T65" fmla="*/ 568 h 1219"/>
                <a:gd name="T66" fmla="*/ 1115 w 1219"/>
                <a:gd name="T67" fmla="*/ 609 h 1219"/>
                <a:gd name="T68" fmla="*/ 597 w 1219"/>
                <a:gd name="T69" fmla="*/ 1127 h 1219"/>
                <a:gd name="T70" fmla="*/ 554 w 1219"/>
                <a:gd name="T71" fmla="*/ 1160 h 1219"/>
                <a:gd name="T72" fmla="*/ 508 w 1219"/>
                <a:gd name="T73" fmla="*/ 1186 h 1219"/>
                <a:gd name="T74" fmla="*/ 459 w 1219"/>
                <a:gd name="T75" fmla="*/ 1204 h 1219"/>
                <a:gd name="T76" fmla="*/ 408 w 1219"/>
                <a:gd name="T77" fmla="*/ 1215 h 1219"/>
                <a:gd name="T78" fmla="*/ 357 w 1219"/>
                <a:gd name="T79" fmla="*/ 1219 h 1219"/>
                <a:gd name="T80" fmla="*/ 306 w 1219"/>
                <a:gd name="T81" fmla="*/ 1215 h 1219"/>
                <a:gd name="T82" fmla="*/ 255 w 1219"/>
                <a:gd name="T83" fmla="*/ 1204 h 1219"/>
                <a:gd name="T84" fmla="*/ 207 w 1219"/>
                <a:gd name="T85" fmla="*/ 1186 h 1219"/>
                <a:gd name="T86" fmla="*/ 160 w 1219"/>
                <a:gd name="T87" fmla="*/ 1160 h 1219"/>
                <a:gd name="T88" fmla="*/ 118 w 1219"/>
                <a:gd name="T89" fmla="*/ 1127 h 1219"/>
                <a:gd name="T90" fmla="*/ 104 w 1219"/>
                <a:gd name="T91" fmla="*/ 111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04" y="1114"/>
                  </a:moveTo>
                  <a:cubicBezTo>
                    <a:pt x="92" y="1101"/>
                    <a:pt x="80" y="1088"/>
                    <a:pt x="69" y="1073"/>
                  </a:cubicBezTo>
                  <a:cubicBezTo>
                    <a:pt x="59" y="1058"/>
                    <a:pt x="50" y="1044"/>
                    <a:pt x="41" y="1028"/>
                  </a:cubicBezTo>
                  <a:cubicBezTo>
                    <a:pt x="33" y="1012"/>
                    <a:pt x="26" y="996"/>
                    <a:pt x="20" y="980"/>
                  </a:cubicBezTo>
                  <a:cubicBezTo>
                    <a:pt x="15" y="963"/>
                    <a:pt x="10" y="947"/>
                    <a:pt x="7" y="930"/>
                  </a:cubicBezTo>
                  <a:cubicBezTo>
                    <a:pt x="4" y="913"/>
                    <a:pt x="2" y="896"/>
                    <a:pt x="0" y="879"/>
                  </a:cubicBezTo>
                  <a:cubicBezTo>
                    <a:pt x="0" y="861"/>
                    <a:pt x="0" y="845"/>
                    <a:pt x="2" y="827"/>
                  </a:cubicBezTo>
                  <a:cubicBezTo>
                    <a:pt x="4" y="810"/>
                    <a:pt x="7" y="794"/>
                    <a:pt x="10" y="776"/>
                  </a:cubicBezTo>
                  <a:cubicBezTo>
                    <a:pt x="15" y="760"/>
                    <a:pt x="20" y="743"/>
                    <a:pt x="26" y="727"/>
                  </a:cubicBezTo>
                  <a:cubicBezTo>
                    <a:pt x="33" y="711"/>
                    <a:pt x="41" y="695"/>
                    <a:pt x="49" y="680"/>
                  </a:cubicBezTo>
                  <a:cubicBezTo>
                    <a:pt x="69" y="650"/>
                    <a:pt x="69" y="650"/>
                    <a:pt x="69" y="650"/>
                  </a:cubicBezTo>
                  <a:cubicBezTo>
                    <a:pt x="80" y="636"/>
                    <a:pt x="91" y="623"/>
                    <a:pt x="104" y="610"/>
                  </a:cubicBezTo>
                  <a:cubicBezTo>
                    <a:pt x="622" y="92"/>
                    <a:pt x="622" y="92"/>
                    <a:pt x="622" y="92"/>
                  </a:cubicBezTo>
                  <a:cubicBezTo>
                    <a:pt x="636" y="80"/>
                    <a:pt x="650" y="69"/>
                    <a:pt x="665" y="59"/>
                  </a:cubicBezTo>
                  <a:cubicBezTo>
                    <a:pt x="680" y="49"/>
                    <a:pt x="695" y="41"/>
                    <a:pt x="711" y="33"/>
                  </a:cubicBezTo>
                  <a:cubicBezTo>
                    <a:pt x="727" y="26"/>
                    <a:pt x="743" y="20"/>
                    <a:pt x="760" y="14"/>
                  </a:cubicBezTo>
                  <a:cubicBezTo>
                    <a:pt x="777" y="10"/>
                    <a:pt x="793" y="6"/>
                    <a:pt x="810" y="3"/>
                  </a:cubicBezTo>
                  <a:cubicBezTo>
                    <a:pt x="828" y="1"/>
                    <a:pt x="844" y="0"/>
                    <a:pt x="862" y="0"/>
                  </a:cubicBezTo>
                  <a:cubicBezTo>
                    <a:pt x="879" y="0"/>
                    <a:pt x="896" y="1"/>
                    <a:pt x="913" y="3"/>
                  </a:cubicBezTo>
                  <a:cubicBezTo>
                    <a:pt x="930" y="6"/>
                    <a:pt x="947" y="10"/>
                    <a:pt x="963" y="14"/>
                  </a:cubicBezTo>
                  <a:cubicBezTo>
                    <a:pt x="980" y="20"/>
                    <a:pt x="996" y="26"/>
                    <a:pt x="1012" y="33"/>
                  </a:cubicBezTo>
                  <a:cubicBezTo>
                    <a:pt x="1028" y="41"/>
                    <a:pt x="1043" y="49"/>
                    <a:pt x="1059" y="59"/>
                  </a:cubicBezTo>
                  <a:cubicBezTo>
                    <a:pt x="1074" y="69"/>
                    <a:pt x="1087" y="80"/>
                    <a:pt x="1101" y="92"/>
                  </a:cubicBezTo>
                  <a:cubicBezTo>
                    <a:pt x="1115" y="104"/>
                    <a:pt x="1127" y="117"/>
                    <a:pt x="1139" y="131"/>
                  </a:cubicBezTo>
                  <a:cubicBezTo>
                    <a:pt x="1150" y="146"/>
                    <a:pt x="1160" y="160"/>
                    <a:pt x="1170" y="175"/>
                  </a:cubicBezTo>
                  <a:cubicBezTo>
                    <a:pt x="1178" y="191"/>
                    <a:pt x="1186" y="206"/>
                    <a:pt x="1193" y="223"/>
                  </a:cubicBezTo>
                  <a:cubicBezTo>
                    <a:pt x="1199" y="239"/>
                    <a:pt x="1204" y="255"/>
                    <a:pt x="1209" y="272"/>
                  </a:cubicBezTo>
                  <a:cubicBezTo>
                    <a:pt x="1212" y="289"/>
                    <a:pt x="1215" y="305"/>
                    <a:pt x="1217" y="323"/>
                  </a:cubicBezTo>
                  <a:cubicBezTo>
                    <a:pt x="1218" y="340"/>
                    <a:pt x="1219" y="357"/>
                    <a:pt x="1218" y="374"/>
                  </a:cubicBezTo>
                  <a:cubicBezTo>
                    <a:pt x="1217" y="391"/>
                    <a:pt x="1215" y="408"/>
                    <a:pt x="1212" y="425"/>
                  </a:cubicBezTo>
                  <a:cubicBezTo>
                    <a:pt x="1209" y="442"/>
                    <a:pt x="1204" y="459"/>
                    <a:pt x="1199" y="475"/>
                  </a:cubicBezTo>
                  <a:cubicBezTo>
                    <a:pt x="1193" y="492"/>
                    <a:pt x="1186" y="507"/>
                    <a:pt x="1178" y="523"/>
                  </a:cubicBezTo>
                  <a:cubicBezTo>
                    <a:pt x="1169" y="539"/>
                    <a:pt x="1160" y="554"/>
                    <a:pt x="1150" y="568"/>
                  </a:cubicBezTo>
                  <a:cubicBezTo>
                    <a:pt x="1139" y="583"/>
                    <a:pt x="1128" y="596"/>
                    <a:pt x="1115" y="609"/>
                  </a:cubicBezTo>
                  <a:cubicBezTo>
                    <a:pt x="597" y="1127"/>
                    <a:pt x="597" y="1127"/>
                    <a:pt x="597" y="1127"/>
                  </a:cubicBezTo>
                  <a:cubicBezTo>
                    <a:pt x="583" y="1139"/>
                    <a:pt x="569" y="1149"/>
                    <a:pt x="554" y="1160"/>
                  </a:cubicBezTo>
                  <a:cubicBezTo>
                    <a:pt x="539" y="1169"/>
                    <a:pt x="524" y="1178"/>
                    <a:pt x="508" y="1186"/>
                  </a:cubicBezTo>
                  <a:cubicBezTo>
                    <a:pt x="492" y="1193"/>
                    <a:pt x="476" y="1199"/>
                    <a:pt x="459" y="1204"/>
                  </a:cubicBezTo>
                  <a:cubicBezTo>
                    <a:pt x="442" y="1209"/>
                    <a:pt x="426" y="1212"/>
                    <a:pt x="408" y="1215"/>
                  </a:cubicBezTo>
                  <a:cubicBezTo>
                    <a:pt x="391" y="1217"/>
                    <a:pt x="375" y="1218"/>
                    <a:pt x="357" y="1219"/>
                  </a:cubicBezTo>
                  <a:cubicBezTo>
                    <a:pt x="340" y="1218"/>
                    <a:pt x="323" y="1217"/>
                    <a:pt x="306" y="1215"/>
                  </a:cubicBezTo>
                  <a:cubicBezTo>
                    <a:pt x="289" y="1212"/>
                    <a:pt x="272" y="1209"/>
                    <a:pt x="255" y="1204"/>
                  </a:cubicBezTo>
                  <a:cubicBezTo>
                    <a:pt x="239" y="1199"/>
                    <a:pt x="223" y="1193"/>
                    <a:pt x="207" y="1186"/>
                  </a:cubicBezTo>
                  <a:cubicBezTo>
                    <a:pt x="191" y="1178"/>
                    <a:pt x="176" y="1169"/>
                    <a:pt x="160" y="1160"/>
                  </a:cubicBezTo>
                  <a:cubicBezTo>
                    <a:pt x="145" y="1149"/>
                    <a:pt x="132" y="1139"/>
                    <a:pt x="118" y="1127"/>
                  </a:cubicBezTo>
                  <a:cubicBezTo>
                    <a:pt x="104" y="1114"/>
                    <a:pt x="104" y="1114"/>
                    <a:pt x="10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任意多边形: 形状 22"/>
            <p:cNvSpPr>
              <a:spLocks/>
            </p:cNvSpPr>
            <p:nvPr/>
          </p:nvSpPr>
          <p:spPr bwMode="auto">
            <a:xfrm>
              <a:off x="5651865" y="1465618"/>
              <a:ext cx="2408540" cy="2407518"/>
            </a:xfrm>
            <a:custGeom>
              <a:avLst/>
              <a:gdLst>
                <a:gd name="T0" fmla="*/ 92 w 1134"/>
                <a:gd name="T1" fmla="*/ 1042 h 1135"/>
                <a:gd name="T2" fmla="*/ 61 w 1134"/>
                <a:gd name="T3" fmla="*/ 1006 h 1135"/>
                <a:gd name="T4" fmla="*/ 36 w 1134"/>
                <a:gd name="T5" fmla="*/ 966 h 1135"/>
                <a:gd name="T6" fmla="*/ 9 w 1134"/>
                <a:gd name="T7" fmla="*/ 895 h 1135"/>
                <a:gd name="T8" fmla="*/ 2 w 1134"/>
                <a:gd name="T9" fmla="*/ 850 h 1135"/>
                <a:gd name="T10" fmla="*/ 4 w 1134"/>
                <a:gd name="T11" fmla="*/ 774 h 1135"/>
                <a:gd name="T12" fmla="*/ 13 w 1134"/>
                <a:gd name="T13" fmla="*/ 730 h 1135"/>
                <a:gd name="T14" fmla="*/ 44 w 1134"/>
                <a:gd name="T15" fmla="*/ 659 h 1135"/>
                <a:gd name="T16" fmla="*/ 61 w 1134"/>
                <a:gd name="T17" fmla="*/ 633 h 1135"/>
                <a:gd name="T18" fmla="*/ 92 w 1134"/>
                <a:gd name="T19" fmla="*/ 597 h 1135"/>
                <a:gd name="T20" fmla="*/ 609 w 1134"/>
                <a:gd name="T21" fmla="*/ 81 h 1135"/>
                <a:gd name="T22" fmla="*/ 646 w 1134"/>
                <a:gd name="T23" fmla="*/ 52 h 1135"/>
                <a:gd name="T24" fmla="*/ 687 w 1134"/>
                <a:gd name="T25" fmla="*/ 29 h 1135"/>
                <a:gd name="T26" fmla="*/ 760 w 1134"/>
                <a:gd name="T27" fmla="*/ 6 h 1135"/>
                <a:gd name="T28" fmla="*/ 805 w 1134"/>
                <a:gd name="T29" fmla="*/ 1 h 1135"/>
                <a:gd name="T30" fmla="*/ 880 w 1134"/>
                <a:gd name="T31" fmla="*/ 6 h 1135"/>
                <a:gd name="T32" fmla="*/ 924 w 1134"/>
                <a:gd name="T33" fmla="*/ 18 h 1135"/>
                <a:gd name="T34" fmla="*/ 993 w 1134"/>
                <a:gd name="T35" fmla="*/ 52 h 1135"/>
                <a:gd name="T36" fmla="*/ 1031 w 1134"/>
                <a:gd name="T37" fmla="*/ 81 h 1135"/>
                <a:gd name="T38" fmla="*/ 1064 w 1134"/>
                <a:gd name="T39" fmla="*/ 116 h 1135"/>
                <a:gd name="T40" fmla="*/ 1091 w 1134"/>
                <a:gd name="T41" fmla="*/ 155 h 1135"/>
                <a:gd name="T42" fmla="*/ 1112 w 1134"/>
                <a:gd name="T43" fmla="*/ 196 h 1135"/>
                <a:gd name="T44" fmla="*/ 1131 w 1134"/>
                <a:gd name="T45" fmla="*/ 270 h 1135"/>
                <a:gd name="T46" fmla="*/ 1134 w 1134"/>
                <a:gd name="T47" fmla="*/ 315 h 1135"/>
                <a:gd name="T48" fmla="*/ 1126 w 1134"/>
                <a:gd name="T49" fmla="*/ 390 h 1135"/>
                <a:gd name="T50" fmla="*/ 1112 w 1134"/>
                <a:gd name="T51" fmla="*/ 434 h 1135"/>
                <a:gd name="T52" fmla="*/ 1074 w 1134"/>
                <a:gd name="T53" fmla="*/ 501 h 1135"/>
                <a:gd name="T54" fmla="*/ 1043 w 1134"/>
                <a:gd name="T55" fmla="*/ 537 h 1135"/>
                <a:gd name="T56" fmla="*/ 526 w 1134"/>
                <a:gd name="T57" fmla="*/ 1053 h 1135"/>
                <a:gd name="T58" fmla="*/ 489 w 1134"/>
                <a:gd name="T59" fmla="*/ 1083 h 1135"/>
                <a:gd name="T60" fmla="*/ 448 w 1134"/>
                <a:gd name="T61" fmla="*/ 1105 h 1135"/>
                <a:gd name="T62" fmla="*/ 375 w 1134"/>
                <a:gd name="T63" fmla="*/ 1129 h 1135"/>
                <a:gd name="T64" fmla="*/ 330 w 1134"/>
                <a:gd name="T65" fmla="*/ 1134 h 1135"/>
                <a:gd name="T66" fmla="*/ 255 w 1134"/>
                <a:gd name="T67" fmla="*/ 1129 h 1135"/>
                <a:gd name="T68" fmla="*/ 211 w 1134"/>
                <a:gd name="T69" fmla="*/ 1117 h 1135"/>
                <a:gd name="T70" fmla="*/ 142 w 1134"/>
                <a:gd name="T71" fmla="*/ 1083 h 1135"/>
                <a:gd name="T72" fmla="*/ 104 w 1134"/>
                <a:gd name="T73" fmla="*/ 1053 h 1135"/>
                <a:gd name="T74" fmla="*/ 92 w 1134"/>
                <a:gd name="T75" fmla="*/ 1042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4" h="1135">
                  <a:moveTo>
                    <a:pt x="92" y="1042"/>
                  </a:moveTo>
                  <a:cubicBezTo>
                    <a:pt x="81" y="1031"/>
                    <a:pt x="71" y="1019"/>
                    <a:pt x="61" y="1006"/>
                  </a:cubicBezTo>
                  <a:cubicBezTo>
                    <a:pt x="52" y="993"/>
                    <a:pt x="44" y="980"/>
                    <a:pt x="36" y="966"/>
                  </a:cubicBezTo>
                  <a:cubicBezTo>
                    <a:pt x="25" y="942"/>
                    <a:pt x="16" y="920"/>
                    <a:pt x="9" y="895"/>
                  </a:cubicBezTo>
                  <a:cubicBezTo>
                    <a:pt x="6" y="880"/>
                    <a:pt x="4" y="865"/>
                    <a:pt x="2" y="850"/>
                  </a:cubicBezTo>
                  <a:cubicBezTo>
                    <a:pt x="0" y="824"/>
                    <a:pt x="1" y="800"/>
                    <a:pt x="4" y="774"/>
                  </a:cubicBezTo>
                  <a:cubicBezTo>
                    <a:pt x="6" y="759"/>
                    <a:pt x="9" y="745"/>
                    <a:pt x="13" y="730"/>
                  </a:cubicBezTo>
                  <a:cubicBezTo>
                    <a:pt x="21" y="705"/>
                    <a:pt x="31" y="682"/>
                    <a:pt x="44" y="659"/>
                  </a:cubicBezTo>
                  <a:cubicBezTo>
                    <a:pt x="61" y="633"/>
                    <a:pt x="61" y="633"/>
                    <a:pt x="61" y="633"/>
                  </a:cubicBezTo>
                  <a:cubicBezTo>
                    <a:pt x="71" y="620"/>
                    <a:pt x="81" y="609"/>
                    <a:pt x="92" y="597"/>
                  </a:cubicBezTo>
                  <a:cubicBezTo>
                    <a:pt x="609" y="81"/>
                    <a:pt x="609" y="81"/>
                    <a:pt x="609" y="81"/>
                  </a:cubicBezTo>
                  <a:cubicBezTo>
                    <a:pt x="621" y="71"/>
                    <a:pt x="633" y="61"/>
                    <a:pt x="646" y="52"/>
                  </a:cubicBezTo>
                  <a:cubicBezTo>
                    <a:pt x="660" y="44"/>
                    <a:pt x="673" y="36"/>
                    <a:pt x="687" y="29"/>
                  </a:cubicBezTo>
                  <a:cubicBezTo>
                    <a:pt x="711" y="19"/>
                    <a:pt x="734" y="12"/>
                    <a:pt x="760" y="6"/>
                  </a:cubicBezTo>
                  <a:cubicBezTo>
                    <a:pt x="775" y="3"/>
                    <a:pt x="789" y="2"/>
                    <a:pt x="805" y="1"/>
                  </a:cubicBezTo>
                  <a:cubicBezTo>
                    <a:pt x="831" y="0"/>
                    <a:pt x="854" y="2"/>
                    <a:pt x="880" y="6"/>
                  </a:cubicBezTo>
                  <a:cubicBezTo>
                    <a:pt x="895" y="9"/>
                    <a:pt x="909" y="13"/>
                    <a:pt x="924" y="18"/>
                  </a:cubicBezTo>
                  <a:cubicBezTo>
                    <a:pt x="949" y="27"/>
                    <a:pt x="971" y="38"/>
                    <a:pt x="993" y="52"/>
                  </a:cubicBezTo>
                  <a:cubicBezTo>
                    <a:pt x="1006" y="61"/>
                    <a:pt x="1019" y="71"/>
                    <a:pt x="1031" y="81"/>
                  </a:cubicBezTo>
                  <a:cubicBezTo>
                    <a:pt x="1043" y="92"/>
                    <a:pt x="1053" y="104"/>
                    <a:pt x="1064" y="116"/>
                  </a:cubicBezTo>
                  <a:cubicBezTo>
                    <a:pt x="1074" y="129"/>
                    <a:pt x="1083" y="141"/>
                    <a:pt x="1091" y="155"/>
                  </a:cubicBezTo>
                  <a:cubicBezTo>
                    <a:pt x="1099" y="169"/>
                    <a:pt x="1105" y="182"/>
                    <a:pt x="1112" y="196"/>
                  </a:cubicBezTo>
                  <a:cubicBezTo>
                    <a:pt x="1121" y="221"/>
                    <a:pt x="1127" y="244"/>
                    <a:pt x="1131" y="270"/>
                  </a:cubicBezTo>
                  <a:cubicBezTo>
                    <a:pt x="1133" y="285"/>
                    <a:pt x="1134" y="300"/>
                    <a:pt x="1134" y="315"/>
                  </a:cubicBezTo>
                  <a:cubicBezTo>
                    <a:pt x="1134" y="341"/>
                    <a:pt x="1131" y="365"/>
                    <a:pt x="1126" y="390"/>
                  </a:cubicBezTo>
                  <a:cubicBezTo>
                    <a:pt x="1121" y="405"/>
                    <a:pt x="1117" y="419"/>
                    <a:pt x="1112" y="434"/>
                  </a:cubicBezTo>
                  <a:cubicBezTo>
                    <a:pt x="1101" y="458"/>
                    <a:pt x="1089" y="479"/>
                    <a:pt x="1074" y="501"/>
                  </a:cubicBezTo>
                  <a:cubicBezTo>
                    <a:pt x="1064" y="514"/>
                    <a:pt x="1054" y="526"/>
                    <a:pt x="1043" y="537"/>
                  </a:cubicBezTo>
                  <a:cubicBezTo>
                    <a:pt x="526" y="1053"/>
                    <a:pt x="526" y="1053"/>
                    <a:pt x="526" y="1053"/>
                  </a:cubicBezTo>
                  <a:cubicBezTo>
                    <a:pt x="514" y="1064"/>
                    <a:pt x="502" y="1073"/>
                    <a:pt x="489" y="1083"/>
                  </a:cubicBezTo>
                  <a:cubicBezTo>
                    <a:pt x="475" y="1091"/>
                    <a:pt x="462" y="1098"/>
                    <a:pt x="448" y="1105"/>
                  </a:cubicBezTo>
                  <a:cubicBezTo>
                    <a:pt x="424" y="1116"/>
                    <a:pt x="401" y="1123"/>
                    <a:pt x="375" y="1129"/>
                  </a:cubicBezTo>
                  <a:cubicBezTo>
                    <a:pt x="360" y="1131"/>
                    <a:pt x="346" y="1133"/>
                    <a:pt x="330" y="1134"/>
                  </a:cubicBezTo>
                  <a:cubicBezTo>
                    <a:pt x="304" y="1135"/>
                    <a:pt x="281" y="1133"/>
                    <a:pt x="255" y="1129"/>
                  </a:cubicBezTo>
                  <a:cubicBezTo>
                    <a:pt x="240" y="1125"/>
                    <a:pt x="226" y="1121"/>
                    <a:pt x="211" y="1117"/>
                  </a:cubicBezTo>
                  <a:cubicBezTo>
                    <a:pt x="186" y="1107"/>
                    <a:pt x="164" y="1097"/>
                    <a:pt x="142" y="1083"/>
                  </a:cubicBezTo>
                  <a:cubicBezTo>
                    <a:pt x="128" y="1073"/>
                    <a:pt x="116" y="1064"/>
                    <a:pt x="104" y="1053"/>
                  </a:cubicBezTo>
                  <a:cubicBezTo>
                    <a:pt x="92" y="1042"/>
                    <a:pt x="92" y="1042"/>
                    <a:pt x="92" y="10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任意多边形: 形状 23"/>
            <p:cNvSpPr>
              <a:spLocks/>
            </p:cNvSpPr>
            <p:nvPr/>
          </p:nvSpPr>
          <p:spPr bwMode="auto">
            <a:xfrm>
              <a:off x="5685601" y="1500376"/>
              <a:ext cx="2343113" cy="2335957"/>
            </a:xfrm>
            <a:custGeom>
              <a:avLst/>
              <a:gdLst>
                <a:gd name="T0" fmla="*/ 106 w 1103"/>
                <a:gd name="T1" fmla="*/ 996 h 1102"/>
                <a:gd name="T2" fmla="*/ 106 w 1103"/>
                <a:gd name="T3" fmla="*/ 996 h 1102"/>
                <a:gd name="T4" fmla="*/ 106 w 1103"/>
                <a:gd name="T5" fmla="*/ 611 h 1102"/>
                <a:gd name="T6" fmla="*/ 611 w 1103"/>
                <a:gd name="T7" fmla="*/ 106 h 1102"/>
                <a:gd name="T8" fmla="*/ 997 w 1103"/>
                <a:gd name="T9" fmla="*/ 106 h 1102"/>
                <a:gd name="T10" fmla="*/ 997 w 1103"/>
                <a:gd name="T11" fmla="*/ 106 h 1102"/>
                <a:gd name="T12" fmla="*/ 997 w 1103"/>
                <a:gd name="T13" fmla="*/ 492 h 1102"/>
                <a:gd name="T14" fmla="*/ 492 w 1103"/>
                <a:gd name="T15" fmla="*/ 996 h 1102"/>
                <a:gd name="T16" fmla="*/ 106 w 1103"/>
                <a:gd name="T17" fmla="*/ 99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3" h="1102">
                  <a:moveTo>
                    <a:pt x="106" y="996"/>
                  </a:moveTo>
                  <a:cubicBezTo>
                    <a:pt x="106" y="996"/>
                    <a:pt x="106" y="996"/>
                    <a:pt x="106" y="996"/>
                  </a:cubicBezTo>
                  <a:cubicBezTo>
                    <a:pt x="0" y="890"/>
                    <a:pt x="0" y="717"/>
                    <a:pt x="106" y="611"/>
                  </a:cubicBezTo>
                  <a:cubicBezTo>
                    <a:pt x="611" y="106"/>
                    <a:pt x="611" y="106"/>
                    <a:pt x="611" y="106"/>
                  </a:cubicBezTo>
                  <a:cubicBezTo>
                    <a:pt x="717" y="0"/>
                    <a:pt x="890" y="0"/>
                    <a:pt x="997" y="106"/>
                  </a:cubicBezTo>
                  <a:cubicBezTo>
                    <a:pt x="997" y="106"/>
                    <a:pt x="997" y="106"/>
                    <a:pt x="997" y="106"/>
                  </a:cubicBezTo>
                  <a:cubicBezTo>
                    <a:pt x="1103" y="212"/>
                    <a:pt x="1103" y="386"/>
                    <a:pt x="997" y="492"/>
                  </a:cubicBezTo>
                  <a:cubicBezTo>
                    <a:pt x="492" y="996"/>
                    <a:pt x="492" y="996"/>
                    <a:pt x="492" y="996"/>
                  </a:cubicBezTo>
                  <a:cubicBezTo>
                    <a:pt x="386" y="1102"/>
                    <a:pt x="212" y="1102"/>
                    <a:pt x="106" y="9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任意多边形: 形状 24"/>
            <p:cNvSpPr>
              <a:spLocks/>
            </p:cNvSpPr>
            <p:nvPr/>
          </p:nvSpPr>
          <p:spPr bwMode="auto">
            <a:xfrm>
              <a:off x="6919518" y="1660878"/>
              <a:ext cx="945628" cy="945628"/>
            </a:xfrm>
            <a:custGeom>
              <a:avLst/>
              <a:gdLst>
                <a:gd name="T0" fmla="*/ 79 w 445"/>
                <a:gd name="T1" fmla="*/ 79 h 446"/>
                <a:gd name="T2" fmla="*/ 79 w 445"/>
                <a:gd name="T3" fmla="*/ 367 h 446"/>
                <a:gd name="T4" fmla="*/ 366 w 445"/>
                <a:gd name="T5" fmla="*/ 367 h 446"/>
                <a:gd name="T6" fmla="*/ 366 w 445"/>
                <a:gd name="T7" fmla="*/ 79 h 446"/>
                <a:gd name="T8" fmla="*/ 79 w 445"/>
                <a:gd name="T9" fmla="*/ 79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6">
                  <a:moveTo>
                    <a:pt x="79" y="79"/>
                  </a:moveTo>
                  <a:cubicBezTo>
                    <a:pt x="0" y="159"/>
                    <a:pt x="0" y="287"/>
                    <a:pt x="79" y="367"/>
                  </a:cubicBezTo>
                  <a:cubicBezTo>
                    <a:pt x="158" y="446"/>
                    <a:pt x="287" y="446"/>
                    <a:pt x="366" y="367"/>
                  </a:cubicBezTo>
                  <a:cubicBezTo>
                    <a:pt x="445" y="287"/>
                    <a:pt x="445" y="159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任意多边形: 形状 25"/>
            <p:cNvSpPr>
              <a:spLocks/>
            </p:cNvSpPr>
            <p:nvPr/>
          </p:nvSpPr>
          <p:spPr bwMode="auto">
            <a:xfrm>
              <a:off x="5561902" y="2892750"/>
              <a:ext cx="2590510" cy="2585399"/>
            </a:xfrm>
            <a:custGeom>
              <a:avLst/>
              <a:gdLst>
                <a:gd name="T0" fmla="*/ 104 w 1219"/>
                <a:gd name="T1" fmla="*/ 104 h 1219"/>
                <a:gd name="T2" fmla="*/ 146 w 1219"/>
                <a:gd name="T3" fmla="*/ 69 h 1219"/>
                <a:gd name="T4" fmla="*/ 191 w 1219"/>
                <a:gd name="T5" fmla="*/ 41 h 1219"/>
                <a:gd name="T6" fmla="*/ 239 w 1219"/>
                <a:gd name="T7" fmla="*/ 20 h 1219"/>
                <a:gd name="T8" fmla="*/ 289 w 1219"/>
                <a:gd name="T9" fmla="*/ 7 h 1219"/>
                <a:gd name="T10" fmla="*/ 340 w 1219"/>
                <a:gd name="T11" fmla="*/ 0 h 1219"/>
                <a:gd name="T12" fmla="*/ 391 w 1219"/>
                <a:gd name="T13" fmla="*/ 2 h 1219"/>
                <a:gd name="T14" fmla="*/ 442 w 1219"/>
                <a:gd name="T15" fmla="*/ 10 h 1219"/>
                <a:gd name="T16" fmla="*/ 492 w 1219"/>
                <a:gd name="T17" fmla="*/ 26 h 1219"/>
                <a:gd name="T18" fmla="*/ 539 w 1219"/>
                <a:gd name="T19" fmla="*/ 49 h 1219"/>
                <a:gd name="T20" fmla="*/ 569 w 1219"/>
                <a:gd name="T21" fmla="*/ 69 h 1219"/>
                <a:gd name="T22" fmla="*/ 609 w 1219"/>
                <a:gd name="T23" fmla="*/ 104 h 1219"/>
                <a:gd name="T24" fmla="*/ 1127 w 1219"/>
                <a:gd name="T25" fmla="*/ 622 h 1219"/>
                <a:gd name="T26" fmla="*/ 1160 w 1219"/>
                <a:gd name="T27" fmla="*/ 665 h 1219"/>
                <a:gd name="T28" fmla="*/ 1186 w 1219"/>
                <a:gd name="T29" fmla="*/ 711 h 1219"/>
                <a:gd name="T30" fmla="*/ 1204 w 1219"/>
                <a:gd name="T31" fmla="*/ 760 h 1219"/>
                <a:gd name="T32" fmla="*/ 1215 w 1219"/>
                <a:gd name="T33" fmla="*/ 810 h 1219"/>
                <a:gd name="T34" fmla="*/ 1219 w 1219"/>
                <a:gd name="T35" fmla="*/ 862 h 1219"/>
                <a:gd name="T36" fmla="*/ 1215 w 1219"/>
                <a:gd name="T37" fmla="*/ 913 h 1219"/>
                <a:gd name="T38" fmla="*/ 1204 w 1219"/>
                <a:gd name="T39" fmla="*/ 963 h 1219"/>
                <a:gd name="T40" fmla="*/ 1186 w 1219"/>
                <a:gd name="T41" fmla="*/ 1012 h 1219"/>
                <a:gd name="T42" fmla="*/ 1160 w 1219"/>
                <a:gd name="T43" fmla="*/ 1059 h 1219"/>
                <a:gd name="T44" fmla="*/ 1127 w 1219"/>
                <a:gd name="T45" fmla="*/ 1101 h 1219"/>
                <a:gd name="T46" fmla="*/ 1087 w 1219"/>
                <a:gd name="T47" fmla="*/ 1139 h 1219"/>
                <a:gd name="T48" fmla="*/ 1043 w 1219"/>
                <a:gd name="T49" fmla="*/ 1170 h 1219"/>
                <a:gd name="T50" fmla="*/ 996 w 1219"/>
                <a:gd name="T51" fmla="*/ 1193 h 1219"/>
                <a:gd name="T52" fmla="*/ 947 w 1219"/>
                <a:gd name="T53" fmla="*/ 1209 h 1219"/>
                <a:gd name="T54" fmla="*/ 896 w 1219"/>
                <a:gd name="T55" fmla="*/ 1217 h 1219"/>
                <a:gd name="T56" fmla="*/ 845 w 1219"/>
                <a:gd name="T57" fmla="*/ 1218 h 1219"/>
                <a:gd name="T58" fmla="*/ 794 w 1219"/>
                <a:gd name="T59" fmla="*/ 1212 h 1219"/>
                <a:gd name="T60" fmla="*/ 744 w 1219"/>
                <a:gd name="T61" fmla="*/ 1199 h 1219"/>
                <a:gd name="T62" fmla="*/ 695 w 1219"/>
                <a:gd name="T63" fmla="*/ 1178 h 1219"/>
                <a:gd name="T64" fmla="*/ 650 w 1219"/>
                <a:gd name="T65" fmla="*/ 1150 h 1219"/>
                <a:gd name="T66" fmla="*/ 610 w 1219"/>
                <a:gd name="T67" fmla="*/ 1115 h 1219"/>
                <a:gd name="T68" fmla="*/ 92 w 1219"/>
                <a:gd name="T69" fmla="*/ 597 h 1219"/>
                <a:gd name="T70" fmla="*/ 59 w 1219"/>
                <a:gd name="T71" fmla="*/ 554 h 1219"/>
                <a:gd name="T72" fmla="*/ 33 w 1219"/>
                <a:gd name="T73" fmla="*/ 508 h 1219"/>
                <a:gd name="T74" fmla="*/ 15 w 1219"/>
                <a:gd name="T75" fmla="*/ 459 h 1219"/>
                <a:gd name="T76" fmla="*/ 4 w 1219"/>
                <a:gd name="T77" fmla="*/ 408 h 1219"/>
                <a:gd name="T78" fmla="*/ 0 w 1219"/>
                <a:gd name="T79" fmla="*/ 357 h 1219"/>
                <a:gd name="T80" fmla="*/ 4 w 1219"/>
                <a:gd name="T81" fmla="*/ 306 h 1219"/>
                <a:gd name="T82" fmla="*/ 15 w 1219"/>
                <a:gd name="T83" fmla="*/ 255 h 1219"/>
                <a:gd name="T84" fmla="*/ 33 w 1219"/>
                <a:gd name="T85" fmla="*/ 207 h 1219"/>
                <a:gd name="T86" fmla="*/ 59 w 1219"/>
                <a:gd name="T87" fmla="*/ 160 h 1219"/>
                <a:gd name="T88" fmla="*/ 92 w 1219"/>
                <a:gd name="T89" fmla="*/ 118 h 1219"/>
                <a:gd name="T90" fmla="*/ 104 w 1219"/>
                <a:gd name="T91" fmla="*/ 10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04" y="104"/>
                  </a:moveTo>
                  <a:cubicBezTo>
                    <a:pt x="118" y="92"/>
                    <a:pt x="131" y="80"/>
                    <a:pt x="146" y="69"/>
                  </a:cubicBezTo>
                  <a:cubicBezTo>
                    <a:pt x="161" y="59"/>
                    <a:pt x="175" y="50"/>
                    <a:pt x="191" y="41"/>
                  </a:cubicBezTo>
                  <a:cubicBezTo>
                    <a:pt x="207" y="33"/>
                    <a:pt x="222" y="26"/>
                    <a:pt x="239" y="20"/>
                  </a:cubicBezTo>
                  <a:cubicBezTo>
                    <a:pt x="256" y="15"/>
                    <a:pt x="272" y="10"/>
                    <a:pt x="289" y="7"/>
                  </a:cubicBezTo>
                  <a:cubicBezTo>
                    <a:pt x="306" y="4"/>
                    <a:pt x="323" y="2"/>
                    <a:pt x="340" y="0"/>
                  </a:cubicBezTo>
                  <a:cubicBezTo>
                    <a:pt x="357" y="0"/>
                    <a:pt x="374" y="0"/>
                    <a:pt x="391" y="2"/>
                  </a:cubicBezTo>
                  <a:cubicBezTo>
                    <a:pt x="409" y="4"/>
                    <a:pt x="425" y="7"/>
                    <a:pt x="442" y="10"/>
                  </a:cubicBezTo>
                  <a:cubicBezTo>
                    <a:pt x="459" y="15"/>
                    <a:pt x="475" y="20"/>
                    <a:pt x="492" y="26"/>
                  </a:cubicBezTo>
                  <a:cubicBezTo>
                    <a:pt x="508" y="33"/>
                    <a:pt x="523" y="41"/>
                    <a:pt x="539" y="49"/>
                  </a:cubicBezTo>
                  <a:cubicBezTo>
                    <a:pt x="569" y="69"/>
                    <a:pt x="569" y="69"/>
                    <a:pt x="569" y="69"/>
                  </a:cubicBezTo>
                  <a:cubicBezTo>
                    <a:pt x="583" y="80"/>
                    <a:pt x="596" y="91"/>
                    <a:pt x="609" y="104"/>
                  </a:cubicBezTo>
                  <a:cubicBezTo>
                    <a:pt x="1127" y="622"/>
                    <a:pt x="1127" y="622"/>
                    <a:pt x="1127" y="622"/>
                  </a:cubicBezTo>
                  <a:cubicBezTo>
                    <a:pt x="1139" y="636"/>
                    <a:pt x="1150" y="650"/>
                    <a:pt x="1160" y="665"/>
                  </a:cubicBezTo>
                  <a:cubicBezTo>
                    <a:pt x="1170" y="680"/>
                    <a:pt x="1178" y="695"/>
                    <a:pt x="1186" y="711"/>
                  </a:cubicBezTo>
                  <a:cubicBezTo>
                    <a:pt x="1193" y="727"/>
                    <a:pt x="1199" y="743"/>
                    <a:pt x="1204" y="760"/>
                  </a:cubicBezTo>
                  <a:cubicBezTo>
                    <a:pt x="1209" y="777"/>
                    <a:pt x="1212" y="793"/>
                    <a:pt x="1215" y="810"/>
                  </a:cubicBezTo>
                  <a:cubicBezTo>
                    <a:pt x="1217" y="828"/>
                    <a:pt x="1218" y="844"/>
                    <a:pt x="1219" y="862"/>
                  </a:cubicBezTo>
                  <a:cubicBezTo>
                    <a:pt x="1218" y="879"/>
                    <a:pt x="1217" y="896"/>
                    <a:pt x="1215" y="913"/>
                  </a:cubicBezTo>
                  <a:cubicBezTo>
                    <a:pt x="1212" y="930"/>
                    <a:pt x="1209" y="947"/>
                    <a:pt x="1204" y="963"/>
                  </a:cubicBezTo>
                  <a:cubicBezTo>
                    <a:pt x="1199" y="980"/>
                    <a:pt x="1193" y="996"/>
                    <a:pt x="1186" y="1012"/>
                  </a:cubicBezTo>
                  <a:cubicBezTo>
                    <a:pt x="1178" y="1028"/>
                    <a:pt x="1170" y="1043"/>
                    <a:pt x="1160" y="1059"/>
                  </a:cubicBezTo>
                  <a:cubicBezTo>
                    <a:pt x="1150" y="1074"/>
                    <a:pt x="1139" y="1087"/>
                    <a:pt x="1127" y="1101"/>
                  </a:cubicBezTo>
                  <a:cubicBezTo>
                    <a:pt x="1114" y="1115"/>
                    <a:pt x="1102" y="1127"/>
                    <a:pt x="1087" y="1139"/>
                  </a:cubicBezTo>
                  <a:cubicBezTo>
                    <a:pt x="1073" y="1150"/>
                    <a:pt x="1059" y="1160"/>
                    <a:pt x="1043" y="1170"/>
                  </a:cubicBezTo>
                  <a:cubicBezTo>
                    <a:pt x="1028" y="1178"/>
                    <a:pt x="1013" y="1186"/>
                    <a:pt x="996" y="1193"/>
                  </a:cubicBezTo>
                  <a:cubicBezTo>
                    <a:pt x="980" y="1199"/>
                    <a:pt x="964" y="1204"/>
                    <a:pt x="947" y="1209"/>
                  </a:cubicBezTo>
                  <a:cubicBezTo>
                    <a:pt x="930" y="1212"/>
                    <a:pt x="913" y="1215"/>
                    <a:pt x="896" y="1217"/>
                  </a:cubicBezTo>
                  <a:cubicBezTo>
                    <a:pt x="879" y="1218"/>
                    <a:pt x="862" y="1219"/>
                    <a:pt x="845" y="1218"/>
                  </a:cubicBezTo>
                  <a:cubicBezTo>
                    <a:pt x="827" y="1217"/>
                    <a:pt x="811" y="1215"/>
                    <a:pt x="794" y="1212"/>
                  </a:cubicBezTo>
                  <a:cubicBezTo>
                    <a:pt x="776" y="1209"/>
                    <a:pt x="760" y="1204"/>
                    <a:pt x="744" y="1199"/>
                  </a:cubicBezTo>
                  <a:cubicBezTo>
                    <a:pt x="727" y="1193"/>
                    <a:pt x="711" y="1186"/>
                    <a:pt x="695" y="1178"/>
                  </a:cubicBezTo>
                  <a:cubicBezTo>
                    <a:pt x="680" y="1169"/>
                    <a:pt x="665" y="1160"/>
                    <a:pt x="650" y="1150"/>
                  </a:cubicBezTo>
                  <a:cubicBezTo>
                    <a:pt x="636" y="1139"/>
                    <a:pt x="623" y="1128"/>
                    <a:pt x="610" y="1115"/>
                  </a:cubicBezTo>
                  <a:cubicBezTo>
                    <a:pt x="92" y="597"/>
                    <a:pt x="92" y="597"/>
                    <a:pt x="92" y="597"/>
                  </a:cubicBezTo>
                  <a:cubicBezTo>
                    <a:pt x="80" y="583"/>
                    <a:pt x="69" y="569"/>
                    <a:pt x="59" y="554"/>
                  </a:cubicBezTo>
                  <a:cubicBezTo>
                    <a:pt x="49" y="539"/>
                    <a:pt x="41" y="524"/>
                    <a:pt x="33" y="508"/>
                  </a:cubicBezTo>
                  <a:cubicBezTo>
                    <a:pt x="26" y="492"/>
                    <a:pt x="20" y="476"/>
                    <a:pt x="15" y="459"/>
                  </a:cubicBezTo>
                  <a:cubicBezTo>
                    <a:pt x="10" y="442"/>
                    <a:pt x="7" y="426"/>
                    <a:pt x="4" y="408"/>
                  </a:cubicBezTo>
                  <a:cubicBezTo>
                    <a:pt x="2" y="391"/>
                    <a:pt x="0" y="375"/>
                    <a:pt x="0" y="357"/>
                  </a:cubicBezTo>
                  <a:cubicBezTo>
                    <a:pt x="0" y="340"/>
                    <a:pt x="2" y="323"/>
                    <a:pt x="4" y="306"/>
                  </a:cubicBezTo>
                  <a:cubicBezTo>
                    <a:pt x="7" y="289"/>
                    <a:pt x="10" y="272"/>
                    <a:pt x="15" y="255"/>
                  </a:cubicBezTo>
                  <a:cubicBezTo>
                    <a:pt x="20" y="239"/>
                    <a:pt x="26" y="223"/>
                    <a:pt x="33" y="207"/>
                  </a:cubicBezTo>
                  <a:cubicBezTo>
                    <a:pt x="41" y="191"/>
                    <a:pt x="49" y="176"/>
                    <a:pt x="59" y="160"/>
                  </a:cubicBezTo>
                  <a:cubicBezTo>
                    <a:pt x="69" y="145"/>
                    <a:pt x="80" y="132"/>
                    <a:pt x="92" y="118"/>
                  </a:cubicBezTo>
                  <a:cubicBezTo>
                    <a:pt x="104" y="104"/>
                    <a:pt x="104" y="104"/>
                    <a:pt x="104" y="1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任意多边形: 形状 26"/>
            <p:cNvSpPr>
              <a:spLocks/>
            </p:cNvSpPr>
            <p:nvPr/>
          </p:nvSpPr>
          <p:spPr bwMode="auto">
            <a:xfrm>
              <a:off x="5651865" y="2982712"/>
              <a:ext cx="2410585" cy="2404451"/>
            </a:xfrm>
            <a:custGeom>
              <a:avLst/>
              <a:gdLst>
                <a:gd name="T0" fmla="*/ 92 w 1135"/>
                <a:gd name="T1" fmla="*/ 92 h 1134"/>
                <a:gd name="T2" fmla="*/ 129 w 1135"/>
                <a:gd name="T3" fmla="*/ 61 h 1134"/>
                <a:gd name="T4" fmla="*/ 169 w 1135"/>
                <a:gd name="T5" fmla="*/ 36 h 1134"/>
                <a:gd name="T6" fmla="*/ 240 w 1135"/>
                <a:gd name="T7" fmla="*/ 9 h 1134"/>
                <a:gd name="T8" fmla="*/ 285 w 1135"/>
                <a:gd name="T9" fmla="*/ 2 h 1134"/>
                <a:gd name="T10" fmla="*/ 360 w 1135"/>
                <a:gd name="T11" fmla="*/ 4 h 1134"/>
                <a:gd name="T12" fmla="*/ 405 w 1135"/>
                <a:gd name="T13" fmla="*/ 13 h 1134"/>
                <a:gd name="T14" fmla="*/ 475 w 1135"/>
                <a:gd name="T15" fmla="*/ 44 h 1134"/>
                <a:gd name="T16" fmla="*/ 502 w 1135"/>
                <a:gd name="T17" fmla="*/ 61 h 1134"/>
                <a:gd name="T18" fmla="*/ 538 w 1135"/>
                <a:gd name="T19" fmla="*/ 92 h 1134"/>
                <a:gd name="T20" fmla="*/ 1054 w 1135"/>
                <a:gd name="T21" fmla="*/ 609 h 1134"/>
                <a:gd name="T22" fmla="*/ 1083 w 1135"/>
                <a:gd name="T23" fmla="*/ 646 h 1134"/>
                <a:gd name="T24" fmla="*/ 1105 w 1135"/>
                <a:gd name="T25" fmla="*/ 687 h 1134"/>
                <a:gd name="T26" fmla="*/ 1129 w 1135"/>
                <a:gd name="T27" fmla="*/ 760 h 1134"/>
                <a:gd name="T28" fmla="*/ 1134 w 1135"/>
                <a:gd name="T29" fmla="*/ 805 h 1134"/>
                <a:gd name="T30" fmla="*/ 1129 w 1135"/>
                <a:gd name="T31" fmla="*/ 880 h 1134"/>
                <a:gd name="T32" fmla="*/ 1117 w 1135"/>
                <a:gd name="T33" fmla="*/ 924 h 1134"/>
                <a:gd name="T34" fmla="*/ 1083 w 1135"/>
                <a:gd name="T35" fmla="*/ 993 h 1134"/>
                <a:gd name="T36" fmla="*/ 1054 w 1135"/>
                <a:gd name="T37" fmla="*/ 1031 h 1134"/>
                <a:gd name="T38" fmla="*/ 1019 w 1135"/>
                <a:gd name="T39" fmla="*/ 1064 h 1134"/>
                <a:gd name="T40" fmla="*/ 980 w 1135"/>
                <a:gd name="T41" fmla="*/ 1091 h 1134"/>
                <a:gd name="T42" fmla="*/ 938 w 1135"/>
                <a:gd name="T43" fmla="*/ 1112 h 1134"/>
                <a:gd name="T44" fmla="*/ 865 w 1135"/>
                <a:gd name="T45" fmla="*/ 1131 h 1134"/>
                <a:gd name="T46" fmla="*/ 820 w 1135"/>
                <a:gd name="T47" fmla="*/ 1134 h 1134"/>
                <a:gd name="T48" fmla="*/ 745 w 1135"/>
                <a:gd name="T49" fmla="*/ 1126 h 1134"/>
                <a:gd name="T50" fmla="*/ 701 w 1135"/>
                <a:gd name="T51" fmla="*/ 1112 h 1134"/>
                <a:gd name="T52" fmla="*/ 633 w 1135"/>
                <a:gd name="T53" fmla="*/ 1074 h 1134"/>
                <a:gd name="T54" fmla="*/ 597 w 1135"/>
                <a:gd name="T55" fmla="*/ 1043 h 1134"/>
                <a:gd name="T56" fmla="*/ 81 w 1135"/>
                <a:gd name="T57" fmla="*/ 526 h 1134"/>
                <a:gd name="T58" fmla="*/ 52 w 1135"/>
                <a:gd name="T59" fmla="*/ 489 h 1134"/>
                <a:gd name="T60" fmla="*/ 30 w 1135"/>
                <a:gd name="T61" fmla="*/ 448 h 1134"/>
                <a:gd name="T62" fmla="*/ 6 w 1135"/>
                <a:gd name="T63" fmla="*/ 375 h 1134"/>
                <a:gd name="T64" fmla="*/ 1 w 1135"/>
                <a:gd name="T65" fmla="*/ 330 h 1134"/>
                <a:gd name="T66" fmla="*/ 6 w 1135"/>
                <a:gd name="T67" fmla="*/ 255 h 1134"/>
                <a:gd name="T68" fmla="*/ 18 w 1135"/>
                <a:gd name="T69" fmla="*/ 211 h 1134"/>
                <a:gd name="T70" fmla="*/ 52 w 1135"/>
                <a:gd name="T71" fmla="*/ 142 h 1134"/>
                <a:gd name="T72" fmla="*/ 81 w 1135"/>
                <a:gd name="T73" fmla="*/ 104 h 1134"/>
                <a:gd name="T74" fmla="*/ 92 w 1135"/>
                <a:gd name="T75" fmla="*/ 92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4">
                  <a:moveTo>
                    <a:pt x="92" y="92"/>
                  </a:moveTo>
                  <a:cubicBezTo>
                    <a:pt x="104" y="81"/>
                    <a:pt x="116" y="71"/>
                    <a:pt x="129" y="61"/>
                  </a:cubicBezTo>
                  <a:cubicBezTo>
                    <a:pt x="142" y="52"/>
                    <a:pt x="155" y="44"/>
                    <a:pt x="169" y="36"/>
                  </a:cubicBezTo>
                  <a:cubicBezTo>
                    <a:pt x="192" y="25"/>
                    <a:pt x="215" y="16"/>
                    <a:pt x="240" y="9"/>
                  </a:cubicBezTo>
                  <a:cubicBezTo>
                    <a:pt x="255" y="6"/>
                    <a:pt x="270" y="4"/>
                    <a:pt x="285" y="2"/>
                  </a:cubicBezTo>
                  <a:cubicBezTo>
                    <a:pt x="311" y="0"/>
                    <a:pt x="335" y="1"/>
                    <a:pt x="360" y="4"/>
                  </a:cubicBezTo>
                  <a:cubicBezTo>
                    <a:pt x="376" y="6"/>
                    <a:pt x="390" y="9"/>
                    <a:pt x="405" y="13"/>
                  </a:cubicBezTo>
                  <a:cubicBezTo>
                    <a:pt x="430" y="21"/>
                    <a:pt x="452" y="31"/>
                    <a:pt x="475" y="44"/>
                  </a:cubicBezTo>
                  <a:cubicBezTo>
                    <a:pt x="502" y="61"/>
                    <a:pt x="502" y="61"/>
                    <a:pt x="502" y="61"/>
                  </a:cubicBezTo>
                  <a:cubicBezTo>
                    <a:pt x="514" y="71"/>
                    <a:pt x="526" y="81"/>
                    <a:pt x="538" y="92"/>
                  </a:cubicBezTo>
                  <a:cubicBezTo>
                    <a:pt x="1054" y="609"/>
                    <a:pt x="1054" y="609"/>
                    <a:pt x="1054" y="609"/>
                  </a:cubicBezTo>
                  <a:cubicBezTo>
                    <a:pt x="1064" y="621"/>
                    <a:pt x="1074" y="633"/>
                    <a:pt x="1083" y="646"/>
                  </a:cubicBezTo>
                  <a:cubicBezTo>
                    <a:pt x="1091" y="660"/>
                    <a:pt x="1098" y="673"/>
                    <a:pt x="1105" y="687"/>
                  </a:cubicBezTo>
                  <a:cubicBezTo>
                    <a:pt x="1116" y="711"/>
                    <a:pt x="1123" y="734"/>
                    <a:pt x="1129" y="760"/>
                  </a:cubicBezTo>
                  <a:cubicBezTo>
                    <a:pt x="1131" y="775"/>
                    <a:pt x="1133" y="789"/>
                    <a:pt x="1134" y="805"/>
                  </a:cubicBezTo>
                  <a:cubicBezTo>
                    <a:pt x="1135" y="831"/>
                    <a:pt x="1133" y="854"/>
                    <a:pt x="1129" y="880"/>
                  </a:cubicBezTo>
                  <a:cubicBezTo>
                    <a:pt x="1125" y="895"/>
                    <a:pt x="1122" y="909"/>
                    <a:pt x="1117" y="924"/>
                  </a:cubicBezTo>
                  <a:cubicBezTo>
                    <a:pt x="1108" y="949"/>
                    <a:pt x="1097" y="971"/>
                    <a:pt x="1083" y="993"/>
                  </a:cubicBezTo>
                  <a:cubicBezTo>
                    <a:pt x="1074" y="1006"/>
                    <a:pt x="1064" y="1019"/>
                    <a:pt x="1054" y="1031"/>
                  </a:cubicBezTo>
                  <a:cubicBezTo>
                    <a:pt x="1042" y="1043"/>
                    <a:pt x="1031" y="1053"/>
                    <a:pt x="1019" y="1064"/>
                  </a:cubicBezTo>
                  <a:cubicBezTo>
                    <a:pt x="1006" y="1074"/>
                    <a:pt x="993" y="1083"/>
                    <a:pt x="980" y="1091"/>
                  </a:cubicBezTo>
                  <a:cubicBezTo>
                    <a:pt x="966" y="1099"/>
                    <a:pt x="953" y="1105"/>
                    <a:pt x="938" y="1112"/>
                  </a:cubicBezTo>
                  <a:cubicBezTo>
                    <a:pt x="914" y="1121"/>
                    <a:pt x="891" y="1127"/>
                    <a:pt x="865" y="1131"/>
                  </a:cubicBezTo>
                  <a:cubicBezTo>
                    <a:pt x="850" y="1133"/>
                    <a:pt x="835" y="1134"/>
                    <a:pt x="820" y="1134"/>
                  </a:cubicBezTo>
                  <a:cubicBezTo>
                    <a:pt x="794" y="1134"/>
                    <a:pt x="770" y="1131"/>
                    <a:pt x="745" y="1126"/>
                  </a:cubicBezTo>
                  <a:cubicBezTo>
                    <a:pt x="730" y="1121"/>
                    <a:pt x="716" y="1117"/>
                    <a:pt x="701" y="1112"/>
                  </a:cubicBezTo>
                  <a:cubicBezTo>
                    <a:pt x="677" y="1101"/>
                    <a:pt x="655" y="1089"/>
                    <a:pt x="633" y="1074"/>
                  </a:cubicBezTo>
                  <a:cubicBezTo>
                    <a:pt x="621" y="1064"/>
                    <a:pt x="609" y="1054"/>
                    <a:pt x="597" y="1043"/>
                  </a:cubicBezTo>
                  <a:cubicBezTo>
                    <a:pt x="81" y="526"/>
                    <a:pt x="81" y="526"/>
                    <a:pt x="81" y="526"/>
                  </a:cubicBezTo>
                  <a:cubicBezTo>
                    <a:pt x="71" y="514"/>
                    <a:pt x="61" y="502"/>
                    <a:pt x="52" y="489"/>
                  </a:cubicBezTo>
                  <a:cubicBezTo>
                    <a:pt x="44" y="475"/>
                    <a:pt x="37" y="462"/>
                    <a:pt x="30" y="448"/>
                  </a:cubicBezTo>
                  <a:cubicBezTo>
                    <a:pt x="19" y="424"/>
                    <a:pt x="12" y="401"/>
                    <a:pt x="6" y="375"/>
                  </a:cubicBezTo>
                  <a:cubicBezTo>
                    <a:pt x="4" y="360"/>
                    <a:pt x="2" y="346"/>
                    <a:pt x="1" y="330"/>
                  </a:cubicBezTo>
                  <a:cubicBezTo>
                    <a:pt x="0" y="304"/>
                    <a:pt x="2" y="281"/>
                    <a:pt x="6" y="255"/>
                  </a:cubicBezTo>
                  <a:cubicBezTo>
                    <a:pt x="9" y="240"/>
                    <a:pt x="13" y="226"/>
                    <a:pt x="18" y="211"/>
                  </a:cubicBezTo>
                  <a:cubicBezTo>
                    <a:pt x="27" y="186"/>
                    <a:pt x="38" y="164"/>
                    <a:pt x="52" y="142"/>
                  </a:cubicBezTo>
                  <a:cubicBezTo>
                    <a:pt x="61" y="128"/>
                    <a:pt x="71" y="116"/>
                    <a:pt x="81" y="104"/>
                  </a:cubicBezTo>
                  <a:cubicBezTo>
                    <a:pt x="92" y="92"/>
                    <a:pt x="92" y="92"/>
                    <a:pt x="92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: 形状 27"/>
            <p:cNvSpPr>
              <a:spLocks/>
            </p:cNvSpPr>
            <p:nvPr/>
          </p:nvSpPr>
          <p:spPr bwMode="auto">
            <a:xfrm>
              <a:off x="5685601" y="3016448"/>
              <a:ext cx="2343113" cy="2339024"/>
            </a:xfrm>
            <a:custGeom>
              <a:avLst/>
              <a:gdLst>
                <a:gd name="T0" fmla="*/ 106 w 1103"/>
                <a:gd name="T1" fmla="*/ 106 h 1103"/>
                <a:gd name="T2" fmla="*/ 106 w 1103"/>
                <a:gd name="T3" fmla="*/ 106 h 1103"/>
                <a:gd name="T4" fmla="*/ 492 w 1103"/>
                <a:gd name="T5" fmla="*/ 106 h 1103"/>
                <a:gd name="T6" fmla="*/ 997 w 1103"/>
                <a:gd name="T7" fmla="*/ 611 h 1103"/>
                <a:gd name="T8" fmla="*/ 997 w 1103"/>
                <a:gd name="T9" fmla="*/ 997 h 1103"/>
                <a:gd name="T10" fmla="*/ 997 w 1103"/>
                <a:gd name="T11" fmla="*/ 997 h 1103"/>
                <a:gd name="T12" fmla="*/ 611 w 1103"/>
                <a:gd name="T13" fmla="*/ 997 h 1103"/>
                <a:gd name="T14" fmla="*/ 106 w 1103"/>
                <a:gd name="T15" fmla="*/ 492 h 1103"/>
                <a:gd name="T16" fmla="*/ 106 w 1103"/>
                <a:gd name="T17" fmla="*/ 106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3" h="1103">
                  <a:moveTo>
                    <a:pt x="106" y="106"/>
                  </a:moveTo>
                  <a:cubicBezTo>
                    <a:pt x="106" y="106"/>
                    <a:pt x="106" y="106"/>
                    <a:pt x="106" y="106"/>
                  </a:cubicBezTo>
                  <a:cubicBezTo>
                    <a:pt x="212" y="0"/>
                    <a:pt x="386" y="0"/>
                    <a:pt x="492" y="106"/>
                  </a:cubicBezTo>
                  <a:cubicBezTo>
                    <a:pt x="997" y="611"/>
                    <a:pt x="997" y="611"/>
                    <a:pt x="997" y="611"/>
                  </a:cubicBezTo>
                  <a:cubicBezTo>
                    <a:pt x="1103" y="717"/>
                    <a:pt x="1103" y="890"/>
                    <a:pt x="997" y="997"/>
                  </a:cubicBezTo>
                  <a:cubicBezTo>
                    <a:pt x="997" y="997"/>
                    <a:pt x="997" y="997"/>
                    <a:pt x="997" y="997"/>
                  </a:cubicBezTo>
                  <a:cubicBezTo>
                    <a:pt x="890" y="1103"/>
                    <a:pt x="717" y="1103"/>
                    <a:pt x="611" y="997"/>
                  </a:cubicBezTo>
                  <a:cubicBezTo>
                    <a:pt x="106" y="492"/>
                    <a:pt x="106" y="492"/>
                    <a:pt x="106" y="492"/>
                  </a:cubicBezTo>
                  <a:cubicBezTo>
                    <a:pt x="0" y="386"/>
                    <a:pt x="0" y="212"/>
                    <a:pt x="106" y="1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>
              <a:spLocks/>
            </p:cNvSpPr>
            <p:nvPr/>
          </p:nvSpPr>
          <p:spPr bwMode="auto">
            <a:xfrm>
              <a:off x="6919518" y="4248320"/>
              <a:ext cx="945628" cy="943584"/>
            </a:xfrm>
            <a:custGeom>
              <a:avLst/>
              <a:gdLst>
                <a:gd name="T0" fmla="*/ 366 w 445"/>
                <a:gd name="T1" fmla="*/ 79 h 445"/>
                <a:gd name="T2" fmla="*/ 79 w 445"/>
                <a:gd name="T3" fmla="*/ 79 h 445"/>
                <a:gd name="T4" fmla="*/ 79 w 445"/>
                <a:gd name="T5" fmla="*/ 366 h 445"/>
                <a:gd name="T6" fmla="*/ 366 w 445"/>
                <a:gd name="T7" fmla="*/ 366 h 445"/>
                <a:gd name="T8" fmla="*/ 366 w 445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5">
                  <a:moveTo>
                    <a:pt x="366" y="79"/>
                  </a:moveTo>
                  <a:cubicBezTo>
                    <a:pt x="287" y="0"/>
                    <a:pt x="158" y="0"/>
                    <a:pt x="79" y="79"/>
                  </a:cubicBez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: 形状 29"/>
            <p:cNvSpPr>
              <a:spLocks/>
            </p:cNvSpPr>
            <p:nvPr/>
          </p:nvSpPr>
          <p:spPr bwMode="auto">
            <a:xfrm>
              <a:off x="4042764" y="1376678"/>
              <a:ext cx="2590510" cy="2585399"/>
            </a:xfrm>
            <a:custGeom>
              <a:avLst/>
              <a:gdLst>
                <a:gd name="T0" fmla="*/ 1114 w 1219"/>
                <a:gd name="T1" fmla="*/ 1114 h 1219"/>
                <a:gd name="T2" fmla="*/ 1150 w 1219"/>
                <a:gd name="T3" fmla="*/ 1073 h 1219"/>
                <a:gd name="T4" fmla="*/ 1178 w 1219"/>
                <a:gd name="T5" fmla="*/ 1028 h 1219"/>
                <a:gd name="T6" fmla="*/ 1199 w 1219"/>
                <a:gd name="T7" fmla="*/ 980 h 1219"/>
                <a:gd name="T8" fmla="*/ 1212 w 1219"/>
                <a:gd name="T9" fmla="*/ 930 h 1219"/>
                <a:gd name="T10" fmla="*/ 1218 w 1219"/>
                <a:gd name="T11" fmla="*/ 879 h 1219"/>
                <a:gd name="T12" fmla="*/ 1217 w 1219"/>
                <a:gd name="T13" fmla="*/ 827 h 1219"/>
                <a:gd name="T14" fmla="*/ 1209 w 1219"/>
                <a:gd name="T15" fmla="*/ 776 h 1219"/>
                <a:gd name="T16" fmla="*/ 1193 w 1219"/>
                <a:gd name="T17" fmla="*/ 727 h 1219"/>
                <a:gd name="T18" fmla="*/ 1169 w 1219"/>
                <a:gd name="T19" fmla="*/ 680 h 1219"/>
                <a:gd name="T20" fmla="*/ 1150 w 1219"/>
                <a:gd name="T21" fmla="*/ 650 h 1219"/>
                <a:gd name="T22" fmla="*/ 1115 w 1219"/>
                <a:gd name="T23" fmla="*/ 610 h 1219"/>
                <a:gd name="T24" fmla="*/ 596 w 1219"/>
                <a:gd name="T25" fmla="*/ 92 h 1219"/>
                <a:gd name="T26" fmla="*/ 554 w 1219"/>
                <a:gd name="T27" fmla="*/ 59 h 1219"/>
                <a:gd name="T28" fmla="*/ 508 w 1219"/>
                <a:gd name="T29" fmla="*/ 33 h 1219"/>
                <a:gd name="T30" fmla="*/ 459 w 1219"/>
                <a:gd name="T31" fmla="*/ 14 h 1219"/>
                <a:gd name="T32" fmla="*/ 408 w 1219"/>
                <a:gd name="T33" fmla="*/ 3 h 1219"/>
                <a:gd name="T34" fmla="*/ 357 w 1219"/>
                <a:gd name="T35" fmla="*/ 0 h 1219"/>
                <a:gd name="T36" fmla="*/ 306 w 1219"/>
                <a:gd name="T37" fmla="*/ 3 h 1219"/>
                <a:gd name="T38" fmla="*/ 255 w 1219"/>
                <a:gd name="T39" fmla="*/ 14 h 1219"/>
                <a:gd name="T40" fmla="*/ 206 w 1219"/>
                <a:gd name="T41" fmla="*/ 33 h 1219"/>
                <a:gd name="T42" fmla="*/ 160 w 1219"/>
                <a:gd name="T43" fmla="*/ 59 h 1219"/>
                <a:gd name="T44" fmla="*/ 117 w 1219"/>
                <a:gd name="T45" fmla="*/ 92 h 1219"/>
                <a:gd name="T46" fmla="*/ 80 w 1219"/>
                <a:gd name="T47" fmla="*/ 131 h 1219"/>
                <a:gd name="T48" fmla="*/ 49 w 1219"/>
                <a:gd name="T49" fmla="*/ 175 h 1219"/>
                <a:gd name="T50" fmla="*/ 26 w 1219"/>
                <a:gd name="T51" fmla="*/ 223 h 1219"/>
                <a:gd name="T52" fmla="*/ 10 w 1219"/>
                <a:gd name="T53" fmla="*/ 272 h 1219"/>
                <a:gd name="T54" fmla="*/ 1 w 1219"/>
                <a:gd name="T55" fmla="*/ 323 h 1219"/>
                <a:gd name="T56" fmla="*/ 0 w 1219"/>
                <a:gd name="T57" fmla="*/ 374 h 1219"/>
                <a:gd name="T58" fmla="*/ 6 w 1219"/>
                <a:gd name="T59" fmla="*/ 425 h 1219"/>
                <a:gd name="T60" fmla="*/ 20 w 1219"/>
                <a:gd name="T61" fmla="*/ 475 h 1219"/>
                <a:gd name="T62" fmla="*/ 41 w 1219"/>
                <a:gd name="T63" fmla="*/ 523 h 1219"/>
                <a:gd name="T64" fmla="*/ 69 w 1219"/>
                <a:gd name="T65" fmla="*/ 568 h 1219"/>
                <a:gd name="T66" fmla="*/ 103 w 1219"/>
                <a:gd name="T67" fmla="*/ 609 h 1219"/>
                <a:gd name="T68" fmla="*/ 622 w 1219"/>
                <a:gd name="T69" fmla="*/ 1127 h 1219"/>
                <a:gd name="T70" fmla="*/ 665 w 1219"/>
                <a:gd name="T71" fmla="*/ 1160 h 1219"/>
                <a:gd name="T72" fmla="*/ 711 w 1219"/>
                <a:gd name="T73" fmla="*/ 1186 h 1219"/>
                <a:gd name="T74" fmla="*/ 760 w 1219"/>
                <a:gd name="T75" fmla="*/ 1204 h 1219"/>
                <a:gd name="T76" fmla="*/ 810 w 1219"/>
                <a:gd name="T77" fmla="*/ 1215 h 1219"/>
                <a:gd name="T78" fmla="*/ 862 w 1219"/>
                <a:gd name="T79" fmla="*/ 1219 h 1219"/>
                <a:gd name="T80" fmla="*/ 913 w 1219"/>
                <a:gd name="T81" fmla="*/ 1215 h 1219"/>
                <a:gd name="T82" fmla="*/ 963 w 1219"/>
                <a:gd name="T83" fmla="*/ 1204 h 1219"/>
                <a:gd name="T84" fmla="*/ 1012 w 1219"/>
                <a:gd name="T85" fmla="*/ 1186 h 1219"/>
                <a:gd name="T86" fmla="*/ 1058 w 1219"/>
                <a:gd name="T87" fmla="*/ 1160 h 1219"/>
                <a:gd name="T88" fmla="*/ 1101 w 1219"/>
                <a:gd name="T89" fmla="*/ 1127 h 1219"/>
                <a:gd name="T90" fmla="*/ 1114 w 1219"/>
                <a:gd name="T91" fmla="*/ 1114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19" h="1219">
                  <a:moveTo>
                    <a:pt x="1114" y="1114"/>
                  </a:moveTo>
                  <a:cubicBezTo>
                    <a:pt x="1127" y="1101"/>
                    <a:pt x="1138" y="1088"/>
                    <a:pt x="1150" y="1073"/>
                  </a:cubicBezTo>
                  <a:cubicBezTo>
                    <a:pt x="1160" y="1058"/>
                    <a:pt x="1169" y="1044"/>
                    <a:pt x="1178" y="1028"/>
                  </a:cubicBezTo>
                  <a:cubicBezTo>
                    <a:pt x="1186" y="1012"/>
                    <a:pt x="1192" y="996"/>
                    <a:pt x="1199" y="980"/>
                  </a:cubicBezTo>
                  <a:cubicBezTo>
                    <a:pt x="1204" y="963"/>
                    <a:pt x="1208" y="947"/>
                    <a:pt x="1212" y="930"/>
                  </a:cubicBezTo>
                  <a:cubicBezTo>
                    <a:pt x="1215" y="913"/>
                    <a:pt x="1217" y="896"/>
                    <a:pt x="1218" y="879"/>
                  </a:cubicBezTo>
                  <a:cubicBezTo>
                    <a:pt x="1219" y="861"/>
                    <a:pt x="1218" y="845"/>
                    <a:pt x="1217" y="827"/>
                  </a:cubicBezTo>
                  <a:cubicBezTo>
                    <a:pt x="1215" y="810"/>
                    <a:pt x="1212" y="794"/>
                    <a:pt x="1209" y="776"/>
                  </a:cubicBezTo>
                  <a:cubicBezTo>
                    <a:pt x="1204" y="760"/>
                    <a:pt x="1199" y="743"/>
                    <a:pt x="1193" y="727"/>
                  </a:cubicBezTo>
                  <a:cubicBezTo>
                    <a:pt x="1186" y="711"/>
                    <a:pt x="1178" y="695"/>
                    <a:pt x="1169" y="680"/>
                  </a:cubicBezTo>
                  <a:cubicBezTo>
                    <a:pt x="1150" y="650"/>
                    <a:pt x="1150" y="650"/>
                    <a:pt x="1150" y="650"/>
                  </a:cubicBezTo>
                  <a:cubicBezTo>
                    <a:pt x="1139" y="636"/>
                    <a:pt x="1127" y="623"/>
                    <a:pt x="1115" y="610"/>
                  </a:cubicBezTo>
                  <a:cubicBezTo>
                    <a:pt x="596" y="92"/>
                    <a:pt x="596" y="92"/>
                    <a:pt x="596" y="92"/>
                  </a:cubicBezTo>
                  <a:cubicBezTo>
                    <a:pt x="583" y="80"/>
                    <a:pt x="569" y="69"/>
                    <a:pt x="554" y="59"/>
                  </a:cubicBezTo>
                  <a:cubicBezTo>
                    <a:pt x="539" y="49"/>
                    <a:pt x="524" y="41"/>
                    <a:pt x="508" y="33"/>
                  </a:cubicBezTo>
                  <a:cubicBezTo>
                    <a:pt x="491" y="26"/>
                    <a:pt x="476" y="20"/>
                    <a:pt x="459" y="14"/>
                  </a:cubicBezTo>
                  <a:cubicBezTo>
                    <a:pt x="442" y="10"/>
                    <a:pt x="425" y="6"/>
                    <a:pt x="408" y="3"/>
                  </a:cubicBezTo>
                  <a:cubicBezTo>
                    <a:pt x="391" y="1"/>
                    <a:pt x="374" y="0"/>
                    <a:pt x="357" y="0"/>
                  </a:cubicBezTo>
                  <a:cubicBezTo>
                    <a:pt x="340" y="0"/>
                    <a:pt x="323" y="1"/>
                    <a:pt x="306" y="3"/>
                  </a:cubicBezTo>
                  <a:cubicBezTo>
                    <a:pt x="289" y="6"/>
                    <a:pt x="272" y="10"/>
                    <a:pt x="255" y="14"/>
                  </a:cubicBezTo>
                  <a:cubicBezTo>
                    <a:pt x="238" y="20"/>
                    <a:pt x="223" y="26"/>
                    <a:pt x="206" y="33"/>
                  </a:cubicBezTo>
                  <a:cubicBezTo>
                    <a:pt x="190" y="41"/>
                    <a:pt x="175" y="49"/>
                    <a:pt x="160" y="59"/>
                  </a:cubicBezTo>
                  <a:cubicBezTo>
                    <a:pt x="145" y="69"/>
                    <a:pt x="131" y="80"/>
                    <a:pt x="117" y="92"/>
                  </a:cubicBezTo>
                  <a:cubicBezTo>
                    <a:pt x="104" y="104"/>
                    <a:pt x="92" y="117"/>
                    <a:pt x="80" y="131"/>
                  </a:cubicBezTo>
                  <a:cubicBezTo>
                    <a:pt x="69" y="146"/>
                    <a:pt x="59" y="160"/>
                    <a:pt x="49" y="175"/>
                  </a:cubicBezTo>
                  <a:cubicBezTo>
                    <a:pt x="40" y="191"/>
                    <a:pt x="33" y="206"/>
                    <a:pt x="26" y="223"/>
                  </a:cubicBezTo>
                  <a:cubicBezTo>
                    <a:pt x="20" y="239"/>
                    <a:pt x="15" y="255"/>
                    <a:pt x="10" y="272"/>
                  </a:cubicBezTo>
                  <a:cubicBezTo>
                    <a:pt x="6" y="289"/>
                    <a:pt x="4" y="305"/>
                    <a:pt x="1" y="323"/>
                  </a:cubicBezTo>
                  <a:cubicBezTo>
                    <a:pt x="0" y="340"/>
                    <a:pt x="0" y="357"/>
                    <a:pt x="0" y="374"/>
                  </a:cubicBezTo>
                  <a:cubicBezTo>
                    <a:pt x="1" y="391"/>
                    <a:pt x="3" y="408"/>
                    <a:pt x="6" y="425"/>
                  </a:cubicBezTo>
                  <a:cubicBezTo>
                    <a:pt x="10" y="442"/>
                    <a:pt x="14" y="458"/>
                    <a:pt x="20" y="475"/>
                  </a:cubicBezTo>
                  <a:cubicBezTo>
                    <a:pt x="26" y="492"/>
                    <a:pt x="33" y="507"/>
                    <a:pt x="41" y="523"/>
                  </a:cubicBezTo>
                  <a:cubicBezTo>
                    <a:pt x="49" y="539"/>
                    <a:pt x="58" y="554"/>
                    <a:pt x="69" y="568"/>
                  </a:cubicBezTo>
                  <a:cubicBezTo>
                    <a:pt x="80" y="583"/>
                    <a:pt x="91" y="596"/>
                    <a:pt x="103" y="609"/>
                  </a:cubicBezTo>
                  <a:cubicBezTo>
                    <a:pt x="622" y="1127"/>
                    <a:pt x="622" y="1127"/>
                    <a:pt x="622" y="1127"/>
                  </a:cubicBezTo>
                  <a:cubicBezTo>
                    <a:pt x="636" y="1139"/>
                    <a:pt x="650" y="1149"/>
                    <a:pt x="665" y="1160"/>
                  </a:cubicBezTo>
                  <a:cubicBezTo>
                    <a:pt x="680" y="1169"/>
                    <a:pt x="695" y="1178"/>
                    <a:pt x="711" y="1186"/>
                  </a:cubicBezTo>
                  <a:cubicBezTo>
                    <a:pt x="727" y="1193"/>
                    <a:pt x="743" y="1199"/>
                    <a:pt x="760" y="1204"/>
                  </a:cubicBezTo>
                  <a:cubicBezTo>
                    <a:pt x="777" y="1209"/>
                    <a:pt x="793" y="1212"/>
                    <a:pt x="810" y="1215"/>
                  </a:cubicBezTo>
                  <a:cubicBezTo>
                    <a:pt x="828" y="1217"/>
                    <a:pt x="844" y="1218"/>
                    <a:pt x="862" y="1219"/>
                  </a:cubicBezTo>
                  <a:cubicBezTo>
                    <a:pt x="879" y="1218"/>
                    <a:pt x="896" y="1217"/>
                    <a:pt x="913" y="1215"/>
                  </a:cubicBezTo>
                  <a:cubicBezTo>
                    <a:pt x="930" y="1212"/>
                    <a:pt x="946" y="1209"/>
                    <a:pt x="963" y="1204"/>
                  </a:cubicBezTo>
                  <a:cubicBezTo>
                    <a:pt x="980" y="1199"/>
                    <a:pt x="996" y="1193"/>
                    <a:pt x="1012" y="1186"/>
                  </a:cubicBezTo>
                  <a:cubicBezTo>
                    <a:pt x="1028" y="1178"/>
                    <a:pt x="1043" y="1169"/>
                    <a:pt x="1058" y="1160"/>
                  </a:cubicBezTo>
                  <a:cubicBezTo>
                    <a:pt x="1073" y="1149"/>
                    <a:pt x="1087" y="1139"/>
                    <a:pt x="1101" y="1127"/>
                  </a:cubicBezTo>
                  <a:cubicBezTo>
                    <a:pt x="1114" y="1114"/>
                    <a:pt x="1114" y="1114"/>
                    <a:pt x="1114" y="111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: 形状 30"/>
            <p:cNvSpPr>
              <a:spLocks/>
            </p:cNvSpPr>
            <p:nvPr/>
          </p:nvSpPr>
          <p:spPr bwMode="auto">
            <a:xfrm>
              <a:off x="4132726" y="1465618"/>
              <a:ext cx="2410585" cy="2407518"/>
            </a:xfrm>
            <a:custGeom>
              <a:avLst/>
              <a:gdLst>
                <a:gd name="T0" fmla="*/ 1042 w 1135"/>
                <a:gd name="T1" fmla="*/ 1042 h 1135"/>
                <a:gd name="T2" fmla="*/ 1074 w 1135"/>
                <a:gd name="T3" fmla="*/ 1006 h 1135"/>
                <a:gd name="T4" fmla="*/ 1098 w 1135"/>
                <a:gd name="T5" fmla="*/ 966 h 1135"/>
                <a:gd name="T6" fmla="*/ 1125 w 1135"/>
                <a:gd name="T7" fmla="*/ 895 h 1135"/>
                <a:gd name="T8" fmla="*/ 1133 w 1135"/>
                <a:gd name="T9" fmla="*/ 850 h 1135"/>
                <a:gd name="T10" fmla="*/ 1131 w 1135"/>
                <a:gd name="T11" fmla="*/ 774 h 1135"/>
                <a:gd name="T12" fmla="*/ 1121 w 1135"/>
                <a:gd name="T13" fmla="*/ 730 h 1135"/>
                <a:gd name="T14" fmla="*/ 1091 w 1135"/>
                <a:gd name="T15" fmla="*/ 659 h 1135"/>
                <a:gd name="T16" fmla="*/ 1074 w 1135"/>
                <a:gd name="T17" fmla="*/ 633 h 1135"/>
                <a:gd name="T18" fmla="*/ 1043 w 1135"/>
                <a:gd name="T19" fmla="*/ 597 h 1135"/>
                <a:gd name="T20" fmla="*/ 526 w 1135"/>
                <a:gd name="T21" fmla="*/ 81 h 1135"/>
                <a:gd name="T22" fmla="*/ 488 w 1135"/>
                <a:gd name="T23" fmla="*/ 52 h 1135"/>
                <a:gd name="T24" fmla="*/ 448 w 1135"/>
                <a:gd name="T25" fmla="*/ 29 h 1135"/>
                <a:gd name="T26" fmla="*/ 375 w 1135"/>
                <a:gd name="T27" fmla="*/ 6 h 1135"/>
                <a:gd name="T28" fmla="*/ 330 w 1135"/>
                <a:gd name="T29" fmla="*/ 1 h 1135"/>
                <a:gd name="T30" fmla="*/ 255 w 1135"/>
                <a:gd name="T31" fmla="*/ 6 h 1135"/>
                <a:gd name="T32" fmla="*/ 211 w 1135"/>
                <a:gd name="T33" fmla="*/ 18 h 1135"/>
                <a:gd name="T34" fmla="*/ 142 w 1135"/>
                <a:gd name="T35" fmla="*/ 52 h 1135"/>
                <a:gd name="T36" fmla="*/ 104 w 1135"/>
                <a:gd name="T37" fmla="*/ 81 h 1135"/>
                <a:gd name="T38" fmla="*/ 71 w 1135"/>
                <a:gd name="T39" fmla="*/ 116 h 1135"/>
                <a:gd name="T40" fmla="*/ 44 w 1135"/>
                <a:gd name="T41" fmla="*/ 155 h 1135"/>
                <a:gd name="T42" fmla="*/ 23 w 1135"/>
                <a:gd name="T43" fmla="*/ 196 h 1135"/>
                <a:gd name="T44" fmla="*/ 3 w 1135"/>
                <a:gd name="T45" fmla="*/ 270 h 1135"/>
                <a:gd name="T46" fmla="*/ 0 w 1135"/>
                <a:gd name="T47" fmla="*/ 315 h 1135"/>
                <a:gd name="T48" fmla="*/ 9 w 1135"/>
                <a:gd name="T49" fmla="*/ 390 h 1135"/>
                <a:gd name="T50" fmla="*/ 23 w 1135"/>
                <a:gd name="T51" fmla="*/ 434 h 1135"/>
                <a:gd name="T52" fmla="*/ 61 w 1135"/>
                <a:gd name="T53" fmla="*/ 501 h 1135"/>
                <a:gd name="T54" fmla="*/ 92 w 1135"/>
                <a:gd name="T55" fmla="*/ 537 h 1135"/>
                <a:gd name="T56" fmla="*/ 608 w 1135"/>
                <a:gd name="T57" fmla="*/ 1053 h 1135"/>
                <a:gd name="T58" fmla="*/ 646 w 1135"/>
                <a:gd name="T59" fmla="*/ 1083 h 1135"/>
                <a:gd name="T60" fmla="*/ 687 w 1135"/>
                <a:gd name="T61" fmla="*/ 1105 h 1135"/>
                <a:gd name="T62" fmla="*/ 759 w 1135"/>
                <a:gd name="T63" fmla="*/ 1129 h 1135"/>
                <a:gd name="T64" fmla="*/ 804 w 1135"/>
                <a:gd name="T65" fmla="*/ 1134 h 1135"/>
                <a:gd name="T66" fmla="*/ 880 w 1135"/>
                <a:gd name="T67" fmla="*/ 1129 h 1135"/>
                <a:gd name="T68" fmla="*/ 924 w 1135"/>
                <a:gd name="T69" fmla="*/ 1117 h 1135"/>
                <a:gd name="T70" fmla="*/ 993 w 1135"/>
                <a:gd name="T71" fmla="*/ 1083 h 1135"/>
                <a:gd name="T72" fmla="*/ 1031 w 1135"/>
                <a:gd name="T73" fmla="*/ 1053 h 1135"/>
                <a:gd name="T74" fmla="*/ 1042 w 1135"/>
                <a:gd name="T75" fmla="*/ 1042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5">
                  <a:moveTo>
                    <a:pt x="1042" y="1042"/>
                  </a:moveTo>
                  <a:cubicBezTo>
                    <a:pt x="1054" y="1031"/>
                    <a:pt x="1064" y="1019"/>
                    <a:pt x="1074" y="1006"/>
                  </a:cubicBezTo>
                  <a:cubicBezTo>
                    <a:pt x="1083" y="993"/>
                    <a:pt x="1091" y="980"/>
                    <a:pt x="1098" y="966"/>
                  </a:cubicBezTo>
                  <a:cubicBezTo>
                    <a:pt x="1110" y="942"/>
                    <a:pt x="1118" y="920"/>
                    <a:pt x="1125" y="895"/>
                  </a:cubicBezTo>
                  <a:cubicBezTo>
                    <a:pt x="1129" y="880"/>
                    <a:pt x="1131" y="865"/>
                    <a:pt x="1133" y="850"/>
                  </a:cubicBezTo>
                  <a:cubicBezTo>
                    <a:pt x="1135" y="824"/>
                    <a:pt x="1134" y="800"/>
                    <a:pt x="1131" y="774"/>
                  </a:cubicBezTo>
                  <a:cubicBezTo>
                    <a:pt x="1128" y="759"/>
                    <a:pt x="1125" y="745"/>
                    <a:pt x="1121" y="730"/>
                  </a:cubicBezTo>
                  <a:cubicBezTo>
                    <a:pt x="1113" y="705"/>
                    <a:pt x="1104" y="682"/>
                    <a:pt x="1091" y="659"/>
                  </a:cubicBezTo>
                  <a:cubicBezTo>
                    <a:pt x="1074" y="633"/>
                    <a:pt x="1074" y="633"/>
                    <a:pt x="1074" y="633"/>
                  </a:cubicBezTo>
                  <a:cubicBezTo>
                    <a:pt x="1064" y="620"/>
                    <a:pt x="1054" y="609"/>
                    <a:pt x="1043" y="597"/>
                  </a:cubicBezTo>
                  <a:cubicBezTo>
                    <a:pt x="526" y="81"/>
                    <a:pt x="526" y="81"/>
                    <a:pt x="526" y="81"/>
                  </a:cubicBezTo>
                  <a:cubicBezTo>
                    <a:pt x="514" y="71"/>
                    <a:pt x="502" y="61"/>
                    <a:pt x="488" y="52"/>
                  </a:cubicBezTo>
                  <a:cubicBezTo>
                    <a:pt x="475" y="44"/>
                    <a:pt x="462" y="36"/>
                    <a:pt x="448" y="29"/>
                  </a:cubicBezTo>
                  <a:cubicBezTo>
                    <a:pt x="424" y="19"/>
                    <a:pt x="401" y="12"/>
                    <a:pt x="375" y="6"/>
                  </a:cubicBezTo>
                  <a:cubicBezTo>
                    <a:pt x="360" y="3"/>
                    <a:pt x="345" y="2"/>
                    <a:pt x="330" y="1"/>
                  </a:cubicBezTo>
                  <a:cubicBezTo>
                    <a:pt x="304" y="0"/>
                    <a:pt x="280" y="2"/>
                    <a:pt x="255" y="6"/>
                  </a:cubicBezTo>
                  <a:cubicBezTo>
                    <a:pt x="240" y="9"/>
                    <a:pt x="225" y="13"/>
                    <a:pt x="211" y="18"/>
                  </a:cubicBezTo>
                  <a:cubicBezTo>
                    <a:pt x="186" y="27"/>
                    <a:pt x="164" y="38"/>
                    <a:pt x="142" y="52"/>
                  </a:cubicBezTo>
                  <a:cubicBezTo>
                    <a:pt x="128" y="61"/>
                    <a:pt x="116" y="71"/>
                    <a:pt x="104" y="81"/>
                  </a:cubicBezTo>
                  <a:cubicBezTo>
                    <a:pt x="92" y="92"/>
                    <a:pt x="81" y="104"/>
                    <a:pt x="71" y="116"/>
                  </a:cubicBezTo>
                  <a:cubicBezTo>
                    <a:pt x="61" y="129"/>
                    <a:pt x="52" y="141"/>
                    <a:pt x="44" y="155"/>
                  </a:cubicBezTo>
                  <a:cubicBezTo>
                    <a:pt x="36" y="169"/>
                    <a:pt x="29" y="182"/>
                    <a:pt x="23" y="196"/>
                  </a:cubicBezTo>
                  <a:cubicBezTo>
                    <a:pt x="14" y="221"/>
                    <a:pt x="8" y="244"/>
                    <a:pt x="3" y="270"/>
                  </a:cubicBezTo>
                  <a:cubicBezTo>
                    <a:pt x="2" y="285"/>
                    <a:pt x="1" y="300"/>
                    <a:pt x="0" y="315"/>
                  </a:cubicBezTo>
                  <a:cubicBezTo>
                    <a:pt x="1" y="341"/>
                    <a:pt x="4" y="365"/>
                    <a:pt x="9" y="390"/>
                  </a:cubicBezTo>
                  <a:cubicBezTo>
                    <a:pt x="13" y="405"/>
                    <a:pt x="18" y="419"/>
                    <a:pt x="23" y="434"/>
                  </a:cubicBezTo>
                  <a:cubicBezTo>
                    <a:pt x="34" y="458"/>
                    <a:pt x="46" y="479"/>
                    <a:pt x="61" y="501"/>
                  </a:cubicBezTo>
                  <a:cubicBezTo>
                    <a:pt x="71" y="514"/>
                    <a:pt x="81" y="526"/>
                    <a:pt x="92" y="537"/>
                  </a:cubicBezTo>
                  <a:cubicBezTo>
                    <a:pt x="608" y="1053"/>
                    <a:pt x="608" y="1053"/>
                    <a:pt x="608" y="1053"/>
                  </a:cubicBezTo>
                  <a:cubicBezTo>
                    <a:pt x="621" y="1064"/>
                    <a:pt x="633" y="1073"/>
                    <a:pt x="646" y="1083"/>
                  </a:cubicBezTo>
                  <a:cubicBezTo>
                    <a:pt x="659" y="1091"/>
                    <a:pt x="673" y="1098"/>
                    <a:pt x="687" y="1105"/>
                  </a:cubicBezTo>
                  <a:cubicBezTo>
                    <a:pt x="711" y="1116"/>
                    <a:pt x="734" y="1123"/>
                    <a:pt x="759" y="1129"/>
                  </a:cubicBezTo>
                  <a:cubicBezTo>
                    <a:pt x="774" y="1131"/>
                    <a:pt x="789" y="1133"/>
                    <a:pt x="804" y="1134"/>
                  </a:cubicBezTo>
                  <a:cubicBezTo>
                    <a:pt x="830" y="1135"/>
                    <a:pt x="854" y="1133"/>
                    <a:pt x="880" y="1129"/>
                  </a:cubicBezTo>
                  <a:cubicBezTo>
                    <a:pt x="895" y="1125"/>
                    <a:pt x="909" y="1121"/>
                    <a:pt x="924" y="1117"/>
                  </a:cubicBezTo>
                  <a:cubicBezTo>
                    <a:pt x="949" y="1107"/>
                    <a:pt x="970" y="1097"/>
                    <a:pt x="993" y="1083"/>
                  </a:cubicBezTo>
                  <a:cubicBezTo>
                    <a:pt x="1006" y="1073"/>
                    <a:pt x="1018" y="1064"/>
                    <a:pt x="1031" y="1053"/>
                  </a:cubicBezTo>
                  <a:cubicBezTo>
                    <a:pt x="1042" y="1042"/>
                    <a:pt x="1042" y="1042"/>
                    <a:pt x="1042" y="10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: 形状 31"/>
            <p:cNvSpPr>
              <a:spLocks/>
            </p:cNvSpPr>
            <p:nvPr/>
          </p:nvSpPr>
          <p:spPr bwMode="auto">
            <a:xfrm>
              <a:off x="4166462" y="1500376"/>
              <a:ext cx="2341068" cy="2335957"/>
            </a:xfrm>
            <a:custGeom>
              <a:avLst/>
              <a:gdLst>
                <a:gd name="T0" fmla="*/ 996 w 1102"/>
                <a:gd name="T1" fmla="*/ 996 h 1102"/>
                <a:gd name="T2" fmla="*/ 996 w 1102"/>
                <a:gd name="T3" fmla="*/ 996 h 1102"/>
                <a:gd name="T4" fmla="*/ 996 w 1102"/>
                <a:gd name="T5" fmla="*/ 611 h 1102"/>
                <a:gd name="T6" fmla="*/ 492 w 1102"/>
                <a:gd name="T7" fmla="*/ 106 h 1102"/>
                <a:gd name="T8" fmla="*/ 106 w 1102"/>
                <a:gd name="T9" fmla="*/ 106 h 1102"/>
                <a:gd name="T10" fmla="*/ 106 w 1102"/>
                <a:gd name="T11" fmla="*/ 106 h 1102"/>
                <a:gd name="T12" fmla="*/ 106 w 1102"/>
                <a:gd name="T13" fmla="*/ 492 h 1102"/>
                <a:gd name="T14" fmla="*/ 611 w 1102"/>
                <a:gd name="T15" fmla="*/ 996 h 1102"/>
                <a:gd name="T16" fmla="*/ 996 w 1102"/>
                <a:gd name="T17" fmla="*/ 99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2" h="1102">
                  <a:moveTo>
                    <a:pt x="996" y="996"/>
                  </a:moveTo>
                  <a:cubicBezTo>
                    <a:pt x="996" y="996"/>
                    <a:pt x="996" y="996"/>
                    <a:pt x="996" y="996"/>
                  </a:cubicBezTo>
                  <a:cubicBezTo>
                    <a:pt x="1102" y="890"/>
                    <a:pt x="1102" y="717"/>
                    <a:pt x="996" y="611"/>
                  </a:cubicBezTo>
                  <a:cubicBezTo>
                    <a:pt x="492" y="106"/>
                    <a:pt x="492" y="106"/>
                    <a:pt x="492" y="106"/>
                  </a:cubicBezTo>
                  <a:cubicBezTo>
                    <a:pt x="386" y="0"/>
                    <a:pt x="212" y="0"/>
                    <a:pt x="106" y="106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0" y="212"/>
                    <a:pt x="0" y="386"/>
                    <a:pt x="106" y="492"/>
                  </a:cubicBezTo>
                  <a:cubicBezTo>
                    <a:pt x="611" y="996"/>
                    <a:pt x="611" y="996"/>
                    <a:pt x="611" y="996"/>
                  </a:cubicBezTo>
                  <a:cubicBezTo>
                    <a:pt x="717" y="1102"/>
                    <a:pt x="890" y="1102"/>
                    <a:pt x="996" y="9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椭圆 32"/>
            <p:cNvSpPr>
              <a:spLocks/>
            </p:cNvSpPr>
            <p:nvPr/>
          </p:nvSpPr>
          <p:spPr bwMode="auto">
            <a:xfrm>
              <a:off x="4854470" y="2187362"/>
              <a:ext cx="2486235" cy="24811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>
              <a:spLocks/>
            </p:cNvSpPr>
            <p:nvPr/>
          </p:nvSpPr>
          <p:spPr bwMode="auto">
            <a:xfrm>
              <a:off x="4327985" y="1660878"/>
              <a:ext cx="947673" cy="945628"/>
            </a:xfrm>
            <a:custGeom>
              <a:avLst/>
              <a:gdLst>
                <a:gd name="T0" fmla="*/ 367 w 446"/>
                <a:gd name="T1" fmla="*/ 79 h 446"/>
                <a:gd name="T2" fmla="*/ 367 w 446"/>
                <a:gd name="T3" fmla="*/ 367 h 446"/>
                <a:gd name="T4" fmla="*/ 79 w 446"/>
                <a:gd name="T5" fmla="*/ 367 h 446"/>
                <a:gd name="T6" fmla="*/ 79 w 446"/>
                <a:gd name="T7" fmla="*/ 79 h 446"/>
                <a:gd name="T8" fmla="*/ 367 w 446"/>
                <a:gd name="T9" fmla="*/ 79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446">
                  <a:moveTo>
                    <a:pt x="367" y="79"/>
                  </a:moveTo>
                  <a:cubicBezTo>
                    <a:pt x="446" y="159"/>
                    <a:pt x="446" y="287"/>
                    <a:pt x="367" y="367"/>
                  </a:cubicBezTo>
                  <a:cubicBezTo>
                    <a:pt x="287" y="446"/>
                    <a:pt x="159" y="446"/>
                    <a:pt x="79" y="367"/>
                  </a:cubicBezTo>
                  <a:cubicBezTo>
                    <a:pt x="0" y="287"/>
                    <a:pt x="0" y="159"/>
                    <a:pt x="79" y="79"/>
                  </a:cubicBezTo>
                  <a:cubicBezTo>
                    <a:pt x="159" y="0"/>
                    <a:pt x="287" y="0"/>
                    <a:pt x="367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>
              <a:spLocks/>
            </p:cNvSpPr>
            <p:nvPr/>
          </p:nvSpPr>
          <p:spPr bwMode="auto">
            <a:xfrm>
              <a:off x="4400569" y="1733461"/>
              <a:ext cx="802506" cy="801484"/>
            </a:xfrm>
            <a:custGeom>
              <a:avLst/>
              <a:gdLst>
                <a:gd name="T0" fmla="*/ 311 w 378"/>
                <a:gd name="T1" fmla="*/ 67 h 378"/>
                <a:gd name="T2" fmla="*/ 311 w 378"/>
                <a:gd name="T3" fmla="*/ 311 h 378"/>
                <a:gd name="T4" fmla="*/ 67 w 378"/>
                <a:gd name="T5" fmla="*/ 311 h 378"/>
                <a:gd name="T6" fmla="*/ 67 w 378"/>
                <a:gd name="T7" fmla="*/ 67 h 378"/>
                <a:gd name="T8" fmla="*/ 311 w 378"/>
                <a:gd name="T9" fmla="*/ 67 h 378"/>
                <a:gd name="T10" fmla="*/ 295 w 378"/>
                <a:gd name="T11" fmla="*/ 83 h 378"/>
                <a:gd name="T12" fmla="*/ 295 w 378"/>
                <a:gd name="T13" fmla="*/ 295 h 378"/>
                <a:gd name="T14" fmla="*/ 83 w 378"/>
                <a:gd name="T15" fmla="*/ 295 h 378"/>
                <a:gd name="T16" fmla="*/ 83 w 378"/>
                <a:gd name="T17" fmla="*/ 83 h 378"/>
                <a:gd name="T18" fmla="*/ 295 w 378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任意多边形: 形状 35"/>
            <p:cNvSpPr>
              <a:spLocks/>
            </p:cNvSpPr>
            <p:nvPr/>
          </p:nvSpPr>
          <p:spPr bwMode="auto">
            <a:xfrm>
              <a:off x="4400569" y="4319881"/>
              <a:ext cx="802506" cy="799439"/>
            </a:xfrm>
            <a:custGeom>
              <a:avLst/>
              <a:gdLst>
                <a:gd name="T0" fmla="*/ 311 w 378"/>
                <a:gd name="T1" fmla="*/ 67 h 377"/>
                <a:gd name="T2" fmla="*/ 311 w 378"/>
                <a:gd name="T3" fmla="*/ 310 h 377"/>
                <a:gd name="T4" fmla="*/ 67 w 378"/>
                <a:gd name="T5" fmla="*/ 310 h 377"/>
                <a:gd name="T6" fmla="*/ 67 w 378"/>
                <a:gd name="T7" fmla="*/ 67 h 377"/>
                <a:gd name="T8" fmla="*/ 311 w 378"/>
                <a:gd name="T9" fmla="*/ 67 h 377"/>
                <a:gd name="T10" fmla="*/ 295 w 378"/>
                <a:gd name="T11" fmla="*/ 83 h 377"/>
                <a:gd name="T12" fmla="*/ 295 w 378"/>
                <a:gd name="T13" fmla="*/ 295 h 377"/>
                <a:gd name="T14" fmla="*/ 83 w 378"/>
                <a:gd name="T15" fmla="*/ 295 h 377"/>
                <a:gd name="T16" fmla="*/ 83 w 378"/>
                <a:gd name="T17" fmla="*/ 83 h 377"/>
                <a:gd name="T18" fmla="*/ 295 w 378"/>
                <a:gd name="T19" fmla="*/ 83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7">
                  <a:moveTo>
                    <a:pt x="311" y="67"/>
                  </a:moveTo>
                  <a:cubicBezTo>
                    <a:pt x="378" y="134"/>
                    <a:pt x="378" y="243"/>
                    <a:pt x="311" y="310"/>
                  </a:cubicBezTo>
                  <a:cubicBezTo>
                    <a:pt x="244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6"/>
                    <a:pt x="295" y="295"/>
                  </a:cubicBezTo>
                  <a:cubicBezTo>
                    <a:pt x="237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任意多边形: 形状 36"/>
            <p:cNvSpPr>
              <a:spLocks/>
            </p:cNvSpPr>
            <p:nvPr/>
          </p:nvSpPr>
          <p:spPr bwMode="auto">
            <a:xfrm>
              <a:off x="6992101" y="1733461"/>
              <a:ext cx="800462" cy="801484"/>
            </a:xfrm>
            <a:custGeom>
              <a:avLst/>
              <a:gdLst>
                <a:gd name="T0" fmla="*/ 310 w 377"/>
                <a:gd name="T1" fmla="*/ 67 h 378"/>
                <a:gd name="T2" fmla="*/ 310 w 377"/>
                <a:gd name="T3" fmla="*/ 311 h 378"/>
                <a:gd name="T4" fmla="*/ 67 w 377"/>
                <a:gd name="T5" fmla="*/ 311 h 378"/>
                <a:gd name="T6" fmla="*/ 67 w 377"/>
                <a:gd name="T7" fmla="*/ 67 h 378"/>
                <a:gd name="T8" fmla="*/ 310 w 377"/>
                <a:gd name="T9" fmla="*/ 67 h 378"/>
                <a:gd name="T10" fmla="*/ 295 w 377"/>
                <a:gd name="T11" fmla="*/ 83 h 378"/>
                <a:gd name="T12" fmla="*/ 295 w 377"/>
                <a:gd name="T13" fmla="*/ 295 h 378"/>
                <a:gd name="T14" fmla="*/ 83 w 377"/>
                <a:gd name="T15" fmla="*/ 295 h 378"/>
                <a:gd name="T16" fmla="*/ 83 w 377"/>
                <a:gd name="T17" fmla="*/ 83 h 378"/>
                <a:gd name="T18" fmla="*/ 295 w 377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7" h="378">
                  <a:moveTo>
                    <a:pt x="310" y="67"/>
                  </a:moveTo>
                  <a:cubicBezTo>
                    <a:pt x="377" y="134"/>
                    <a:pt x="377" y="244"/>
                    <a:pt x="310" y="311"/>
                  </a:cubicBezTo>
                  <a:cubicBezTo>
                    <a:pt x="243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7"/>
                    <a:pt x="295" y="295"/>
                  </a:cubicBezTo>
                  <a:cubicBezTo>
                    <a:pt x="236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任意多边形: 形状 37"/>
            <p:cNvSpPr>
              <a:spLocks/>
            </p:cNvSpPr>
            <p:nvPr/>
          </p:nvSpPr>
          <p:spPr bwMode="auto">
            <a:xfrm>
              <a:off x="6992101" y="4319881"/>
              <a:ext cx="800462" cy="799439"/>
            </a:xfrm>
            <a:custGeom>
              <a:avLst/>
              <a:gdLst>
                <a:gd name="T0" fmla="*/ 310 w 377"/>
                <a:gd name="T1" fmla="*/ 67 h 377"/>
                <a:gd name="T2" fmla="*/ 310 w 377"/>
                <a:gd name="T3" fmla="*/ 310 h 377"/>
                <a:gd name="T4" fmla="*/ 67 w 377"/>
                <a:gd name="T5" fmla="*/ 310 h 377"/>
                <a:gd name="T6" fmla="*/ 67 w 377"/>
                <a:gd name="T7" fmla="*/ 67 h 377"/>
                <a:gd name="T8" fmla="*/ 310 w 377"/>
                <a:gd name="T9" fmla="*/ 67 h 377"/>
                <a:gd name="T10" fmla="*/ 295 w 377"/>
                <a:gd name="T11" fmla="*/ 83 h 377"/>
                <a:gd name="T12" fmla="*/ 295 w 377"/>
                <a:gd name="T13" fmla="*/ 295 h 377"/>
                <a:gd name="T14" fmla="*/ 83 w 377"/>
                <a:gd name="T15" fmla="*/ 295 h 377"/>
                <a:gd name="T16" fmla="*/ 83 w 377"/>
                <a:gd name="T17" fmla="*/ 83 h 377"/>
                <a:gd name="T18" fmla="*/ 295 w 377"/>
                <a:gd name="T19" fmla="*/ 83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7" h="377">
                  <a:moveTo>
                    <a:pt x="310" y="67"/>
                  </a:moveTo>
                  <a:cubicBezTo>
                    <a:pt x="377" y="134"/>
                    <a:pt x="377" y="243"/>
                    <a:pt x="310" y="310"/>
                  </a:cubicBezTo>
                  <a:cubicBezTo>
                    <a:pt x="243" y="377"/>
                    <a:pt x="134" y="377"/>
                    <a:pt x="67" y="310"/>
                  </a:cubicBezTo>
                  <a:cubicBezTo>
                    <a:pt x="0" y="243"/>
                    <a:pt x="0" y="134"/>
                    <a:pt x="67" y="67"/>
                  </a:cubicBezTo>
                  <a:cubicBezTo>
                    <a:pt x="134" y="0"/>
                    <a:pt x="243" y="0"/>
                    <a:pt x="310" y="67"/>
                  </a:cubicBezTo>
                  <a:close/>
                  <a:moveTo>
                    <a:pt x="295" y="83"/>
                  </a:moveTo>
                  <a:cubicBezTo>
                    <a:pt x="353" y="141"/>
                    <a:pt x="353" y="236"/>
                    <a:pt x="295" y="295"/>
                  </a:cubicBezTo>
                  <a:cubicBezTo>
                    <a:pt x="236" y="353"/>
                    <a:pt x="141" y="353"/>
                    <a:pt x="83" y="295"/>
                  </a:cubicBezTo>
                  <a:cubicBezTo>
                    <a:pt x="24" y="236"/>
                    <a:pt x="24" y="141"/>
                    <a:pt x="83" y="83"/>
                  </a:cubicBezTo>
                  <a:cubicBezTo>
                    <a:pt x="141" y="24"/>
                    <a:pt x="236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任意多边形: 形状 38"/>
            <p:cNvSpPr>
              <a:spLocks/>
            </p:cNvSpPr>
            <p:nvPr/>
          </p:nvSpPr>
          <p:spPr bwMode="auto">
            <a:xfrm>
              <a:off x="4631609" y="4544788"/>
              <a:ext cx="340426" cy="386430"/>
            </a:xfrm>
            <a:custGeom>
              <a:avLst/>
              <a:gdLst>
                <a:gd name="T0" fmla="*/ 6 w 160"/>
                <a:gd name="T1" fmla="*/ 120 h 182"/>
                <a:gd name="T2" fmla="*/ 39 w 160"/>
                <a:gd name="T3" fmla="*/ 2 h 182"/>
                <a:gd name="T4" fmla="*/ 121 w 160"/>
                <a:gd name="T5" fmla="*/ 0 h 182"/>
                <a:gd name="T6" fmla="*/ 160 w 160"/>
                <a:gd name="T7" fmla="*/ 36 h 182"/>
                <a:gd name="T8" fmla="*/ 80 w 160"/>
                <a:gd name="T9" fmla="*/ 182 h 182"/>
                <a:gd name="T10" fmla="*/ 112 w 160"/>
                <a:gd name="T11" fmla="*/ 11 h 182"/>
                <a:gd name="T12" fmla="*/ 149 w 160"/>
                <a:gd name="T13" fmla="*/ 44 h 182"/>
                <a:gd name="T14" fmla="*/ 131 w 160"/>
                <a:gd name="T15" fmla="*/ 135 h 182"/>
                <a:gd name="T16" fmla="*/ 80 w 160"/>
                <a:gd name="T17" fmla="*/ 165 h 182"/>
                <a:gd name="T18" fmla="*/ 34 w 160"/>
                <a:gd name="T19" fmla="*/ 137 h 182"/>
                <a:gd name="T20" fmla="*/ 11 w 160"/>
                <a:gd name="T21" fmla="*/ 44 h 182"/>
                <a:gd name="T22" fmla="*/ 48 w 160"/>
                <a:gd name="T23" fmla="*/ 11 h 182"/>
                <a:gd name="T24" fmla="*/ 116 w 160"/>
                <a:gd name="T25" fmla="*/ 131 h 182"/>
                <a:gd name="T26" fmla="*/ 39 w 160"/>
                <a:gd name="T27" fmla="*/ 129 h 182"/>
                <a:gd name="T28" fmla="*/ 27 w 160"/>
                <a:gd name="T29" fmla="*/ 118 h 182"/>
                <a:gd name="T30" fmla="*/ 24 w 160"/>
                <a:gd name="T31" fmla="*/ 50 h 182"/>
                <a:gd name="T32" fmla="*/ 55 w 160"/>
                <a:gd name="T33" fmla="*/ 21 h 182"/>
                <a:gd name="T34" fmla="*/ 139 w 160"/>
                <a:gd name="T35" fmla="*/ 51 h 182"/>
                <a:gd name="T36" fmla="*/ 126 w 160"/>
                <a:gd name="T37" fmla="*/ 126 h 182"/>
                <a:gd name="T38" fmla="*/ 116 w 160"/>
                <a:gd name="T39" fmla="*/ 131 h 182"/>
                <a:gd name="T40" fmla="*/ 80 w 160"/>
                <a:gd name="T41" fmla="*/ 80 h 182"/>
                <a:gd name="T42" fmla="*/ 71 w 160"/>
                <a:gd name="T43" fmla="*/ 58 h 182"/>
                <a:gd name="T44" fmla="*/ 54 w 160"/>
                <a:gd name="T45" fmla="*/ 75 h 182"/>
                <a:gd name="T46" fmla="*/ 75 w 160"/>
                <a:gd name="T47" fmla="*/ 85 h 182"/>
                <a:gd name="T48" fmla="*/ 55 w 160"/>
                <a:gd name="T49" fmla="*/ 96 h 182"/>
                <a:gd name="T50" fmla="*/ 50 w 160"/>
                <a:gd name="T51" fmla="*/ 114 h 182"/>
                <a:gd name="T52" fmla="*/ 69 w 160"/>
                <a:gd name="T53" fmla="*/ 110 h 182"/>
                <a:gd name="T54" fmla="*/ 80 w 160"/>
                <a:gd name="T55" fmla="*/ 90 h 182"/>
                <a:gd name="T56" fmla="*/ 91 w 160"/>
                <a:gd name="T57" fmla="*/ 110 h 182"/>
                <a:gd name="T58" fmla="*/ 110 w 160"/>
                <a:gd name="T59" fmla="*/ 114 h 182"/>
                <a:gd name="T60" fmla="*/ 105 w 160"/>
                <a:gd name="T61" fmla="*/ 96 h 182"/>
                <a:gd name="T62" fmla="*/ 85 w 160"/>
                <a:gd name="T63" fmla="*/ 85 h 182"/>
                <a:gd name="T64" fmla="*/ 107 w 160"/>
                <a:gd name="T65" fmla="*/ 75 h 182"/>
                <a:gd name="T66" fmla="*/ 89 w 160"/>
                <a:gd name="T67" fmla="*/ 58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0" h="182">
                  <a:moveTo>
                    <a:pt x="80" y="182"/>
                  </a:moveTo>
                  <a:cubicBezTo>
                    <a:pt x="64" y="153"/>
                    <a:pt x="8" y="149"/>
                    <a:pt x="6" y="12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8" y="34"/>
                    <a:pt x="39" y="20"/>
                    <a:pt x="39" y="2"/>
                  </a:cubicBezTo>
                  <a:cubicBezTo>
                    <a:pt x="39" y="1"/>
                    <a:pt x="39" y="1"/>
                    <a:pt x="39" y="0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21" y="1"/>
                    <a:pt x="121" y="1"/>
                    <a:pt x="121" y="2"/>
                  </a:cubicBezTo>
                  <a:cubicBezTo>
                    <a:pt x="121" y="20"/>
                    <a:pt x="142" y="34"/>
                    <a:pt x="160" y="36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52" y="149"/>
                    <a:pt x="97" y="153"/>
                    <a:pt x="80" y="182"/>
                  </a:cubicBezTo>
                  <a:cubicBezTo>
                    <a:pt x="80" y="182"/>
                    <a:pt x="80" y="182"/>
                    <a:pt x="80" y="182"/>
                  </a:cubicBezTo>
                  <a:close/>
                  <a:moveTo>
                    <a:pt x="112" y="11"/>
                  </a:moveTo>
                  <a:cubicBezTo>
                    <a:pt x="113" y="14"/>
                    <a:pt x="115" y="18"/>
                    <a:pt x="117" y="21"/>
                  </a:cubicBezTo>
                  <a:cubicBezTo>
                    <a:pt x="125" y="33"/>
                    <a:pt x="136" y="41"/>
                    <a:pt x="149" y="44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2" y="127"/>
                    <a:pt x="136" y="131"/>
                    <a:pt x="131" y="135"/>
                  </a:cubicBezTo>
                  <a:cubicBezTo>
                    <a:pt x="123" y="140"/>
                    <a:pt x="114" y="144"/>
                    <a:pt x="105" y="148"/>
                  </a:cubicBezTo>
                  <a:cubicBezTo>
                    <a:pt x="97" y="153"/>
                    <a:pt x="87" y="158"/>
                    <a:pt x="80" y="165"/>
                  </a:cubicBezTo>
                  <a:cubicBezTo>
                    <a:pt x="71" y="157"/>
                    <a:pt x="59" y="151"/>
                    <a:pt x="49" y="145"/>
                  </a:cubicBezTo>
                  <a:cubicBezTo>
                    <a:pt x="44" y="143"/>
                    <a:pt x="39" y="140"/>
                    <a:pt x="34" y="137"/>
                  </a:cubicBezTo>
                  <a:cubicBezTo>
                    <a:pt x="27" y="133"/>
                    <a:pt x="19" y="129"/>
                    <a:pt x="16" y="120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23" y="41"/>
                    <a:pt x="34" y="33"/>
                    <a:pt x="42" y="23"/>
                  </a:cubicBezTo>
                  <a:cubicBezTo>
                    <a:pt x="45" y="19"/>
                    <a:pt x="47" y="15"/>
                    <a:pt x="48" y="11"/>
                  </a:cubicBezTo>
                  <a:cubicBezTo>
                    <a:pt x="112" y="11"/>
                    <a:pt x="112" y="11"/>
                    <a:pt x="112" y="11"/>
                  </a:cubicBezTo>
                  <a:close/>
                  <a:moveTo>
                    <a:pt x="116" y="131"/>
                  </a:moveTo>
                  <a:cubicBezTo>
                    <a:pt x="104" y="138"/>
                    <a:pt x="91" y="144"/>
                    <a:pt x="80" y="152"/>
                  </a:cubicBezTo>
                  <a:cubicBezTo>
                    <a:pt x="67" y="143"/>
                    <a:pt x="53" y="136"/>
                    <a:pt x="39" y="129"/>
                  </a:cubicBezTo>
                  <a:cubicBezTo>
                    <a:pt x="37" y="127"/>
                    <a:pt x="35" y="126"/>
                    <a:pt x="33" y="125"/>
                  </a:cubicBezTo>
                  <a:cubicBezTo>
                    <a:pt x="27" y="118"/>
                    <a:pt x="27" y="118"/>
                    <a:pt x="27" y="118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2" y="51"/>
                    <a:pt x="23" y="50"/>
                    <a:pt x="24" y="50"/>
                  </a:cubicBezTo>
                  <a:cubicBezTo>
                    <a:pt x="35" y="45"/>
                    <a:pt x="46" y="36"/>
                    <a:pt x="52" y="25"/>
                  </a:cubicBezTo>
                  <a:cubicBezTo>
                    <a:pt x="53" y="24"/>
                    <a:pt x="54" y="22"/>
                    <a:pt x="55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12" y="34"/>
                    <a:pt x="125" y="45"/>
                    <a:pt x="139" y="51"/>
                  </a:cubicBezTo>
                  <a:cubicBezTo>
                    <a:pt x="133" y="119"/>
                    <a:pt x="133" y="119"/>
                    <a:pt x="133" y="119"/>
                  </a:cubicBezTo>
                  <a:cubicBezTo>
                    <a:pt x="132" y="122"/>
                    <a:pt x="128" y="124"/>
                    <a:pt x="126" y="126"/>
                  </a:cubicBezTo>
                  <a:cubicBezTo>
                    <a:pt x="123" y="128"/>
                    <a:pt x="119" y="130"/>
                    <a:pt x="116" y="131"/>
                  </a:cubicBezTo>
                  <a:cubicBezTo>
                    <a:pt x="116" y="131"/>
                    <a:pt x="116" y="131"/>
                    <a:pt x="116" y="131"/>
                  </a:cubicBezTo>
                  <a:close/>
                  <a:moveTo>
                    <a:pt x="96" y="64"/>
                  </a:moveTo>
                  <a:cubicBezTo>
                    <a:pt x="80" y="80"/>
                    <a:pt x="80" y="80"/>
                    <a:pt x="80" y="80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54" y="75"/>
                    <a:pt x="54" y="75"/>
                    <a:pt x="54" y="75"/>
                  </a:cubicBezTo>
                  <a:cubicBezTo>
                    <a:pt x="59" y="69"/>
                    <a:pt x="59" y="69"/>
                    <a:pt x="59" y="69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3" y="127"/>
                    <a:pt x="53" y="127"/>
                    <a:pt x="53" y="127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92" y="102"/>
                    <a:pt x="92" y="102"/>
                    <a:pt x="92" y="102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22" y="113"/>
                    <a:pt x="122" y="113"/>
                    <a:pt x="122" y="113"/>
                  </a:cubicBezTo>
                  <a:cubicBezTo>
                    <a:pt x="105" y="96"/>
                    <a:pt x="105" y="96"/>
                    <a:pt x="105" y="96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7" y="75"/>
                    <a:pt x="107" y="75"/>
                    <a:pt x="107" y="75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89" y="58"/>
                    <a:pt x="89" y="58"/>
                    <a:pt x="89" y="58"/>
                  </a:cubicBezTo>
                  <a:cubicBezTo>
                    <a:pt x="96" y="64"/>
                    <a:pt x="96" y="64"/>
                    <a:pt x="96" y="64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任意多边形: 形状 39"/>
            <p:cNvSpPr>
              <a:spLocks/>
            </p:cNvSpPr>
            <p:nvPr/>
          </p:nvSpPr>
          <p:spPr bwMode="auto">
            <a:xfrm>
              <a:off x="7191450" y="4489583"/>
              <a:ext cx="431411" cy="430389"/>
            </a:xfrm>
            <a:custGeom>
              <a:avLst/>
              <a:gdLst>
                <a:gd name="T0" fmla="*/ 119 w 203"/>
                <a:gd name="T1" fmla="*/ 63 h 203"/>
                <a:gd name="T2" fmla="*/ 99 w 203"/>
                <a:gd name="T3" fmla="*/ 66 h 203"/>
                <a:gd name="T4" fmla="*/ 107 w 203"/>
                <a:gd name="T5" fmla="*/ 89 h 203"/>
                <a:gd name="T6" fmla="*/ 149 w 203"/>
                <a:gd name="T7" fmla="*/ 25 h 203"/>
                <a:gd name="T8" fmla="*/ 177 w 203"/>
                <a:gd name="T9" fmla="*/ 26 h 203"/>
                <a:gd name="T10" fmla="*/ 178 w 203"/>
                <a:gd name="T11" fmla="*/ 54 h 203"/>
                <a:gd name="T12" fmla="*/ 114 w 203"/>
                <a:gd name="T13" fmla="*/ 96 h 203"/>
                <a:gd name="T14" fmla="*/ 137 w 203"/>
                <a:gd name="T15" fmla="*/ 104 h 203"/>
                <a:gd name="T16" fmla="*/ 140 w 203"/>
                <a:gd name="T17" fmla="*/ 83 h 203"/>
                <a:gd name="T18" fmla="*/ 166 w 203"/>
                <a:gd name="T19" fmla="*/ 104 h 203"/>
                <a:gd name="T20" fmla="*/ 161 w 203"/>
                <a:gd name="T21" fmla="*/ 62 h 203"/>
                <a:gd name="T22" fmla="*/ 176 w 203"/>
                <a:gd name="T23" fmla="*/ 104 h 203"/>
                <a:gd name="T24" fmla="*/ 189 w 203"/>
                <a:gd name="T25" fmla="*/ 114 h 203"/>
                <a:gd name="T26" fmla="*/ 99 w 203"/>
                <a:gd name="T27" fmla="*/ 190 h 203"/>
                <a:gd name="T28" fmla="*/ 90 w 203"/>
                <a:gd name="T29" fmla="*/ 203 h 203"/>
                <a:gd name="T30" fmla="*/ 13 w 203"/>
                <a:gd name="T31" fmla="*/ 114 h 203"/>
                <a:gd name="T32" fmla="*/ 0 w 203"/>
                <a:gd name="T33" fmla="*/ 104 h 203"/>
                <a:gd name="T34" fmla="*/ 90 w 203"/>
                <a:gd name="T35" fmla="*/ 27 h 203"/>
                <a:gd name="T36" fmla="*/ 99 w 203"/>
                <a:gd name="T37" fmla="*/ 14 h 203"/>
                <a:gd name="T38" fmla="*/ 141 w 203"/>
                <a:gd name="T39" fmla="*/ 41 h 203"/>
                <a:gd name="T40" fmla="*/ 134 w 203"/>
                <a:gd name="T41" fmla="*/ 48 h 203"/>
                <a:gd name="T42" fmla="*/ 99 w 203"/>
                <a:gd name="T43" fmla="*/ 57 h 203"/>
                <a:gd name="T44" fmla="*/ 99 w 203"/>
                <a:gd name="T45" fmla="*/ 131 h 203"/>
                <a:gd name="T46" fmla="*/ 137 w 203"/>
                <a:gd name="T47" fmla="*/ 114 h 203"/>
                <a:gd name="T48" fmla="*/ 90 w 203"/>
                <a:gd name="T49" fmla="*/ 131 h 203"/>
                <a:gd name="T50" fmla="*/ 52 w 203"/>
                <a:gd name="T51" fmla="*/ 114 h 203"/>
                <a:gd name="T52" fmla="*/ 90 w 203"/>
                <a:gd name="T53" fmla="*/ 131 h 203"/>
                <a:gd name="T54" fmla="*/ 90 w 203"/>
                <a:gd name="T55" fmla="*/ 86 h 203"/>
                <a:gd name="T56" fmla="*/ 52 w 203"/>
                <a:gd name="T57" fmla="*/ 104 h 203"/>
                <a:gd name="T58" fmla="*/ 90 w 203"/>
                <a:gd name="T59" fmla="*/ 37 h 203"/>
                <a:gd name="T60" fmla="*/ 42 w 203"/>
                <a:gd name="T61" fmla="*/ 104 h 203"/>
                <a:gd name="T62" fmla="*/ 90 w 203"/>
                <a:gd name="T63" fmla="*/ 37 h 203"/>
                <a:gd name="T64" fmla="*/ 90 w 203"/>
                <a:gd name="T65" fmla="*/ 161 h 203"/>
                <a:gd name="T66" fmla="*/ 23 w 203"/>
                <a:gd name="T67" fmla="*/ 114 h 203"/>
                <a:gd name="T68" fmla="*/ 99 w 203"/>
                <a:gd name="T69" fmla="*/ 161 h 203"/>
                <a:gd name="T70" fmla="*/ 166 w 203"/>
                <a:gd name="T71" fmla="*/ 114 h 203"/>
                <a:gd name="T72" fmla="*/ 99 w 203"/>
                <a:gd name="T73" fmla="*/ 161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3" h="203">
                  <a:moveTo>
                    <a:pt x="99" y="57"/>
                  </a:moveTo>
                  <a:cubicBezTo>
                    <a:pt x="107" y="57"/>
                    <a:pt x="113" y="59"/>
                    <a:pt x="119" y="63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08" y="68"/>
                    <a:pt x="104" y="67"/>
                    <a:pt x="99" y="6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102" y="87"/>
                    <a:pt x="104" y="88"/>
                    <a:pt x="107" y="89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7" y="26"/>
                    <a:pt x="177" y="26"/>
                    <a:pt x="177" y="26"/>
                  </a:cubicBezTo>
                  <a:cubicBezTo>
                    <a:pt x="203" y="29"/>
                    <a:pt x="203" y="29"/>
                    <a:pt x="203" y="29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14" y="96"/>
                    <a:pt x="114" y="96"/>
                    <a:pt x="114" y="96"/>
                  </a:cubicBezTo>
                  <a:cubicBezTo>
                    <a:pt x="115" y="98"/>
                    <a:pt x="116" y="101"/>
                    <a:pt x="117" y="104"/>
                  </a:cubicBezTo>
                  <a:cubicBezTo>
                    <a:pt x="137" y="104"/>
                    <a:pt x="137" y="104"/>
                    <a:pt x="137" y="104"/>
                  </a:cubicBezTo>
                  <a:cubicBezTo>
                    <a:pt x="136" y="99"/>
                    <a:pt x="135" y="95"/>
                    <a:pt x="133" y="91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4" y="90"/>
                    <a:pt x="146" y="96"/>
                    <a:pt x="147" y="104"/>
                  </a:cubicBezTo>
                  <a:cubicBezTo>
                    <a:pt x="166" y="104"/>
                    <a:pt x="166" y="104"/>
                    <a:pt x="166" y="104"/>
                  </a:cubicBezTo>
                  <a:cubicBezTo>
                    <a:pt x="165" y="91"/>
                    <a:pt x="161" y="79"/>
                    <a:pt x="155" y="69"/>
                  </a:cubicBezTo>
                  <a:cubicBezTo>
                    <a:pt x="161" y="62"/>
                    <a:pt x="161" y="62"/>
                    <a:pt x="161" y="62"/>
                  </a:cubicBezTo>
                  <a:cubicBezTo>
                    <a:pt x="162" y="62"/>
                    <a:pt x="162" y="62"/>
                    <a:pt x="162" y="62"/>
                  </a:cubicBezTo>
                  <a:cubicBezTo>
                    <a:pt x="170" y="74"/>
                    <a:pt x="175" y="88"/>
                    <a:pt x="176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14"/>
                    <a:pt x="189" y="114"/>
                    <a:pt x="189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4" y="155"/>
                    <a:pt x="141" y="188"/>
                    <a:pt x="99" y="190"/>
                  </a:cubicBezTo>
                  <a:cubicBezTo>
                    <a:pt x="99" y="203"/>
                    <a:pt x="99" y="203"/>
                    <a:pt x="99" y="203"/>
                  </a:cubicBezTo>
                  <a:cubicBezTo>
                    <a:pt x="90" y="203"/>
                    <a:pt x="90" y="203"/>
                    <a:pt x="90" y="203"/>
                  </a:cubicBezTo>
                  <a:cubicBezTo>
                    <a:pt x="90" y="190"/>
                    <a:pt x="90" y="190"/>
                    <a:pt x="90" y="190"/>
                  </a:cubicBezTo>
                  <a:cubicBezTo>
                    <a:pt x="49" y="188"/>
                    <a:pt x="15" y="155"/>
                    <a:pt x="1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5" y="63"/>
                    <a:pt x="49" y="30"/>
                    <a:pt x="90" y="27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115" y="28"/>
                    <a:pt x="129" y="33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24" y="42"/>
                    <a:pt x="112" y="38"/>
                    <a:pt x="99" y="37"/>
                  </a:cubicBezTo>
                  <a:cubicBezTo>
                    <a:pt x="99" y="57"/>
                    <a:pt x="99" y="57"/>
                    <a:pt x="99" y="57"/>
                  </a:cubicBezTo>
                  <a:close/>
                  <a:moveTo>
                    <a:pt x="117" y="114"/>
                  </a:moveTo>
                  <a:cubicBezTo>
                    <a:pt x="115" y="122"/>
                    <a:pt x="108" y="129"/>
                    <a:pt x="99" y="13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119" y="149"/>
                    <a:pt x="134" y="133"/>
                    <a:pt x="137" y="114"/>
                  </a:cubicBezTo>
                  <a:cubicBezTo>
                    <a:pt x="117" y="114"/>
                    <a:pt x="117" y="114"/>
                    <a:pt x="117" y="114"/>
                  </a:cubicBezTo>
                  <a:close/>
                  <a:moveTo>
                    <a:pt x="90" y="131"/>
                  </a:moveTo>
                  <a:cubicBezTo>
                    <a:pt x="81" y="129"/>
                    <a:pt x="74" y="122"/>
                    <a:pt x="72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5" y="133"/>
                    <a:pt x="70" y="149"/>
                    <a:pt x="90" y="151"/>
                  </a:cubicBezTo>
                  <a:cubicBezTo>
                    <a:pt x="90" y="131"/>
                    <a:pt x="90" y="131"/>
                    <a:pt x="90" y="131"/>
                  </a:cubicBezTo>
                  <a:close/>
                  <a:moveTo>
                    <a:pt x="72" y="104"/>
                  </a:moveTo>
                  <a:cubicBezTo>
                    <a:pt x="74" y="95"/>
                    <a:pt x="81" y="88"/>
                    <a:pt x="90" y="86"/>
                  </a:cubicBezTo>
                  <a:cubicBezTo>
                    <a:pt x="90" y="66"/>
                    <a:pt x="90" y="66"/>
                    <a:pt x="90" y="66"/>
                  </a:cubicBezTo>
                  <a:cubicBezTo>
                    <a:pt x="70" y="69"/>
                    <a:pt x="55" y="84"/>
                    <a:pt x="52" y="104"/>
                  </a:cubicBezTo>
                  <a:cubicBezTo>
                    <a:pt x="72" y="104"/>
                    <a:pt x="72" y="104"/>
                    <a:pt x="72" y="104"/>
                  </a:cubicBezTo>
                  <a:close/>
                  <a:moveTo>
                    <a:pt x="90" y="37"/>
                  </a:moveTo>
                  <a:cubicBezTo>
                    <a:pt x="54" y="39"/>
                    <a:pt x="25" y="68"/>
                    <a:pt x="23" y="10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5" y="79"/>
                    <a:pt x="65" y="59"/>
                    <a:pt x="90" y="57"/>
                  </a:cubicBezTo>
                  <a:cubicBezTo>
                    <a:pt x="90" y="37"/>
                    <a:pt x="90" y="37"/>
                    <a:pt x="90" y="37"/>
                  </a:cubicBezTo>
                  <a:close/>
                  <a:moveTo>
                    <a:pt x="90" y="180"/>
                  </a:moveTo>
                  <a:cubicBezTo>
                    <a:pt x="90" y="161"/>
                    <a:pt x="90" y="161"/>
                    <a:pt x="90" y="161"/>
                  </a:cubicBezTo>
                  <a:cubicBezTo>
                    <a:pt x="65" y="158"/>
                    <a:pt x="45" y="138"/>
                    <a:pt x="42" y="114"/>
                  </a:cubicBezTo>
                  <a:cubicBezTo>
                    <a:pt x="23" y="114"/>
                    <a:pt x="23" y="114"/>
                    <a:pt x="23" y="114"/>
                  </a:cubicBezTo>
                  <a:cubicBezTo>
                    <a:pt x="25" y="149"/>
                    <a:pt x="54" y="178"/>
                    <a:pt x="90" y="180"/>
                  </a:cubicBezTo>
                  <a:close/>
                  <a:moveTo>
                    <a:pt x="99" y="161"/>
                  </a:moveTo>
                  <a:cubicBezTo>
                    <a:pt x="99" y="180"/>
                    <a:pt x="99" y="180"/>
                    <a:pt x="99" y="180"/>
                  </a:cubicBezTo>
                  <a:cubicBezTo>
                    <a:pt x="135" y="178"/>
                    <a:pt x="164" y="149"/>
                    <a:pt x="166" y="114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4" y="138"/>
                    <a:pt x="124" y="158"/>
                    <a:pt x="99" y="161"/>
                  </a:cubicBez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任意多边形: 形状 40"/>
            <p:cNvSpPr>
              <a:spLocks/>
            </p:cNvSpPr>
            <p:nvPr/>
          </p:nvSpPr>
          <p:spPr bwMode="auto">
            <a:xfrm>
              <a:off x="7230297" y="1945077"/>
              <a:ext cx="325092" cy="377229"/>
            </a:xfrm>
            <a:custGeom>
              <a:avLst/>
              <a:gdLst>
                <a:gd name="T0" fmla="*/ 97 w 153"/>
                <a:gd name="T1" fmla="*/ 153 h 178"/>
                <a:gd name="T2" fmla="*/ 100 w 153"/>
                <a:gd name="T3" fmla="*/ 160 h 178"/>
                <a:gd name="T4" fmla="*/ 56 w 153"/>
                <a:gd name="T5" fmla="*/ 163 h 178"/>
                <a:gd name="T6" fmla="*/ 53 w 153"/>
                <a:gd name="T7" fmla="*/ 156 h 178"/>
                <a:gd name="T8" fmla="*/ 92 w 153"/>
                <a:gd name="T9" fmla="*/ 168 h 178"/>
                <a:gd name="T10" fmla="*/ 87 w 153"/>
                <a:gd name="T11" fmla="*/ 178 h 178"/>
                <a:gd name="T12" fmla="*/ 61 w 153"/>
                <a:gd name="T13" fmla="*/ 173 h 178"/>
                <a:gd name="T14" fmla="*/ 92 w 153"/>
                <a:gd name="T15" fmla="*/ 168 h 178"/>
                <a:gd name="T16" fmla="*/ 116 w 153"/>
                <a:gd name="T17" fmla="*/ 80 h 178"/>
                <a:gd name="T18" fmla="*/ 57 w 153"/>
                <a:gd name="T19" fmla="*/ 147 h 178"/>
                <a:gd name="T20" fmla="*/ 76 w 153"/>
                <a:gd name="T21" fmla="*/ 41 h 178"/>
                <a:gd name="T22" fmla="*/ 85 w 153"/>
                <a:gd name="T23" fmla="*/ 48 h 178"/>
                <a:gd name="T24" fmla="*/ 92 w 153"/>
                <a:gd name="T25" fmla="*/ 53 h 178"/>
                <a:gd name="T26" fmla="*/ 83 w 153"/>
                <a:gd name="T27" fmla="*/ 52 h 178"/>
                <a:gd name="T28" fmla="*/ 59 w 153"/>
                <a:gd name="T29" fmla="*/ 63 h 178"/>
                <a:gd name="T30" fmla="*/ 49 w 153"/>
                <a:gd name="T31" fmla="*/ 81 h 178"/>
                <a:gd name="T32" fmla="*/ 47 w 153"/>
                <a:gd name="T33" fmla="*/ 96 h 178"/>
                <a:gd name="T34" fmla="*/ 44 w 153"/>
                <a:gd name="T35" fmla="*/ 88 h 178"/>
                <a:gd name="T36" fmla="*/ 45 w 153"/>
                <a:gd name="T37" fmla="*/ 71 h 178"/>
                <a:gd name="T38" fmla="*/ 54 w 153"/>
                <a:gd name="T39" fmla="*/ 56 h 178"/>
                <a:gd name="T40" fmla="*/ 76 w 153"/>
                <a:gd name="T41" fmla="*/ 47 h 178"/>
                <a:gd name="T42" fmla="*/ 72 w 153"/>
                <a:gd name="T43" fmla="*/ 0 h 178"/>
                <a:gd name="T44" fmla="*/ 81 w 153"/>
                <a:gd name="T45" fmla="*/ 27 h 178"/>
                <a:gd name="T46" fmla="*/ 72 w 153"/>
                <a:gd name="T47" fmla="*/ 27 h 178"/>
                <a:gd name="T48" fmla="*/ 128 w 153"/>
                <a:gd name="T49" fmla="*/ 19 h 178"/>
                <a:gd name="T50" fmla="*/ 116 w 153"/>
                <a:gd name="T51" fmla="*/ 44 h 178"/>
                <a:gd name="T52" fmla="*/ 128 w 153"/>
                <a:gd name="T53" fmla="*/ 19 h 178"/>
                <a:gd name="T54" fmla="*/ 26 w 153"/>
                <a:gd name="T55" fmla="*/ 134 h 178"/>
                <a:gd name="T56" fmla="*/ 34 w 153"/>
                <a:gd name="T57" fmla="*/ 113 h 178"/>
                <a:gd name="T58" fmla="*/ 26 w 153"/>
                <a:gd name="T59" fmla="*/ 19 h 178"/>
                <a:gd name="T60" fmla="*/ 37 w 153"/>
                <a:gd name="T61" fmla="*/ 44 h 178"/>
                <a:gd name="T62" fmla="*/ 26 w 153"/>
                <a:gd name="T63" fmla="*/ 19 h 178"/>
                <a:gd name="T64" fmla="*/ 128 w 153"/>
                <a:gd name="T65" fmla="*/ 134 h 178"/>
                <a:gd name="T66" fmla="*/ 120 w 153"/>
                <a:gd name="T67" fmla="*/ 113 h 178"/>
                <a:gd name="T68" fmla="*/ 153 w 153"/>
                <a:gd name="T69" fmla="*/ 72 h 178"/>
                <a:gd name="T70" fmla="*/ 131 w 153"/>
                <a:gd name="T71" fmla="*/ 81 h 178"/>
                <a:gd name="T72" fmla="*/ 130 w 153"/>
                <a:gd name="T73" fmla="*/ 72 h 178"/>
                <a:gd name="T74" fmla="*/ 23 w 153"/>
                <a:gd name="T75" fmla="*/ 81 h 178"/>
                <a:gd name="T76" fmla="*/ 0 w 153"/>
                <a:gd name="T77" fmla="*/ 72 h 178"/>
                <a:gd name="T78" fmla="*/ 23 w 153"/>
                <a:gd name="T79" fmla="*/ 8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3" h="178">
                  <a:moveTo>
                    <a:pt x="56" y="153"/>
                  </a:moveTo>
                  <a:cubicBezTo>
                    <a:pt x="97" y="153"/>
                    <a:pt x="97" y="153"/>
                    <a:pt x="97" y="153"/>
                  </a:cubicBezTo>
                  <a:cubicBezTo>
                    <a:pt x="99" y="153"/>
                    <a:pt x="100" y="154"/>
                    <a:pt x="100" y="156"/>
                  </a:cubicBezTo>
                  <a:cubicBezTo>
                    <a:pt x="100" y="160"/>
                    <a:pt x="100" y="160"/>
                    <a:pt x="100" y="160"/>
                  </a:cubicBezTo>
                  <a:cubicBezTo>
                    <a:pt x="100" y="161"/>
                    <a:pt x="99" y="163"/>
                    <a:pt x="97" y="163"/>
                  </a:cubicBezTo>
                  <a:cubicBezTo>
                    <a:pt x="56" y="163"/>
                    <a:pt x="56" y="163"/>
                    <a:pt x="56" y="163"/>
                  </a:cubicBezTo>
                  <a:cubicBezTo>
                    <a:pt x="54" y="163"/>
                    <a:pt x="53" y="161"/>
                    <a:pt x="53" y="160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4"/>
                    <a:pt x="54" y="153"/>
                    <a:pt x="56" y="153"/>
                  </a:cubicBezTo>
                  <a:close/>
                  <a:moveTo>
                    <a:pt x="92" y="168"/>
                  </a:moveTo>
                  <a:cubicBezTo>
                    <a:pt x="92" y="173"/>
                    <a:pt x="92" y="173"/>
                    <a:pt x="92" y="173"/>
                  </a:cubicBezTo>
                  <a:cubicBezTo>
                    <a:pt x="92" y="176"/>
                    <a:pt x="89" y="178"/>
                    <a:pt x="87" y="178"/>
                  </a:cubicBezTo>
                  <a:cubicBezTo>
                    <a:pt x="66" y="178"/>
                    <a:pt x="66" y="178"/>
                    <a:pt x="66" y="178"/>
                  </a:cubicBezTo>
                  <a:cubicBezTo>
                    <a:pt x="63" y="178"/>
                    <a:pt x="61" y="176"/>
                    <a:pt x="61" y="173"/>
                  </a:cubicBezTo>
                  <a:cubicBezTo>
                    <a:pt x="61" y="168"/>
                    <a:pt x="61" y="168"/>
                    <a:pt x="61" y="168"/>
                  </a:cubicBezTo>
                  <a:cubicBezTo>
                    <a:pt x="92" y="168"/>
                    <a:pt x="92" y="168"/>
                    <a:pt x="92" y="168"/>
                  </a:cubicBezTo>
                  <a:close/>
                  <a:moveTo>
                    <a:pt x="76" y="41"/>
                  </a:moveTo>
                  <a:cubicBezTo>
                    <a:pt x="98" y="41"/>
                    <a:pt x="116" y="59"/>
                    <a:pt x="116" y="80"/>
                  </a:cubicBezTo>
                  <a:cubicBezTo>
                    <a:pt x="116" y="105"/>
                    <a:pt x="96" y="111"/>
                    <a:pt x="96" y="147"/>
                  </a:cubicBezTo>
                  <a:cubicBezTo>
                    <a:pt x="57" y="147"/>
                    <a:pt x="57" y="147"/>
                    <a:pt x="57" y="147"/>
                  </a:cubicBezTo>
                  <a:cubicBezTo>
                    <a:pt x="57" y="111"/>
                    <a:pt x="37" y="105"/>
                    <a:pt x="37" y="80"/>
                  </a:cubicBezTo>
                  <a:cubicBezTo>
                    <a:pt x="37" y="59"/>
                    <a:pt x="54" y="41"/>
                    <a:pt x="76" y="41"/>
                  </a:cubicBezTo>
                  <a:close/>
                  <a:moveTo>
                    <a:pt x="81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9" y="50"/>
                    <a:pt x="93" y="52"/>
                    <a:pt x="97" y="55"/>
                  </a:cubicBezTo>
                  <a:cubicBezTo>
                    <a:pt x="96" y="54"/>
                    <a:pt x="94" y="53"/>
                    <a:pt x="92" y="53"/>
                  </a:cubicBezTo>
                  <a:cubicBezTo>
                    <a:pt x="89" y="52"/>
                    <a:pt x="89" y="52"/>
                    <a:pt x="89" y="52"/>
                  </a:cubicBezTo>
                  <a:cubicBezTo>
                    <a:pt x="87" y="52"/>
                    <a:pt x="85" y="52"/>
                    <a:pt x="83" y="52"/>
                  </a:cubicBezTo>
                  <a:cubicBezTo>
                    <a:pt x="80" y="52"/>
                    <a:pt x="77" y="52"/>
                    <a:pt x="74" y="53"/>
                  </a:cubicBezTo>
                  <a:cubicBezTo>
                    <a:pt x="68" y="55"/>
                    <a:pt x="64" y="58"/>
                    <a:pt x="59" y="63"/>
                  </a:cubicBezTo>
                  <a:cubicBezTo>
                    <a:pt x="56" y="65"/>
                    <a:pt x="56" y="65"/>
                    <a:pt x="56" y="65"/>
                  </a:cubicBezTo>
                  <a:cubicBezTo>
                    <a:pt x="53" y="70"/>
                    <a:pt x="50" y="75"/>
                    <a:pt x="49" y="81"/>
                  </a:cubicBezTo>
                  <a:cubicBezTo>
                    <a:pt x="48" y="85"/>
                    <a:pt x="48" y="85"/>
                    <a:pt x="48" y="85"/>
                  </a:cubicBezTo>
                  <a:cubicBezTo>
                    <a:pt x="47" y="89"/>
                    <a:pt x="47" y="92"/>
                    <a:pt x="47" y="96"/>
                  </a:cubicBezTo>
                  <a:cubicBezTo>
                    <a:pt x="46" y="94"/>
                    <a:pt x="46" y="92"/>
                    <a:pt x="45" y="91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3" y="83"/>
                    <a:pt x="43" y="79"/>
                    <a:pt x="44" y="74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6" y="66"/>
                    <a:pt x="49" y="62"/>
                    <a:pt x="52" y="58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2"/>
                    <a:pt x="63" y="50"/>
                    <a:pt x="68" y="48"/>
                  </a:cubicBezTo>
                  <a:cubicBezTo>
                    <a:pt x="71" y="48"/>
                    <a:pt x="74" y="47"/>
                    <a:pt x="76" y="47"/>
                  </a:cubicBezTo>
                  <a:cubicBezTo>
                    <a:pt x="78" y="47"/>
                    <a:pt x="80" y="48"/>
                    <a:pt x="81" y="48"/>
                  </a:cubicBezTo>
                  <a:close/>
                  <a:moveTo>
                    <a:pt x="7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0" y="27"/>
                    <a:pt x="78" y="27"/>
                    <a:pt x="77" y="27"/>
                  </a:cubicBezTo>
                  <a:cubicBezTo>
                    <a:pt x="75" y="27"/>
                    <a:pt x="74" y="27"/>
                    <a:pt x="72" y="27"/>
                  </a:cubicBezTo>
                  <a:cubicBezTo>
                    <a:pt x="72" y="0"/>
                    <a:pt x="72" y="0"/>
                    <a:pt x="72" y="0"/>
                  </a:cubicBezTo>
                  <a:close/>
                  <a:moveTo>
                    <a:pt x="128" y="19"/>
                  </a:moveTo>
                  <a:cubicBezTo>
                    <a:pt x="134" y="26"/>
                    <a:pt x="134" y="26"/>
                    <a:pt x="134" y="26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4" y="42"/>
                    <a:pt x="112" y="40"/>
                    <a:pt x="109" y="38"/>
                  </a:cubicBezTo>
                  <a:cubicBezTo>
                    <a:pt x="128" y="19"/>
                    <a:pt x="128" y="19"/>
                    <a:pt x="128" y="19"/>
                  </a:cubicBezTo>
                  <a:close/>
                  <a:moveTo>
                    <a:pt x="40" y="120"/>
                  </a:moveTo>
                  <a:cubicBezTo>
                    <a:pt x="26" y="134"/>
                    <a:pt x="26" y="134"/>
                    <a:pt x="26" y="134"/>
                  </a:cubicBezTo>
                  <a:cubicBezTo>
                    <a:pt x="19" y="128"/>
                    <a:pt x="19" y="128"/>
                    <a:pt x="19" y="128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6" y="116"/>
                    <a:pt x="38" y="118"/>
                    <a:pt x="40" y="120"/>
                  </a:cubicBezTo>
                  <a:close/>
                  <a:moveTo>
                    <a:pt x="26" y="19"/>
                  </a:moveTo>
                  <a:cubicBezTo>
                    <a:pt x="19" y="26"/>
                    <a:pt x="19" y="26"/>
                    <a:pt x="19" y="26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40" y="42"/>
                    <a:pt x="42" y="40"/>
                    <a:pt x="44" y="38"/>
                  </a:cubicBezTo>
                  <a:cubicBezTo>
                    <a:pt x="26" y="19"/>
                    <a:pt x="26" y="19"/>
                    <a:pt x="26" y="19"/>
                  </a:cubicBezTo>
                  <a:close/>
                  <a:moveTo>
                    <a:pt x="113" y="120"/>
                  </a:moveTo>
                  <a:cubicBezTo>
                    <a:pt x="128" y="134"/>
                    <a:pt x="128" y="134"/>
                    <a:pt x="128" y="134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18" y="116"/>
                    <a:pt x="116" y="118"/>
                    <a:pt x="113" y="120"/>
                  </a:cubicBezTo>
                  <a:close/>
                  <a:moveTo>
                    <a:pt x="153" y="72"/>
                  </a:moveTo>
                  <a:cubicBezTo>
                    <a:pt x="153" y="81"/>
                    <a:pt x="153" y="81"/>
                    <a:pt x="153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1" y="78"/>
                    <a:pt x="130" y="75"/>
                    <a:pt x="130" y="72"/>
                  </a:cubicBezTo>
                  <a:cubicBezTo>
                    <a:pt x="153" y="72"/>
                    <a:pt x="153" y="72"/>
                    <a:pt x="153" y="72"/>
                  </a:cubicBezTo>
                  <a:close/>
                  <a:moveTo>
                    <a:pt x="23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3" y="75"/>
                    <a:pt x="23" y="78"/>
                    <a:pt x="23" y="81"/>
                  </a:cubicBezTo>
                  <a:cubicBezTo>
                    <a:pt x="23" y="81"/>
                    <a:pt x="23" y="81"/>
                    <a:pt x="23" y="81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任意多边形: 形状 41"/>
            <p:cNvSpPr>
              <a:spLocks/>
            </p:cNvSpPr>
            <p:nvPr/>
          </p:nvSpPr>
          <p:spPr bwMode="auto">
            <a:xfrm>
              <a:off x="4946477" y="2278347"/>
              <a:ext cx="1106129" cy="1105107"/>
            </a:xfrm>
            <a:custGeom>
              <a:avLst/>
              <a:gdLst>
                <a:gd name="T0" fmla="*/ 0 w 521"/>
                <a:gd name="T1" fmla="*/ 521 h 521"/>
                <a:gd name="T2" fmla="*/ 521 w 521"/>
                <a:gd name="T3" fmla="*/ 0 h 521"/>
                <a:gd name="T4" fmla="*/ 521 w 521"/>
                <a:gd name="T5" fmla="*/ 521 h 521"/>
                <a:gd name="T6" fmla="*/ 0 w 521"/>
                <a:gd name="T7" fmla="*/ 52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1" h="521">
                  <a:moveTo>
                    <a:pt x="0" y="521"/>
                  </a:moveTo>
                  <a:cubicBezTo>
                    <a:pt x="11" y="239"/>
                    <a:pt x="239" y="11"/>
                    <a:pt x="521" y="0"/>
                  </a:cubicBezTo>
                  <a:cubicBezTo>
                    <a:pt x="521" y="521"/>
                    <a:pt x="521" y="521"/>
                    <a:pt x="521" y="521"/>
                  </a:cubicBezTo>
                  <a:cubicBezTo>
                    <a:pt x="0" y="521"/>
                    <a:pt x="0" y="521"/>
                    <a:pt x="0" y="52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3" name="任意多边形: 形状 42"/>
            <p:cNvSpPr>
              <a:spLocks/>
            </p:cNvSpPr>
            <p:nvPr/>
          </p:nvSpPr>
          <p:spPr bwMode="auto">
            <a:xfrm>
              <a:off x="4946477" y="3470350"/>
              <a:ext cx="1106129" cy="1106129"/>
            </a:xfrm>
            <a:custGeom>
              <a:avLst/>
              <a:gdLst>
                <a:gd name="T0" fmla="*/ 521 w 521"/>
                <a:gd name="T1" fmla="*/ 522 h 522"/>
                <a:gd name="T2" fmla="*/ 0 w 521"/>
                <a:gd name="T3" fmla="*/ 0 h 522"/>
                <a:gd name="T4" fmla="*/ 521 w 521"/>
                <a:gd name="T5" fmla="*/ 0 h 522"/>
                <a:gd name="T6" fmla="*/ 521 w 521"/>
                <a:gd name="T7" fmla="*/ 522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1" h="522">
                  <a:moveTo>
                    <a:pt x="521" y="522"/>
                  </a:moveTo>
                  <a:cubicBezTo>
                    <a:pt x="239" y="511"/>
                    <a:pt x="11" y="283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522"/>
                    <a:pt x="521" y="522"/>
                    <a:pt x="521" y="52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4" name="任意多边形: 形状 43"/>
            <p:cNvSpPr>
              <a:spLocks/>
            </p:cNvSpPr>
            <p:nvPr/>
          </p:nvSpPr>
          <p:spPr bwMode="auto">
            <a:xfrm>
              <a:off x="6140525" y="3470350"/>
              <a:ext cx="1108174" cy="1106129"/>
            </a:xfrm>
            <a:custGeom>
              <a:avLst/>
              <a:gdLst>
                <a:gd name="T0" fmla="*/ 522 w 522"/>
                <a:gd name="T1" fmla="*/ 0 h 522"/>
                <a:gd name="T2" fmla="*/ 0 w 522"/>
                <a:gd name="T3" fmla="*/ 522 h 522"/>
                <a:gd name="T4" fmla="*/ 0 w 522"/>
                <a:gd name="T5" fmla="*/ 0 h 522"/>
                <a:gd name="T6" fmla="*/ 522 w 522"/>
                <a:gd name="T7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2" h="522">
                  <a:moveTo>
                    <a:pt x="522" y="0"/>
                  </a:moveTo>
                  <a:cubicBezTo>
                    <a:pt x="511" y="283"/>
                    <a:pt x="283" y="511"/>
                    <a:pt x="0" y="5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22" y="0"/>
                    <a:pt x="522" y="0"/>
                    <a:pt x="522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5" name="任意多边形: 形状 44"/>
            <p:cNvSpPr>
              <a:spLocks/>
            </p:cNvSpPr>
            <p:nvPr/>
          </p:nvSpPr>
          <p:spPr bwMode="auto">
            <a:xfrm>
              <a:off x="6140525" y="2278347"/>
              <a:ext cx="1108174" cy="1105107"/>
            </a:xfrm>
            <a:custGeom>
              <a:avLst/>
              <a:gdLst>
                <a:gd name="T0" fmla="*/ 0 w 522"/>
                <a:gd name="T1" fmla="*/ 0 h 521"/>
                <a:gd name="T2" fmla="*/ 522 w 522"/>
                <a:gd name="T3" fmla="*/ 521 h 521"/>
                <a:gd name="T4" fmla="*/ 0 w 522"/>
                <a:gd name="T5" fmla="*/ 521 h 521"/>
                <a:gd name="T6" fmla="*/ 0 w 522"/>
                <a:gd name="T7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2" h="521">
                  <a:moveTo>
                    <a:pt x="0" y="0"/>
                  </a:moveTo>
                  <a:cubicBezTo>
                    <a:pt x="283" y="11"/>
                    <a:pt x="511" y="239"/>
                    <a:pt x="522" y="52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none" lIns="91440" tIns="45720" rIns="91440" bIns="45720" anchor="ctr" anchorCtr="1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46" name="任意多边形: 形状 45"/>
            <p:cNvSpPr>
              <a:spLocks/>
            </p:cNvSpPr>
            <p:nvPr/>
          </p:nvSpPr>
          <p:spPr bwMode="auto">
            <a:xfrm>
              <a:off x="4614229" y="1962456"/>
              <a:ext cx="374162" cy="343493"/>
            </a:xfrm>
            <a:custGeom>
              <a:avLst/>
              <a:gdLst>
                <a:gd name="T0" fmla="*/ 130 w 176"/>
                <a:gd name="T1" fmla="*/ 63 h 162"/>
                <a:gd name="T2" fmla="*/ 148 w 176"/>
                <a:gd name="T3" fmla="*/ 63 h 162"/>
                <a:gd name="T4" fmla="*/ 152 w 176"/>
                <a:gd name="T5" fmla="*/ 54 h 162"/>
                <a:gd name="T6" fmla="*/ 125 w 176"/>
                <a:gd name="T7" fmla="*/ 54 h 162"/>
                <a:gd name="T8" fmla="*/ 130 w 176"/>
                <a:gd name="T9" fmla="*/ 63 h 162"/>
                <a:gd name="T10" fmla="*/ 130 w 176"/>
                <a:gd name="T11" fmla="*/ 68 h 162"/>
                <a:gd name="T12" fmla="*/ 148 w 176"/>
                <a:gd name="T13" fmla="*/ 68 h 162"/>
                <a:gd name="T14" fmla="*/ 150 w 176"/>
                <a:gd name="T15" fmla="*/ 134 h 162"/>
                <a:gd name="T16" fmla="*/ 127 w 176"/>
                <a:gd name="T17" fmla="*/ 134 h 162"/>
                <a:gd name="T18" fmla="*/ 130 w 176"/>
                <a:gd name="T19" fmla="*/ 68 h 162"/>
                <a:gd name="T20" fmla="*/ 79 w 176"/>
                <a:gd name="T21" fmla="*/ 63 h 162"/>
                <a:gd name="T22" fmla="*/ 97 w 176"/>
                <a:gd name="T23" fmla="*/ 63 h 162"/>
                <a:gd name="T24" fmla="*/ 101 w 176"/>
                <a:gd name="T25" fmla="*/ 54 h 162"/>
                <a:gd name="T26" fmla="*/ 75 w 176"/>
                <a:gd name="T27" fmla="*/ 54 h 162"/>
                <a:gd name="T28" fmla="*/ 79 w 176"/>
                <a:gd name="T29" fmla="*/ 63 h 162"/>
                <a:gd name="T30" fmla="*/ 79 w 176"/>
                <a:gd name="T31" fmla="*/ 63 h 162"/>
                <a:gd name="T32" fmla="*/ 79 w 176"/>
                <a:gd name="T33" fmla="*/ 68 h 162"/>
                <a:gd name="T34" fmla="*/ 97 w 176"/>
                <a:gd name="T35" fmla="*/ 68 h 162"/>
                <a:gd name="T36" fmla="*/ 99 w 176"/>
                <a:gd name="T37" fmla="*/ 134 h 162"/>
                <a:gd name="T38" fmla="*/ 76 w 176"/>
                <a:gd name="T39" fmla="*/ 134 h 162"/>
                <a:gd name="T40" fmla="*/ 79 w 176"/>
                <a:gd name="T41" fmla="*/ 68 h 162"/>
                <a:gd name="T42" fmla="*/ 79 w 176"/>
                <a:gd name="T43" fmla="*/ 68 h 162"/>
                <a:gd name="T44" fmla="*/ 28 w 176"/>
                <a:gd name="T45" fmla="*/ 63 h 162"/>
                <a:gd name="T46" fmla="*/ 46 w 176"/>
                <a:gd name="T47" fmla="*/ 63 h 162"/>
                <a:gd name="T48" fmla="*/ 50 w 176"/>
                <a:gd name="T49" fmla="*/ 54 h 162"/>
                <a:gd name="T50" fmla="*/ 24 w 176"/>
                <a:gd name="T51" fmla="*/ 54 h 162"/>
                <a:gd name="T52" fmla="*/ 28 w 176"/>
                <a:gd name="T53" fmla="*/ 63 h 162"/>
                <a:gd name="T54" fmla="*/ 28 w 176"/>
                <a:gd name="T55" fmla="*/ 68 h 162"/>
                <a:gd name="T56" fmla="*/ 46 w 176"/>
                <a:gd name="T57" fmla="*/ 68 h 162"/>
                <a:gd name="T58" fmla="*/ 49 w 176"/>
                <a:gd name="T59" fmla="*/ 134 h 162"/>
                <a:gd name="T60" fmla="*/ 26 w 176"/>
                <a:gd name="T61" fmla="*/ 134 h 162"/>
                <a:gd name="T62" fmla="*/ 28 w 176"/>
                <a:gd name="T63" fmla="*/ 68 h 162"/>
                <a:gd name="T64" fmla="*/ 9 w 176"/>
                <a:gd name="T65" fmla="*/ 148 h 162"/>
                <a:gd name="T66" fmla="*/ 166 w 176"/>
                <a:gd name="T67" fmla="*/ 148 h 162"/>
                <a:gd name="T68" fmla="*/ 166 w 176"/>
                <a:gd name="T69" fmla="*/ 153 h 162"/>
                <a:gd name="T70" fmla="*/ 9 w 176"/>
                <a:gd name="T71" fmla="*/ 153 h 162"/>
                <a:gd name="T72" fmla="*/ 9 w 176"/>
                <a:gd name="T73" fmla="*/ 148 h 162"/>
                <a:gd name="T74" fmla="*/ 9 w 176"/>
                <a:gd name="T75" fmla="*/ 148 h 162"/>
                <a:gd name="T76" fmla="*/ 0 w 176"/>
                <a:gd name="T77" fmla="*/ 156 h 162"/>
                <a:gd name="T78" fmla="*/ 176 w 176"/>
                <a:gd name="T79" fmla="*/ 156 h 162"/>
                <a:gd name="T80" fmla="*/ 176 w 176"/>
                <a:gd name="T81" fmla="*/ 162 h 162"/>
                <a:gd name="T82" fmla="*/ 0 w 176"/>
                <a:gd name="T83" fmla="*/ 162 h 162"/>
                <a:gd name="T84" fmla="*/ 0 w 176"/>
                <a:gd name="T85" fmla="*/ 156 h 162"/>
                <a:gd name="T86" fmla="*/ 0 w 176"/>
                <a:gd name="T87" fmla="*/ 156 h 162"/>
                <a:gd name="T88" fmla="*/ 149 w 176"/>
                <a:gd name="T89" fmla="*/ 37 h 162"/>
                <a:gd name="T90" fmla="*/ 88 w 176"/>
                <a:gd name="T91" fmla="*/ 14 h 162"/>
                <a:gd name="T92" fmla="*/ 27 w 176"/>
                <a:gd name="T93" fmla="*/ 37 h 162"/>
                <a:gd name="T94" fmla="*/ 149 w 176"/>
                <a:gd name="T95" fmla="*/ 37 h 162"/>
                <a:gd name="T96" fmla="*/ 11 w 176"/>
                <a:gd name="T97" fmla="*/ 50 h 162"/>
                <a:gd name="T98" fmla="*/ 165 w 176"/>
                <a:gd name="T99" fmla="*/ 50 h 162"/>
                <a:gd name="T100" fmla="*/ 165 w 176"/>
                <a:gd name="T101" fmla="*/ 29 h 162"/>
                <a:gd name="T102" fmla="*/ 88 w 176"/>
                <a:gd name="T103" fmla="*/ 0 h 162"/>
                <a:gd name="T104" fmla="*/ 11 w 176"/>
                <a:gd name="T105" fmla="*/ 29 h 162"/>
                <a:gd name="T106" fmla="*/ 11 w 176"/>
                <a:gd name="T107" fmla="*/ 50 h 162"/>
                <a:gd name="T108" fmla="*/ 21 w 176"/>
                <a:gd name="T109" fmla="*/ 139 h 162"/>
                <a:gd name="T110" fmla="*/ 155 w 176"/>
                <a:gd name="T111" fmla="*/ 139 h 162"/>
                <a:gd name="T112" fmla="*/ 155 w 176"/>
                <a:gd name="T113" fmla="*/ 144 h 162"/>
                <a:gd name="T114" fmla="*/ 21 w 176"/>
                <a:gd name="T115" fmla="*/ 144 h 162"/>
                <a:gd name="T116" fmla="*/ 21 w 176"/>
                <a:gd name="T117" fmla="*/ 139 h 162"/>
                <a:gd name="T118" fmla="*/ 21 w 176"/>
                <a:gd name="T119" fmla="*/ 13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6" h="162">
                  <a:moveTo>
                    <a:pt x="130" y="63"/>
                  </a:moveTo>
                  <a:cubicBezTo>
                    <a:pt x="148" y="63"/>
                    <a:pt x="148" y="63"/>
                    <a:pt x="148" y="63"/>
                  </a:cubicBezTo>
                  <a:cubicBezTo>
                    <a:pt x="152" y="54"/>
                    <a:pt x="152" y="54"/>
                    <a:pt x="152" y="54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30" y="63"/>
                    <a:pt x="130" y="63"/>
                    <a:pt x="130" y="63"/>
                  </a:cubicBezTo>
                  <a:close/>
                  <a:moveTo>
                    <a:pt x="130" y="68"/>
                  </a:moveTo>
                  <a:cubicBezTo>
                    <a:pt x="148" y="68"/>
                    <a:pt x="148" y="68"/>
                    <a:pt x="148" y="68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0" y="68"/>
                    <a:pt x="130" y="68"/>
                    <a:pt x="130" y="68"/>
                  </a:cubicBezTo>
                  <a:close/>
                  <a:moveTo>
                    <a:pt x="79" y="63"/>
                  </a:moveTo>
                  <a:cubicBezTo>
                    <a:pt x="85" y="63"/>
                    <a:pt x="91" y="63"/>
                    <a:pt x="97" y="63"/>
                  </a:cubicBezTo>
                  <a:cubicBezTo>
                    <a:pt x="98" y="60"/>
                    <a:pt x="100" y="57"/>
                    <a:pt x="101" y="54"/>
                  </a:cubicBezTo>
                  <a:cubicBezTo>
                    <a:pt x="92" y="54"/>
                    <a:pt x="83" y="54"/>
                    <a:pt x="75" y="54"/>
                  </a:cubicBezTo>
                  <a:cubicBezTo>
                    <a:pt x="76" y="57"/>
                    <a:pt x="78" y="60"/>
                    <a:pt x="79" y="63"/>
                  </a:cubicBezTo>
                  <a:cubicBezTo>
                    <a:pt x="79" y="63"/>
                    <a:pt x="79" y="63"/>
                    <a:pt x="79" y="63"/>
                  </a:cubicBezTo>
                  <a:close/>
                  <a:moveTo>
                    <a:pt x="79" y="68"/>
                  </a:moveTo>
                  <a:cubicBezTo>
                    <a:pt x="85" y="68"/>
                    <a:pt x="91" y="68"/>
                    <a:pt x="97" y="68"/>
                  </a:cubicBezTo>
                  <a:cubicBezTo>
                    <a:pt x="97" y="90"/>
                    <a:pt x="98" y="112"/>
                    <a:pt x="99" y="134"/>
                  </a:cubicBezTo>
                  <a:cubicBezTo>
                    <a:pt x="92" y="134"/>
                    <a:pt x="84" y="134"/>
                    <a:pt x="76" y="134"/>
                  </a:cubicBezTo>
                  <a:cubicBezTo>
                    <a:pt x="77" y="112"/>
                    <a:pt x="78" y="90"/>
                    <a:pt x="79" y="68"/>
                  </a:cubicBezTo>
                  <a:cubicBezTo>
                    <a:pt x="79" y="68"/>
                    <a:pt x="79" y="68"/>
                    <a:pt x="79" y="68"/>
                  </a:cubicBezTo>
                  <a:close/>
                  <a:moveTo>
                    <a:pt x="28" y="63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8" y="63"/>
                    <a:pt x="28" y="63"/>
                    <a:pt x="28" y="63"/>
                  </a:cubicBezTo>
                  <a:close/>
                  <a:moveTo>
                    <a:pt x="28" y="68"/>
                  </a:moveTo>
                  <a:cubicBezTo>
                    <a:pt x="46" y="68"/>
                    <a:pt x="46" y="68"/>
                    <a:pt x="46" y="68"/>
                  </a:cubicBezTo>
                  <a:cubicBezTo>
                    <a:pt x="49" y="134"/>
                    <a:pt x="49" y="134"/>
                    <a:pt x="49" y="134"/>
                  </a:cubicBezTo>
                  <a:cubicBezTo>
                    <a:pt x="26" y="134"/>
                    <a:pt x="26" y="134"/>
                    <a:pt x="26" y="134"/>
                  </a:cubicBezTo>
                  <a:cubicBezTo>
                    <a:pt x="28" y="68"/>
                    <a:pt x="28" y="68"/>
                    <a:pt x="28" y="68"/>
                  </a:cubicBezTo>
                  <a:close/>
                  <a:moveTo>
                    <a:pt x="9" y="148"/>
                  </a:moveTo>
                  <a:cubicBezTo>
                    <a:pt x="62" y="148"/>
                    <a:pt x="114" y="148"/>
                    <a:pt x="166" y="148"/>
                  </a:cubicBezTo>
                  <a:cubicBezTo>
                    <a:pt x="166" y="150"/>
                    <a:pt x="166" y="151"/>
                    <a:pt x="166" y="153"/>
                  </a:cubicBezTo>
                  <a:cubicBezTo>
                    <a:pt x="114" y="153"/>
                    <a:pt x="62" y="153"/>
                    <a:pt x="9" y="153"/>
                  </a:cubicBezTo>
                  <a:cubicBezTo>
                    <a:pt x="9" y="151"/>
                    <a:pt x="9" y="150"/>
                    <a:pt x="9" y="148"/>
                  </a:cubicBezTo>
                  <a:cubicBezTo>
                    <a:pt x="9" y="148"/>
                    <a:pt x="9" y="148"/>
                    <a:pt x="9" y="148"/>
                  </a:cubicBezTo>
                  <a:close/>
                  <a:moveTo>
                    <a:pt x="0" y="156"/>
                  </a:moveTo>
                  <a:cubicBezTo>
                    <a:pt x="59" y="156"/>
                    <a:pt x="117" y="156"/>
                    <a:pt x="176" y="156"/>
                  </a:cubicBezTo>
                  <a:cubicBezTo>
                    <a:pt x="176" y="158"/>
                    <a:pt x="176" y="160"/>
                    <a:pt x="176" y="162"/>
                  </a:cubicBezTo>
                  <a:cubicBezTo>
                    <a:pt x="117" y="162"/>
                    <a:pt x="59" y="162"/>
                    <a:pt x="0" y="162"/>
                  </a:cubicBezTo>
                  <a:cubicBezTo>
                    <a:pt x="0" y="160"/>
                    <a:pt x="0" y="158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lose/>
                  <a:moveTo>
                    <a:pt x="149" y="37"/>
                  </a:moveTo>
                  <a:cubicBezTo>
                    <a:pt x="88" y="14"/>
                    <a:pt x="88" y="14"/>
                    <a:pt x="88" y="14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49" y="37"/>
                    <a:pt x="149" y="37"/>
                    <a:pt x="149" y="37"/>
                  </a:cubicBezTo>
                  <a:close/>
                  <a:moveTo>
                    <a:pt x="11" y="50"/>
                  </a:moveTo>
                  <a:cubicBezTo>
                    <a:pt x="165" y="50"/>
                    <a:pt x="165" y="50"/>
                    <a:pt x="165" y="50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50"/>
                    <a:pt x="11" y="50"/>
                    <a:pt x="11" y="50"/>
                  </a:cubicBezTo>
                  <a:close/>
                  <a:moveTo>
                    <a:pt x="21" y="139"/>
                  </a:moveTo>
                  <a:cubicBezTo>
                    <a:pt x="66" y="139"/>
                    <a:pt x="110" y="139"/>
                    <a:pt x="155" y="139"/>
                  </a:cubicBezTo>
                  <a:cubicBezTo>
                    <a:pt x="155" y="141"/>
                    <a:pt x="155" y="142"/>
                    <a:pt x="155" y="144"/>
                  </a:cubicBezTo>
                  <a:cubicBezTo>
                    <a:pt x="110" y="144"/>
                    <a:pt x="66" y="144"/>
                    <a:pt x="21" y="144"/>
                  </a:cubicBezTo>
                  <a:cubicBezTo>
                    <a:pt x="21" y="142"/>
                    <a:pt x="21" y="141"/>
                    <a:pt x="21" y="139"/>
                  </a:cubicBezTo>
                  <a:cubicBezTo>
                    <a:pt x="21" y="139"/>
                    <a:pt x="21" y="139"/>
                    <a:pt x="21" y="139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任意多边形: 形状 46"/>
            <p:cNvSpPr>
              <a:spLocks/>
            </p:cNvSpPr>
            <p:nvPr/>
          </p:nvSpPr>
          <p:spPr bwMode="auto">
            <a:xfrm>
              <a:off x="3866928" y="3115611"/>
              <a:ext cx="622581" cy="621559"/>
            </a:xfrm>
            <a:custGeom>
              <a:avLst/>
              <a:gdLst>
                <a:gd name="T0" fmla="*/ 52 w 293"/>
                <a:gd name="T1" fmla="*/ 241 h 293"/>
                <a:gd name="T2" fmla="*/ 241 w 293"/>
                <a:gd name="T3" fmla="*/ 241 h 293"/>
                <a:gd name="T4" fmla="*/ 241 w 293"/>
                <a:gd name="T5" fmla="*/ 52 h 293"/>
                <a:gd name="T6" fmla="*/ 52 w 293"/>
                <a:gd name="T7" fmla="*/ 52 h 293"/>
                <a:gd name="T8" fmla="*/ 52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241"/>
                  </a:move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ubicBezTo>
                    <a:pt x="0" y="104"/>
                    <a:pt x="0" y="189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任意多边形: 形状 47"/>
            <p:cNvSpPr>
              <a:spLocks/>
            </p:cNvSpPr>
            <p:nvPr/>
          </p:nvSpPr>
          <p:spPr bwMode="auto">
            <a:xfrm>
              <a:off x="3913954" y="3164682"/>
              <a:ext cx="528530" cy="525463"/>
            </a:xfrm>
            <a:custGeom>
              <a:avLst/>
              <a:gdLst>
                <a:gd name="T0" fmla="*/ 44 w 249"/>
                <a:gd name="T1" fmla="*/ 44 h 248"/>
                <a:gd name="T2" fmla="*/ 205 w 249"/>
                <a:gd name="T3" fmla="*/ 44 h 248"/>
                <a:gd name="T4" fmla="*/ 205 w 249"/>
                <a:gd name="T5" fmla="*/ 204 h 248"/>
                <a:gd name="T6" fmla="*/ 44 w 249"/>
                <a:gd name="T7" fmla="*/ 204 h 248"/>
                <a:gd name="T8" fmla="*/ 44 w 249"/>
                <a:gd name="T9" fmla="*/ 44 h 248"/>
                <a:gd name="T10" fmla="*/ 55 w 249"/>
                <a:gd name="T11" fmla="*/ 54 h 248"/>
                <a:gd name="T12" fmla="*/ 194 w 249"/>
                <a:gd name="T13" fmla="*/ 54 h 248"/>
                <a:gd name="T14" fmla="*/ 194 w 249"/>
                <a:gd name="T15" fmla="*/ 194 h 248"/>
                <a:gd name="T16" fmla="*/ 55 w 249"/>
                <a:gd name="T17" fmla="*/ 194 h 248"/>
                <a:gd name="T18" fmla="*/ 55 w 249"/>
                <a:gd name="T19" fmla="*/ 5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" h="248">
                  <a:moveTo>
                    <a:pt x="44" y="44"/>
                  </a:moveTo>
                  <a:cubicBezTo>
                    <a:pt x="88" y="0"/>
                    <a:pt x="160" y="0"/>
                    <a:pt x="205" y="44"/>
                  </a:cubicBezTo>
                  <a:cubicBezTo>
                    <a:pt x="249" y="88"/>
                    <a:pt x="249" y="160"/>
                    <a:pt x="205" y="204"/>
                  </a:cubicBezTo>
                  <a:cubicBezTo>
                    <a:pt x="160" y="248"/>
                    <a:pt x="88" y="248"/>
                    <a:pt x="44" y="204"/>
                  </a:cubicBezTo>
                  <a:cubicBezTo>
                    <a:pt x="0" y="160"/>
                    <a:pt x="0" y="88"/>
                    <a:pt x="44" y="44"/>
                  </a:cubicBezTo>
                  <a:close/>
                  <a:moveTo>
                    <a:pt x="55" y="54"/>
                  </a:moveTo>
                  <a:cubicBezTo>
                    <a:pt x="93" y="15"/>
                    <a:pt x="156" y="15"/>
                    <a:pt x="194" y="54"/>
                  </a:cubicBezTo>
                  <a:cubicBezTo>
                    <a:pt x="233" y="92"/>
                    <a:pt x="233" y="155"/>
                    <a:pt x="194" y="194"/>
                  </a:cubicBezTo>
                  <a:cubicBezTo>
                    <a:pt x="156" y="232"/>
                    <a:pt x="93" y="232"/>
                    <a:pt x="55" y="194"/>
                  </a:cubicBezTo>
                  <a:cubicBezTo>
                    <a:pt x="16" y="155"/>
                    <a:pt x="16" y="92"/>
                    <a:pt x="55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任意多边形: 形状 48"/>
            <p:cNvSpPr>
              <a:spLocks/>
            </p:cNvSpPr>
            <p:nvPr/>
          </p:nvSpPr>
          <p:spPr bwMode="auto">
            <a:xfrm>
              <a:off x="4452706" y="3411057"/>
              <a:ext cx="346560" cy="31692"/>
            </a:xfrm>
            <a:custGeom>
              <a:avLst/>
              <a:gdLst>
                <a:gd name="T0" fmla="*/ 0 w 339"/>
                <a:gd name="T1" fmla="*/ 31 h 31"/>
                <a:gd name="T2" fmla="*/ 0 w 339"/>
                <a:gd name="T3" fmla="*/ 0 h 31"/>
                <a:gd name="T4" fmla="*/ 339 w 339"/>
                <a:gd name="T5" fmla="*/ 0 h 31"/>
                <a:gd name="T6" fmla="*/ 339 w 339"/>
                <a:gd name="T7" fmla="*/ 31 h 31"/>
                <a:gd name="T8" fmla="*/ 0 w 339"/>
                <a:gd name="T9" fmla="*/ 31 h 31"/>
                <a:gd name="T10" fmla="*/ 0 w 339"/>
                <a:gd name="T1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9" h="31">
                  <a:moveTo>
                    <a:pt x="0" y="31"/>
                  </a:moveTo>
                  <a:lnTo>
                    <a:pt x="0" y="0"/>
                  </a:lnTo>
                  <a:lnTo>
                    <a:pt x="339" y="0"/>
                  </a:lnTo>
                  <a:lnTo>
                    <a:pt x="339" y="31"/>
                  </a:lnTo>
                  <a:lnTo>
                    <a:pt x="0" y="31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任意多边形: 形状 49"/>
            <p:cNvSpPr>
              <a:spLocks/>
            </p:cNvSpPr>
            <p:nvPr/>
          </p:nvSpPr>
          <p:spPr bwMode="auto">
            <a:xfrm>
              <a:off x="7705667" y="3115611"/>
              <a:ext cx="622581" cy="621559"/>
            </a:xfrm>
            <a:custGeom>
              <a:avLst/>
              <a:gdLst>
                <a:gd name="T0" fmla="*/ 241 w 293"/>
                <a:gd name="T1" fmla="*/ 241 h 293"/>
                <a:gd name="T2" fmla="*/ 52 w 293"/>
                <a:gd name="T3" fmla="*/ 241 h 293"/>
                <a:gd name="T4" fmla="*/ 52 w 293"/>
                <a:gd name="T5" fmla="*/ 52 h 293"/>
                <a:gd name="T6" fmla="*/ 241 w 293"/>
                <a:gd name="T7" fmla="*/ 52 h 293"/>
                <a:gd name="T8" fmla="*/ 241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241" y="241"/>
                  </a:moveTo>
                  <a:cubicBezTo>
                    <a:pt x="189" y="293"/>
                    <a:pt x="104" y="293"/>
                    <a:pt x="52" y="241"/>
                  </a:cubicBez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任意多边形: 形状 50"/>
            <p:cNvSpPr>
              <a:spLocks/>
            </p:cNvSpPr>
            <p:nvPr/>
          </p:nvSpPr>
          <p:spPr bwMode="auto">
            <a:xfrm>
              <a:off x="7752692" y="3164682"/>
              <a:ext cx="528530" cy="525463"/>
            </a:xfrm>
            <a:custGeom>
              <a:avLst/>
              <a:gdLst>
                <a:gd name="T0" fmla="*/ 204 w 249"/>
                <a:gd name="T1" fmla="*/ 44 h 248"/>
                <a:gd name="T2" fmla="*/ 44 w 249"/>
                <a:gd name="T3" fmla="*/ 44 h 248"/>
                <a:gd name="T4" fmla="*/ 44 w 249"/>
                <a:gd name="T5" fmla="*/ 204 h 248"/>
                <a:gd name="T6" fmla="*/ 204 w 249"/>
                <a:gd name="T7" fmla="*/ 204 h 248"/>
                <a:gd name="T8" fmla="*/ 204 w 249"/>
                <a:gd name="T9" fmla="*/ 44 h 248"/>
                <a:gd name="T10" fmla="*/ 194 w 249"/>
                <a:gd name="T11" fmla="*/ 54 h 248"/>
                <a:gd name="T12" fmla="*/ 54 w 249"/>
                <a:gd name="T13" fmla="*/ 54 h 248"/>
                <a:gd name="T14" fmla="*/ 54 w 249"/>
                <a:gd name="T15" fmla="*/ 194 h 248"/>
                <a:gd name="T16" fmla="*/ 194 w 249"/>
                <a:gd name="T17" fmla="*/ 194 h 248"/>
                <a:gd name="T18" fmla="*/ 194 w 249"/>
                <a:gd name="T19" fmla="*/ 5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" h="248">
                  <a:moveTo>
                    <a:pt x="204" y="44"/>
                  </a:move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8"/>
                    <a:pt x="160" y="248"/>
                    <a:pt x="204" y="204"/>
                  </a:cubicBezTo>
                  <a:cubicBezTo>
                    <a:pt x="249" y="160"/>
                    <a:pt x="249" y="88"/>
                    <a:pt x="204" y="44"/>
                  </a:cubicBezTo>
                  <a:close/>
                  <a:moveTo>
                    <a:pt x="194" y="54"/>
                  </a:moveTo>
                  <a:cubicBezTo>
                    <a:pt x="156" y="15"/>
                    <a:pt x="93" y="15"/>
                    <a:pt x="54" y="54"/>
                  </a:cubicBezTo>
                  <a:cubicBezTo>
                    <a:pt x="16" y="92"/>
                    <a:pt x="16" y="155"/>
                    <a:pt x="54" y="194"/>
                  </a:cubicBezTo>
                  <a:cubicBezTo>
                    <a:pt x="93" y="232"/>
                    <a:pt x="156" y="232"/>
                    <a:pt x="194" y="194"/>
                  </a:cubicBezTo>
                  <a:cubicBezTo>
                    <a:pt x="233" y="155"/>
                    <a:pt x="233" y="92"/>
                    <a:pt x="194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任意多边形: 形状 51"/>
            <p:cNvSpPr>
              <a:spLocks/>
            </p:cNvSpPr>
            <p:nvPr/>
          </p:nvSpPr>
          <p:spPr bwMode="auto">
            <a:xfrm>
              <a:off x="7395910" y="3411057"/>
              <a:ext cx="345538" cy="31692"/>
            </a:xfrm>
            <a:custGeom>
              <a:avLst/>
              <a:gdLst>
                <a:gd name="T0" fmla="*/ 338 w 338"/>
                <a:gd name="T1" fmla="*/ 31 h 31"/>
                <a:gd name="T2" fmla="*/ 338 w 338"/>
                <a:gd name="T3" fmla="*/ 0 h 31"/>
                <a:gd name="T4" fmla="*/ 0 w 338"/>
                <a:gd name="T5" fmla="*/ 0 h 31"/>
                <a:gd name="T6" fmla="*/ 0 w 338"/>
                <a:gd name="T7" fmla="*/ 31 h 31"/>
                <a:gd name="T8" fmla="*/ 338 w 338"/>
                <a:gd name="T9" fmla="*/ 31 h 31"/>
                <a:gd name="T10" fmla="*/ 338 w 338"/>
                <a:gd name="T1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8" h="31">
                  <a:moveTo>
                    <a:pt x="338" y="31"/>
                  </a:moveTo>
                  <a:lnTo>
                    <a:pt x="338" y="0"/>
                  </a:lnTo>
                  <a:lnTo>
                    <a:pt x="0" y="0"/>
                  </a:lnTo>
                  <a:lnTo>
                    <a:pt x="0" y="31"/>
                  </a:lnTo>
                  <a:lnTo>
                    <a:pt x="338" y="31"/>
                  </a:lnTo>
                  <a:lnTo>
                    <a:pt x="338" y="31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任意多边形: 形状 52"/>
            <p:cNvSpPr>
              <a:spLocks/>
            </p:cNvSpPr>
            <p:nvPr/>
          </p:nvSpPr>
          <p:spPr bwMode="auto">
            <a:xfrm>
              <a:off x="7892748" y="3361986"/>
              <a:ext cx="246375" cy="130854"/>
            </a:xfrm>
            <a:custGeom>
              <a:avLst/>
              <a:gdLst>
                <a:gd name="T0" fmla="*/ 18 w 116"/>
                <a:gd name="T1" fmla="*/ 0 h 62"/>
                <a:gd name="T2" fmla="*/ 94 w 116"/>
                <a:gd name="T3" fmla="*/ 0 h 62"/>
                <a:gd name="T4" fmla="*/ 116 w 116"/>
                <a:gd name="T5" fmla="*/ 0 h 62"/>
                <a:gd name="T6" fmla="*/ 116 w 116"/>
                <a:gd name="T7" fmla="*/ 21 h 62"/>
                <a:gd name="T8" fmla="*/ 116 w 116"/>
                <a:gd name="T9" fmla="*/ 45 h 62"/>
                <a:gd name="T10" fmla="*/ 98 w 116"/>
                <a:gd name="T11" fmla="*/ 62 h 62"/>
                <a:gd name="T12" fmla="*/ 22 w 116"/>
                <a:gd name="T13" fmla="*/ 62 h 62"/>
                <a:gd name="T14" fmla="*/ 0 w 116"/>
                <a:gd name="T15" fmla="*/ 62 h 62"/>
                <a:gd name="T16" fmla="*/ 0 w 116"/>
                <a:gd name="T17" fmla="*/ 40 h 62"/>
                <a:gd name="T18" fmla="*/ 0 w 116"/>
                <a:gd name="T19" fmla="*/ 17 h 62"/>
                <a:gd name="T20" fmla="*/ 71 w 116"/>
                <a:gd name="T21" fmla="*/ 6 h 62"/>
                <a:gd name="T22" fmla="*/ 74 w 116"/>
                <a:gd name="T23" fmla="*/ 9 h 62"/>
                <a:gd name="T24" fmla="*/ 79 w 116"/>
                <a:gd name="T25" fmla="*/ 17 h 62"/>
                <a:gd name="T26" fmla="*/ 82 w 116"/>
                <a:gd name="T27" fmla="*/ 35 h 62"/>
                <a:gd name="T28" fmla="*/ 78 w 116"/>
                <a:gd name="T29" fmla="*/ 48 h 62"/>
                <a:gd name="T30" fmla="*/ 71 w 116"/>
                <a:gd name="T31" fmla="*/ 56 h 62"/>
                <a:gd name="T32" fmla="*/ 110 w 116"/>
                <a:gd name="T33" fmla="*/ 41 h 62"/>
                <a:gd name="T34" fmla="*/ 95 w 116"/>
                <a:gd name="T35" fmla="*/ 6 h 62"/>
                <a:gd name="T36" fmla="*/ 46 w 116"/>
                <a:gd name="T37" fmla="*/ 56 h 62"/>
                <a:gd name="T38" fmla="*/ 41 w 116"/>
                <a:gd name="T39" fmla="*/ 51 h 62"/>
                <a:gd name="T40" fmla="*/ 35 w 116"/>
                <a:gd name="T41" fmla="*/ 39 h 62"/>
                <a:gd name="T42" fmla="*/ 35 w 116"/>
                <a:gd name="T43" fmla="*/ 25 h 62"/>
                <a:gd name="T44" fmla="*/ 40 w 116"/>
                <a:gd name="T45" fmla="*/ 13 h 62"/>
                <a:gd name="T46" fmla="*/ 46 w 116"/>
                <a:gd name="T47" fmla="*/ 6 h 62"/>
                <a:gd name="T48" fmla="*/ 22 w 116"/>
                <a:gd name="T49" fmla="*/ 6 h 62"/>
                <a:gd name="T50" fmla="*/ 6 w 116"/>
                <a:gd name="T51" fmla="*/ 41 h 62"/>
                <a:gd name="T52" fmla="*/ 46 w 116"/>
                <a:gd name="T53" fmla="*/ 56 h 62"/>
                <a:gd name="T54" fmla="*/ 78 w 116"/>
                <a:gd name="T55" fmla="*/ 31 h 62"/>
                <a:gd name="T56" fmla="*/ 58 w 116"/>
                <a:gd name="T57" fmla="*/ 56 h 62"/>
                <a:gd name="T58" fmla="*/ 58 w 116"/>
                <a:gd name="T59" fmla="*/ 6 h 62"/>
                <a:gd name="T60" fmla="*/ 99 w 116"/>
                <a:gd name="T61" fmla="*/ 56 h 62"/>
                <a:gd name="T62" fmla="*/ 110 w 116"/>
                <a:gd name="T63" fmla="*/ 45 h 62"/>
                <a:gd name="T64" fmla="*/ 18 w 116"/>
                <a:gd name="T65" fmla="*/ 56 h 62"/>
                <a:gd name="T66" fmla="*/ 6 w 116"/>
                <a:gd name="T67" fmla="*/ 45 h 62"/>
                <a:gd name="T68" fmla="*/ 99 w 116"/>
                <a:gd name="T69" fmla="*/ 6 h 62"/>
                <a:gd name="T70" fmla="*/ 110 w 116"/>
                <a:gd name="T71" fmla="*/ 17 h 62"/>
                <a:gd name="T72" fmla="*/ 18 w 116"/>
                <a:gd name="T73" fmla="*/ 6 h 62"/>
                <a:gd name="T74" fmla="*/ 6 w 116"/>
                <a:gd name="T75" fmla="*/ 17 h 62"/>
                <a:gd name="T76" fmla="*/ 57 w 116"/>
                <a:gd name="T77" fmla="*/ 44 h 62"/>
                <a:gd name="T78" fmla="*/ 59 w 116"/>
                <a:gd name="T79" fmla="*/ 47 h 62"/>
                <a:gd name="T80" fmla="*/ 64 w 116"/>
                <a:gd name="T81" fmla="*/ 42 h 62"/>
                <a:gd name="T82" fmla="*/ 64 w 116"/>
                <a:gd name="T83" fmla="*/ 31 h 62"/>
                <a:gd name="T84" fmla="*/ 59 w 116"/>
                <a:gd name="T85" fmla="*/ 22 h 62"/>
                <a:gd name="T86" fmla="*/ 65 w 116"/>
                <a:gd name="T87" fmla="*/ 19 h 62"/>
                <a:gd name="T88" fmla="*/ 59 w 116"/>
                <a:gd name="T89" fmla="*/ 15 h 62"/>
                <a:gd name="T90" fmla="*/ 57 w 116"/>
                <a:gd name="T91" fmla="*/ 18 h 62"/>
                <a:gd name="T92" fmla="*/ 52 w 116"/>
                <a:gd name="T93" fmla="*/ 31 h 62"/>
                <a:gd name="T94" fmla="*/ 57 w 116"/>
                <a:gd name="T95" fmla="*/ 40 h 62"/>
                <a:gd name="T96" fmla="*/ 50 w 116"/>
                <a:gd name="T97" fmla="*/ 38 h 62"/>
                <a:gd name="T98" fmla="*/ 57 w 116"/>
                <a:gd name="T99" fmla="*/ 28 h 62"/>
                <a:gd name="T100" fmla="*/ 57 w 116"/>
                <a:gd name="T101" fmla="*/ 22 h 62"/>
                <a:gd name="T102" fmla="*/ 59 w 116"/>
                <a:gd name="T103" fmla="*/ 40 h 62"/>
                <a:gd name="T104" fmla="*/ 62 w 116"/>
                <a:gd name="T105" fmla="*/ 37 h 62"/>
                <a:gd name="T106" fmla="*/ 59 w 116"/>
                <a:gd name="T107" fmla="*/ 4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6" h="62">
                  <a:moveTo>
                    <a:pt x="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6" y="21"/>
                    <a:pt x="116" y="21"/>
                    <a:pt x="116" y="21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71" y="6"/>
                  </a:moveTo>
                  <a:cubicBezTo>
                    <a:pt x="71" y="6"/>
                    <a:pt x="71" y="6"/>
                    <a:pt x="71" y="6"/>
                  </a:cubicBezTo>
                  <a:cubicBezTo>
                    <a:pt x="72" y="7"/>
                    <a:pt x="73" y="8"/>
                    <a:pt x="74" y="9"/>
                  </a:cubicBezTo>
                  <a:cubicBezTo>
                    <a:pt x="76" y="11"/>
                    <a:pt x="77" y="13"/>
                    <a:pt x="78" y="15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1" y="21"/>
                    <a:pt x="82" y="24"/>
                    <a:pt x="82" y="28"/>
                  </a:cubicBezTo>
                  <a:cubicBezTo>
                    <a:pt x="82" y="30"/>
                    <a:pt x="82" y="33"/>
                    <a:pt x="82" y="35"/>
                  </a:cubicBezTo>
                  <a:cubicBezTo>
                    <a:pt x="82" y="37"/>
                    <a:pt x="81" y="39"/>
                    <a:pt x="81" y="41"/>
                  </a:cubicBezTo>
                  <a:cubicBezTo>
                    <a:pt x="80" y="43"/>
                    <a:pt x="79" y="46"/>
                    <a:pt x="78" y="4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4" y="52"/>
                    <a:pt x="73" y="54"/>
                    <a:pt x="71" y="56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6" y="48"/>
                    <a:pt x="102" y="42"/>
                    <a:pt x="110" y="41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2" y="19"/>
                    <a:pt x="96" y="13"/>
                    <a:pt x="95" y="6"/>
                  </a:cubicBezTo>
                  <a:cubicBezTo>
                    <a:pt x="71" y="6"/>
                    <a:pt x="71" y="6"/>
                    <a:pt x="71" y="6"/>
                  </a:cubicBezTo>
                  <a:close/>
                  <a:moveTo>
                    <a:pt x="46" y="56"/>
                  </a:moveTo>
                  <a:cubicBezTo>
                    <a:pt x="45" y="55"/>
                    <a:pt x="44" y="55"/>
                    <a:pt x="44" y="54"/>
                  </a:cubicBezTo>
                  <a:cubicBezTo>
                    <a:pt x="43" y="53"/>
                    <a:pt x="42" y="52"/>
                    <a:pt x="41" y="51"/>
                  </a:cubicBezTo>
                  <a:cubicBezTo>
                    <a:pt x="39" y="49"/>
                    <a:pt x="38" y="47"/>
                    <a:pt x="37" y="44"/>
                  </a:cubicBezTo>
                  <a:cubicBezTo>
                    <a:pt x="36" y="43"/>
                    <a:pt x="36" y="41"/>
                    <a:pt x="35" y="39"/>
                  </a:cubicBezTo>
                  <a:cubicBezTo>
                    <a:pt x="35" y="37"/>
                    <a:pt x="35" y="35"/>
                    <a:pt x="34" y="32"/>
                  </a:cubicBezTo>
                  <a:cubicBezTo>
                    <a:pt x="34" y="30"/>
                    <a:pt x="35" y="28"/>
                    <a:pt x="35" y="25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6" y="19"/>
                    <a:pt x="38" y="16"/>
                    <a:pt x="40" y="13"/>
                  </a:cubicBezTo>
                  <a:cubicBezTo>
                    <a:pt x="41" y="11"/>
                    <a:pt x="42" y="10"/>
                    <a:pt x="43" y="9"/>
                  </a:cubicBezTo>
                  <a:cubicBezTo>
                    <a:pt x="44" y="8"/>
                    <a:pt x="45" y="7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0" y="13"/>
                    <a:pt x="14" y="19"/>
                    <a:pt x="6" y="2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4" y="42"/>
                    <a:pt x="20" y="48"/>
                    <a:pt x="22" y="56"/>
                  </a:cubicBezTo>
                  <a:cubicBezTo>
                    <a:pt x="46" y="56"/>
                    <a:pt x="46" y="56"/>
                    <a:pt x="46" y="56"/>
                  </a:cubicBezTo>
                  <a:close/>
                  <a:moveTo>
                    <a:pt x="58" y="6"/>
                  </a:moveTo>
                  <a:cubicBezTo>
                    <a:pt x="69" y="6"/>
                    <a:pt x="78" y="17"/>
                    <a:pt x="78" y="31"/>
                  </a:cubicBezTo>
                  <a:cubicBezTo>
                    <a:pt x="78" y="44"/>
                    <a:pt x="69" y="55"/>
                    <a:pt x="59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47" y="55"/>
                    <a:pt x="39" y="44"/>
                    <a:pt x="39" y="31"/>
                  </a:cubicBezTo>
                  <a:cubicBezTo>
                    <a:pt x="39" y="17"/>
                    <a:pt x="47" y="6"/>
                    <a:pt x="58" y="6"/>
                  </a:cubicBezTo>
                  <a:close/>
                  <a:moveTo>
                    <a:pt x="110" y="45"/>
                  </a:moveTo>
                  <a:cubicBezTo>
                    <a:pt x="105" y="47"/>
                    <a:pt x="101" y="51"/>
                    <a:pt x="99" y="56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0" y="45"/>
                    <a:pt x="110" y="45"/>
                    <a:pt x="110" y="45"/>
                  </a:cubicBezTo>
                  <a:close/>
                  <a:moveTo>
                    <a:pt x="6" y="45"/>
                  </a:moveTo>
                  <a:cubicBezTo>
                    <a:pt x="12" y="47"/>
                    <a:pt x="16" y="51"/>
                    <a:pt x="18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6" y="45"/>
                    <a:pt x="6" y="45"/>
                    <a:pt x="6" y="45"/>
                  </a:cubicBezTo>
                  <a:close/>
                  <a:moveTo>
                    <a:pt x="110" y="17"/>
                  </a:moveTo>
                  <a:cubicBezTo>
                    <a:pt x="105" y="15"/>
                    <a:pt x="101" y="11"/>
                    <a:pt x="99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17"/>
                    <a:pt x="110" y="17"/>
                    <a:pt x="110" y="17"/>
                  </a:cubicBezTo>
                  <a:close/>
                  <a:moveTo>
                    <a:pt x="6" y="17"/>
                  </a:moveTo>
                  <a:cubicBezTo>
                    <a:pt x="12" y="15"/>
                    <a:pt x="16" y="11"/>
                    <a:pt x="18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17"/>
                    <a:pt x="6" y="17"/>
                    <a:pt x="6" y="17"/>
                  </a:cubicBezTo>
                  <a:close/>
                  <a:moveTo>
                    <a:pt x="50" y="43"/>
                  </a:moveTo>
                  <a:cubicBezTo>
                    <a:pt x="52" y="44"/>
                    <a:pt x="53" y="44"/>
                    <a:pt x="57" y="44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61" y="44"/>
                    <a:pt x="63" y="43"/>
                    <a:pt x="64" y="42"/>
                  </a:cubicBezTo>
                  <a:cubicBezTo>
                    <a:pt x="66" y="41"/>
                    <a:pt x="67" y="39"/>
                    <a:pt x="67" y="36"/>
                  </a:cubicBezTo>
                  <a:cubicBezTo>
                    <a:pt x="67" y="34"/>
                    <a:pt x="66" y="32"/>
                    <a:pt x="64" y="31"/>
                  </a:cubicBezTo>
                  <a:cubicBezTo>
                    <a:pt x="63" y="30"/>
                    <a:pt x="62" y="29"/>
                    <a:pt x="59" y="28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61" y="22"/>
                    <a:pt x="63" y="22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4" y="18"/>
                    <a:pt x="62" y="18"/>
                    <a:pt x="59" y="18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2" y="18"/>
                    <a:pt x="49" y="21"/>
                    <a:pt x="49" y="25"/>
                  </a:cubicBezTo>
                  <a:cubicBezTo>
                    <a:pt x="49" y="27"/>
                    <a:pt x="50" y="29"/>
                    <a:pt x="52" y="31"/>
                  </a:cubicBezTo>
                  <a:cubicBezTo>
                    <a:pt x="53" y="31"/>
                    <a:pt x="54" y="32"/>
                    <a:pt x="57" y="33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0"/>
                    <a:pt x="56" y="40"/>
                    <a:pt x="56" y="40"/>
                  </a:cubicBezTo>
                  <a:cubicBezTo>
                    <a:pt x="55" y="40"/>
                    <a:pt x="52" y="39"/>
                    <a:pt x="50" y="38"/>
                  </a:cubicBezTo>
                  <a:cubicBezTo>
                    <a:pt x="50" y="43"/>
                    <a:pt x="50" y="43"/>
                    <a:pt x="50" y="43"/>
                  </a:cubicBezTo>
                  <a:close/>
                  <a:moveTo>
                    <a:pt x="57" y="28"/>
                  </a:moveTo>
                  <a:cubicBezTo>
                    <a:pt x="55" y="27"/>
                    <a:pt x="54" y="26"/>
                    <a:pt x="54" y="25"/>
                  </a:cubicBezTo>
                  <a:cubicBezTo>
                    <a:pt x="54" y="23"/>
                    <a:pt x="55" y="22"/>
                    <a:pt x="57" y="22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9" y="40"/>
                  </a:moveTo>
                  <a:cubicBezTo>
                    <a:pt x="59" y="33"/>
                    <a:pt x="59" y="33"/>
                    <a:pt x="59" y="33"/>
                  </a:cubicBezTo>
                  <a:cubicBezTo>
                    <a:pt x="61" y="34"/>
                    <a:pt x="62" y="35"/>
                    <a:pt x="62" y="37"/>
                  </a:cubicBezTo>
                  <a:cubicBezTo>
                    <a:pt x="62" y="38"/>
                    <a:pt x="61" y="39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任意多边形: 形状 53"/>
            <p:cNvSpPr>
              <a:spLocks/>
            </p:cNvSpPr>
            <p:nvPr/>
          </p:nvSpPr>
          <p:spPr bwMode="auto">
            <a:xfrm>
              <a:off x="4066276" y="3317005"/>
              <a:ext cx="222862" cy="218772"/>
            </a:xfrm>
            <a:custGeom>
              <a:avLst/>
              <a:gdLst>
                <a:gd name="T0" fmla="*/ 50 w 105"/>
                <a:gd name="T1" fmla="*/ 8 h 103"/>
                <a:gd name="T2" fmla="*/ 55 w 105"/>
                <a:gd name="T3" fmla="*/ 0 h 103"/>
                <a:gd name="T4" fmla="*/ 103 w 105"/>
                <a:gd name="T5" fmla="*/ 8 h 103"/>
                <a:gd name="T6" fmla="*/ 105 w 105"/>
                <a:gd name="T7" fmla="*/ 19 h 103"/>
                <a:gd name="T8" fmla="*/ 103 w 105"/>
                <a:gd name="T9" fmla="*/ 21 h 103"/>
                <a:gd name="T10" fmla="*/ 100 w 105"/>
                <a:gd name="T11" fmla="*/ 81 h 103"/>
                <a:gd name="T12" fmla="*/ 86 w 105"/>
                <a:gd name="T13" fmla="*/ 103 h 103"/>
                <a:gd name="T14" fmla="*/ 70 w 105"/>
                <a:gd name="T15" fmla="*/ 96 h 103"/>
                <a:gd name="T16" fmla="*/ 55 w 105"/>
                <a:gd name="T17" fmla="*/ 103 h 103"/>
                <a:gd name="T18" fmla="*/ 50 w 105"/>
                <a:gd name="T19" fmla="*/ 96 h 103"/>
                <a:gd name="T20" fmla="*/ 27 w 105"/>
                <a:gd name="T21" fmla="*/ 103 h 103"/>
                <a:gd name="T22" fmla="*/ 41 w 105"/>
                <a:gd name="T23" fmla="*/ 81 h 103"/>
                <a:gd name="T24" fmla="*/ 2 w 105"/>
                <a:gd name="T25" fmla="*/ 78 h 103"/>
                <a:gd name="T26" fmla="*/ 2 w 105"/>
                <a:gd name="T27" fmla="*/ 21 h 103"/>
                <a:gd name="T28" fmla="*/ 0 w 105"/>
                <a:gd name="T29" fmla="*/ 10 h 103"/>
                <a:gd name="T30" fmla="*/ 2 w 105"/>
                <a:gd name="T31" fmla="*/ 8 h 103"/>
                <a:gd name="T32" fmla="*/ 8 w 105"/>
                <a:gd name="T33" fmla="*/ 21 h 103"/>
                <a:gd name="T34" fmla="*/ 11 w 105"/>
                <a:gd name="T35" fmla="*/ 75 h 103"/>
                <a:gd name="T36" fmla="*/ 97 w 105"/>
                <a:gd name="T37" fmla="*/ 72 h 103"/>
                <a:gd name="T38" fmla="*/ 37 w 105"/>
                <a:gd name="T39" fmla="*/ 94 h 103"/>
                <a:gd name="T40" fmla="*/ 50 w 105"/>
                <a:gd name="T41" fmla="*/ 81 h 103"/>
                <a:gd name="T42" fmla="*/ 55 w 105"/>
                <a:gd name="T43" fmla="*/ 94 h 103"/>
                <a:gd name="T44" fmla="*/ 55 w 105"/>
                <a:gd name="T45" fmla="*/ 81 h 103"/>
                <a:gd name="T46" fmla="*/ 18 w 105"/>
                <a:gd name="T47" fmla="*/ 55 h 103"/>
                <a:gd name="T48" fmla="*/ 36 w 105"/>
                <a:gd name="T49" fmla="*/ 47 h 103"/>
                <a:gd name="T50" fmla="*/ 41 w 105"/>
                <a:gd name="T51" fmla="*/ 40 h 103"/>
                <a:gd name="T52" fmla="*/ 47 w 105"/>
                <a:gd name="T53" fmla="*/ 46 h 103"/>
                <a:gd name="T54" fmla="*/ 63 w 105"/>
                <a:gd name="T55" fmla="*/ 50 h 103"/>
                <a:gd name="T56" fmla="*/ 81 w 105"/>
                <a:gd name="T57" fmla="*/ 36 h 103"/>
                <a:gd name="T58" fmla="*/ 86 w 105"/>
                <a:gd name="T59" fmla="*/ 29 h 103"/>
                <a:gd name="T60" fmla="*/ 86 w 105"/>
                <a:gd name="T61" fmla="*/ 40 h 103"/>
                <a:gd name="T62" fmla="*/ 69 w 105"/>
                <a:gd name="T63" fmla="*/ 53 h 103"/>
                <a:gd name="T64" fmla="*/ 63 w 105"/>
                <a:gd name="T65" fmla="*/ 61 h 103"/>
                <a:gd name="T66" fmla="*/ 58 w 105"/>
                <a:gd name="T67" fmla="*/ 55 h 103"/>
                <a:gd name="T68" fmla="*/ 41 w 105"/>
                <a:gd name="T69" fmla="*/ 51 h 103"/>
                <a:gd name="T70" fmla="*/ 24 w 105"/>
                <a:gd name="T71" fmla="*/ 59 h 103"/>
                <a:gd name="T72" fmla="*/ 18 w 105"/>
                <a:gd name="T73" fmla="*/ 66 h 103"/>
                <a:gd name="T74" fmla="*/ 18 w 105"/>
                <a:gd name="T75" fmla="*/ 55 h 103"/>
                <a:gd name="T76" fmla="*/ 86 w 105"/>
                <a:gd name="T77" fmla="*/ 31 h 103"/>
                <a:gd name="T78" fmla="*/ 86 w 105"/>
                <a:gd name="T79" fmla="*/ 37 h 103"/>
                <a:gd name="T80" fmla="*/ 86 w 105"/>
                <a:gd name="T81" fmla="*/ 31 h 103"/>
                <a:gd name="T82" fmla="*/ 63 w 105"/>
                <a:gd name="T83" fmla="*/ 52 h 103"/>
                <a:gd name="T84" fmla="*/ 63 w 105"/>
                <a:gd name="T85" fmla="*/ 58 h 103"/>
                <a:gd name="T86" fmla="*/ 63 w 105"/>
                <a:gd name="T87" fmla="*/ 52 h 103"/>
                <a:gd name="T88" fmla="*/ 41 w 105"/>
                <a:gd name="T89" fmla="*/ 43 h 103"/>
                <a:gd name="T90" fmla="*/ 41 w 105"/>
                <a:gd name="T91" fmla="*/ 49 h 103"/>
                <a:gd name="T92" fmla="*/ 41 w 105"/>
                <a:gd name="T93" fmla="*/ 43 h 103"/>
                <a:gd name="T94" fmla="*/ 18 w 105"/>
                <a:gd name="T95" fmla="*/ 58 h 103"/>
                <a:gd name="T96" fmla="*/ 18 w 105"/>
                <a:gd name="T97" fmla="*/ 64 h 103"/>
                <a:gd name="T98" fmla="*/ 18 w 105"/>
                <a:gd name="T99" fmla="*/ 58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5" h="103">
                  <a:moveTo>
                    <a:pt x="2" y="8"/>
                  </a:moveTo>
                  <a:cubicBezTo>
                    <a:pt x="50" y="8"/>
                    <a:pt x="50" y="8"/>
                    <a:pt x="50" y="8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4" y="8"/>
                    <a:pt x="105" y="9"/>
                    <a:pt x="105" y="10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20"/>
                    <a:pt x="104" y="21"/>
                    <a:pt x="103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3" y="80"/>
                    <a:pt x="101" y="81"/>
                    <a:pt x="100" y="81"/>
                  </a:cubicBezTo>
                  <a:cubicBezTo>
                    <a:pt x="64" y="81"/>
                    <a:pt x="64" y="81"/>
                    <a:pt x="64" y="81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5" y="103"/>
                    <a:pt x="55" y="103"/>
                    <a:pt x="55" y="103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50" y="96"/>
                    <a:pt x="50" y="96"/>
                    <a:pt x="50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1"/>
                    <a:pt x="2" y="80"/>
                    <a:pt x="2" y="78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21"/>
                    <a:pt x="0" y="20"/>
                    <a:pt x="0" y="1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1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97" y="21"/>
                  </a:moveTo>
                  <a:cubicBezTo>
                    <a:pt x="8" y="21"/>
                    <a:pt x="8" y="21"/>
                    <a:pt x="8" y="21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8" y="74"/>
                    <a:pt x="9" y="75"/>
                    <a:pt x="11" y="75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6" y="75"/>
                    <a:pt x="97" y="74"/>
                    <a:pt x="97" y="72"/>
                  </a:cubicBezTo>
                  <a:cubicBezTo>
                    <a:pt x="97" y="21"/>
                    <a:pt x="97" y="21"/>
                    <a:pt x="97" y="21"/>
                  </a:cubicBezTo>
                  <a:close/>
                  <a:moveTo>
                    <a:pt x="37" y="94"/>
                  </a:moveTo>
                  <a:cubicBezTo>
                    <a:pt x="50" y="94"/>
                    <a:pt x="50" y="94"/>
                    <a:pt x="50" y="94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37" y="94"/>
                    <a:pt x="37" y="94"/>
                    <a:pt x="37" y="94"/>
                  </a:cubicBezTo>
                  <a:close/>
                  <a:moveTo>
                    <a:pt x="55" y="94"/>
                  </a:moveTo>
                  <a:cubicBezTo>
                    <a:pt x="68" y="94"/>
                    <a:pt x="68" y="94"/>
                    <a:pt x="68" y="94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5" y="94"/>
                    <a:pt x="55" y="94"/>
                    <a:pt x="55" y="94"/>
                  </a:cubicBezTo>
                  <a:close/>
                  <a:moveTo>
                    <a:pt x="18" y="55"/>
                  </a:moveTo>
                  <a:cubicBezTo>
                    <a:pt x="20" y="55"/>
                    <a:pt x="21" y="56"/>
                    <a:pt x="22" y="56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5" y="46"/>
                    <a:pt x="35" y="46"/>
                  </a:cubicBezTo>
                  <a:cubicBezTo>
                    <a:pt x="35" y="43"/>
                    <a:pt x="38" y="40"/>
                    <a:pt x="41" y="40"/>
                  </a:cubicBezTo>
                  <a:cubicBezTo>
                    <a:pt x="44" y="40"/>
                    <a:pt x="47" y="43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2" y="50"/>
                    <a:pt x="63" y="50"/>
                  </a:cubicBezTo>
                  <a:cubicBezTo>
                    <a:pt x="65" y="50"/>
                    <a:pt x="66" y="50"/>
                    <a:pt x="67" y="50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81" y="36"/>
                    <a:pt x="81" y="35"/>
                    <a:pt x="81" y="34"/>
                  </a:cubicBezTo>
                  <a:cubicBezTo>
                    <a:pt x="81" y="31"/>
                    <a:pt x="83" y="29"/>
                    <a:pt x="86" y="29"/>
                  </a:cubicBezTo>
                  <a:cubicBezTo>
                    <a:pt x="89" y="29"/>
                    <a:pt x="92" y="31"/>
                    <a:pt x="92" y="34"/>
                  </a:cubicBezTo>
                  <a:cubicBezTo>
                    <a:pt x="92" y="37"/>
                    <a:pt x="89" y="40"/>
                    <a:pt x="86" y="40"/>
                  </a:cubicBezTo>
                  <a:cubicBezTo>
                    <a:pt x="85" y="40"/>
                    <a:pt x="84" y="40"/>
                    <a:pt x="83" y="39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69" y="54"/>
                    <a:pt x="69" y="54"/>
                    <a:pt x="69" y="55"/>
                  </a:cubicBezTo>
                  <a:cubicBezTo>
                    <a:pt x="69" y="58"/>
                    <a:pt x="67" y="61"/>
                    <a:pt x="63" y="61"/>
                  </a:cubicBezTo>
                  <a:cubicBezTo>
                    <a:pt x="60" y="61"/>
                    <a:pt x="58" y="58"/>
                    <a:pt x="58" y="55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4" y="51"/>
                    <a:pt x="43" y="51"/>
                    <a:pt x="41" y="51"/>
                  </a:cubicBezTo>
                  <a:cubicBezTo>
                    <a:pt x="40" y="51"/>
                    <a:pt x="38" y="51"/>
                    <a:pt x="38" y="5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60"/>
                    <a:pt x="24" y="60"/>
                    <a:pt x="24" y="61"/>
                  </a:cubicBezTo>
                  <a:cubicBezTo>
                    <a:pt x="24" y="64"/>
                    <a:pt x="22" y="66"/>
                    <a:pt x="18" y="66"/>
                  </a:cubicBezTo>
                  <a:cubicBezTo>
                    <a:pt x="15" y="66"/>
                    <a:pt x="13" y="64"/>
                    <a:pt x="13" y="61"/>
                  </a:cubicBezTo>
                  <a:cubicBezTo>
                    <a:pt x="13" y="58"/>
                    <a:pt x="15" y="55"/>
                    <a:pt x="18" y="55"/>
                  </a:cubicBezTo>
                  <a:cubicBezTo>
                    <a:pt x="18" y="55"/>
                    <a:pt x="18" y="55"/>
                    <a:pt x="18" y="55"/>
                  </a:cubicBezTo>
                  <a:close/>
                  <a:moveTo>
                    <a:pt x="86" y="31"/>
                  </a:moveTo>
                  <a:cubicBezTo>
                    <a:pt x="88" y="31"/>
                    <a:pt x="89" y="33"/>
                    <a:pt x="89" y="34"/>
                  </a:cubicBezTo>
                  <a:cubicBezTo>
                    <a:pt x="89" y="36"/>
                    <a:pt x="88" y="37"/>
                    <a:pt x="86" y="37"/>
                  </a:cubicBezTo>
                  <a:cubicBezTo>
                    <a:pt x="84" y="37"/>
                    <a:pt x="83" y="36"/>
                    <a:pt x="83" y="34"/>
                  </a:cubicBezTo>
                  <a:cubicBezTo>
                    <a:pt x="83" y="33"/>
                    <a:pt x="84" y="31"/>
                    <a:pt x="86" y="31"/>
                  </a:cubicBezTo>
                  <a:cubicBezTo>
                    <a:pt x="86" y="31"/>
                    <a:pt x="86" y="31"/>
                    <a:pt x="86" y="31"/>
                  </a:cubicBezTo>
                  <a:close/>
                  <a:moveTo>
                    <a:pt x="63" y="52"/>
                  </a:moveTo>
                  <a:cubicBezTo>
                    <a:pt x="65" y="52"/>
                    <a:pt x="67" y="53"/>
                    <a:pt x="67" y="55"/>
                  </a:cubicBezTo>
                  <a:cubicBezTo>
                    <a:pt x="67" y="57"/>
                    <a:pt x="65" y="58"/>
                    <a:pt x="63" y="58"/>
                  </a:cubicBezTo>
                  <a:cubicBezTo>
                    <a:pt x="62" y="58"/>
                    <a:pt x="61" y="57"/>
                    <a:pt x="61" y="55"/>
                  </a:cubicBezTo>
                  <a:cubicBezTo>
                    <a:pt x="61" y="53"/>
                    <a:pt x="62" y="52"/>
                    <a:pt x="63" y="52"/>
                  </a:cubicBezTo>
                  <a:cubicBezTo>
                    <a:pt x="63" y="52"/>
                    <a:pt x="63" y="52"/>
                    <a:pt x="63" y="52"/>
                  </a:cubicBezTo>
                  <a:close/>
                  <a:moveTo>
                    <a:pt x="41" y="43"/>
                  </a:moveTo>
                  <a:cubicBezTo>
                    <a:pt x="43" y="43"/>
                    <a:pt x="44" y="44"/>
                    <a:pt x="44" y="46"/>
                  </a:cubicBezTo>
                  <a:cubicBezTo>
                    <a:pt x="44" y="48"/>
                    <a:pt x="43" y="49"/>
                    <a:pt x="41" y="49"/>
                  </a:cubicBezTo>
                  <a:cubicBezTo>
                    <a:pt x="39" y="49"/>
                    <a:pt x="38" y="48"/>
                    <a:pt x="38" y="46"/>
                  </a:cubicBezTo>
                  <a:cubicBezTo>
                    <a:pt x="38" y="44"/>
                    <a:pt x="39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lose/>
                  <a:moveTo>
                    <a:pt x="18" y="58"/>
                  </a:moveTo>
                  <a:cubicBezTo>
                    <a:pt x="20" y="58"/>
                    <a:pt x="21" y="59"/>
                    <a:pt x="21" y="61"/>
                  </a:cubicBezTo>
                  <a:cubicBezTo>
                    <a:pt x="21" y="62"/>
                    <a:pt x="20" y="64"/>
                    <a:pt x="18" y="64"/>
                  </a:cubicBezTo>
                  <a:cubicBezTo>
                    <a:pt x="17" y="64"/>
                    <a:pt x="16" y="62"/>
                    <a:pt x="16" y="61"/>
                  </a:cubicBezTo>
                  <a:cubicBezTo>
                    <a:pt x="16" y="59"/>
                    <a:pt x="17" y="58"/>
                    <a:pt x="18" y="58"/>
                  </a:cubicBezTo>
                  <a:cubicBezTo>
                    <a:pt x="18" y="58"/>
                    <a:pt x="18" y="58"/>
                    <a:pt x="18" y="58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任意多边形: 形状 54"/>
            <p:cNvSpPr>
              <a:spLocks/>
            </p:cNvSpPr>
            <p:nvPr/>
          </p:nvSpPr>
          <p:spPr bwMode="auto">
            <a:xfrm>
              <a:off x="5784764" y="1200842"/>
              <a:ext cx="622581" cy="621559"/>
            </a:xfrm>
            <a:custGeom>
              <a:avLst/>
              <a:gdLst>
                <a:gd name="T0" fmla="*/ 52 w 293"/>
                <a:gd name="T1" fmla="*/ 52 h 293"/>
                <a:gd name="T2" fmla="*/ 52 w 293"/>
                <a:gd name="T3" fmla="*/ 241 h 293"/>
                <a:gd name="T4" fmla="*/ 241 w 293"/>
                <a:gd name="T5" fmla="*/ 241 h 293"/>
                <a:gd name="T6" fmla="*/ 241 w 293"/>
                <a:gd name="T7" fmla="*/ 52 h 293"/>
                <a:gd name="T8" fmla="*/ 52 w 293"/>
                <a:gd name="T9" fmla="*/ 52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52"/>
                  </a:moveTo>
                  <a:cubicBezTo>
                    <a:pt x="0" y="104"/>
                    <a:pt x="0" y="189"/>
                    <a:pt x="52" y="241"/>
                  </a:cubicBezTo>
                  <a:cubicBezTo>
                    <a:pt x="104" y="293"/>
                    <a:pt x="189" y="293"/>
                    <a:pt x="241" y="241"/>
                  </a:cubicBezTo>
                  <a:cubicBezTo>
                    <a:pt x="293" y="189"/>
                    <a:pt x="293" y="104"/>
                    <a:pt x="241" y="52"/>
                  </a:cubicBezTo>
                  <a:cubicBezTo>
                    <a:pt x="189" y="0"/>
                    <a:pt x="104" y="0"/>
                    <a:pt x="52" y="5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任意多边形: 形状 55"/>
            <p:cNvSpPr>
              <a:spLocks/>
            </p:cNvSpPr>
            <p:nvPr/>
          </p:nvSpPr>
          <p:spPr bwMode="auto">
            <a:xfrm>
              <a:off x="5833834" y="1247868"/>
              <a:ext cx="527507" cy="527507"/>
            </a:xfrm>
            <a:custGeom>
              <a:avLst/>
              <a:gdLst>
                <a:gd name="T0" fmla="*/ 204 w 248"/>
                <a:gd name="T1" fmla="*/ 44 h 249"/>
                <a:gd name="T2" fmla="*/ 204 w 248"/>
                <a:gd name="T3" fmla="*/ 205 h 249"/>
                <a:gd name="T4" fmla="*/ 44 w 248"/>
                <a:gd name="T5" fmla="*/ 205 h 249"/>
                <a:gd name="T6" fmla="*/ 44 w 248"/>
                <a:gd name="T7" fmla="*/ 44 h 249"/>
                <a:gd name="T8" fmla="*/ 204 w 248"/>
                <a:gd name="T9" fmla="*/ 44 h 249"/>
                <a:gd name="T10" fmla="*/ 194 w 248"/>
                <a:gd name="T11" fmla="*/ 55 h 249"/>
                <a:gd name="T12" fmla="*/ 194 w 248"/>
                <a:gd name="T13" fmla="*/ 194 h 249"/>
                <a:gd name="T14" fmla="*/ 54 w 248"/>
                <a:gd name="T15" fmla="*/ 194 h 249"/>
                <a:gd name="T16" fmla="*/ 54 w 248"/>
                <a:gd name="T17" fmla="*/ 55 h 249"/>
                <a:gd name="T18" fmla="*/ 194 w 248"/>
                <a:gd name="T19" fmla="*/ 5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8" h="249">
                  <a:moveTo>
                    <a:pt x="204" y="44"/>
                  </a:moveTo>
                  <a:cubicBezTo>
                    <a:pt x="248" y="88"/>
                    <a:pt x="248" y="160"/>
                    <a:pt x="204" y="205"/>
                  </a:cubicBezTo>
                  <a:cubicBezTo>
                    <a:pt x="160" y="249"/>
                    <a:pt x="88" y="249"/>
                    <a:pt x="44" y="205"/>
                  </a:cubicBezTo>
                  <a:cubicBezTo>
                    <a:pt x="0" y="160"/>
                    <a:pt x="0" y="88"/>
                    <a:pt x="44" y="44"/>
                  </a:cubicBezTo>
                  <a:cubicBezTo>
                    <a:pt x="88" y="0"/>
                    <a:pt x="160" y="0"/>
                    <a:pt x="204" y="44"/>
                  </a:cubicBezTo>
                  <a:close/>
                  <a:moveTo>
                    <a:pt x="194" y="55"/>
                  </a:moveTo>
                  <a:cubicBezTo>
                    <a:pt x="232" y="93"/>
                    <a:pt x="232" y="156"/>
                    <a:pt x="194" y="194"/>
                  </a:cubicBezTo>
                  <a:cubicBezTo>
                    <a:pt x="155" y="233"/>
                    <a:pt x="92" y="233"/>
                    <a:pt x="54" y="194"/>
                  </a:cubicBezTo>
                  <a:cubicBezTo>
                    <a:pt x="15" y="156"/>
                    <a:pt x="15" y="93"/>
                    <a:pt x="54" y="55"/>
                  </a:cubicBezTo>
                  <a:cubicBezTo>
                    <a:pt x="92" y="16"/>
                    <a:pt x="155" y="16"/>
                    <a:pt x="194" y="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任意多边形: 形状 56"/>
            <p:cNvSpPr>
              <a:spLocks/>
            </p:cNvSpPr>
            <p:nvPr/>
          </p:nvSpPr>
          <p:spPr bwMode="auto">
            <a:xfrm>
              <a:off x="6080209" y="1786621"/>
              <a:ext cx="32714" cy="345538"/>
            </a:xfrm>
            <a:custGeom>
              <a:avLst/>
              <a:gdLst>
                <a:gd name="T0" fmla="*/ 0 w 32"/>
                <a:gd name="T1" fmla="*/ 0 h 338"/>
                <a:gd name="T2" fmla="*/ 32 w 32"/>
                <a:gd name="T3" fmla="*/ 0 h 338"/>
                <a:gd name="T4" fmla="*/ 32 w 32"/>
                <a:gd name="T5" fmla="*/ 338 h 338"/>
                <a:gd name="T6" fmla="*/ 0 w 32"/>
                <a:gd name="T7" fmla="*/ 338 h 338"/>
                <a:gd name="T8" fmla="*/ 0 w 32"/>
                <a:gd name="T9" fmla="*/ 0 h 338"/>
                <a:gd name="T10" fmla="*/ 0 w 32"/>
                <a:gd name="T11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38">
                  <a:moveTo>
                    <a:pt x="0" y="0"/>
                  </a:moveTo>
                  <a:lnTo>
                    <a:pt x="32" y="0"/>
                  </a:lnTo>
                  <a:lnTo>
                    <a:pt x="32" y="338"/>
                  </a:lnTo>
                  <a:lnTo>
                    <a:pt x="0" y="3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>
              <a:spLocks/>
            </p:cNvSpPr>
            <p:nvPr/>
          </p:nvSpPr>
          <p:spPr bwMode="auto">
            <a:xfrm>
              <a:off x="5784764" y="5032425"/>
              <a:ext cx="622581" cy="621559"/>
            </a:xfrm>
            <a:custGeom>
              <a:avLst/>
              <a:gdLst>
                <a:gd name="T0" fmla="*/ 52 w 293"/>
                <a:gd name="T1" fmla="*/ 241 h 293"/>
                <a:gd name="T2" fmla="*/ 52 w 293"/>
                <a:gd name="T3" fmla="*/ 52 h 293"/>
                <a:gd name="T4" fmla="*/ 241 w 293"/>
                <a:gd name="T5" fmla="*/ 52 h 293"/>
                <a:gd name="T6" fmla="*/ 241 w 293"/>
                <a:gd name="T7" fmla="*/ 241 h 293"/>
                <a:gd name="T8" fmla="*/ 52 w 293"/>
                <a:gd name="T9" fmla="*/ 24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3" h="293">
                  <a:moveTo>
                    <a:pt x="52" y="241"/>
                  </a:moveTo>
                  <a:cubicBezTo>
                    <a:pt x="0" y="189"/>
                    <a:pt x="0" y="104"/>
                    <a:pt x="52" y="52"/>
                  </a:cubicBezTo>
                  <a:cubicBezTo>
                    <a:pt x="104" y="0"/>
                    <a:pt x="189" y="0"/>
                    <a:pt x="241" y="52"/>
                  </a:cubicBezTo>
                  <a:cubicBezTo>
                    <a:pt x="293" y="104"/>
                    <a:pt x="293" y="189"/>
                    <a:pt x="241" y="241"/>
                  </a:cubicBezTo>
                  <a:cubicBezTo>
                    <a:pt x="189" y="293"/>
                    <a:pt x="104" y="293"/>
                    <a:pt x="52" y="241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9" name="任意多边形: 形状 58"/>
            <p:cNvSpPr>
              <a:spLocks/>
            </p:cNvSpPr>
            <p:nvPr/>
          </p:nvSpPr>
          <p:spPr bwMode="auto">
            <a:xfrm>
              <a:off x="5833834" y="5079451"/>
              <a:ext cx="527507" cy="527507"/>
            </a:xfrm>
            <a:custGeom>
              <a:avLst/>
              <a:gdLst>
                <a:gd name="T0" fmla="*/ 204 w 248"/>
                <a:gd name="T1" fmla="*/ 204 h 249"/>
                <a:gd name="T2" fmla="*/ 204 w 248"/>
                <a:gd name="T3" fmla="*/ 44 h 249"/>
                <a:gd name="T4" fmla="*/ 44 w 248"/>
                <a:gd name="T5" fmla="*/ 44 h 249"/>
                <a:gd name="T6" fmla="*/ 44 w 248"/>
                <a:gd name="T7" fmla="*/ 204 h 249"/>
                <a:gd name="T8" fmla="*/ 204 w 248"/>
                <a:gd name="T9" fmla="*/ 204 h 249"/>
                <a:gd name="T10" fmla="*/ 194 w 248"/>
                <a:gd name="T11" fmla="*/ 194 h 249"/>
                <a:gd name="T12" fmla="*/ 194 w 248"/>
                <a:gd name="T13" fmla="*/ 54 h 249"/>
                <a:gd name="T14" fmla="*/ 54 w 248"/>
                <a:gd name="T15" fmla="*/ 54 h 249"/>
                <a:gd name="T16" fmla="*/ 54 w 248"/>
                <a:gd name="T17" fmla="*/ 194 h 249"/>
                <a:gd name="T18" fmla="*/ 194 w 248"/>
                <a:gd name="T19" fmla="*/ 19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8" h="249">
                  <a:moveTo>
                    <a:pt x="204" y="204"/>
                  </a:moveTo>
                  <a:cubicBezTo>
                    <a:pt x="248" y="160"/>
                    <a:pt x="248" y="88"/>
                    <a:pt x="204" y="44"/>
                  </a:cubicBezTo>
                  <a:cubicBezTo>
                    <a:pt x="160" y="0"/>
                    <a:pt x="88" y="0"/>
                    <a:pt x="44" y="44"/>
                  </a:cubicBezTo>
                  <a:cubicBezTo>
                    <a:pt x="0" y="88"/>
                    <a:pt x="0" y="160"/>
                    <a:pt x="44" y="204"/>
                  </a:cubicBezTo>
                  <a:cubicBezTo>
                    <a:pt x="88" y="249"/>
                    <a:pt x="160" y="249"/>
                    <a:pt x="204" y="204"/>
                  </a:cubicBezTo>
                  <a:close/>
                  <a:moveTo>
                    <a:pt x="194" y="194"/>
                  </a:moveTo>
                  <a:cubicBezTo>
                    <a:pt x="232" y="156"/>
                    <a:pt x="232" y="93"/>
                    <a:pt x="194" y="54"/>
                  </a:cubicBezTo>
                  <a:cubicBezTo>
                    <a:pt x="155" y="16"/>
                    <a:pt x="92" y="16"/>
                    <a:pt x="54" y="54"/>
                  </a:cubicBezTo>
                  <a:cubicBezTo>
                    <a:pt x="15" y="93"/>
                    <a:pt x="15" y="156"/>
                    <a:pt x="54" y="194"/>
                  </a:cubicBezTo>
                  <a:cubicBezTo>
                    <a:pt x="92" y="233"/>
                    <a:pt x="155" y="233"/>
                    <a:pt x="194" y="1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任意多边形: 形状 59"/>
            <p:cNvSpPr>
              <a:spLocks/>
            </p:cNvSpPr>
            <p:nvPr/>
          </p:nvSpPr>
          <p:spPr bwMode="auto">
            <a:xfrm>
              <a:off x="6080209" y="4723690"/>
              <a:ext cx="32714" cy="345538"/>
            </a:xfrm>
            <a:custGeom>
              <a:avLst/>
              <a:gdLst>
                <a:gd name="T0" fmla="*/ 0 w 32"/>
                <a:gd name="T1" fmla="*/ 338 h 338"/>
                <a:gd name="T2" fmla="*/ 32 w 32"/>
                <a:gd name="T3" fmla="*/ 338 h 338"/>
                <a:gd name="T4" fmla="*/ 32 w 32"/>
                <a:gd name="T5" fmla="*/ 0 h 338"/>
                <a:gd name="T6" fmla="*/ 0 w 32"/>
                <a:gd name="T7" fmla="*/ 0 h 338"/>
                <a:gd name="T8" fmla="*/ 0 w 32"/>
                <a:gd name="T9" fmla="*/ 338 h 338"/>
                <a:gd name="T10" fmla="*/ 0 w 32"/>
                <a:gd name="T11" fmla="*/ 338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338">
                  <a:moveTo>
                    <a:pt x="0" y="338"/>
                  </a:moveTo>
                  <a:lnTo>
                    <a:pt x="32" y="338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338"/>
                  </a:lnTo>
                  <a:lnTo>
                    <a:pt x="0" y="338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" name="任意多边形: 形状 60"/>
            <p:cNvSpPr>
              <a:spLocks/>
            </p:cNvSpPr>
            <p:nvPr/>
          </p:nvSpPr>
          <p:spPr bwMode="auto">
            <a:xfrm>
              <a:off x="5981046" y="1410414"/>
              <a:ext cx="231040" cy="182992"/>
            </a:xfrm>
            <a:custGeom>
              <a:avLst/>
              <a:gdLst>
                <a:gd name="T0" fmla="*/ 109 w 109"/>
                <a:gd name="T1" fmla="*/ 47 h 86"/>
                <a:gd name="T2" fmla="*/ 109 w 109"/>
                <a:gd name="T3" fmla="*/ 80 h 86"/>
                <a:gd name="T4" fmla="*/ 104 w 109"/>
                <a:gd name="T5" fmla="*/ 86 h 86"/>
                <a:gd name="T6" fmla="*/ 6 w 109"/>
                <a:gd name="T7" fmla="*/ 85 h 86"/>
                <a:gd name="T8" fmla="*/ 0 w 109"/>
                <a:gd name="T9" fmla="*/ 80 h 86"/>
                <a:gd name="T10" fmla="*/ 0 w 109"/>
                <a:gd name="T11" fmla="*/ 47 h 86"/>
                <a:gd name="T12" fmla="*/ 49 w 109"/>
                <a:gd name="T13" fmla="*/ 47 h 86"/>
                <a:gd name="T14" fmla="*/ 49 w 109"/>
                <a:gd name="T15" fmla="*/ 54 h 86"/>
                <a:gd name="T16" fmla="*/ 52 w 109"/>
                <a:gd name="T17" fmla="*/ 57 h 86"/>
                <a:gd name="T18" fmla="*/ 58 w 109"/>
                <a:gd name="T19" fmla="*/ 57 h 86"/>
                <a:gd name="T20" fmla="*/ 61 w 109"/>
                <a:gd name="T21" fmla="*/ 54 h 86"/>
                <a:gd name="T22" fmla="*/ 61 w 109"/>
                <a:gd name="T23" fmla="*/ 47 h 86"/>
                <a:gd name="T24" fmla="*/ 109 w 109"/>
                <a:gd name="T25" fmla="*/ 47 h 86"/>
                <a:gd name="T26" fmla="*/ 44 w 109"/>
                <a:gd name="T27" fmla="*/ 17 h 86"/>
                <a:gd name="T28" fmla="*/ 66 w 109"/>
                <a:gd name="T29" fmla="*/ 17 h 86"/>
                <a:gd name="T30" fmla="*/ 66 w 109"/>
                <a:gd name="T31" fmla="*/ 9 h 86"/>
                <a:gd name="T32" fmla="*/ 63 w 109"/>
                <a:gd name="T33" fmla="*/ 7 h 86"/>
                <a:gd name="T34" fmla="*/ 47 w 109"/>
                <a:gd name="T35" fmla="*/ 7 h 86"/>
                <a:gd name="T36" fmla="*/ 44 w 109"/>
                <a:gd name="T37" fmla="*/ 9 h 86"/>
                <a:gd name="T38" fmla="*/ 44 w 109"/>
                <a:gd name="T39" fmla="*/ 17 h 86"/>
                <a:gd name="T40" fmla="*/ 6 w 109"/>
                <a:gd name="T41" fmla="*/ 17 h 86"/>
                <a:gd name="T42" fmla="*/ 38 w 109"/>
                <a:gd name="T43" fmla="*/ 17 h 86"/>
                <a:gd name="T44" fmla="*/ 38 w 109"/>
                <a:gd name="T45" fmla="*/ 9 h 86"/>
                <a:gd name="T46" fmla="*/ 47 w 109"/>
                <a:gd name="T47" fmla="*/ 0 h 86"/>
                <a:gd name="T48" fmla="*/ 63 w 109"/>
                <a:gd name="T49" fmla="*/ 0 h 86"/>
                <a:gd name="T50" fmla="*/ 72 w 109"/>
                <a:gd name="T51" fmla="*/ 9 h 86"/>
                <a:gd name="T52" fmla="*/ 72 w 109"/>
                <a:gd name="T53" fmla="*/ 17 h 86"/>
                <a:gd name="T54" fmla="*/ 104 w 109"/>
                <a:gd name="T55" fmla="*/ 17 h 86"/>
                <a:gd name="T56" fmla="*/ 109 w 109"/>
                <a:gd name="T57" fmla="*/ 23 h 86"/>
                <a:gd name="T58" fmla="*/ 109 w 109"/>
                <a:gd name="T59" fmla="*/ 41 h 86"/>
                <a:gd name="T60" fmla="*/ 0 w 109"/>
                <a:gd name="T61" fmla="*/ 41 h 86"/>
                <a:gd name="T62" fmla="*/ 0 w 109"/>
                <a:gd name="T63" fmla="*/ 23 h 86"/>
                <a:gd name="T64" fmla="*/ 6 w 109"/>
                <a:gd name="T65" fmla="*/ 17 h 86"/>
                <a:gd name="T66" fmla="*/ 6 w 109"/>
                <a:gd name="T67" fmla="*/ 1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9" h="86">
                  <a:moveTo>
                    <a:pt x="109" y="47"/>
                  </a:moveTo>
                  <a:cubicBezTo>
                    <a:pt x="109" y="80"/>
                    <a:pt x="109" y="80"/>
                    <a:pt x="109" y="80"/>
                  </a:cubicBezTo>
                  <a:cubicBezTo>
                    <a:pt x="109" y="83"/>
                    <a:pt x="107" y="86"/>
                    <a:pt x="104" y="86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3" y="85"/>
                    <a:pt x="0" y="83"/>
                    <a:pt x="0" y="8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49" y="56"/>
                    <a:pt x="50" y="57"/>
                    <a:pt x="52" y="57"/>
                  </a:cubicBezTo>
                  <a:cubicBezTo>
                    <a:pt x="58" y="57"/>
                    <a:pt x="58" y="57"/>
                    <a:pt x="58" y="57"/>
                  </a:cubicBezTo>
                  <a:cubicBezTo>
                    <a:pt x="60" y="57"/>
                    <a:pt x="61" y="56"/>
                    <a:pt x="61" y="54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109" y="47"/>
                    <a:pt x="109" y="47"/>
                    <a:pt x="109" y="47"/>
                  </a:cubicBezTo>
                  <a:close/>
                  <a:moveTo>
                    <a:pt x="44" y="17"/>
                  </a:moveTo>
                  <a:cubicBezTo>
                    <a:pt x="66" y="17"/>
                    <a:pt x="66" y="17"/>
                    <a:pt x="66" y="17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8"/>
                    <a:pt x="65" y="7"/>
                    <a:pt x="63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5" y="7"/>
                    <a:pt x="44" y="8"/>
                    <a:pt x="44" y="9"/>
                  </a:cubicBezTo>
                  <a:cubicBezTo>
                    <a:pt x="44" y="17"/>
                    <a:pt x="44" y="17"/>
                    <a:pt x="44" y="17"/>
                  </a:cubicBezTo>
                  <a:close/>
                  <a:moveTo>
                    <a:pt x="6" y="17"/>
                  </a:moveTo>
                  <a:cubicBezTo>
                    <a:pt x="38" y="17"/>
                    <a:pt x="38" y="17"/>
                    <a:pt x="38" y="17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5"/>
                    <a:pt x="42" y="0"/>
                    <a:pt x="4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5"/>
                    <a:pt x="72" y="9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107" y="17"/>
                    <a:pt x="109" y="19"/>
                    <a:pt x="109" y="23"/>
                  </a:cubicBezTo>
                  <a:cubicBezTo>
                    <a:pt x="109" y="41"/>
                    <a:pt x="109" y="41"/>
                    <a:pt x="109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9"/>
                    <a:pt x="3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任意多边形: 形状 61"/>
            <p:cNvSpPr>
              <a:spLocks/>
            </p:cNvSpPr>
            <p:nvPr/>
          </p:nvSpPr>
          <p:spPr bwMode="auto">
            <a:xfrm>
              <a:off x="5981046" y="5255287"/>
              <a:ext cx="231040" cy="195260"/>
            </a:xfrm>
            <a:custGeom>
              <a:avLst/>
              <a:gdLst>
                <a:gd name="T0" fmla="*/ 65 w 109"/>
                <a:gd name="T1" fmla="*/ 48 h 92"/>
                <a:gd name="T2" fmla="*/ 66 w 109"/>
                <a:gd name="T3" fmla="*/ 52 h 92"/>
                <a:gd name="T4" fmla="*/ 17 w 109"/>
                <a:gd name="T5" fmla="*/ 53 h 92"/>
                <a:gd name="T6" fmla="*/ 16 w 109"/>
                <a:gd name="T7" fmla="*/ 49 h 92"/>
                <a:gd name="T8" fmla="*/ 55 w 109"/>
                <a:gd name="T9" fmla="*/ 64 h 92"/>
                <a:gd name="T10" fmla="*/ 55 w 109"/>
                <a:gd name="T11" fmla="*/ 71 h 92"/>
                <a:gd name="T12" fmla="*/ 55 w 109"/>
                <a:gd name="T13" fmla="*/ 64 h 92"/>
                <a:gd name="T14" fmla="*/ 99 w 109"/>
                <a:gd name="T15" fmla="*/ 8 h 92"/>
                <a:gd name="T16" fmla="*/ 101 w 109"/>
                <a:gd name="T17" fmla="*/ 58 h 92"/>
                <a:gd name="T18" fmla="*/ 11 w 109"/>
                <a:gd name="T19" fmla="*/ 60 h 92"/>
                <a:gd name="T20" fmla="*/ 9 w 109"/>
                <a:gd name="T21" fmla="*/ 10 h 92"/>
                <a:gd name="T22" fmla="*/ 66 w 109"/>
                <a:gd name="T23" fmla="*/ 75 h 92"/>
                <a:gd name="T24" fmla="*/ 78 w 109"/>
                <a:gd name="T25" fmla="*/ 83 h 92"/>
                <a:gd name="T26" fmla="*/ 83 w 109"/>
                <a:gd name="T27" fmla="*/ 92 h 92"/>
                <a:gd name="T28" fmla="*/ 27 w 109"/>
                <a:gd name="T29" fmla="*/ 87 h 92"/>
                <a:gd name="T30" fmla="*/ 44 w 109"/>
                <a:gd name="T31" fmla="*/ 83 h 92"/>
                <a:gd name="T32" fmla="*/ 6 w 109"/>
                <a:gd name="T33" fmla="*/ 75 h 92"/>
                <a:gd name="T34" fmla="*/ 0 w 109"/>
                <a:gd name="T35" fmla="*/ 6 h 92"/>
                <a:gd name="T36" fmla="*/ 104 w 109"/>
                <a:gd name="T37" fmla="*/ 0 h 92"/>
                <a:gd name="T38" fmla="*/ 109 w 109"/>
                <a:gd name="T39" fmla="*/ 69 h 92"/>
                <a:gd name="T40" fmla="*/ 66 w 109"/>
                <a:gd name="T41" fmla="*/ 75 h 92"/>
                <a:gd name="T42" fmla="*/ 19 w 109"/>
                <a:gd name="T43" fmla="*/ 65 h 92"/>
                <a:gd name="T44" fmla="*/ 20 w 109"/>
                <a:gd name="T45" fmla="*/ 69 h 92"/>
                <a:gd name="T46" fmla="*/ 9 w 109"/>
                <a:gd name="T47" fmla="*/ 70 h 92"/>
                <a:gd name="T48" fmla="*/ 9 w 109"/>
                <a:gd name="T49" fmla="*/ 66 h 92"/>
                <a:gd name="T50" fmla="*/ 25 w 109"/>
                <a:gd name="T51" fmla="*/ 65 h 92"/>
                <a:gd name="T52" fmla="*/ 35 w 109"/>
                <a:gd name="T53" fmla="*/ 66 h 92"/>
                <a:gd name="T54" fmla="*/ 35 w 109"/>
                <a:gd name="T55" fmla="*/ 70 h 92"/>
                <a:gd name="T56" fmla="*/ 24 w 109"/>
                <a:gd name="T57" fmla="*/ 69 h 92"/>
                <a:gd name="T58" fmla="*/ 25 w 109"/>
                <a:gd name="T59" fmla="*/ 65 h 92"/>
                <a:gd name="T60" fmla="*/ 93 w 109"/>
                <a:gd name="T61" fmla="*/ 15 h 92"/>
                <a:gd name="T62" fmla="*/ 94 w 109"/>
                <a:gd name="T63" fmla="*/ 19 h 92"/>
                <a:gd name="T64" fmla="*/ 17 w 109"/>
                <a:gd name="T65" fmla="*/ 20 h 92"/>
                <a:gd name="T66" fmla="*/ 16 w 109"/>
                <a:gd name="T67" fmla="*/ 16 h 92"/>
                <a:gd name="T68" fmla="*/ 17 w 109"/>
                <a:gd name="T69" fmla="*/ 37 h 92"/>
                <a:gd name="T70" fmla="*/ 94 w 109"/>
                <a:gd name="T71" fmla="*/ 38 h 92"/>
                <a:gd name="T72" fmla="*/ 93 w 109"/>
                <a:gd name="T73" fmla="*/ 42 h 92"/>
                <a:gd name="T74" fmla="*/ 16 w 109"/>
                <a:gd name="T75" fmla="*/ 41 h 92"/>
                <a:gd name="T76" fmla="*/ 17 w 109"/>
                <a:gd name="T77" fmla="*/ 37 h 92"/>
                <a:gd name="T78" fmla="*/ 93 w 109"/>
                <a:gd name="T79" fmla="*/ 26 h 92"/>
                <a:gd name="T80" fmla="*/ 94 w 109"/>
                <a:gd name="T81" fmla="*/ 30 h 92"/>
                <a:gd name="T82" fmla="*/ 17 w 109"/>
                <a:gd name="T83" fmla="*/ 31 h 92"/>
                <a:gd name="T84" fmla="*/ 16 w 109"/>
                <a:gd name="T85" fmla="*/ 2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9" h="92">
                  <a:moveTo>
                    <a:pt x="17" y="48"/>
                  </a:moveTo>
                  <a:cubicBezTo>
                    <a:pt x="65" y="48"/>
                    <a:pt x="65" y="48"/>
                    <a:pt x="65" y="48"/>
                  </a:cubicBezTo>
                  <a:cubicBezTo>
                    <a:pt x="65" y="48"/>
                    <a:pt x="66" y="49"/>
                    <a:pt x="66" y="49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53"/>
                    <a:pt x="65" y="53"/>
                    <a:pt x="65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6" y="53"/>
                    <a:pt x="16" y="53"/>
                    <a:pt x="16" y="52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16" y="49"/>
                    <a:pt x="16" y="48"/>
                    <a:pt x="17" y="48"/>
                  </a:cubicBezTo>
                  <a:close/>
                  <a:moveTo>
                    <a:pt x="55" y="64"/>
                  </a:moveTo>
                  <a:cubicBezTo>
                    <a:pt x="57" y="64"/>
                    <a:pt x="58" y="65"/>
                    <a:pt x="58" y="67"/>
                  </a:cubicBezTo>
                  <a:cubicBezTo>
                    <a:pt x="58" y="69"/>
                    <a:pt x="57" y="71"/>
                    <a:pt x="55" y="71"/>
                  </a:cubicBezTo>
                  <a:cubicBezTo>
                    <a:pt x="53" y="71"/>
                    <a:pt x="51" y="69"/>
                    <a:pt x="51" y="67"/>
                  </a:cubicBezTo>
                  <a:cubicBezTo>
                    <a:pt x="51" y="65"/>
                    <a:pt x="53" y="64"/>
                    <a:pt x="55" y="64"/>
                  </a:cubicBezTo>
                  <a:close/>
                  <a:moveTo>
                    <a:pt x="11" y="8"/>
                  </a:moveTo>
                  <a:cubicBezTo>
                    <a:pt x="99" y="8"/>
                    <a:pt x="99" y="8"/>
                    <a:pt x="99" y="8"/>
                  </a:cubicBezTo>
                  <a:cubicBezTo>
                    <a:pt x="100" y="8"/>
                    <a:pt x="101" y="9"/>
                    <a:pt x="101" y="10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9"/>
                    <a:pt x="100" y="60"/>
                    <a:pt x="99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0" y="60"/>
                    <a:pt x="9" y="59"/>
                    <a:pt x="9" y="58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10" y="8"/>
                    <a:pt x="11" y="8"/>
                  </a:cubicBezTo>
                  <a:close/>
                  <a:moveTo>
                    <a:pt x="66" y="75"/>
                  </a:moveTo>
                  <a:cubicBezTo>
                    <a:pt x="66" y="83"/>
                    <a:pt x="66" y="83"/>
                    <a:pt x="66" y="83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81" y="83"/>
                    <a:pt x="83" y="85"/>
                    <a:pt x="83" y="87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5"/>
                    <a:pt x="29" y="83"/>
                    <a:pt x="31" y="83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3" y="75"/>
                    <a:pt x="0" y="73"/>
                    <a:pt x="0" y="69"/>
                  </a:cubicBezTo>
                  <a:cubicBezTo>
                    <a:pt x="0" y="50"/>
                    <a:pt x="0" y="25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7" y="0"/>
                    <a:pt x="109" y="2"/>
                    <a:pt x="109" y="6"/>
                  </a:cubicBezTo>
                  <a:cubicBezTo>
                    <a:pt x="109" y="25"/>
                    <a:pt x="109" y="50"/>
                    <a:pt x="109" y="69"/>
                  </a:cubicBezTo>
                  <a:cubicBezTo>
                    <a:pt x="109" y="73"/>
                    <a:pt x="107" y="75"/>
                    <a:pt x="104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9" y="65"/>
                  </a:move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20" y="65"/>
                    <a:pt x="20" y="66"/>
                  </a:cubicBezTo>
                  <a:cubicBezTo>
                    <a:pt x="20" y="69"/>
                    <a:pt x="20" y="69"/>
                    <a:pt x="20" y="69"/>
                  </a:cubicBezTo>
                  <a:cubicBezTo>
                    <a:pt x="20" y="69"/>
                    <a:pt x="19" y="70"/>
                    <a:pt x="1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0"/>
                    <a:pt x="9" y="69"/>
                    <a:pt x="9" y="69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9" y="65"/>
                    <a:pt x="9" y="65"/>
                    <a:pt x="9" y="65"/>
                  </a:cubicBezTo>
                  <a:close/>
                  <a:moveTo>
                    <a:pt x="25" y="65"/>
                  </a:moveTo>
                  <a:cubicBezTo>
                    <a:pt x="29" y="65"/>
                    <a:pt x="31" y="65"/>
                    <a:pt x="35" y="65"/>
                  </a:cubicBezTo>
                  <a:cubicBezTo>
                    <a:pt x="35" y="65"/>
                    <a:pt x="35" y="65"/>
                    <a:pt x="35" y="66"/>
                  </a:cubicBezTo>
                  <a:cubicBezTo>
                    <a:pt x="35" y="67"/>
                    <a:pt x="35" y="68"/>
                    <a:pt x="35" y="69"/>
                  </a:cubicBezTo>
                  <a:cubicBezTo>
                    <a:pt x="35" y="69"/>
                    <a:pt x="35" y="70"/>
                    <a:pt x="35" y="70"/>
                  </a:cubicBezTo>
                  <a:cubicBezTo>
                    <a:pt x="31" y="70"/>
                    <a:pt x="29" y="70"/>
                    <a:pt x="25" y="70"/>
                  </a:cubicBezTo>
                  <a:cubicBezTo>
                    <a:pt x="25" y="70"/>
                    <a:pt x="24" y="69"/>
                    <a:pt x="24" y="69"/>
                  </a:cubicBezTo>
                  <a:cubicBezTo>
                    <a:pt x="24" y="68"/>
                    <a:pt x="24" y="67"/>
                    <a:pt x="24" y="66"/>
                  </a:cubicBezTo>
                  <a:cubicBezTo>
                    <a:pt x="24" y="65"/>
                    <a:pt x="25" y="65"/>
                    <a:pt x="25" y="65"/>
                  </a:cubicBezTo>
                  <a:close/>
                  <a:moveTo>
                    <a:pt x="17" y="15"/>
                  </a:moveTo>
                  <a:cubicBezTo>
                    <a:pt x="93" y="15"/>
                    <a:pt x="93" y="15"/>
                    <a:pt x="93" y="15"/>
                  </a:cubicBezTo>
                  <a:cubicBezTo>
                    <a:pt x="93" y="15"/>
                    <a:pt x="94" y="16"/>
                    <a:pt x="94" y="16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4" y="20"/>
                    <a:pt x="93" y="20"/>
                    <a:pt x="93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6" y="20"/>
                    <a:pt x="16" y="20"/>
                    <a:pt x="16" y="19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5"/>
                    <a:pt x="17" y="15"/>
                  </a:cubicBezTo>
                  <a:close/>
                  <a:moveTo>
                    <a:pt x="17" y="37"/>
                  </a:moveTo>
                  <a:cubicBezTo>
                    <a:pt x="42" y="37"/>
                    <a:pt x="68" y="37"/>
                    <a:pt x="93" y="37"/>
                  </a:cubicBezTo>
                  <a:cubicBezTo>
                    <a:pt x="93" y="37"/>
                    <a:pt x="94" y="38"/>
                    <a:pt x="94" y="38"/>
                  </a:cubicBezTo>
                  <a:cubicBezTo>
                    <a:pt x="94" y="39"/>
                    <a:pt x="94" y="40"/>
                    <a:pt x="94" y="41"/>
                  </a:cubicBezTo>
                  <a:cubicBezTo>
                    <a:pt x="94" y="42"/>
                    <a:pt x="93" y="42"/>
                    <a:pt x="93" y="42"/>
                  </a:cubicBezTo>
                  <a:cubicBezTo>
                    <a:pt x="68" y="42"/>
                    <a:pt x="42" y="42"/>
                    <a:pt x="17" y="42"/>
                  </a:cubicBezTo>
                  <a:cubicBezTo>
                    <a:pt x="16" y="42"/>
                    <a:pt x="16" y="42"/>
                    <a:pt x="16" y="41"/>
                  </a:cubicBezTo>
                  <a:cubicBezTo>
                    <a:pt x="16" y="40"/>
                    <a:pt x="16" y="39"/>
                    <a:pt x="16" y="38"/>
                  </a:cubicBezTo>
                  <a:cubicBezTo>
                    <a:pt x="16" y="38"/>
                    <a:pt x="16" y="37"/>
                    <a:pt x="17" y="37"/>
                  </a:cubicBezTo>
                  <a:close/>
                  <a:moveTo>
                    <a:pt x="17" y="26"/>
                  </a:moveTo>
                  <a:cubicBezTo>
                    <a:pt x="42" y="26"/>
                    <a:pt x="68" y="26"/>
                    <a:pt x="93" y="26"/>
                  </a:cubicBezTo>
                  <a:cubicBezTo>
                    <a:pt x="93" y="26"/>
                    <a:pt x="94" y="27"/>
                    <a:pt x="94" y="27"/>
                  </a:cubicBezTo>
                  <a:cubicBezTo>
                    <a:pt x="94" y="28"/>
                    <a:pt x="94" y="29"/>
                    <a:pt x="94" y="30"/>
                  </a:cubicBezTo>
                  <a:cubicBezTo>
                    <a:pt x="94" y="31"/>
                    <a:pt x="93" y="31"/>
                    <a:pt x="93" y="31"/>
                  </a:cubicBezTo>
                  <a:cubicBezTo>
                    <a:pt x="68" y="31"/>
                    <a:pt x="42" y="31"/>
                    <a:pt x="17" y="31"/>
                  </a:cubicBezTo>
                  <a:cubicBezTo>
                    <a:pt x="16" y="31"/>
                    <a:pt x="16" y="31"/>
                    <a:pt x="16" y="30"/>
                  </a:cubicBezTo>
                  <a:cubicBezTo>
                    <a:pt x="16" y="29"/>
                    <a:pt x="16" y="28"/>
                    <a:pt x="16" y="27"/>
                  </a:cubicBezTo>
                  <a:cubicBezTo>
                    <a:pt x="16" y="27"/>
                    <a:pt x="16" y="26"/>
                    <a:pt x="17" y="2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任意多边形: 形状 62"/>
            <p:cNvSpPr>
              <a:spLocks/>
            </p:cNvSpPr>
            <p:nvPr/>
          </p:nvSpPr>
          <p:spPr bwMode="auto">
            <a:xfrm>
              <a:off x="5624262" y="2955110"/>
              <a:ext cx="944606" cy="943584"/>
            </a:xfrm>
            <a:custGeom>
              <a:avLst/>
              <a:gdLst>
                <a:gd name="T0" fmla="*/ 79 w 445"/>
                <a:gd name="T1" fmla="*/ 79 h 445"/>
                <a:gd name="T2" fmla="*/ 79 w 445"/>
                <a:gd name="T3" fmla="*/ 366 h 445"/>
                <a:gd name="T4" fmla="*/ 366 w 445"/>
                <a:gd name="T5" fmla="*/ 366 h 445"/>
                <a:gd name="T6" fmla="*/ 366 w 445"/>
                <a:gd name="T7" fmla="*/ 79 h 445"/>
                <a:gd name="T8" fmla="*/ 79 w 445"/>
                <a:gd name="T9" fmla="*/ 79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" h="445">
                  <a:moveTo>
                    <a:pt x="79" y="79"/>
                  </a:moveTo>
                  <a:cubicBezTo>
                    <a:pt x="0" y="158"/>
                    <a:pt x="0" y="287"/>
                    <a:pt x="79" y="366"/>
                  </a:cubicBezTo>
                  <a:cubicBezTo>
                    <a:pt x="158" y="445"/>
                    <a:pt x="287" y="445"/>
                    <a:pt x="366" y="366"/>
                  </a:cubicBezTo>
                  <a:cubicBezTo>
                    <a:pt x="445" y="287"/>
                    <a:pt x="445" y="158"/>
                    <a:pt x="366" y="79"/>
                  </a:cubicBezTo>
                  <a:cubicBezTo>
                    <a:pt x="287" y="0"/>
                    <a:pt x="158" y="0"/>
                    <a:pt x="79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任意多边形: 形状 63"/>
            <p:cNvSpPr>
              <a:spLocks/>
            </p:cNvSpPr>
            <p:nvPr/>
          </p:nvSpPr>
          <p:spPr bwMode="auto">
            <a:xfrm>
              <a:off x="5695824" y="3026671"/>
              <a:ext cx="803528" cy="801484"/>
            </a:xfrm>
            <a:custGeom>
              <a:avLst/>
              <a:gdLst>
                <a:gd name="T0" fmla="*/ 311 w 378"/>
                <a:gd name="T1" fmla="*/ 67 h 378"/>
                <a:gd name="T2" fmla="*/ 311 w 378"/>
                <a:gd name="T3" fmla="*/ 311 h 378"/>
                <a:gd name="T4" fmla="*/ 67 w 378"/>
                <a:gd name="T5" fmla="*/ 311 h 378"/>
                <a:gd name="T6" fmla="*/ 67 w 378"/>
                <a:gd name="T7" fmla="*/ 67 h 378"/>
                <a:gd name="T8" fmla="*/ 311 w 378"/>
                <a:gd name="T9" fmla="*/ 67 h 378"/>
                <a:gd name="T10" fmla="*/ 295 w 378"/>
                <a:gd name="T11" fmla="*/ 83 h 378"/>
                <a:gd name="T12" fmla="*/ 295 w 378"/>
                <a:gd name="T13" fmla="*/ 295 h 378"/>
                <a:gd name="T14" fmla="*/ 83 w 378"/>
                <a:gd name="T15" fmla="*/ 295 h 378"/>
                <a:gd name="T16" fmla="*/ 83 w 378"/>
                <a:gd name="T17" fmla="*/ 83 h 378"/>
                <a:gd name="T18" fmla="*/ 295 w 378"/>
                <a:gd name="T19" fmla="*/ 83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78">
                  <a:moveTo>
                    <a:pt x="311" y="67"/>
                  </a:moveTo>
                  <a:cubicBezTo>
                    <a:pt x="378" y="134"/>
                    <a:pt x="378" y="244"/>
                    <a:pt x="311" y="311"/>
                  </a:cubicBezTo>
                  <a:cubicBezTo>
                    <a:pt x="244" y="378"/>
                    <a:pt x="134" y="378"/>
                    <a:pt x="67" y="311"/>
                  </a:cubicBezTo>
                  <a:cubicBezTo>
                    <a:pt x="0" y="244"/>
                    <a:pt x="0" y="134"/>
                    <a:pt x="67" y="67"/>
                  </a:cubicBezTo>
                  <a:cubicBezTo>
                    <a:pt x="134" y="0"/>
                    <a:pt x="244" y="0"/>
                    <a:pt x="311" y="67"/>
                  </a:cubicBezTo>
                  <a:close/>
                  <a:moveTo>
                    <a:pt x="295" y="83"/>
                  </a:moveTo>
                  <a:cubicBezTo>
                    <a:pt x="354" y="141"/>
                    <a:pt x="354" y="237"/>
                    <a:pt x="295" y="295"/>
                  </a:cubicBezTo>
                  <a:cubicBezTo>
                    <a:pt x="237" y="354"/>
                    <a:pt x="141" y="354"/>
                    <a:pt x="83" y="295"/>
                  </a:cubicBezTo>
                  <a:cubicBezTo>
                    <a:pt x="24" y="237"/>
                    <a:pt x="24" y="141"/>
                    <a:pt x="83" y="83"/>
                  </a:cubicBezTo>
                  <a:cubicBezTo>
                    <a:pt x="141" y="24"/>
                    <a:pt x="237" y="24"/>
                    <a:pt x="295" y="83"/>
                  </a:cubicBez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5" name="任意多边形: 形状 64"/>
            <p:cNvSpPr>
              <a:spLocks/>
            </p:cNvSpPr>
            <p:nvPr/>
          </p:nvSpPr>
          <p:spPr bwMode="auto">
            <a:xfrm>
              <a:off x="5918685" y="3228064"/>
              <a:ext cx="357805" cy="375185"/>
            </a:xfrm>
            <a:custGeom>
              <a:avLst/>
              <a:gdLst>
                <a:gd name="T0" fmla="*/ 84 w 168"/>
                <a:gd name="T1" fmla="*/ 96 h 177"/>
                <a:gd name="T2" fmla="*/ 94 w 168"/>
                <a:gd name="T3" fmla="*/ 106 h 177"/>
                <a:gd name="T4" fmla="*/ 88 w 168"/>
                <a:gd name="T5" fmla="*/ 115 h 177"/>
                <a:gd name="T6" fmla="*/ 93 w 168"/>
                <a:gd name="T7" fmla="*/ 147 h 177"/>
                <a:gd name="T8" fmla="*/ 114 w 168"/>
                <a:gd name="T9" fmla="*/ 94 h 177"/>
                <a:gd name="T10" fmla="*/ 150 w 168"/>
                <a:gd name="T11" fmla="*/ 107 h 177"/>
                <a:gd name="T12" fmla="*/ 168 w 168"/>
                <a:gd name="T13" fmla="*/ 133 h 177"/>
                <a:gd name="T14" fmla="*/ 168 w 168"/>
                <a:gd name="T15" fmla="*/ 177 h 177"/>
                <a:gd name="T16" fmla="*/ 0 w 168"/>
                <a:gd name="T17" fmla="*/ 177 h 177"/>
                <a:gd name="T18" fmla="*/ 0 w 168"/>
                <a:gd name="T19" fmla="*/ 133 h 177"/>
                <a:gd name="T20" fmla="*/ 18 w 168"/>
                <a:gd name="T21" fmla="*/ 107 h 177"/>
                <a:gd name="T22" fmla="*/ 53 w 168"/>
                <a:gd name="T23" fmla="*/ 94 h 177"/>
                <a:gd name="T24" fmla="*/ 75 w 168"/>
                <a:gd name="T25" fmla="*/ 147 h 177"/>
                <a:gd name="T26" fmla="*/ 80 w 168"/>
                <a:gd name="T27" fmla="*/ 115 h 177"/>
                <a:gd name="T28" fmla="*/ 74 w 168"/>
                <a:gd name="T29" fmla="*/ 106 h 177"/>
                <a:gd name="T30" fmla="*/ 84 w 168"/>
                <a:gd name="T31" fmla="*/ 96 h 177"/>
                <a:gd name="T32" fmla="*/ 84 w 168"/>
                <a:gd name="T33" fmla="*/ 87 h 177"/>
                <a:gd name="T34" fmla="*/ 58 w 168"/>
                <a:gd name="T35" fmla="*/ 69 h 177"/>
                <a:gd name="T36" fmla="*/ 50 w 168"/>
                <a:gd name="T37" fmla="*/ 25 h 177"/>
                <a:gd name="T38" fmla="*/ 84 w 168"/>
                <a:gd name="T39" fmla="*/ 0 h 177"/>
                <a:gd name="T40" fmla="*/ 118 w 168"/>
                <a:gd name="T41" fmla="*/ 25 h 177"/>
                <a:gd name="T42" fmla="*/ 110 w 168"/>
                <a:gd name="T43" fmla="*/ 69 h 177"/>
                <a:gd name="T44" fmla="*/ 84 w 168"/>
                <a:gd name="T45" fmla="*/ 8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8" h="177">
                  <a:moveTo>
                    <a:pt x="84" y="96"/>
                  </a:moveTo>
                  <a:cubicBezTo>
                    <a:pt x="89" y="96"/>
                    <a:pt x="94" y="100"/>
                    <a:pt x="94" y="106"/>
                  </a:cubicBezTo>
                  <a:cubicBezTo>
                    <a:pt x="94" y="110"/>
                    <a:pt x="91" y="113"/>
                    <a:pt x="88" y="115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114" y="94"/>
                    <a:pt x="114" y="94"/>
                    <a:pt x="114" y="94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62" y="111"/>
                    <a:pt x="168" y="120"/>
                    <a:pt x="168" y="133"/>
                  </a:cubicBezTo>
                  <a:cubicBezTo>
                    <a:pt x="168" y="177"/>
                    <a:pt x="168" y="177"/>
                    <a:pt x="168" y="177"/>
                  </a:cubicBezTo>
                  <a:cubicBezTo>
                    <a:pt x="0" y="177"/>
                    <a:pt x="0" y="177"/>
                    <a:pt x="0" y="177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20"/>
                    <a:pt x="6" y="111"/>
                    <a:pt x="18" y="107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76" y="113"/>
                    <a:pt x="74" y="110"/>
                    <a:pt x="74" y="106"/>
                  </a:cubicBezTo>
                  <a:cubicBezTo>
                    <a:pt x="74" y="100"/>
                    <a:pt x="78" y="96"/>
                    <a:pt x="84" y="96"/>
                  </a:cubicBezTo>
                  <a:close/>
                  <a:moveTo>
                    <a:pt x="84" y="87"/>
                  </a:moveTo>
                  <a:cubicBezTo>
                    <a:pt x="72" y="87"/>
                    <a:pt x="63" y="78"/>
                    <a:pt x="58" y="69"/>
                  </a:cubicBezTo>
                  <a:cubicBezTo>
                    <a:pt x="50" y="56"/>
                    <a:pt x="46" y="39"/>
                    <a:pt x="50" y="25"/>
                  </a:cubicBezTo>
                  <a:cubicBezTo>
                    <a:pt x="54" y="11"/>
                    <a:pt x="64" y="0"/>
                    <a:pt x="84" y="0"/>
                  </a:cubicBezTo>
                  <a:cubicBezTo>
                    <a:pt x="104" y="0"/>
                    <a:pt x="114" y="11"/>
                    <a:pt x="118" y="25"/>
                  </a:cubicBezTo>
                  <a:cubicBezTo>
                    <a:pt x="121" y="39"/>
                    <a:pt x="118" y="56"/>
                    <a:pt x="110" y="69"/>
                  </a:cubicBezTo>
                  <a:cubicBezTo>
                    <a:pt x="104" y="79"/>
                    <a:pt x="95" y="87"/>
                    <a:pt x="84" y="87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82166" y="1536745"/>
            <a:ext cx="2473205" cy="542889"/>
            <a:chOff x="719666" y="2048993"/>
            <a:chExt cx="3288101" cy="723852"/>
          </a:xfrm>
        </p:grpSpPr>
        <p:sp>
          <p:nvSpPr>
            <p:cNvPr id="15" name="文本框 202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algn="r"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488630" y="1536745"/>
            <a:ext cx="2473205" cy="542889"/>
            <a:chOff x="719666" y="2048993"/>
            <a:chExt cx="3288101" cy="723852"/>
          </a:xfrm>
        </p:grpSpPr>
        <p:sp>
          <p:nvSpPr>
            <p:cNvPr id="13" name="文本框 205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2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82166" y="3393898"/>
            <a:ext cx="2473205" cy="542889"/>
            <a:chOff x="719666" y="2048993"/>
            <a:chExt cx="3288101" cy="723852"/>
          </a:xfrm>
        </p:grpSpPr>
        <p:sp>
          <p:nvSpPr>
            <p:cNvPr id="11" name="文本框 208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algn="r"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488630" y="3393898"/>
            <a:ext cx="2473205" cy="542889"/>
            <a:chOff x="719666" y="2048993"/>
            <a:chExt cx="3288101" cy="723852"/>
          </a:xfrm>
        </p:grpSpPr>
        <p:sp>
          <p:nvSpPr>
            <p:cNvPr id="9" name="文本框 211"/>
            <p:cNvSpPr txBox="1"/>
            <p:nvPr/>
          </p:nvSpPr>
          <p:spPr>
            <a:xfrm>
              <a:off x="719666" y="2295214"/>
              <a:ext cx="3288101" cy="477631"/>
            </a:xfrm>
            <a:prstGeom prst="rect">
              <a:avLst/>
            </a:prstGeom>
            <a:noFill/>
          </p:spPr>
          <p:txBody>
            <a:bodyPr wrap="square" lIns="72000" tIns="0" rIns="72000" bIns="0">
              <a:normAutofit fontScale="92500" lnSpcReduction="10000"/>
            </a:bodyPr>
            <a:lstStyle/>
            <a:p>
              <a:pPr defTabSz="914378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19666" y="2048993"/>
              <a:ext cx="3288101" cy="246221"/>
            </a:xfrm>
            <a:prstGeom prst="rect">
              <a:avLst/>
            </a:prstGeom>
          </p:spPr>
          <p:txBody>
            <a:bodyPr wrap="none" lIns="72000" tIns="0" rIns="72000" bIns="0">
              <a:normAutofit fontScale="92500" lnSpcReduction="20000"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zh-CN" altLang="en-US" sz="1600" b="1" dirty="0">
                  <a:solidFill>
                    <a:schemeClr val="accent4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0088F8-804D-43B5-9CFC-B9747185ED84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8" name="TextBox 86">
              <a:extLst>
                <a:ext uri="{FF2B5EF4-FFF2-40B4-BE49-F238E27FC236}">
                  <a16:creationId xmlns:a16="http://schemas.microsoft.com/office/drawing/2014/main" id="{8F67BC36-2DA0-4222-9101-20025FC2975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B3204457-FC0A-4A39-93B0-8C5C33CD4FB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236934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f7dcf01-6a0f-4fcd-b523-a845d2963cf0"/>
          <p:cNvGrpSpPr>
            <a:grpSpLocks noChangeAspect="1"/>
          </p:cNvGrpSpPr>
          <p:nvPr/>
        </p:nvGrpSpPr>
        <p:grpSpPr>
          <a:xfrm>
            <a:off x="-163773" y="1079155"/>
            <a:ext cx="9324528" cy="3367016"/>
            <a:chOff x="-218364" y="1438874"/>
            <a:chExt cx="12432704" cy="4489354"/>
          </a:xfrm>
        </p:grpSpPr>
        <p:cxnSp>
          <p:nvCxnSpPr>
            <p:cNvPr id="4" name="Straight Connector 4"/>
            <p:cNvCxnSpPr/>
            <p:nvPr/>
          </p:nvCxnSpPr>
          <p:spPr>
            <a:xfrm>
              <a:off x="8281552" y="4407779"/>
              <a:ext cx="0" cy="1520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Freeform: Shape 5"/>
            <p:cNvSpPr>
              <a:spLocks/>
            </p:cNvSpPr>
            <p:nvPr/>
          </p:nvSpPr>
          <p:spPr bwMode="auto">
            <a:xfrm>
              <a:off x="-218364" y="2420888"/>
              <a:ext cx="12432704" cy="3014961"/>
            </a:xfrm>
            <a:custGeom>
              <a:avLst/>
              <a:gdLst>
                <a:gd name="T0" fmla="*/ 0 w 10768"/>
                <a:gd name="T1" fmla="*/ 2802 h 2802"/>
                <a:gd name="T2" fmla="*/ 2630 w 10768"/>
                <a:gd name="T3" fmla="*/ 2802 h 2802"/>
                <a:gd name="T4" fmla="*/ 5091 w 10768"/>
                <a:gd name="T5" fmla="*/ 1359 h 2802"/>
                <a:gd name="T6" fmla="*/ 7891 w 10768"/>
                <a:gd name="T7" fmla="*/ 1593 h 2802"/>
                <a:gd name="T8" fmla="*/ 8777 w 10768"/>
                <a:gd name="T9" fmla="*/ 424 h 2802"/>
                <a:gd name="T10" fmla="*/ 10768 w 10768"/>
                <a:gd name="T11" fmla="*/ 0 h 2802"/>
                <a:gd name="connsiteX0" fmla="*/ 0 w 10000"/>
                <a:gd name="connsiteY0" fmla="*/ 10000 h 10000"/>
                <a:gd name="connsiteX1" fmla="*/ 2442 w 10000"/>
                <a:gd name="connsiteY1" fmla="*/ 10000 h 10000"/>
                <a:gd name="connsiteX2" fmla="*/ 4728 w 10000"/>
                <a:gd name="connsiteY2" fmla="*/ 4850 h 10000"/>
                <a:gd name="connsiteX3" fmla="*/ 7297 w 10000"/>
                <a:gd name="connsiteY3" fmla="*/ 6798 h 10000"/>
                <a:gd name="connsiteX4" fmla="*/ 8151 w 10000"/>
                <a:gd name="connsiteY4" fmla="*/ 1513 h 10000"/>
                <a:gd name="connsiteX5" fmla="*/ 10000 w 10000"/>
                <a:gd name="connsiteY5" fmla="*/ 0 h 10000"/>
                <a:gd name="connsiteX0" fmla="*/ 0 w 10552"/>
                <a:gd name="connsiteY0" fmla="*/ 9969 h 9969"/>
                <a:gd name="connsiteX1" fmla="*/ 2442 w 10552"/>
                <a:gd name="connsiteY1" fmla="*/ 9969 h 9969"/>
                <a:gd name="connsiteX2" fmla="*/ 4728 w 10552"/>
                <a:gd name="connsiteY2" fmla="*/ 4819 h 9969"/>
                <a:gd name="connsiteX3" fmla="*/ 7297 w 10552"/>
                <a:gd name="connsiteY3" fmla="*/ 6767 h 9969"/>
                <a:gd name="connsiteX4" fmla="*/ 8151 w 10552"/>
                <a:gd name="connsiteY4" fmla="*/ 1482 h 9969"/>
                <a:gd name="connsiteX5" fmla="*/ 10552 w 10552"/>
                <a:gd name="connsiteY5" fmla="*/ 0 h 9969"/>
                <a:gd name="connsiteX0" fmla="*/ 0 w 10000"/>
                <a:gd name="connsiteY0" fmla="*/ 10000 h 10000"/>
                <a:gd name="connsiteX1" fmla="*/ 2314 w 10000"/>
                <a:gd name="connsiteY1" fmla="*/ 10000 h 10000"/>
                <a:gd name="connsiteX2" fmla="*/ 4941 w 10000"/>
                <a:gd name="connsiteY2" fmla="*/ 5403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  <a:gd name="connsiteX0" fmla="*/ 0 w 10000"/>
                <a:gd name="connsiteY0" fmla="*/ 10000 h 10000"/>
                <a:gd name="connsiteX1" fmla="*/ 3118 w 10000"/>
                <a:gd name="connsiteY1" fmla="*/ 10000 h 10000"/>
                <a:gd name="connsiteX2" fmla="*/ 4941 w 10000"/>
                <a:gd name="connsiteY2" fmla="*/ 5403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  <a:gd name="connsiteX0" fmla="*/ 0 w 10000"/>
                <a:gd name="connsiteY0" fmla="*/ 10000 h 10000"/>
                <a:gd name="connsiteX1" fmla="*/ 3118 w 10000"/>
                <a:gd name="connsiteY1" fmla="*/ 10000 h 10000"/>
                <a:gd name="connsiteX2" fmla="*/ 5230 w 10000"/>
                <a:gd name="connsiteY2" fmla="*/ 5845 h 10000"/>
                <a:gd name="connsiteX3" fmla="*/ 6915 w 10000"/>
                <a:gd name="connsiteY3" fmla="*/ 6788 h 10000"/>
                <a:gd name="connsiteX4" fmla="*/ 7725 w 10000"/>
                <a:gd name="connsiteY4" fmla="*/ 1487 h 10000"/>
                <a:gd name="connsiteX5" fmla="*/ 10000 w 10000"/>
                <a:gd name="connsiteY5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lnTo>
                    <a:pt x="3118" y="10000"/>
                  </a:lnTo>
                  <a:lnTo>
                    <a:pt x="5230" y="5845"/>
                  </a:lnTo>
                  <a:lnTo>
                    <a:pt x="6915" y="6788"/>
                  </a:lnTo>
                  <a:lnTo>
                    <a:pt x="7725" y="1487"/>
                  </a:lnTo>
                  <a:cubicBezTo>
                    <a:pt x="8308" y="981"/>
                    <a:pt x="9416" y="506"/>
                    <a:pt x="10000" y="0"/>
                  </a:cubicBezTo>
                </a:path>
              </a:pathLst>
            </a:custGeom>
            <a:noFill/>
            <a:ln w="76200">
              <a:solidFill>
                <a:schemeClr val="bg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cxnSp>
          <p:nvCxnSpPr>
            <p:cNvPr id="6" name="Straight Connector 9"/>
            <p:cNvCxnSpPr/>
            <p:nvPr/>
          </p:nvCxnSpPr>
          <p:spPr>
            <a:xfrm>
              <a:off x="3623831" y="3193231"/>
              <a:ext cx="0" cy="224517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3"/>
            <p:cNvCxnSpPr/>
            <p:nvPr/>
          </p:nvCxnSpPr>
          <p:spPr>
            <a:xfrm>
              <a:off x="6232618" y="2545287"/>
              <a:ext cx="0" cy="167249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7"/>
            <p:cNvCxnSpPr/>
            <p:nvPr/>
          </p:nvCxnSpPr>
          <p:spPr>
            <a:xfrm>
              <a:off x="9261568" y="1438874"/>
              <a:ext cx="0" cy="1444184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28"/>
            <p:cNvSpPr>
              <a:spLocks/>
            </p:cNvSpPr>
            <p:nvPr/>
          </p:nvSpPr>
          <p:spPr bwMode="auto">
            <a:xfrm>
              <a:off x="624282" y="2611193"/>
              <a:ext cx="2637111" cy="2632335"/>
            </a:xfrm>
            <a:custGeom>
              <a:avLst/>
              <a:gdLst>
                <a:gd name="T0" fmla="*/ 2208 w 2208"/>
                <a:gd name="T1" fmla="*/ 1170 h 2204"/>
                <a:gd name="T2" fmla="*/ 2208 w 2208"/>
                <a:gd name="T3" fmla="*/ 1170 h 2204"/>
                <a:gd name="T4" fmla="*/ 2208 w 2208"/>
                <a:gd name="T5" fmla="*/ 2204 h 2204"/>
                <a:gd name="T6" fmla="*/ 2208 w 2208"/>
                <a:gd name="T7" fmla="*/ 2204 h 2204"/>
                <a:gd name="T8" fmla="*/ 2208 w 2208"/>
                <a:gd name="T9" fmla="*/ 1170 h 2204"/>
                <a:gd name="T10" fmla="*/ 971 w 2208"/>
                <a:gd name="T11" fmla="*/ 0 h 2204"/>
                <a:gd name="T12" fmla="*/ 0 w 2208"/>
                <a:gd name="T13" fmla="*/ 0 h 2204"/>
                <a:gd name="T14" fmla="*/ 0 w 2208"/>
                <a:gd name="T15" fmla="*/ 2204 h 2204"/>
                <a:gd name="T16" fmla="*/ 968 w 2208"/>
                <a:gd name="T17" fmla="*/ 2204 h 2204"/>
                <a:gd name="T18" fmla="*/ 968 w 2208"/>
                <a:gd name="T19" fmla="*/ 2203 h 2204"/>
                <a:gd name="T20" fmla="*/ 0 w 2208"/>
                <a:gd name="T21" fmla="*/ 2203 h 2204"/>
                <a:gd name="T22" fmla="*/ 0 w 2208"/>
                <a:gd name="T23" fmla="*/ 1029 h 2204"/>
                <a:gd name="T24" fmla="*/ 3 w 2208"/>
                <a:gd name="T25" fmla="*/ 1029 h 2204"/>
                <a:gd name="T26" fmla="*/ 3 w 2208"/>
                <a:gd name="T27" fmla="*/ 1 h 2204"/>
                <a:gd name="T28" fmla="*/ 971 w 2208"/>
                <a:gd name="T29" fmla="*/ 1 h 2204"/>
                <a:gd name="T30" fmla="*/ 971 w 2208"/>
                <a:gd name="T31" fmla="*/ 0 h 2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08" h="2204">
                  <a:moveTo>
                    <a:pt x="2208" y="1170"/>
                  </a:moveTo>
                  <a:lnTo>
                    <a:pt x="2208" y="1170"/>
                  </a:lnTo>
                  <a:lnTo>
                    <a:pt x="2208" y="2204"/>
                  </a:lnTo>
                  <a:lnTo>
                    <a:pt x="2208" y="2204"/>
                  </a:lnTo>
                  <a:lnTo>
                    <a:pt x="2208" y="1170"/>
                  </a:lnTo>
                  <a:moveTo>
                    <a:pt x="971" y="0"/>
                  </a:moveTo>
                  <a:lnTo>
                    <a:pt x="0" y="0"/>
                  </a:lnTo>
                  <a:lnTo>
                    <a:pt x="0" y="2204"/>
                  </a:lnTo>
                  <a:lnTo>
                    <a:pt x="968" y="2204"/>
                  </a:lnTo>
                  <a:lnTo>
                    <a:pt x="968" y="2203"/>
                  </a:lnTo>
                  <a:lnTo>
                    <a:pt x="0" y="2203"/>
                  </a:lnTo>
                  <a:lnTo>
                    <a:pt x="0" y="1029"/>
                  </a:lnTo>
                  <a:lnTo>
                    <a:pt x="3" y="1029"/>
                  </a:lnTo>
                  <a:lnTo>
                    <a:pt x="3" y="1"/>
                  </a:lnTo>
                  <a:lnTo>
                    <a:pt x="971" y="1"/>
                  </a:lnTo>
                  <a:lnTo>
                    <a:pt x="97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0" name="Group 1065"/>
            <p:cNvGrpSpPr/>
            <p:nvPr/>
          </p:nvGrpSpPr>
          <p:grpSpPr>
            <a:xfrm>
              <a:off x="995306" y="3344318"/>
              <a:ext cx="1986147" cy="2016747"/>
              <a:chOff x="1214288" y="2784295"/>
              <a:chExt cx="1550258" cy="1574145"/>
            </a:xfrm>
          </p:grpSpPr>
          <p:sp>
            <p:nvSpPr>
              <p:cNvPr id="35" name="Freeform: Shape 29"/>
              <p:cNvSpPr>
                <a:spLocks/>
              </p:cNvSpPr>
              <p:nvPr/>
            </p:nvSpPr>
            <p:spPr bwMode="auto">
              <a:xfrm>
                <a:off x="2512539" y="3387438"/>
                <a:ext cx="194678" cy="170791"/>
              </a:xfrm>
              <a:custGeom>
                <a:avLst/>
                <a:gdLst>
                  <a:gd name="T0" fmla="*/ 47 w 236"/>
                  <a:gd name="T1" fmla="*/ 209 h 209"/>
                  <a:gd name="T2" fmla="*/ 223 w 236"/>
                  <a:gd name="T3" fmla="*/ 72 h 209"/>
                  <a:gd name="T4" fmla="*/ 183 w 236"/>
                  <a:gd name="T5" fmla="*/ 15 h 209"/>
                  <a:gd name="T6" fmla="*/ 103 w 236"/>
                  <a:gd name="T7" fmla="*/ 65 h 209"/>
                  <a:gd name="T8" fmla="*/ 113 w 236"/>
                  <a:gd name="T9" fmla="*/ 14 h 209"/>
                  <a:gd name="T10" fmla="*/ 0 w 236"/>
                  <a:gd name="T11" fmla="*/ 114 h 209"/>
                  <a:gd name="T12" fmla="*/ 47 w 236"/>
                  <a:gd name="T13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6" h="209">
                    <a:moveTo>
                      <a:pt x="47" y="209"/>
                    </a:moveTo>
                    <a:cubicBezTo>
                      <a:pt x="47" y="209"/>
                      <a:pt x="211" y="115"/>
                      <a:pt x="223" y="72"/>
                    </a:cubicBezTo>
                    <a:cubicBezTo>
                      <a:pt x="236" y="29"/>
                      <a:pt x="210" y="8"/>
                      <a:pt x="183" y="15"/>
                    </a:cubicBezTo>
                    <a:cubicBezTo>
                      <a:pt x="159" y="21"/>
                      <a:pt x="103" y="65"/>
                      <a:pt x="103" y="65"/>
                    </a:cubicBezTo>
                    <a:cubicBezTo>
                      <a:pt x="103" y="65"/>
                      <a:pt x="165" y="27"/>
                      <a:pt x="113" y="14"/>
                    </a:cubicBezTo>
                    <a:cubicBezTo>
                      <a:pt x="61" y="0"/>
                      <a:pt x="0" y="114"/>
                      <a:pt x="0" y="114"/>
                    </a:cubicBezTo>
                    <a:lnTo>
                      <a:pt x="47" y="209"/>
                    </a:lnTo>
                    <a:close/>
                  </a:path>
                </a:pathLst>
              </a:custGeom>
              <a:solidFill>
                <a:srgbClr val="EBB1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30"/>
              <p:cNvSpPr>
                <a:spLocks/>
              </p:cNvSpPr>
              <p:nvPr/>
            </p:nvSpPr>
            <p:spPr bwMode="auto">
              <a:xfrm>
                <a:off x="2102879" y="3251283"/>
                <a:ext cx="464600" cy="402494"/>
              </a:xfrm>
              <a:custGeom>
                <a:avLst/>
                <a:gdLst>
                  <a:gd name="T0" fmla="*/ 511 w 564"/>
                  <a:gd name="T1" fmla="*/ 240 h 489"/>
                  <a:gd name="T2" fmla="*/ 502 w 564"/>
                  <a:gd name="T3" fmla="*/ 243 h 489"/>
                  <a:gd name="T4" fmla="*/ 266 w 564"/>
                  <a:gd name="T5" fmla="*/ 323 h 489"/>
                  <a:gd name="T6" fmla="*/ 146 w 564"/>
                  <a:gd name="T7" fmla="*/ 37 h 489"/>
                  <a:gd name="T8" fmla="*/ 54 w 564"/>
                  <a:gd name="T9" fmla="*/ 23 h 489"/>
                  <a:gd name="T10" fmla="*/ 16 w 564"/>
                  <a:gd name="T11" fmla="*/ 120 h 489"/>
                  <a:gd name="T12" fmla="*/ 158 w 564"/>
                  <a:gd name="T13" fmla="*/ 444 h 489"/>
                  <a:gd name="T14" fmla="*/ 212 w 564"/>
                  <a:gd name="T15" fmla="*/ 486 h 489"/>
                  <a:gd name="T16" fmla="*/ 249 w 564"/>
                  <a:gd name="T17" fmla="*/ 484 h 489"/>
                  <a:gd name="T18" fmla="*/ 550 w 564"/>
                  <a:gd name="T19" fmla="*/ 382 h 489"/>
                  <a:gd name="T20" fmla="*/ 564 w 564"/>
                  <a:gd name="T21" fmla="*/ 376 h 489"/>
                  <a:gd name="T22" fmla="*/ 511 w 564"/>
                  <a:gd name="T23" fmla="*/ 240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4" h="489">
                    <a:moveTo>
                      <a:pt x="511" y="240"/>
                    </a:moveTo>
                    <a:cubicBezTo>
                      <a:pt x="508" y="241"/>
                      <a:pt x="505" y="242"/>
                      <a:pt x="502" y="243"/>
                    </a:cubicBezTo>
                    <a:cubicBezTo>
                      <a:pt x="266" y="323"/>
                      <a:pt x="266" y="323"/>
                      <a:pt x="266" y="323"/>
                    </a:cubicBezTo>
                    <a:cubicBezTo>
                      <a:pt x="146" y="37"/>
                      <a:pt x="146" y="37"/>
                      <a:pt x="146" y="37"/>
                    </a:cubicBezTo>
                    <a:cubicBezTo>
                      <a:pt x="130" y="0"/>
                      <a:pt x="91" y="7"/>
                      <a:pt x="54" y="23"/>
                    </a:cubicBezTo>
                    <a:cubicBezTo>
                      <a:pt x="17" y="40"/>
                      <a:pt x="0" y="83"/>
                      <a:pt x="16" y="120"/>
                    </a:cubicBezTo>
                    <a:cubicBezTo>
                      <a:pt x="158" y="444"/>
                      <a:pt x="158" y="444"/>
                      <a:pt x="158" y="444"/>
                    </a:cubicBezTo>
                    <a:cubicBezTo>
                      <a:pt x="168" y="467"/>
                      <a:pt x="189" y="482"/>
                      <a:pt x="212" y="486"/>
                    </a:cubicBezTo>
                    <a:cubicBezTo>
                      <a:pt x="224" y="489"/>
                      <a:pt x="237" y="488"/>
                      <a:pt x="249" y="484"/>
                    </a:cubicBezTo>
                    <a:cubicBezTo>
                      <a:pt x="550" y="382"/>
                      <a:pt x="550" y="382"/>
                      <a:pt x="550" y="382"/>
                    </a:cubicBezTo>
                    <a:cubicBezTo>
                      <a:pt x="555" y="380"/>
                      <a:pt x="559" y="378"/>
                      <a:pt x="564" y="376"/>
                    </a:cubicBezTo>
                    <a:cubicBezTo>
                      <a:pt x="543" y="331"/>
                      <a:pt x="519" y="289"/>
                      <a:pt x="511" y="240"/>
                    </a:cubicBezTo>
                    <a:close/>
                  </a:path>
                </a:pathLst>
              </a:custGeom>
              <a:solidFill>
                <a:srgbClr val="E3E5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1023"/>
              <p:cNvSpPr>
                <a:spLocks/>
              </p:cNvSpPr>
              <p:nvPr/>
            </p:nvSpPr>
            <p:spPr bwMode="auto">
              <a:xfrm>
                <a:off x="2148264" y="3162902"/>
                <a:ext cx="101519" cy="103908"/>
              </a:xfrm>
              <a:custGeom>
                <a:avLst/>
                <a:gdLst>
                  <a:gd name="T0" fmla="*/ 33 w 85"/>
                  <a:gd name="T1" fmla="*/ 0 h 87"/>
                  <a:gd name="T2" fmla="*/ 0 w 85"/>
                  <a:gd name="T3" fmla="*/ 33 h 87"/>
                  <a:gd name="T4" fmla="*/ 71 w 85"/>
                  <a:gd name="T5" fmla="*/ 87 h 87"/>
                  <a:gd name="T6" fmla="*/ 85 w 85"/>
                  <a:gd name="T7" fmla="*/ 44 h 87"/>
                  <a:gd name="T8" fmla="*/ 33 w 85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" h="87">
                    <a:moveTo>
                      <a:pt x="33" y="0"/>
                    </a:moveTo>
                    <a:lnTo>
                      <a:pt x="0" y="33"/>
                    </a:lnTo>
                    <a:lnTo>
                      <a:pt x="71" y="87"/>
                    </a:lnTo>
                    <a:lnTo>
                      <a:pt x="85" y="4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E3AE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" name="Freeform: Shape 1024"/>
              <p:cNvSpPr>
                <a:spLocks/>
              </p:cNvSpPr>
              <p:nvPr/>
            </p:nvSpPr>
            <p:spPr bwMode="auto">
              <a:xfrm>
                <a:off x="1368358" y="4150624"/>
                <a:ext cx="217371" cy="207816"/>
              </a:xfrm>
              <a:custGeom>
                <a:avLst/>
                <a:gdLst>
                  <a:gd name="T0" fmla="*/ 115 w 265"/>
                  <a:gd name="T1" fmla="*/ 0 h 252"/>
                  <a:gd name="T2" fmla="*/ 85 w 265"/>
                  <a:gd name="T3" fmla="*/ 20 h 252"/>
                  <a:gd name="T4" fmla="*/ 0 w 265"/>
                  <a:gd name="T5" fmla="*/ 86 h 252"/>
                  <a:gd name="T6" fmla="*/ 55 w 265"/>
                  <a:gd name="T7" fmla="*/ 141 h 252"/>
                  <a:gd name="T8" fmla="*/ 90 w 265"/>
                  <a:gd name="T9" fmla="*/ 137 h 252"/>
                  <a:gd name="T10" fmla="*/ 153 w 265"/>
                  <a:gd name="T11" fmla="*/ 249 h 252"/>
                  <a:gd name="T12" fmla="*/ 251 w 265"/>
                  <a:gd name="T13" fmla="*/ 252 h 252"/>
                  <a:gd name="T14" fmla="*/ 204 w 265"/>
                  <a:gd name="T15" fmla="*/ 199 h 252"/>
                  <a:gd name="T16" fmla="*/ 179 w 265"/>
                  <a:gd name="T17" fmla="*/ 126 h 252"/>
                  <a:gd name="T18" fmla="*/ 193 w 265"/>
                  <a:gd name="T19" fmla="*/ 68 h 252"/>
                  <a:gd name="T20" fmla="*/ 115 w 265"/>
                  <a:gd name="T2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5" h="252">
                    <a:moveTo>
                      <a:pt x="115" y="0"/>
                    </a:moveTo>
                    <a:cubicBezTo>
                      <a:pt x="115" y="0"/>
                      <a:pt x="106" y="7"/>
                      <a:pt x="85" y="20"/>
                    </a:cubicBezTo>
                    <a:cubicBezTo>
                      <a:pt x="64" y="33"/>
                      <a:pt x="0" y="86"/>
                      <a:pt x="0" y="86"/>
                    </a:cubicBezTo>
                    <a:cubicBezTo>
                      <a:pt x="55" y="141"/>
                      <a:pt x="55" y="141"/>
                      <a:pt x="55" y="141"/>
                    </a:cubicBezTo>
                    <a:cubicBezTo>
                      <a:pt x="90" y="137"/>
                      <a:pt x="90" y="137"/>
                      <a:pt x="90" y="137"/>
                    </a:cubicBezTo>
                    <a:cubicBezTo>
                      <a:pt x="90" y="137"/>
                      <a:pt x="90" y="231"/>
                      <a:pt x="153" y="249"/>
                    </a:cubicBezTo>
                    <a:cubicBezTo>
                      <a:pt x="214" y="249"/>
                      <a:pt x="228" y="252"/>
                      <a:pt x="251" y="252"/>
                    </a:cubicBezTo>
                    <a:cubicBezTo>
                      <a:pt x="265" y="229"/>
                      <a:pt x="221" y="212"/>
                      <a:pt x="204" y="199"/>
                    </a:cubicBezTo>
                    <a:cubicBezTo>
                      <a:pt x="186" y="186"/>
                      <a:pt x="184" y="147"/>
                      <a:pt x="179" y="126"/>
                    </a:cubicBezTo>
                    <a:cubicBezTo>
                      <a:pt x="175" y="106"/>
                      <a:pt x="193" y="68"/>
                      <a:pt x="193" y="68"/>
                    </a:cubicBez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1E1A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9" name="Freeform: Shape 1025"/>
              <p:cNvSpPr>
                <a:spLocks/>
              </p:cNvSpPr>
              <p:nvPr/>
            </p:nvSpPr>
            <p:spPr bwMode="auto">
              <a:xfrm>
                <a:off x="1438824" y="3555841"/>
                <a:ext cx="543426" cy="673610"/>
              </a:xfrm>
              <a:custGeom>
                <a:avLst/>
                <a:gdLst>
                  <a:gd name="T0" fmla="*/ 626 w 661"/>
                  <a:gd name="T1" fmla="*/ 96 h 818"/>
                  <a:gd name="T2" fmla="*/ 534 w 661"/>
                  <a:gd name="T3" fmla="*/ 20 h 818"/>
                  <a:gd name="T4" fmla="*/ 467 w 661"/>
                  <a:gd name="T5" fmla="*/ 7 h 818"/>
                  <a:gd name="T6" fmla="*/ 417 w 661"/>
                  <a:gd name="T7" fmla="*/ 55 h 818"/>
                  <a:gd name="T8" fmla="*/ 299 w 661"/>
                  <a:gd name="T9" fmla="*/ 422 h 818"/>
                  <a:gd name="T10" fmla="*/ 8 w 661"/>
                  <a:gd name="T11" fmla="*/ 708 h 818"/>
                  <a:gd name="T12" fmla="*/ 119 w 661"/>
                  <a:gd name="T13" fmla="*/ 818 h 818"/>
                  <a:gd name="T14" fmla="*/ 121 w 661"/>
                  <a:gd name="T15" fmla="*/ 816 h 818"/>
                  <a:gd name="T16" fmla="*/ 417 w 661"/>
                  <a:gd name="T17" fmla="*/ 510 h 818"/>
                  <a:gd name="T18" fmla="*/ 639 w 661"/>
                  <a:gd name="T19" fmla="*/ 195 h 818"/>
                  <a:gd name="T20" fmla="*/ 626 w 661"/>
                  <a:gd name="T21" fmla="*/ 96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61" h="818">
                    <a:moveTo>
                      <a:pt x="626" y="96"/>
                    </a:moveTo>
                    <a:cubicBezTo>
                      <a:pt x="534" y="20"/>
                      <a:pt x="534" y="20"/>
                      <a:pt x="534" y="20"/>
                    </a:cubicBezTo>
                    <a:cubicBezTo>
                      <a:pt x="515" y="5"/>
                      <a:pt x="490" y="0"/>
                      <a:pt x="467" y="7"/>
                    </a:cubicBezTo>
                    <a:cubicBezTo>
                      <a:pt x="443" y="13"/>
                      <a:pt x="425" y="31"/>
                      <a:pt x="417" y="55"/>
                    </a:cubicBezTo>
                    <a:cubicBezTo>
                      <a:pt x="417" y="55"/>
                      <a:pt x="308" y="407"/>
                      <a:pt x="299" y="422"/>
                    </a:cubicBezTo>
                    <a:cubicBezTo>
                      <a:pt x="290" y="436"/>
                      <a:pt x="8" y="708"/>
                      <a:pt x="8" y="708"/>
                    </a:cubicBezTo>
                    <a:cubicBezTo>
                      <a:pt x="0" y="716"/>
                      <a:pt x="85" y="794"/>
                      <a:pt x="119" y="818"/>
                    </a:cubicBezTo>
                    <a:cubicBezTo>
                      <a:pt x="120" y="818"/>
                      <a:pt x="121" y="817"/>
                      <a:pt x="121" y="816"/>
                    </a:cubicBezTo>
                    <a:cubicBezTo>
                      <a:pt x="121" y="816"/>
                      <a:pt x="402" y="525"/>
                      <a:pt x="417" y="510"/>
                    </a:cubicBezTo>
                    <a:cubicBezTo>
                      <a:pt x="432" y="494"/>
                      <a:pt x="639" y="195"/>
                      <a:pt x="639" y="195"/>
                    </a:cubicBezTo>
                    <a:cubicBezTo>
                      <a:pt x="661" y="163"/>
                      <a:pt x="656" y="120"/>
                      <a:pt x="626" y="96"/>
                    </a:cubicBezTo>
                    <a:close/>
                  </a:path>
                </a:pathLst>
              </a:custGeom>
              <a:solidFill>
                <a:srgbClr val="4C3B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0" name="Freeform: Shape 1026"/>
              <p:cNvSpPr>
                <a:spLocks/>
              </p:cNvSpPr>
              <p:nvPr/>
            </p:nvSpPr>
            <p:spPr bwMode="auto">
              <a:xfrm>
                <a:off x="2528066" y="3271587"/>
                <a:ext cx="77632" cy="42996"/>
              </a:xfrm>
              <a:custGeom>
                <a:avLst/>
                <a:gdLst>
                  <a:gd name="T0" fmla="*/ 93 w 94"/>
                  <a:gd name="T1" fmla="*/ 17 h 52"/>
                  <a:gd name="T2" fmla="*/ 33 w 94"/>
                  <a:gd name="T3" fmla="*/ 11 h 52"/>
                  <a:gd name="T4" fmla="*/ 7 w 94"/>
                  <a:gd name="T5" fmla="*/ 39 h 52"/>
                  <a:gd name="T6" fmla="*/ 93 w 94"/>
                  <a:gd name="T7" fmla="*/ 1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52">
                    <a:moveTo>
                      <a:pt x="93" y="17"/>
                    </a:moveTo>
                    <a:cubicBezTo>
                      <a:pt x="94" y="15"/>
                      <a:pt x="61" y="0"/>
                      <a:pt x="33" y="11"/>
                    </a:cubicBezTo>
                    <a:cubicBezTo>
                      <a:pt x="5" y="22"/>
                      <a:pt x="0" y="26"/>
                      <a:pt x="7" y="39"/>
                    </a:cubicBezTo>
                    <a:cubicBezTo>
                      <a:pt x="14" y="52"/>
                      <a:pt x="76" y="45"/>
                      <a:pt x="93" y="17"/>
                    </a:cubicBezTo>
                    <a:close/>
                  </a:path>
                </a:pathLst>
              </a:custGeom>
              <a:solidFill>
                <a:srgbClr val="B0810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Freeform: Shape 1027"/>
              <p:cNvSpPr>
                <a:spLocks/>
              </p:cNvSpPr>
              <p:nvPr/>
            </p:nvSpPr>
            <p:spPr bwMode="auto">
              <a:xfrm>
                <a:off x="2456405" y="3265615"/>
                <a:ext cx="308141" cy="567313"/>
              </a:xfrm>
              <a:custGeom>
                <a:avLst/>
                <a:gdLst>
                  <a:gd name="T0" fmla="*/ 265 w 375"/>
                  <a:gd name="T1" fmla="*/ 165 h 689"/>
                  <a:gd name="T2" fmla="*/ 313 w 375"/>
                  <a:gd name="T3" fmla="*/ 55 h 689"/>
                  <a:gd name="T4" fmla="*/ 284 w 375"/>
                  <a:gd name="T5" fmla="*/ 18 h 689"/>
                  <a:gd name="T6" fmla="*/ 221 w 375"/>
                  <a:gd name="T7" fmla="*/ 4 h 689"/>
                  <a:gd name="T8" fmla="*/ 168 w 375"/>
                  <a:gd name="T9" fmla="*/ 30 h 689"/>
                  <a:gd name="T10" fmla="*/ 100 w 375"/>
                  <a:gd name="T11" fmla="*/ 29 h 689"/>
                  <a:gd name="T12" fmla="*/ 171 w 375"/>
                  <a:gd name="T13" fmla="*/ 19 h 689"/>
                  <a:gd name="T14" fmla="*/ 93 w 375"/>
                  <a:gd name="T15" fmla="*/ 48 h 689"/>
                  <a:gd name="T16" fmla="*/ 159 w 375"/>
                  <a:gd name="T17" fmla="*/ 183 h 689"/>
                  <a:gd name="T18" fmla="*/ 18 w 375"/>
                  <a:gd name="T19" fmla="*/ 417 h 689"/>
                  <a:gd name="T20" fmla="*/ 188 w 375"/>
                  <a:gd name="T21" fmla="*/ 679 h 689"/>
                  <a:gd name="T22" fmla="*/ 364 w 375"/>
                  <a:gd name="T23" fmla="*/ 444 h 689"/>
                  <a:gd name="T24" fmla="*/ 265 w 375"/>
                  <a:gd name="T25" fmla="*/ 165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5" h="689">
                    <a:moveTo>
                      <a:pt x="265" y="165"/>
                    </a:moveTo>
                    <a:cubicBezTo>
                      <a:pt x="266" y="160"/>
                      <a:pt x="313" y="55"/>
                      <a:pt x="313" y="55"/>
                    </a:cubicBezTo>
                    <a:cubicBezTo>
                      <a:pt x="313" y="55"/>
                      <a:pt x="326" y="12"/>
                      <a:pt x="284" y="18"/>
                    </a:cubicBezTo>
                    <a:cubicBezTo>
                      <a:pt x="245" y="23"/>
                      <a:pt x="258" y="0"/>
                      <a:pt x="221" y="4"/>
                    </a:cubicBezTo>
                    <a:cubicBezTo>
                      <a:pt x="184" y="9"/>
                      <a:pt x="194" y="19"/>
                      <a:pt x="168" y="30"/>
                    </a:cubicBezTo>
                    <a:cubicBezTo>
                      <a:pt x="142" y="42"/>
                      <a:pt x="71" y="54"/>
                      <a:pt x="100" y="29"/>
                    </a:cubicBezTo>
                    <a:cubicBezTo>
                      <a:pt x="126" y="8"/>
                      <a:pt x="153" y="17"/>
                      <a:pt x="171" y="19"/>
                    </a:cubicBezTo>
                    <a:cubicBezTo>
                      <a:pt x="125" y="1"/>
                      <a:pt x="72" y="21"/>
                      <a:pt x="93" y="48"/>
                    </a:cubicBezTo>
                    <a:cubicBezTo>
                      <a:pt x="115" y="75"/>
                      <a:pt x="164" y="183"/>
                      <a:pt x="159" y="183"/>
                    </a:cubicBezTo>
                    <a:cubicBezTo>
                      <a:pt x="154" y="183"/>
                      <a:pt x="36" y="344"/>
                      <a:pt x="18" y="417"/>
                    </a:cubicBezTo>
                    <a:cubicBezTo>
                      <a:pt x="0" y="489"/>
                      <a:pt x="38" y="669"/>
                      <a:pt x="188" y="679"/>
                    </a:cubicBezTo>
                    <a:cubicBezTo>
                      <a:pt x="337" y="689"/>
                      <a:pt x="352" y="568"/>
                      <a:pt x="364" y="444"/>
                    </a:cubicBezTo>
                    <a:cubicBezTo>
                      <a:pt x="375" y="321"/>
                      <a:pt x="262" y="194"/>
                      <a:pt x="265" y="16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Freeform: Shape 1028"/>
              <p:cNvSpPr>
                <a:spLocks/>
              </p:cNvSpPr>
              <p:nvPr/>
            </p:nvSpPr>
            <p:spPr bwMode="auto">
              <a:xfrm>
                <a:off x="2573451" y="3400576"/>
                <a:ext cx="118240" cy="33442"/>
              </a:xfrm>
              <a:custGeom>
                <a:avLst/>
                <a:gdLst>
                  <a:gd name="T0" fmla="*/ 15 w 143"/>
                  <a:gd name="T1" fmla="*/ 10 h 41"/>
                  <a:gd name="T2" fmla="*/ 122 w 143"/>
                  <a:gd name="T3" fmla="*/ 3 h 41"/>
                  <a:gd name="T4" fmla="*/ 88 w 143"/>
                  <a:gd name="T5" fmla="*/ 37 h 41"/>
                  <a:gd name="T6" fmla="*/ 10 w 143"/>
                  <a:gd name="T7" fmla="*/ 28 h 41"/>
                  <a:gd name="T8" fmla="*/ 15 w 143"/>
                  <a:gd name="T9" fmla="*/ 1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41">
                    <a:moveTo>
                      <a:pt x="15" y="10"/>
                    </a:moveTo>
                    <a:cubicBezTo>
                      <a:pt x="15" y="10"/>
                      <a:pt x="29" y="41"/>
                      <a:pt x="122" y="3"/>
                    </a:cubicBezTo>
                    <a:cubicBezTo>
                      <a:pt x="130" y="0"/>
                      <a:pt x="143" y="32"/>
                      <a:pt x="88" y="37"/>
                    </a:cubicBezTo>
                    <a:cubicBezTo>
                      <a:pt x="33" y="41"/>
                      <a:pt x="20" y="35"/>
                      <a:pt x="10" y="28"/>
                    </a:cubicBezTo>
                    <a:cubicBezTo>
                      <a:pt x="0" y="21"/>
                      <a:pt x="15" y="10"/>
                      <a:pt x="15" y="10"/>
                    </a:cubicBezTo>
                    <a:close/>
                  </a:path>
                </a:pathLst>
              </a:custGeom>
              <a:solidFill>
                <a:srgbClr val="503D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Freeform: Shape 1029"/>
              <p:cNvSpPr>
                <a:spLocks/>
              </p:cNvSpPr>
              <p:nvPr/>
            </p:nvSpPr>
            <p:spPr bwMode="auto">
              <a:xfrm>
                <a:off x="2550758" y="3545092"/>
                <a:ext cx="114657" cy="182735"/>
              </a:xfrm>
              <a:custGeom>
                <a:avLst/>
                <a:gdLst>
                  <a:gd name="T0" fmla="*/ 139 w 139"/>
                  <a:gd name="T1" fmla="*/ 141 h 222"/>
                  <a:gd name="T2" fmla="*/ 135 w 139"/>
                  <a:gd name="T3" fmla="*/ 161 h 222"/>
                  <a:gd name="T4" fmla="*/ 131 w 139"/>
                  <a:gd name="T5" fmla="*/ 168 h 222"/>
                  <a:gd name="T6" fmla="*/ 116 w 139"/>
                  <a:gd name="T7" fmla="*/ 184 h 222"/>
                  <a:gd name="T8" fmla="*/ 96 w 139"/>
                  <a:gd name="T9" fmla="*/ 194 h 222"/>
                  <a:gd name="T10" fmla="*/ 64 w 139"/>
                  <a:gd name="T11" fmla="*/ 195 h 222"/>
                  <a:gd name="T12" fmla="*/ 43 w 139"/>
                  <a:gd name="T13" fmla="*/ 190 h 222"/>
                  <a:gd name="T14" fmla="*/ 0 w 139"/>
                  <a:gd name="T15" fmla="*/ 166 h 222"/>
                  <a:gd name="T16" fmla="*/ 9 w 139"/>
                  <a:gd name="T17" fmla="*/ 135 h 222"/>
                  <a:gd name="T18" fmla="*/ 12 w 139"/>
                  <a:gd name="T19" fmla="*/ 117 h 222"/>
                  <a:gd name="T20" fmla="*/ 18 w 139"/>
                  <a:gd name="T21" fmla="*/ 116 h 222"/>
                  <a:gd name="T22" fmla="*/ 27 w 139"/>
                  <a:gd name="T23" fmla="*/ 119 h 222"/>
                  <a:gd name="T24" fmla="*/ 37 w 139"/>
                  <a:gd name="T25" fmla="*/ 122 h 222"/>
                  <a:gd name="T26" fmla="*/ 48 w 139"/>
                  <a:gd name="T27" fmla="*/ 124 h 222"/>
                  <a:gd name="T28" fmla="*/ 55 w 139"/>
                  <a:gd name="T29" fmla="*/ 122 h 222"/>
                  <a:gd name="T30" fmla="*/ 58 w 139"/>
                  <a:gd name="T31" fmla="*/ 121 h 222"/>
                  <a:gd name="T32" fmla="*/ 37 w 139"/>
                  <a:gd name="T33" fmla="*/ 95 h 222"/>
                  <a:gd name="T34" fmla="*/ 8 w 139"/>
                  <a:gd name="T35" fmla="*/ 70 h 222"/>
                  <a:gd name="T36" fmla="*/ 3 w 139"/>
                  <a:gd name="T37" fmla="*/ 56 h 222"/>
                  <a:gd name="T38" fmla="*/ 3 w 139"/>
                  <a:gd name="T39" fmla="*/ 54 h 222"/>
                  <a:gd name="T40" fmla="*/ 8 w 139"/>
                  <a:gd name="T41" fmla="*/ 42 h 222"/>
                  <a:gd name="T42" fmla="*/ 37 w 139"/>
                  <a:gd name="T43" fmla="*/ 19 h 222"/>
                  <a:gd name="T44" fmla="*/ 71 w 139"/>
                  <a:gd name="T45" fmla="*/ 17 h 222"/>
                  <a:gd name="T46" fmla="*/ 83 w 139"/>
                  <a:gd name="T47" fmla="*/ 19 h 222"/>
                  <a:gd name="T48" fmla="*/ 114 w 139"/>
                  <a:gd name="T49" fmla="*/ 24 h 222"/>
                  <a:gd name="T50" fmla="*/ 124 w 139"/>
                  <a:gd name="T51" fmla="*/ 27 h 222"/>
                  <a:gd name="T52" fmla="*/ 133 w 139"/>
                  <a:gd name="T53" fmla="*/ 31 h 222"/>
                  <a:gd name="T54" fmla="*/ 139 w 139"/>
                  <a:gd name="T55" fmla="*/ 37 h 222"/>
                  <a:gd name="T56" fmla="*/ 138 w 139"/>
                  <a:gd name="T57" fmla="*/ 53 h 222"/>
                  <a:gd name="T58" fmla="*/ 136 w 139"/>
                  <a:gd name="T59" fmla="*/ 78 h 222"/>
                  <a:gd name="T60" fmla="*/ 134 w 139"/>
                  <a:gd name="T61" fmla="*/ 90 h 222"/>
                  <a:gd name="T62" fmla="*/ 129 w 139"/>
                  <a:gd name="T63" fmla="*/ 92 h 222"/>
                  <a:gd name="T64" fmla="*/ 121 w 139"/>
                  <a:gd name="T65" fmla="*/ 90 h 222"/>
                  <a:gd name="T66" fmla="*/ 114 w 139"/>
                  <a:gd name="T67" fmla="*/ 85 h 222"/>
                  <a:gd name="T68" fmla="*/ 93 w 139"/>
                  <a:gd name="T69" fmla="*/ 77 h 222"/>
                  <a:gd name="T70" fmla="*/ 92 w 139"/>
                  <a:gd name="T71" fmla="*/ 78 h 222"/>
                  <a:gd name="T72" fmla="*/ 122 w 139"/>
                  <a:gd name="T73" fmla="*/ 107 h 222"/>
                  <a:gd name="T74" fmla="*/ 139 w 139"/>
                  <a:gd name="T75" fmla="*/ 141 h 222"/>
                  <a:gd name="T76" fmla="*/ 72 w 139"/>
                  <a:gd name="T77" fmla="*/ 0 h 222"/>
                  <a:gd name="T78" fmla="*/ 101 w 139"/>
                  <a:gd name="T79" fmla="*/ 4 h 222"/>
                  <a:gd name="T80" fmla="*/ 99 w 139"/>
                  <a:gd name="T81" fmla="*/ 23 h 222"/>
                  <a:gd name="T82" fmla="*/ 69 w 139"/>
                  <a:gd name="T83" fmla="*/ 23 h 222"/>
                  <a:gd name="T84" fmla="*/ 72 w 139"/>
                  <a:gd name="T85" fmla="*/ 0 h 222"/>
                  <a:gd name="T86" fmla="*/ 54 w 139"/>
                  <a:gd name="T87" fmla="*/ 186 h 222"/>
                  <a:gd name="T88" fmla="*/ 88 w 139"/>
                  <a:gd name="T89" fmla="*/ 191 h 222"/>
                  <a:gd name="T90" fmla="*/ 84 w 139"/>
                  <a:gd name="T91" fmla="*/ 222 h 222"/>
                  <a:gd name="T92" fmla="*/ 50 w 139"/>
                  <a:gd name="T93" fmla="*/ 217 h 222"/>
                  <a:gd name="T94" fmla="*/ 54 w 139"/>
                  <a:gd name="T95" fmla="*/ 186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9" h="222">
                    <a:moveTo>
                      <a:pt x="139" y="141"/>
                    </a:moveTo>
                    <a:cubicBezTo>
                      <a:pt x="139" y="149"/>
                      <a:pt x="138" y="156"/>
                      <a:pt x="135" y="161"/>
                    </a:cubicBezTo>
                    <a:cubicBezTo>
                      <a:pt x="134" y="163"/>
                      <a:pt x="133" y="165"/>
                      <a:pt x="131" y="168"/>
                    </a:cubicBezTo>
                    <a:cubicBezTo>
                      <a:pt x="129" y="173"/>
                      <a:pt x="124" y="179"/>
                      <a:pt x="116" y="184"/>
                    </a:cubicBezTo>
                    <a:cubicBezTo>
                      <a:pt x="109" y="189"/>
                      <a:pt x="102" y="193"/>
                      <a:pt x="96" y="194"/>
                    </a:cubicBezTo>
                    <a:cubicBezTo>
                      <a:pt x="87" y="196"/>
                      <a:pt x="76" y="197"/>
                      <a:pt x="64" y="195"/>
                    </a:cubicBezTo>
                    <a:cubicBezTo>
                      <a:pt x="57" y="194"/>
                      <a:pt x="50" y="193"/>
                      <a:pt x="43" y="190"/>
                    </a:cubicBezTo>
                    <a:cubicBezTo>
                      <a:pt x="24" y="184"/>
                      <a:pt x="10" y="176"/>
                      <a:pt x="0" y="166"/>
                    </a:cubicBezTo>
                    <a:cubicBezTo>
                      <a:pt x="2" y="157"/>
                      <a:pt x="5" y="147"/>
                      <a:pt x="9" y="135"/>
                    </a:cubicBezTo>
                    <a:cubicBezTo>
                      <a:pt x="10" y="129"/>
                      <a:pt x="12" y="123"/>
                      <a:pt x="12" y="117"/>
                    </a:cubicBezTo>
                    <a:cubicBezTo>
                      <a:pt x="13" y="116"/>
                      <a:pt x="15" y="116"/>
                      <a:pt x="18" y="116"/>
                    </a:cubicBezTo>
                    <a:cubicBezTo>
                      <a:pt x="20" y="116"/>
                      <a:pt x="23" y="117"/>
                      <a:pt x="27" y="119"/>
                    </a:cubicBezTo>
                    <a:cubicBezTo>
                      <a:pt x="32" y="120"/>
                      <a:pt x="35" y="121"/>
                      <a:pt x="37" y="122"/>
                    </a:cubicBezTo>
                    <a:cubicBezTo>
                      <a:pt x="42" y="123"/>
                      <a:pt x="45" y="123"/>
                      <a:pt x="48" y="124"/>
                    </a:cubicBezTo>
                    <a:cubicBezTo>
                      <a:pt x="47" y="124"/>
                      <a:pt x="50" y="123"/>
                      <a:pt x="55" y="122"/>
                    </a:cubicBezTo>
                    <a:cubicBezTo>
                      <a:pt x="56" y="122"/>
                      <a:pt x="57" y="122"/>
                      <a:pt x="58" y="121"/>
                    </a:cubicBezTo>
                    <a:cubicBezTo>
                      <a:pt x="61" y="114"/>
                      <a:pt x="54" y="105"/>
                      <a:pt x="37" y="95"/>
                    </a:cubicBezTo>
                    <a:cubicBezTo>
                      <a:pt x="24" y="87"/>
                      <a:pt x="15" y="79"/>
                      <a:pt x="8" y="70"/>
                    </a:cubicBezTo>
                    <a:cubicBezTo>
                      <a:pt x="6" y="68"/>
                      <a:pt x="4" y="63"/>
                      <a:pt x="3" y="56"/>
                    </a:cubicBezTo>
                    <a:cubicBezTo>
                      <a:pt x="3" y="55"/>
                      <a:pt x="3" y="55"/>
                      <a:pt x="3" y="54"/>
                    </a:cubicBezTo>
                    <a:cubicBezTo>
                      <a:pt x="4" y="52"/>
                      <a:pt x="5" y="48"/>
                      <a:pt x="8" y="42"/>
                    </a:cubicBezTo>
                    <a:cubicBezTo>
                      <a:pt x="14" y="31"/>
                      <a:pt x="24" y="23"/>
                      <a:pt x="37" y="19"/>
                    </a:cubicBezTo>
                    <a:cubicBezTo>
                      <a:pt x="45" y="17"/>
                      <a:pt x="57" y="17"/>
                      <a:pt x="71" y="17"/>
                    </a:cubicBezTo>
                    <a:cubicBezTo>
                      <a:pt x="76" y="18"/>
                      <a:pt x="80" y="18"/>
                      <a:pt x="83" y="19"/>
                    </a:cubicBezTo>
                    <a:cubicBezTo>
                      <a:pt x="95" y="21"/>
                      <a:pt x="105" y="23"/>
                      <a:pt x="114" y="24"/>
                    </a:cubicBezTo>
                    <a:cubicBezTo>
                      <a:pt x="116" y="25"/>
                      <a:pt x="120" y="26"/>
                      <a:pt x="124" y="27"/>
                    </a:cubicBezTo>
                    <a:cubicBezTo>
                      <a:pt x="133" y="31"/>
                      <a:pt x="133" y="31"/>
                      <a:pt x="133" y="31"/>
                    </a:cubicBezTo>
                    <a:cubicBezTo>
                      <a:pt x="135" y="33"/>
                      <a:pt x="137" y="35"/>
                      <a:pt x="139" y="37"/>
                    </a:cubicBezTo>
                    <a:cubicBezTo>
                      <a:pt x="139" y="38"/>
                      <a:pt x="139" y="44"/>
                      <a:pt x="138" y="53"/>
                    </a:cubicBezTo>
                    <a:cubicBezTo>
                      <a:pt x="137" y="69"/>
                      <a:pt x="136" y="78"/>
                      <a:pt x="136" y="78"/>
                    </a:cubicBezTo>
                    <a:cubicBezTo>
                      <a:pt x="136" y="81"/>
                      <a:pt x="136" y="85"/>
                      <a:pt x="134" y="90"/>
                    </a:cubicBezTo>
                    <a:cubicBezTo>
                      <a:pt x="133" y="92"/>
                      <a:pt x="131" y="93"/>
                      <a:pt x="129" y="92"/>
                    </a:cubicBezTo>
                    <a:cubicBezTo>
                      <a:pt x="127" y="92"/>
                      <a:pt x="124" y="91"/>
                      <a:pt x="121" y="90"/>
                    </a:cubicBezTo>
                    <a:cubicBezTo>
                      <a:pt x="119" y="88"/>
                      <a:pt x="116" y="87"/>
                      <a:pt x="114" y="85"/>
                    </a:cubicBezTo>
                    <a:cubicBezTo>
                      <a:pt x="104" y="80"/>
                      <a:pt x="98" y="78"/>
                      <a:pt x="93" y="77"/>
                    </a:cubicBezTo>
                    <a:cubicBezTo>
                      <a:pt x="92" y="78"/>
                      <a:pt x="92" y="78"/>
                      <a:pt x="92" y="78"/>
                    </a:cubicBezTo>
                    <a:cubicBezTo>
                      <a:pt x="98" y="87"/>
                      <a:pt x="108" y="97"/>
                      <a:pt x="122" y="107"/>
                    </a:cubicBezTo>
                    <a:cubicBezTo>
                      <a:pt x="133" y="115"/>
                      <a:pt x="139" y="127"/>
                      <a:pt x="139" y="141"/>
                    </a:cubicBezTo>
                    <a:close/>
                    <a:moveTo>
                      <a:pt x="72" y="0"/>
                    </a:moveTo>
                    <a:cubicBezTo>
                      <a:pt x="101" y="4"/>
                      <a:pt x="101" y="4"/>
                      <a:pt x="101" y="4"/>
                    </a:cubicBezTo>
                    <a:cubicBezTo>
                      <a:pt x="99" y="23"/>
                      <a:pt x="99" y="23"/>
                      <a:pt x="99" y="23"/>
                    </a:cubicBezTo>
                    <a:cubicBezTo>
                      <a:pt x="69" y="23"/>
                      <a:pt x="69" y="23"/>
                      <a:pt x="69" y="23"/>
                    </a:cubicBezTo>
                    <a:lnTo>
                      <a:pt x="72" y="0"/>
                    </a:lnTo>
                    <a:close/>
                    <a:moveTo>
                      <a:pt x="54" y="186"/>
                    </a:moveTo>
                    <a:cubicBezTo>
                      <a:pt x="88" y="191"/>
                      <a:pt x="88" y="191"/>
                      <a:pt x="88" y="191"/>
                    </a:cubicBezTo>
                    <a:cubicBezTo>
                      <a:pt x="84" y="222"/>
                      <a:pt x="84" y="222"/>
                      <a:pt x="84" y="222"/>
                    </a:cubicBezTo>
                    <a:cubicBezTo>
                      <a:pt x="50" y="217"/>
                      <a:pt x="50" y="217"/>
                      <a:pt x="50" y="217"/>
                    </a:cubicBezTo>
                    <a:lnTo>
                      <a:pt x="54" y="1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Freeform: Shape 1045"/>
              <p:cNvSpPr>
                <a:spLocks/>
              </p:cNvSpPr>
              <p:nvPr/>
            </p:nvSpPr>
            <p:spPr bwMode="auto">
              <a:xfrm>
                <a:off x="2597338" y="3426852"/>
                <a:ext cx="16721" cy="13138"/>
              </a:xfrm>
              <a:custGeom>
                <a:avLst/>
                <a:gdLst>
                  <a:gd name="T0" fmla="*/ 0 w 20"/>
                  <a:gd name="T1" fmla="*/ 17 h 17"/>
                  <a:gd name="T2" fmla="*/ 14 w 20"/>
                  <a:gd name="T3" fmla="*/ 7 h 17"/>
                  <a:gd name="T4" fmla="*/ 20 w 20"/>
                  <a:gd name="T5" fmla="*/ 0 h 17"/>
                  <a:gd name="T6" fmla="*/ 0 w 20"/>
                  <a:gd name="T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17">
                    <a:moveTo>
                      <a:pt x="0" y="17"/>
                    </a:moveTo>
                    <a:cubicBezTo>
                      <a:pt x="0" y="17"/>
                      <a:pt x="7" y="13"/>
                      <a:pt x="14" y="7"/>
                    </a:cubicBezTo>
                    <a:cubicBezTo>
                      <a:pt x="16" y="5"/>
                      <a:pt x="18" y="3"/>
                      <a:pt x="20" y="0"/>
                    </a:cubicBezTo>
                    <a:cubicBezTo>
                      <a:pt x="8" y="10"/>
                      <a:pt x="0" y="17"/>
                      <a:pt x="0" y="17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Freeform: Shape 1046"/>
              <p:cNvSpPr>
                <a:spLocks/>
              </p:cNvSpPr>
              <p:nvPr/>
            </p:nvSpPr>
            <p:spPr bwMode="auto">
              <a:xfrm>
                <a:off x="2609281" y="3425657"/>
                <a:ext cx="5972" cy="5972"/>
              </a:xfrm>
              <a:custGeom>
                <a:avLst/>
                <a:gdLst>
                  <a:gd name="T0" fmla="*/ 0 w 8"/>
                  <a:gd name="T1" fmla="*/ 8 h 8"/>
                  <a:gd name="T2" fmla="*/ 8 w 8"/>
                  <a:gd name="T3" fmla="*/ 0 h 8"/>
                  <a:gd name="T4" fmla="*/ 6 w 8"/>
                  <a:gd name="T5" fmla="*/ 1 h 8"/>
                  <a:gd name="T6" fmla="*/ 0 w 8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cubicBezTo>
                      <a:pt x="3" y="6"/>
                      <a:pt x="5" y="3"/>
                      <a:pt x="8" y="0"/>
                    </a:cubicBezTo>
                    <a:cubicBezTo>
                      <a:pt x="7" y="1"/>
                      <a:pt x="7" y="1"/>
                      <a:pt x="6" y="1"/>
                    </a:cubicBezTo>
                    <a:cubicBezTo>
                      <a:pt x="4" y="4"/>
                      <a:pt x="2" y="6"/>
                      <a:pt x="0" y="8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1047"/>
              <p:cNvSpPr>
                <a:spLocks/>
              </p:cNvSpPr>
              <p:nvPr/>
            </p:nvSpPr>
            <p:spPr bwMode="auto">
              <a:xfrm>
                <a:off x="2614059" y="3420880"/>
                <a:ext cx="5972" cy="5972"/>
              </a:xfrm>
              <a:custGeom>
                <a:avLst/>
                <a:gdLst>
                  <a:gd name="T0" fmla="*/ 0 w 7"/>
                  <a:gd name="T1" fmla="*/ 7 h 7"/>
                  <a:gd name="T2" fmla="*/ 2 w 7"/>
                  <a:gd name="T3" fmla="*/ 6 h 7"/>
                  <a:gd name="T4" fmla="*/ 7 w 7"/>
                  <a:gd name="T5" fmla="*/ 0 h 7"/>
                  <a:gd name="T6" fmla="*/ 0 w 7"/>
                  <a:gd name="T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7">
                    <a:moveTo>
                      <a:pt x="0" y="7"/>
                    </a:moveTo>
                    <a:cubicBezTo>
                      <a:pt x="1" y="7"/>
                      <a:pt x="1" y="7"/>
                      <a:pt x="2" y="6"/>
                    </a:cubicBezTo>
                    <a:cubicBezTo>
                      <a:pt x="4" y="4"/>
                      <a:pt x="6" y="2"/>
                      <a:pt x="7" y="0"/>
                    </a:cubicBezTo>
                    <a:cubicBezTo>
                      <a:pt x="5" y="2"/>
                      <a:pt x="3" y="5"/>
                      <a:pt x="0" y="7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Freeform: Shape 1051"/>
              <p:cNvSpPr>
                <a:spLocks/>
              </p:cNvSpPr>
              <p:nvPr/>
            </p:nvSpPr>
            <p:spPr bwMode="auto">
              <a:xfrm>
                <a:off x="2524483" y="3391021"/>
                <a:ext cx="118240" cy="85993"/>
              </a:xfrm>
              <a:custGeom>
                <a:avLst/>
                <a:gdLst>
                  <a:gd name="T0" fmla="*/ 137 w 143"/>
                  <a:gd name="T1" fmla="*/ 21 h 104"/>
                  <a:gd name="T2" fmla="*/ 89 w 143"/>
                  <a:gd name="T3" fmla="*/ 5 h 104"/>
                  <a:gd name="T4" fmla="*/ 0 w 143"/>
                  <a:gd name="T5" fmla="*/ 84 h 104"/>
                  <a:gd name="T6" fmla="*/ 6 w 143"/>
                  <a:gd name="T7" fmla="*/ 104 h 104"/>
                  <a:gd name="T8" fmla="*/ 137 w 143"/>
                  <a:gd name="T9" fmla="*/ 21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104">
                    <a:moveTo>
                      <a:pt x="137" y="21"/>
                    </a:moveTo>
                    <a:cubicBezTo>
                      <a:pt x="143" y="0"/>
                      <a:pt x="113" y="1"/>
                      <a:pt x="89" y="5"/>
                    </a:cubicBezTo>
                    <a:cubicBezTo>
                      <a:pt x="53" y="10"/>
                      <a:pt x="19" y="55"/>
                      <a:pt x="0" y="84"/>
                    </a:cubicBezTo>
                    <a:cubicBezTo>
                      <a:pt x="2" y="87"/>
                      <a:pt x="6" y="104"/>
                      <a:pt x="6" y="104"/>
                    </a:cubicBezTo>
                    <a:cubicBezTo>
                      <a:pt x="54" y="85"/>
                      <a:pt x="131" y="40"/>
                      <a:pt x="137" y="21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1052"/>
              <p:cNvSpPr>
                <a:spLocks/>
              </p:cNvSpPr>
              <p:nvPr/>
            </p:nvSpPr>
            <p:spPr bwMode="auto">
              <a:xfrm>
                <a:off x="1804293" y="3994165"/>
                <a:ext cx="140933" cy="218565"/>
              </a:xfrm>
              <a:custGeom>
                <a:avLst/>
                <a:gdLst>
                  <a:gd name="T0" fmla="*/ 85 w 172"/>
                  <a:gd name="T1" fmla="*/ 0 h 266"/>
                  <a:gd name="T2" fmla="*/ 0 w 172"/>
                  <a:gd name="T3" fmla="*/ 59 h 266"/>
                  <a:gd name="T4" fmla="*/ 31 w 172"/>
                  <a:gd name="T5" fmla="*/ 109 h 266"/>
                  <a:gd name="T6" fmla="*/ 62 w 172"/>
                  <a:gd name="T7" fmla="*/ 104 h 266"/>
                  <a:gd name="T8" fmla="*/ 69 w 172"/>
                  <a:gd name="T9" fmla="*/ 179 h 266"/>
                  <a:gd name="T10" fmla="*/ 132 w 172"/>
                  <a:gd name="T11" fmla="*/ 253 h 266"/>
                  <a:gd name="T12" fmla="*/ 151 w 172"/>
                  <a:gd name="T13" fmla="*/ 197 h 266"/>
                  <a:gd name="T14" fmla="*/ 146 w 172"/>
                  <a:gd name="T15" fmla="*/ 116 h 266"/>
                  <a:gd name="T16" fmla="*/ 172 w 172"/>
                  <a:gd name="T17" fmla="*/ 81 h 266"/>
                  <a:gd name="T18" fmla="*/ 85 w 172"/>
                  <a:gd name="T19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2" h="266">
                    <a:moveTo>
                      <a:pt x="85" y="0"/>
                    </a:moveTo>
                    <a:cubicBezTo>
                      <a:pt x="0" y="59"/>
                      <a:pt x="0" y="59"/>
                      <a:pt x="0" y="59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1" y="109"/>
                      <a:pt x="59" y="95"/>
                      <a:pt x="62" y="104"/>
                    </a:cubicBezTo>
                    <a:cubicBezTo>
                      <a:pt x="64" y="113"/>
                      <a:pt x="63" y="157"/>
                      <a:pt x="69" y="179"/>
                    </a:cubicBezTo>
                    <a:cubicBezTo>
                      <a:pt x="74" y="200"/>
                      <a:pt x="105" y="240"/>
                      <a:pt x="132" y="253"/>
                    </a:cubicBezTo>
                    <a:cubicBezTo>
                      <a:pt x="159" y="266"/>
                      <a:pt x="160" y="222"/>
                      <a:pt x="151" y="197"/>
                    </a:cubicBezTo>
                    <a:cubicBezTo>
                      <a:pt x="145" y="181"/>
                      <a:pt x="139" y="124"/>
                      <a:pt x="146" y="116"/>
                    </a:cubicBezTo>
                    <a:cubicBezTo>
                      <a:pt x="152" y="108"/>
                      <a:pt x="172" y="81"/>
                      <a:pt x="172" y="81"/>
                    </a:cubicBez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Freeform: Shape 1053"/>
              <p:cNvSpPr>
                <a:spLocks/>
              </p:cNvSpPr>
              <p:nvPr/>
            </p:nvSpPr>
            <p:spPr bwMode="auto">
              <a:xfrm>
                <a:off x="1787573" y="3571367"/>
                <a:ext cx="427575" cy="513568"/>
              </a:xfrm>
              <a:custGeom>
                <a:avLst/>
                <a:gdLst>
                  <a:gd name="T0" fmla="*/ 494 w 519"/>
                  <a:gd name="T1" fmla="*/ 279 h 625"/>
                  <a:gd name="T2" fmla="*/ 290 w 519"/>
                  <a:gd name="T3" fmla="*/ 90 h 625"/>
                  <a:gd name="T4" fmla="*/ 96 w 519"/>
                  <a:gd name="T5" fmla="*/ 0 h 625"/>
                  <a:gd name="T6" fmla="*/ 30 w 519"/>
                  <a:gd name="T7" fmla="*/ 49 h 625"/>
                  <a:gd name="T8" fmla="*/ 1 w 519"/>
                  <a:gd name="T9" fmla="*/ 110 h 625"/>
                  <a:gd name="T10" fmla="*/ 33 w 519"/>
                  <a:gd name="T11" fmla="*/ 169 h 625"/>
                  <a:gd name="T12" fmla="*/ 297 w 519"/>
                  <a:gd name="T13" fmla="*/ 351 h 625"/>
                  <a:gd name="T14" fmla="*/ 97 w 519"/>
                  <a:gd name="T15" fmla="*/ 508 h 625"/>
                  <a:gd name="T16" fmla="*/ 181 w 519"/>
                  <a:gd name="T17" fmla="*/ 625 h 625"/>
                  <a:gd name="T18" fmla="*/ 488 w 519"/>
                  <a:gd name="T19" fmla="*/ 393 h 625"/>
                  <a:gd name="T20" fmla="*/ 518 w 519"/>
                  <a:gd name="T21" fmla="*/ 338 h 625"/>
                  <a:gd name="T22" fmla="*/ 494 w 519"/>
                  <a:gd name="T23" fmla="*/ 279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19" h="625">
                    <a:moveTo>
                      <a:pt x="494" y="279"/>
                    </a:moveTo>
                    <a:cubicBezTo>
                      <a:pt x="290" y="90"/>
                      <a:pt x="290" y="90"/>
                      <a:pt x="290" y="90"/>
                    </a:cubicBezTo>
                    <a:cubicBezTo>
                      <a:pt x="290" y="90"/>
                      <a:pt x="189" y="48"/>
                      <a:pt x="96" y="0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11" y="64"/>
                      <a:pt x="0" y="86"/>
                      <a:pt x="1" y="110"/>
                    </a:cubicBezTo>
                    <a:cubicBezTo>
                      <a:pt x="1" y="134"/>
                      <a:pt x="13" y="156"/>
                      <a:pt x="33" y="169"/>
                    </a:cubicBezTo>
                    <a:cubicBezTo>
                      <a:pt x="297" y="351"/>
                      <a:pt x="297" y="351"/>
                      <a:pt x="297" y="351"/>
                    </a:cubicBezTo>
                    <a:cubicBezTo>
                      <a:pt x="97" y="508"/>
                      <a:pt x="97" y="508"/>
                      <a:pt x="97" y="508"/>
                    </a:cubicBezTo>
                    <a:cubicBezTo>
                      <a:pt x="140" y="560"/>
                      <a:pt x="153" y="585"/>
                      <a:pt x="181" y="625"/>
                    </a:cubicBezTo>
                    <a:cubicBezTo>
                      <a:pt x="186" y="623"/>
                      <a:pt x="488" y="393"/>
                      <a:pt x="488" y="393"/>
                    </a:cubicBezTo>
                    <a:cubicBezTo>
                      <a:pt x="506" y="380"/>
                      <a:pt x="517" y="360"/>
                      <a:pt x="518" y="338"/>
                    </a:cubicBezTo>
                    <a:cubicBezTo>
                      <a:pt x="519" y="316"/>
                      <a:pt x="510" y="294"/>
                      <a:pt x="494" y="279"/>
                    </a:cubicBez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Freeform: Shape 1054"/>
              <p:cNvSpPr>
                <a:spLocks/>
              </p:cNvSpPr>
              <p:nvPr/>
            </p:nvSpPr>
            <p:spPr bwMode="auto">
              <a:xfrm>
                <a:off x="1739799" y="3517622"/>
                <a:ext cx="275893" cy="279477"/>
              </a:xfrm>
              <a:custGeom>
                <a:avLst/>
                <a:gdLst>
                  <a:gd name="T0" fmla="*/ 335 w 335"/>
                  <a:gd name="T1" fmla="*/ 159 h 339"/>
                  <a:gd name="T2" fmla="*/ 237 w 335"/>
                  <a:gd name="T3" fmla="*/ 335 h 339"/>
                  <a:gd name="T4" fmla="*/ 31 w 335"/>
                  <a:gd name="T5" fmla="*/ 193 h 339"/>
                  <a:gd name="T6" fmla="*/ 102 w 335"/>
                  <a:gd name="T7" fmla="*/ 0 h 339"/>
                  <a:gd name="T8" fmla="*/ 335 w 335"/>
                  <a:gd name="T9" fmla="*/ 15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5" h="339">
                    <a:moveTo>
                      <a:pt x="335" y="159"/>
                    </a:moveTo>
                    <a:cubicBezTo>
                      <a:pt x="335" y="159"/>
                      <a:pt x="308" y="339"/>
                      <a:pt x="237" y="335"/>
                    </a:cubicBezTo>
                    <a:cubicBezTo>
                      <a:pt x="177" y="300"/>
                      <a:pt x="62" y="257"/>
                      <a:pt x="31" y="193"/>
                    </a:cubicBezTo>
                    <a:cubicBezTo>
                      <a:pt x="0" y="129"/>
                      <a:pt x="102" y="0"/>
                      <a:pt x="102" y="0"/>
                    </a:cubicBezTo>
                    <a:lnTo>
                      <a:pt x="335" y="159"/>
                    </a:ln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Freeform: Shape 1055"/>
              <p:cNvSpPr>
                <a:spLocks/>
              </p:cNvSpPr>
              <p:nvPr/>
            </p:nvSpPr>
            <p:spPr bwMode="auto">
              <a:xfrm>
                <a:off x="1804293" y="3178428"/>
                <a:ext cx="429964" cy="466989"/>
              </a:xfrm>
              <a:custGeom>
                <a:avLst/>
                <a:gdLst>
                  <a:gd name="T0" fmla="*/ 423 w 523"/>
                  <a:gd name="T1" fmla="*/ 23 h 567"/>
                  <a:gd name="T2" fmla="*/ 294 w 523"/>
                  <a:gd name="T3" fmla="*/ 38 h 567"/>
                  <a:gd name="T4" fmla="*/ 0 w 523"/>
                  <a:gd name="T5" fmla="*/ 446 h 567"/>
                  <a:gd name="T6" fmla="*/ 270 w 523"/>
                  <a:gd name="T7" fmla="*/ 567 h 567"/>
                  <a:gd name="T8" fmla="*/ 523 w 523"/>
                  <a:gd name="T9" fmla="*/ 101 h 567"/>
                  <a:gd name="T10" fmla="*/ 423 w 523"/>
                  <a:gd name="T11" fmla="*/ 23 h 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3" h="567">
                    <a:moveTo>
                      <a:pt x="423" y="23"/>
                    </a:moveTo>
                    <a:cubicBezTo>
                      <a:pt x="423" y="23"/>
                      <a:pt x="340" y="0"/>
                      <a:pt x="294" y="38"/>
                    </a:cubicBezTo>
                    <a:cubicBezTo>
                      <a:pt x="214" y="104"/>
                      <a:pt x="16" y="420"/>
                      <a:pt x="0" y="446"/>
                    </a:cubicBezTo>
                    <a:cubicBezTo>
                      <a:pt x="83" y="474"/>
                      <a:pt x="83" y="486"/>
                      <a:pt x="270" y="567"/>
                    </a:cubicBezTo>
                    <a:cubicBezTo>
                      <a:pt x="459" y="353"/>
                      <a:pt x="523" y="101"/>
                      <a:pt x="523" y="101"/>
                    </a:cubicBezTo>
                    <a:lnTo>
                      <a:pt x="423" y="2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Freeform: Shape 1056"/>
              <p:cNvSpPr>
                <a:spLocks/>
              </p:cNvSpPr>
              <p:nvPr/>
            </p:nvSpPr>
            <p:spPr bwMode="auto">
              <a:xfrm>
                <a:off x="2151847" y="2872676"/>
                <a:ext cx="347554" cy="419215"/>
              </a:xfrm>
              <a:custGeom>
                <a:avLst/>
                <a:gdLst>
                  <a:gd name="T0" fmla="*/ 409 w 422"/>
                  <a:gd name="T1" fmla="*/ 121 h 509"/>
                  <a:gd name="T2" fmla="*/ 261 w 422"/>
                  <a:gd name="T3" fmla="*/ 422 h 509"/>
                  <a:gd name="T4" fmla="*/ 2 w 422"/>
                  <a:gd name="T5" fmla="*/ 250 h 509"/>
                  <a:gd name="T6" fmla="*/ 130 w 422"/>
                  <a:gd name="T7" fmla="*/ 26 h 509"/>
                  <a:gd name="T8" fmla="*/ 291 w 422"/>
                  <a:gd name="T9" fmla="*/ 26 h 509"/>
                  <a:gd name="T10" fmla="*/ 409 w 422"/>
                  <a:gd name="T11" fmla="*/ 121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2" h="509">
                    <a:moveTo>
                      <a:pt x="409" y="121"/>
                    </a:moveTo>
                    <a:cubicBezTo>
                      <a:pt x="397" y="170"/>
                      <a:pt x="377" y="334"/>
                      <a:pt x="261" y="422"/>
                    </a:cubicBezTo>
                    <a:cubicBezTo>
                      <a:pt x="145" y="509"/>
                      <a:pt x="4" y="360"/>
                      <a:pt x="2" y="250"/>
                    </a:cubicBezTo>
                    <a:cubicBezTo>
                      <a:pt x="0" y="140"/>
                      <a:pt x="66" y="45"/>
                      <a:pt x="130" y="26"/>
                    </a:cubicBezTo>
                    <a:cubicBezTo>
                      <a:pt x="194" y="6"/>
                      <a:pt x="202" y="0"/>
                      <a:pt x="291" y="26"/>
                    </a:cubicBezTo>
                    <a:cubicBezTo>
                      <a:pt x="380" y="53"/>
                      <a:pt x="422" y="71"/>
                      <a:pt x="409" y="121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Freeform: Shape 1057"/>
              <p:cNvSpPr>
                <a:spLocks/>
              </p:cNvSpPr>
              <p:nvPr/>
            </p:nvSpPr>
            <p:spPr bwMode="auto">
              <a:xfrm>
                <a:off x="2121989" y="2784295"/>
                <a:ext cx="440713" cy="304558"/>
              </a:xfrm>
              <a:custGeom>
                <a:avLst/>
                <a:gdLst>
                  <a:gd name="T0" fmla="*/ 422 w 535"/>
                  <a:gd name="T1" fmla="*/ 232 h 370"/>
                  <a:gd name="T2" fmla="*/ 499 w 535"/>
                  <a:gd name="T3" fmla="*/ 86 h 370"/>
                  <a:gd name="T4" fmla="*/ 370 w 535"/>
                  <a:gd name="T5" fmla="*/ 73 h 370"/>
                  <a:gd name="T6" fmla="*/ 238 w 535"/>
                  <a:gd name="T7" fmla="*/ 8 h 370"/>
                  <a:gd name="T8" fmla="*/ 15 w 535"/>
                  <a:gd name="T9" fmla="*/ 233 h 370"/>
                  <a:gd name="T10" fmla="*/ 48 w 535"/>
                  <a:gd name="T11" fmla="*/ 366 h 370"/>
                  <a:gd name="T12" fmla="*/ 110 w 535"/>
                  <a:gd name="T13" fmla="*/ 314 h 370"/>
                  <a:gd name="T14" fmla="*/ 163 w 535"/>
                  <a:gd name="T15" fmla="*/ 215 h 370"/>
                  <a:gd name="T16" fmla="*/ 158 w 535"/>
                  <a:gd name="T17" fmla="*/ 315 h 370"/>
                  <a:gd name="T18" fmla="*/ 202 w 535"/>
                  <a:gd name="T19" fmla="*/ 321 h 370"/>
                  <a:gd name="T20" fmla="*/ 226 w 535"/>
                  <a:gd name="T21" fmla="*/ 169 h 370"/>
                  <a:gd name="T22" fmla="*/ 422 w 535"/>
                  <a:gd name="T23" fmla="*/ 232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35" h="370">
                    <a:moveTo>
                      <a:pt x="422" y="232"/>
                    </a:moveTo>
                    <a:cubicBezTo>
                      <a:pt x="519" y="305"/>
                      <a:pt x="535" y="98"/>
                      <a:pt x="499" y="86"/>
                    </a:cubicBezTo>
                    <a:cubicBezTo>
                      <a:pt x="463" y="75"/>
                      <a:pt x="442" y="117"/>
                      <a:pt x="370" y="73"/>
                    </a:cubicBezTo>
                    <a:cubicBezTo>
                      <a:pt x="322" y="44"/>
                      <a:pt x="301" y="13"/>
                      <a:pt x="238" y="8"/>
                    </a:cubicBezTo>
                    <a:cubicBezTo>
                      <a:pt x="132" y="0"/>
                      <a:pt x="29" y="151"/>
                      <a:pt x="15" y="233"/>
                    </a:cubicBezTo>
                    <a:cubicBezTo>
                      <a:pt x="0" y="316"/>
                      <a:pt x="28" y="370"/>
                      <a:pt x="48" y="366"/>
                    </a:cubicBezTo>
                    <a:cubicBezTo>
                      <a:pt x="69" y="362"/>
                      <a:pt x="101" y="346"/>
                      <a:pt x="110" y="314"/>
                    </a:cubicBezTo>
                    <a:cubicBezTo>
                      <a:pt x="119" y="282"/>
                      <a:pt x="122" y="200"/>
                      <a:pt x="163" y="215"/>
                    </a:cubicBezTo>
                    <a:cubicBezTo>
                      <a:pt x="203" y="229"/>
                      <a:pt x="158" y="315"/>
                      <a:pt x="158" y="315"/>
                    </a:cubicBezTo>
                    <a:cubicBezTo>
                      <a:pt x="158" y="315"/>
                      <a:pt x="192" y="335"/>
                      <a:pt x="202" y="321"/>
                    </a:cubicBezTo>
                    <a:cubicBezTo>
                      <a:pt x="211" y="307"/>
                      <a:pt x="186" y="201"/>
                      <a:pt x="226" y="169"/>
                    </a:cubicBezTo>
                    <a:cubicBezTo>
                      <a:pt x="265" y="138"/>
                      <a:pt x="324" y="160"/>
                      <a:pt x="422" y="232"/>
                    </a:cubicBez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Freeform: Shape 1058"/>
              <p:cNvSpPr>
                <a:spLocks/>
              </p:cNvSpPr>
              <p:nvPr/>
            </p:nvSpPr>
            <p:spPr bwMode="auto">
              <a:xfrm>
                <a:off x="1455545" y="3357580"/>
                <a:ext cx="156459" cy="169597"/>
              </a:xfrm>
              <a:custGeom>
                <a:avLst/>
                <a:gdLst>
                  <a:gd name="T0" fmla="*/ 142 w 190"/>
                  <a:gd name="T1" fmla="*/ 0 h 207"/>
                  <a:gd name="T2" fmla="*/ 33 w 190"/>
                  <a:gd name="T3" fmla="*/ 100 h 207"/>
                  <a:gd name="T4" fmla="*/ 39 w 190"/>
                  <a:gd name="T5" fmla="*/ 176 h 207"/>
                  <a:gd name="T6" fmla="*/ 116 w 190"/>
                  <a:gd name="T7" fmla="*/ 158 h 207"/>
                  <a:gd name="T8" fmla="*/ 137 w 190"/>
                  <a:gd name="T9" fmla="*/ 196 h 207"/>
                  <a:gd name="T10" fmla="*/ 190 w 190"/>
                  <a:gd name="T11" fmla="*/ 86 h 207"/>
                  <a:gd name="T12" fmla="*/ 142 w 190"/>
                  <a:gd name="T13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0" h="207">
                    <a:moveTo>
                      <a:pt x="142" y="0"/>
                    </a:moveTo>
                    <a:cubicBezTo>
                      <a:pt x="142" y="0"/>
                      <a:pt x="71" y="33"/>
                      <a:pt x="33" y="100"/>
                    </a:cubicBezTo>
                    <a:cubicBezTo>
                      <a:pt x="0" y="159"/>
                      <a:pt x="18" y="169"/>
                      <a:pt x="39" y="176"/>
                    </a:cubicBezTo>
                    <a:cubicBezTo>
                      <a:pt x="96" y="195"/>
                      <a:pt x="116" y="158"/>
                      <a:pt x="116" y="158"/>
                    </a:cubicBezTo>
                    <a:cubicBezTo>
                      <a:pt x="116" y="158"/>
                      <a:pt x="96" y="207"/>
                      <a:pt x="137" y="196"/>
                    </a:cubicBezTo>
                    <a:cubicBezTo>
                      <a:pt x="178" y="186"/>
                      <a:pt x="190" y="86"/>
                      <a:pt x="190" y="86"/>
                    </a:cubicBez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Freeform: Shape 1059"/>
              <p:cNvSpPr>
                <a:spLocks/>
              </p:cNvSpPr>
              <p:nvPr/>
            </p:nvSpPr>
            <p:spPr bwMode="auto">
              <a:xfrm>
                <a:off x="1555870" y="3190372"/>
                <a:ext cx="598366" cy="262756"/>
              </a:xfrm>
              <a:custGeom>
                <a:avLst/>
                <a:gdLst>
                  <a:gd name="T0" fmla="*/ 677 w 726"/>
                  <a:gd name="T1" fmla="*/ 4 h 319"/>
                  <a:gd name="T2" fmla="*/ 325 w 726"/>
                  <a:gd name="T3" fmla="*/ 1 h 319"/>
                  <a:gd name="T4" fmla="*/ 281 w 726"/>
                  <a:gd name="T5" fmla="*/ 13 h 319"/>
                  <a:gd name="T6" fmla="*/ 0 w 726"/>
                  <a:gd name="T7" fmla="*/ 196 h 319"/>
                  <a:gd name="T8" fmla="*/ 81 w 726"/>
                  <a:gd name="T9" fmla="*/ 319 h 319"/>
                  <a:gd name="T10" fmla="*/ 341 w 726"/>
                  <a:gd name="T11" fmla="*/ 150 h 319"/>
                  <a:gd name="T12" fmla="*/ 625 w 726"/>
                  <a:gd name="T13" fmla="*/ 165 h 319"/>
                  <a:gd name="T14" fmla="*/ 724 w 726"/>
                  <a:gd name="T15" fmla="*/ 97 h 319"/>
                  <a:gd name="T16" fmla="*/ 677 w 726"/>
                  <a:gd name="T17" fmla="*/ 4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6" h="319">
                    <a:moveTo>
                      <a:pt x="677" y="4"/>
                    </a:moveTo>
                    <a:cubicBezTo>
                      <a:pt x="325" y="1"/>
                      <a:pt x="325" y="1"/>
                      <a:pt x="325" y="1"/>
                    </a:cubicBezTo>
                    <a:cubicBezTo>
                      <a:pt x="309" y="0"/>
                      <a:pt x="294" y="5"/>
                      <a:pt x="281" y="13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26" y="239"/>
                      <a:pt x="50" y="281"/>
                      <a:pt x="81" y="319"/>
                    </a:cubicBezTo>
                    <a:cubicBezTo>
                      <a:pt x="341" y="150"/>
                      <a:pt x="341" y="150"/>
                      <a:pt x="341" y="150"/>
                    </a:cubicBezTo>
                    <a:cubicBezTo>
                      <a:pt x="625" y="165"/>
                      <a:pt x="625" y="165"/>
                      <a:pt x="625" y="165"/>
                    </a:cubicBezTo>
                    <a:cubicBezTo>
                      <a:pt x="666" y="167"/>
                      <a:pt x="722" y="138"/>
                      <a:pt x="724" y="97"/>
                    </a:cubicBezTo>
                    <a:cubicBezTo>
                      <a:pt x="726" y="56"/>
                      <a:pt x="717" y="6"/>
                      <a:pt x="677" y="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Freeform: Shape 1060"/>
              <p:cNvSpPr>
                <a:spLocks/>
              </p:cNvSpPr>
              <p:nvPr/>
            </p:nvSpPr>
            <p:spPr bwMode="auto">
              <a:xfrm>
                <a:off x="1437630" y="3283530"/>
                <a:ext cx="89576" cy="45385"/>
              </a:xfrm>
              <a:custGeom>
                <a:avLst/>
                <a:gdLst>
                  <a:gd name="T0" fmla="*/ 106 w 108"/>
                  <a:gd name="T1" fmla="*/ 29 h 54"/>
                  <a:gd name="T2" fmla="*/ 41 w 108"/>
                  <a:gd name="T3" fmla="*/ 4 h 54"/>
                  <a:gd name="T4" fmla="*/ 4 w 108"/>
                  <a:gd name="T5" fmla="*/ 27 h 54"/>
                  <a:gd name="T6" fmla="*/ 106 w 108"/>
                  <a:gd name="T7" fmla="*/ 2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8" h="54">
                    <a:moveTo>
                      <a:pt x="106" y="29"/>
                    </a:moveTo>
                    <a:cubicBezTo>
                      <a:pt x="108" y="27"/>
                      <a:pt x="76" y="0"/>
                      <a:pt x="41" y="4"/>
                    </a:cubicBezTo>
                    <a:cubicBezTo>
                      <a:pt x="7" y="8"/>
                      <a:pt x="0" y="10"/>
                      <a:pt x="4" y="27"/>
                    </a:cubicBezTo>
                    <a:cubicBezTo>
                      <a:pt x="8" y="43"/>
                      <a:pt x="79" y="54"/>
                      <a:pt x="106" y="29"/>
                    </a:cubicBezTo>
                    <a:close/>
                  </a:path>
                </a:pathLst>
              </a:custGeom>
              <a:solidFill>
                <a:srgbClr val="B889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Freeform: Shape 1061"/>
              <p:cNvSpPr>
                <a:spLocks/>
              </p:cNvSpPr>
              <p:nvPr/>
            </p:nvSpPr>
            <p:spPr bwMode="auto">
              <a:xfrm>
                <a:off x="1214288" y="3272781"/>
                <a:ext cx="445490" cy="695108"/>
              </a:xfrm>
              <a:custGeom>
                <a:avLst/>
                <a:gdLst>
                  <a:gd name="T0" fmla="*/ 430 w 542"/>
                  <a:gd name="T1" fmla="*/ 223 h 845"/>
                  <a:gd name="T2" fmla="*/ 514 w 542"/>
                  <a:gd name="T3" fmla="*/ 115 h 845"/>
                  <a:gd name="T4" fmla="*/ 494 w 542"/>
                  <a:gd name="T5" fmla="*/ 66 h 845"/>
                  <a:gd name="T6" fmla="*/ 428 w 542"/>
                  <a:gd name="T7" fmla="*/ 32 h 845"/>
                  <a:gd name="T8" fmla="*/ 362 w 542"/>
                  <a:gd name="T9" fmla="*/ 46 h 845"/>
                  <a:gd name="T10" fmla="*/ 287 w 542"/>
                  <a:gd name="T11" fmla="*/ 24 h 845"/>
                  <a:gd name="T12" fmla="*/ 368 w 542"/>
                  <a:gd name="T13" fmla="*/ 34 h 845"/>
                  <a:gd name="T14" fmla="*/ 273 w 542"/>
                  <a:gd name="T15" fmla="*/ 43 h 845"/>
                  <a:gd name="T16" fmla="*/ 306 w 542"/>
                  <a:gd name="T17" fmla="*/ 212 h 845"/>
                  <a:gd name="T18" fmla="*/ 119 w 542"/>
                  <a:gd name="T19" fmla="*/ 440 h 845"/>
                  <a:gd name="T20" fmla="*/ 238 w 542"/>
                  <a:gd name="T21" fmla="*/ 785 h 845"/>
                  <a:gd name="T22" fmla="*/ 483 w 542"/>
                  <a:gd name="T23" fmla="*/ 506 h 845"/>
                  <a:gd name="T24" fmla="*/ 430 w 542"/>
                  <a:gd name="T25" fmla="*/ 223 h 8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2" h="845">
                    <a:moveTo>
                      <a:pt x="430" y="223"/>
                    </a:moveTo>
                    <a:cubicBezTo>
                      <a:pt x="432" y="218"/>
                      <a:pt x="514" y="115"/>
                      <a:pt x="514" y="115"/>
                    </a:cubicBezTo>
                    <a:cubicBezTo>
                      <a:pt x="514" y="115"/>
                      <a:pt x="542" y="72"/>
                      <a:pt x="494" y="66"/>
                    </a:cubicBezTo>
                    <a:cubicBezTo>
                      <a:pt x="449" y="60"/>
                      <a:pt x="470" y="38"/>
                      <a:pt x="428" y="32"/>
                    </a:cubicBezTo>
                    <a:cubicBezTo>
                      <a:pt x="385" y="27"/>
                      <a:pt x="394" y="40"/>
                      <a:pt x="362" y="46"/>
                    </a:cubicBezTo>
                    <a:cubicBezTo>
                      <a:pt x="330" y="51"/>
                      <a:pt x="246" y="43"/>
                      <a:pt x="287" y="24"/>
                    </a:cubicBezTo>
                    <a:cubicBezTo>
                      <a:pt x="321" y="8"/>
                      <a:pt x="348" y="27"/>
                      <a:pt x="368" y="34"/>
                    </a:cubicBezTo>
                    <a:cubicBezTo>
                      <a:pt x="323" y="0"/>
                      <a:pt x="258" y="7"/>
                      <a:pt x="273" y="43"/>
                    </a:cubicBezTo>
                    <a:cubicBezTo>
                      <a:pt x="289" y="79"/>
                      <a:pt x="312" y="213"/>
                      <a:pt x="306" y="212"/>
                    </a:cubicBezTo>
                    <a:cubicBezTo>
                      <a:pt x="301" y="211"/>
                      <a:pt x="200" y="328"/>
                      <a:pt x="119" y="440"/>
                    </a:cubicBezTo>
                    <a:cubicBezTo>
                      <a:pt x="38" y="553"/>
                      <a:pt x="0" y="724"/>
                      <a:pt x="238" y="785"/>
                    </a:cubicBezTo>
                    <a:cubicBezTo>
                      <a:pt x="476" y="845"/>
                      <a:pt x="485" y="601"/>
                      <a:pt x="483" y="506"/>
                    </a:cubicBezTo>
                    <a:cubicBezTo>
                      <a:pt x="481" y="411"/>
                      <a:pt x="418" y="255"/>
                      <a:pt x="430" y="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Freeform: Shape 1062"/>
              <p:cNvSpPr>
                <a:spLocks/>
              </p:cNvSpPr>
              <p:nvPr/>
            </p:nvSpPr>
            <p:spPr bwMode="auto">
              <a:xfrm>
                <a:off x="1450768" y="3438795"/>
                <a:ext cx="127795" cy="51357"/>
              </a:xfrm>
              <a:custGeom>
                <a:avLst/>
                <a:gdLst>
                  <a:gd name="T0" fmla="*/ 20 w 155"/>
                  <a:gd name="T1" fmla="*/ 0 h 62"/>
                  <a:gd name="T2" fmla="*/ 141 w 155"/>
                  <a:gd name="T3" fmla="*/ 24 h 62"/>
                  <a:gd name="T4" fmla="*/ 93 w 155"/>
                  <a:gd name="T5" fmla="*/ 51 h 62"/>
                  <a:gd name="T6" fmla="*/ 9 w 155"/>
                  <a:gd name="T7" fmla="*/ 18 h 62"/>
                  <a:gd name="T8" fmla="*/ 20 w 155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5" h="62">
                    <a:moveTo>
                      <a:pt x="20" y="0"/>
                    </a:moveTo>
                    <a:cubicBezTo>
                      <a:pt x="20" y="0"/>
                      <a:pt x="26" y="38"/>
                      <a:pt x="141" y="24"/>
                    </a:cubicBezTo>
                    <a:cubicBezTo>
                      <a:pt x="150" y="22"/>
                      <a:pt x="155" y="62"/>
                      <a:pt x="93" y="51"/>
                    </a:cubicBezTo>
                    <a:cubicBezTo>
                      <a:pt x="31" y="40"/>
                      <a:pt x="19" y="29"/>
                      <a:pt x="9" y="18"/>
                    </a:cubicBezTo>
                    <a:cubicBezTo>
                      <a:pt x="0" y="8"/>
                      <a:pt x="20" y="0"/>
                      <a:pt x="20" y="0"/>
                    </a:cubicBezTo>
                    <a:close/>
                  </a:path>
                </a:pathLst>
              </a:custGeom>
              <a:solidFill>
                <a:srgbClr val="5845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Freeform: Shape 1063"/>
              <p:cNvSpPr>
                <a:spLocks/>
              </p:cNvSpPr>
              <p:nvPr/>
            </p:nvSpPr>
            <p:spPr bwMode="auto">
              <a:xfrm>
                <a:off x="1375524" y="3614364"/>
                <a:ext cx="143321" cy="203039"/>
              </a:xfrm>
              <a:custGeom>
                <a:avLst/>
                <a:gdLst>
                  <a:gd name="T0" fmla="*/ 161 w 174"/>
                  <a:gd name="T1" fmla="*/ 165 h 246"/>
                  <a:gd name="T2" fmla="*/ 154 w 174"/>
                  <a:gd name="T3" fmla="*/ 187 h 246"/>
                  <a:gd name="T4" fmla="*/ 149 w 174"/>
                  <a:gd name="T5" fmla="*/ 193 h 246"/>
                  <a:gd name="T6" fmla="*/ 130 w 174"/>
                  <a:gd name="T7" fmla="*/ 210 h 246"/>
                  <a:gd name="T8" fmla="*/ 105 w 174"/>
                  <a:gd name="T9" fmla="*/ 218 h 246"/>
                  <a:gd name="T10" fmla="*/ 69 w 174"/>
                  <a:gd name="T11" fmla="*/ 215 h 246"/>
                  <a:gd name="T12" fmla="*/ 46 w 174"/>
                  <a:gd name="T13" fmla="*/ 206 h 246"/>
                  <a:gd name="T14" fmla="*/ 0 w 174"/>
                  <a:gd name="T15" fmla="*/ 173 h 246"/>
                  <a:gd name="T16" fmla="*/ 13 w 174"/>
                  <a:gd name="T17" fmla="*/ 140 h 246"/>
                  <a:gd name="T18" fmla="*/ 20 w 174"/>
                  <a:gd name="T19" fmla="*/ 121 h 246"/>
                  <a:gd name="T20" fmla="*/ 26 w 174"/>
                  <a:gd name="T21" fmla="*/ 121 h 246"/>
                  <a:gd name="T22" fmla="*/ 37 w 174"/>
                  <a:gd name="T23" fmla="*/ 125 h 246"/>
                  <a:gd name="T24" fmla="*/ 47 w 174"/>
                  <a:gd name="T25" fmla="*/ 129 h 246"/>
                  <a:gd name="T26" fmla="*/ 59 w 174"/>
                  <a:gd name="T27" fmla="*/ 133 h 246"/>
                  <a:gd name="T28" fmla="*/ 68 w 174"/>
                  <a:gd name="T29" fmla="*/ 133 h 246"/>
                  <a:gd name="T30" fmla="*/ 72 w 174"/>
                  <a:gd name="T31" fmla="*/ 132 h 246"/>
                  <a:gd name="T32" fmla="*/ 50 w 174"/>
                  <a:gd name="T33" fmla="*/ 100 h 246"/>
                  <a:gd name="T34" fmla="*/ 20 w 174"/>
                  <a:gd name="T35" fmla="*/ 68 h 246"/>
                  <a:gd name="T36" fmla="*/ 17 w 174"/>
                  <a:gd name="T37" fmla="*/ 52 h 246"/>
                  <a:gd name="T38" fmla="*/ 17 w 174"/>
                  <a:gd name="T39" fmla="*/ 50 h 246"/>
                  <a:gd name="T40" fmla="*/ 24 w 174"/>
                  <a:gd name="T41" fmla="*/ 38 h 246"/>
                  <a:gd name="T42" fmla="*/ 60 w 174"/>
                  <a:gd name="T43" fmla="*/ 17 h 246"/>
                  <a:gd name="T44" fmla="*/ 100 w 174"/>
                  <a:gd name="T45" fmla="*/ 20 h 246"/>
                  <a:gd name="T46" fmla="*/ 113 w 174"/>
                  <a:gd name="T47" fmla="*/ 23 h 246"/>
                  <a:gd name="T48" fmla="*/ 148 w 174"/>
                  <a:gd name="T49" fmla="*/ 33 h 246"/>
                  <a:gd name="T50" fmla="*/ 158 w 174"/>
                  <a:gd name="T51" fmla="*/ 38 h 246"/>
                  <a:gd name="T52" fmla="*/ 168 w 174"/>
                  <a:gd name="T53" fmla="*/ 44 h 246"/>
                  <a:gd name="T54" fmla="*/ 174 w 174"/>
                  <a:gd name="T55" fmla="*/ 51 h 246"/>
                  <a:gd name="T56" fmla="*/ 171 w 174"/>
                  <a:gd name="T57" fmla="*/ 68 h 246"/>
                  <a:gd name="T58" fmla="*/ 166 w 174"/>
                  <a:gd name="T59" fmla="*/ 96 h 246"/>
                  <a:gd name="T60" fmla="*/ 162 w 174"/>
                  <a:gd name="T61" fmla="*/ 108 h 246"/>
                  <a:gd name="T62" fmla="*/ 156 w 174"/>
                  <a:gd name="T63" fmla="*/ 110 h 246"/>
                  <a:gd name="T64" fmla="*/ 148 w 174"/>
                  <a:gd name="T65" fmla="*/ 106 h 246"/>
                  <a:gd name="T66" fmla="*/ 140 w 174"/>
                  <a:gd name="T67" fmla="*/ 100 h 246"/>
                  <a:gd name="T68" fmla="*/ 117 w 174"/>
                  <a:gd name="T69" fmla="*/ 89 h 246"/>
                  <a:gd name="T70" fmla="*/ 116 w 174"/>
                  <a:gd name="T71" fmla="*/ 89 h 246"/>
                  <a:gd name="T72" fmla="*/ 146 w 174"/>
                  <a:gd name="T73" fmla="*/ 125 h 246"/>
                  <a:gd name="T74" fmla="*/ 161 w 174"/>
                  <a:gd name="T75" fmla="*/ 165 h 246"/>
                  <a:gd name="T76" fmla="*/ 103 w 174"/>
                  <a:gd name="T77" fmla="*/ 0 h 246"/>
                  <a:gd name="T78" fmla="*/ 135 w 174"/>
                  <a:gd name="T79" fmla="*/ 9 h 246"/>
                  <a:gd name="T80" fmla="*/ 131 w 174"/>
                  <a:gd name="T81" fmla="*/ 30 h 246"/>
                  <a:gd name="T82" fmla="*/ 96 w 174"/>
                  <a:gd name="T83" fmla="*/ 26 h 246"/>
                  <a:gd name="T84" fmla="*/ 103 w 174"/>
                  <a:gd name="T85" fmla="*/ 0 h 246"/>
                  <a:gd name="T86" fmla="*/ 59 w 174"/>
                  <a:gd name="T87" fmla="*/ 203 h 246"/>
                  <a:gd name="T88" fmla="*/ 97 w 174"/>
                  <a:gd name="T89" fmla="*/ 213 h 246"/>
                  <a:gd name="T90" fmla="*/ 88 w 174"/>
                  <a:gd name="T91" fmla="*/ 246 h 246"/>
                  <a:gd name="T92" fmla="*/ 50 w 174"/>
                  <a:gd name="T93" fmla="*/ 237 h 246"/>
                  <a:gd name="T94" fmla="*/ 59 w 174"/>
                  <a:gd name="T95" fmla="*/ 203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4" h="246">
                    <a:moveTo>
                      <a:pt x="161" y="165"/>
                    </a:moveTo>
                    <a:cubicBezTo>
                      <a:pt x="160" y="174"/>
                      <a:pt x="158" y="181"/>
                      <a:pt x="154" y="187"/>
                    </a:cubicBezTo>
                    <a:cubicBezTo>
                      <a:pt x="153" y="189"/>
                      <a:pt x="151" y="191"/>
                      <a:pt x="149" y="193"/>
                    </a:cubicBezTo>
                    <a:cubicBezTo>
                      <a:pt x="146" y="200"/>
                      <a:pt x="139" y="205"/>
                      <a:pt x="130" y="210"/>
                    </a:cubicBezTo>
                    <a:cubicBezTo>
                      <a:pt x="121" y="214"/>
                      <a:pt x="113" y="217"/>
                      <a:pt x="105" y="218"/>
                    </a:cubicBezTo>
                    <a:cubicBezTo>
                      <a:pt x="95" y="219"/>
                      <a:pt x="83" y="218"/>
                      <a:pt x="69" y="215"/>
                    </a:cubicBezTo>
                    <a:cubicBezTo>
                      <a:pt x="61" y="212"/>
                      <a:pt x="53" y="210"/>
                      <a:pt x="46" y="206"/>
                    </a:cubicBezTo>
                    <a:cubicBezTo>
                      <a:pt x="25" y="197"/>
                      <a:pt x="9" y="186"/>
                      <a:pt x="0" y="173"/>
                    </a:cubicBezTo>
                    <a:cubicBezTo>
                      <a:pt x="3" y="164"/>
                      <a:pt x="8" y="153"/>
                      <a:pt x="13" y="140"/>
                    </a:cubicBezTo>
                    <a:cubicBezTo>
                      <a:pt x="16" y="134"/>
                      <a:pt x="18" y="127"/>
                      <a:pt x="20" y="121"/>
                    </a:cubicBezTo>
                    <a:cubicBezTo>
                      <a:pt x="21" y="120"/>
                      <a:pt x="23" y="120"/>
                      <a:pt x="26" y="121"/>
                    </a:cubicBezTo>
                    <a:cubicBezTo>
                      <a:pt x="28" y="121"/>
                      <a:pt x="32" y="123"/>
                      <a:pt x="37" y="125"/>
                    </a:cubicBezTo>
                    <a:cubicBezTo>
                      <a:pt x="42" y="127"/>
                      <a:pt x="45" y="129"/>
                      <a:pt x="47" y="129"/>
                    </a:cubicBezTo>
                    <a:cubicBezTo>
                      <a:pt x="53" y="131"/>
                      <a:pt x="57" y="133"/>
                      <a:pt x="59" y="133"/>
                    </a:cubicBezTo>
                    <a:cubicBezTo>
                      <a:pt x="59" y="133"/>
                      <a:pt x="62" y="133"/>
                      <a:pt x="68" y="133"/>
                    </a:cubicBezTo>
                    <a:cubicBezTo>
                      <a:pt x="69" y="133"/>
                      <a:pt x="70" y="132"/>
                      <a:pt x="72" y="132"/>
                    </a:cubicBezTo>
                    <a:cubicBezTo>
                      <a:pt x="75" y="125"/>
                      <a:pt x="68" y="114"/>
                      <a:pt x="50" y="100"/>
                    </a:cubicBezTo>
                    <a:cubicBezTo>
                      <a:pt x="37" y="90"/>
                      <a:pt x="27" y="79"/>
                      <a:pt x="20" y="68"/>
                    </a:cubicBezTo>
                    <a:cubicBezTo>
                      <a:pt x="19" y="66"/>
                      <a:pt x="17" y="60"/>
                      <a:pt x="17" y="52"/>
                    </a:cubicBezTo>
                    <a:cubicBezTo>
                      <a:pt x="17" y="52"/>
                      <a:pt x="17" y="51"/>
                      <a:pt x="17" y="50"/>
                    </a:cubicBezTo>
                    <a:cubicBezTo>
                      <a:pt x="18" y="48"/>
                      <a:pt x="20" y="44"/>
                      <a:pt x="24" y="38"/>
                    </a:cubicBezTo>
                    <a:cubicBezTo>
                      <a:pt x="32" y="26"/>
                      <a:pt x="44" y="19"/>
                      <a:pt x="60" y="17"/>
                    </a:cubicBezTo>
                    <a:cubicBezTo>
                      <a:pt x="70" y="16"/>
                      <a:pt x="83" y="17"/>
                      <a:pt x="100" y="20"/>
                    </a:cubicBezTo>
                    <a:cubicBezTo>
                      <a:pt x="104" y="20"/>
                      <a:pt x="109" y="21"/>
                      <a:pt x="113" y="23"/>
                    </a:cubicBezTo>
                    <a:cubicBezTo>
                      <a:pt x="126" y="26"/>
                      <a:pt x="137" y="30"/>
                      <a:pt x="148" y="33"/>
                    </a:cubicBezTo>
                    <a:cubicBezTo>
                      <a:pt x="150" y="34"/>
                      <a:pt x="154" y="36"/>
                      <a:pt x="158" y="38"/>
                    </a:cubicBezTo>
                    <a:cubicBezTo>
                      <a:pt x="168" y="44"/>
                      <a:pt x="168" y="44"/>
                      <a:pt x="168" y="44"/>
                    </a:cubicBezTo>
                    <a:cubicBezTo>
                      <a:pt x="171" y="46"/>
                      <a:pt x="173" y="48"/>
                      <a:pt x="174" y="51"/>
                    </a:cubicBezTo>
                    <a:cubicBezTo>
                      <a:pt x="174" y="52"/>
                      <a:pt x="173" y="58"/>
                      <a:pt x="171" y="68"/>
                    </a:cubicBezTo>
                    <a:cubicBezTo>
                      <a:pt x="168" y="86"/>
                      <a:pt x="166" y="95"/>
                      <a:pt x="166" y="96"/>
                    </a:cubicBezTo>
                    <a:cubicBezTo>
                      <a:pt x="166" y="99"/>
                      <a:pt x="164" y="103"/>
                      <a:pt x="162" y="108"/>
                    </a:cubicBezTo>
                    <a:cubicBezTo>
                      <a:pt x="161" y="110"/>
                      <a:pt x="159" y="111"/>
                      <a:pt x="156" y="110"/>
                    </a:cubicBezTo>
                    <a:cubicBezTo>
                      <a:pt x="153" y="110"/>
                      <a:pt x="151" y="108"/>
                      <a:pt x="148" y="106"/>
                    </a:cubicBezTo>
                    <a:cubicBezTo>
                      <a:pt x="145" y="104"/>
                      <a:pt x="142" y="102"/>
                      <a:pt x="140" y="100"/>
                    </a:cubicBezTo>
                    <a:cubicBezTo>
                      <a:pt x="130" y="94"/>
                      <a:pt x="122" y="90"/>
                      <a:pt x="117" y="89"/>
                    </a:cubicBezTo>
                    <a:cubicBezTo>
                      <a:pt x="116" y="89"/>
                      <a:pt x="116" y="89"/>
                      <a:pt x="116" y="89"/>
                    </a:cubicBezTo>
                    <a:cubicBezTo>
                      <a:pt x="122" y="101"/>
                      <a:pt x="132" y="112"/>
                      <a:pt x="146" y="125"/>
                    </a:cubicBezTo>
                    <a:cubicBezTo>
                      <a:pt x="158" y="136"/>
                      <a:pt x="163" y="149"/>
                      <a:pt x="161" y="165"/>
                    </a:cubicBezTo>
                    <a:close/>
                    <a:moveTo>
                      <a:pt x="103" y="0"/>
                    </a:moveTo>
                    <a:cubicBezTo>
                      <a:pt x="135" y="9"/>
                      <a:pt x="135" y="9"/>
                      <a:pt x="135" y="9"/>
                    </a:cubicBezTo>
                    <a:cubicBezTo>
                      <a:pt x="131" y="30"/>
                      <a:pt x="131" y="30"/>
                      <a:pt x="131" y="30"/>
                    </a:cubicBezTo>
                    <a:cubicBezTo>
                      <a:pt x="96" y="26"/>
                      <a:pt x="96" y="26"/>
                      <a:pt x="96" y="26"/>
                    </a:cubicBezTo>
                    <a:lnTo>
                      <a:pt x="103" y="0"/>
                    </a:lnTo>
                    <a:close/>
                    <a:moveTo>
                      <a:pt x="59" y="203"/>
                    </a:moveTo>
                    <a:cubicBezTo>
                      <a:pt x="97" y="213"/>
                      <a:pt x="97" y="213"/>
                      <a:pt x="97" y="213"/>
                    </a:cubicBezTo>
                    <a:cubicBezTo>
                      <a:pt x="88" y="246"/>
                      <a:pt x="88" y="246"/>
                      <a:pt x="88" y="246"/>
                    </a:cubicBezTo>
                    <a:cubicBezTo>
                      <a:pt x="50" y="237"/>
                      <a:pt x="50" y="237"/>
                      <a:pt x="50" y="237"/>
                    </a:cubicBezTo>
                    <a:lnTo>
                      <a:pt x="59" y="20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Freeform: Shape 1064"/>
              <p:cNvSpPr>
                <a:spLocks/>
              </p:cNvSpPr>
              <p:nvPr/>
            </p:nvSpPr>
            <p:spPr bwMode="auto">
              <a:xfrm>
                <a:off x="1533177" y="3426852"/>
                <a:ext cx="77632" cy="111074"/>
              </a:xfrm>
              <a:custGeom>
                <a:avLst/>
                <a:gdLst>
                  <a:gd name="T0" fmla="*/ 21 w 94"/>
                  <a:gd name="T1" fmla="*/ 85 h 134"/>
                  <a:gd name="T2" fmla="*/ 41 w 94"/>
                  <a:gd name="T3" fmla="*/ 123 h 134"/>
                  <a:gd name="T4" fmla="*/ 94 w 94"/>
                  <a:gd name="T5" fmla="*/ 13 h 134"/>
                  <a:gd name="T6" fmla="*/ 87 w 94"/>
                  <a:gd name="T7" fmla="*/ 0 h 134"/>
                  <a:gd name="T8" fmla="*/ 21 w 94"/>
                  <a:gd name="T9" fmla="*/ 8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134">
                    <a:moveTo>
                      <a:pt x="21" y="85"/>
                    </a:moveTo>
                    <a:cubicBezTo>
                      <a:pt x="21" y="85"/>
                      <a:pt x="0" y="134"/>
                      <a:pt x="41" y="123"/>
                    </a:cubicBezTo>
                    <a:cubicBezTo>
                      <a:pt x="82" y="113"/>
                      <a:pt x="94" y="13"/>
                      <a:pt x="94" y="13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55" y="22"/>
                      <a:pt x="21" y="85"/>
                      <a:pt x="21" y="85"/>
                    </a:cubicBezTo>
                    <a:close/>
                  </a:path>
                </a:pathLst>
              </a:custGeom>
              <a:solidFill>
                <a:srgbClr val="F3B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Group 74"/>
            <p:cNvGrpSpPr/>
            <p:nvPr/>
          </p:nvGrpSpPr>
          <p:grpSpPr>
            <a:xfrm>
              <a:off x="3321689" y="5142884"/>
              <a:ext cx="604284" cy="568078"/>
              <a:chOff x="2033442" y="222709"/>
              <a:chExt cx="1520692" cy="1429580"/>
            </a:xfrm>
          </p:grpSpPr>
          <p:sp>
            <p:nvSpPr>
              <p:cNvPr id="33" name="Heptagon 75"/>
              <p:cNvSpPr/>
              <p:nvPr/>
            </p:nvSpPr>
            <p:spPr>
              <a:xfrm>
                <a:off x="2033442" y="222709"/>
                <a:ext cx="1520692" cy="1429580"/>
              </a:xfrm>
              <a:prstGeom prst="heptagon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" name="Freeform: Shape 76"/>
              <p:cNvSpPr>
                <a:spLocks/>
              </p:cNvSpPr>
              <p:nvPr/>
            </p:nvSpPr>
            <p:spPr bwMode="auto">
              <a:xfrm>
                <a:off x="2364680" y="508391"/>
                <a:ext cx="858217" cy="858217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Group 77"/>
            <p:cNvGrpSpPr/>
            <p:nvPr/>
          </p:nvGrpSpPr>
          <p:grpSpPr>
            <a:xfrm flipH="1">
              <a:off x="8947167" y="2604081"/>
              <a:ext cx="650100" cy="611149"/>
              <a:chOff x="6185784" y="222709"/>
              <a:chExt cx="1520692" cy="1429580"/>
            </a:xfrm>
          </p:grpSpPr>
          <p:sp>
            <p:nvSpPr>
              <p:cNvPr id="31" name="Heptagon 78"/>
              <p:cNvSpPr/>
              <p:nvPr/>
            </p:nvSpPr>
            <p:spPr>
              <a:xfrm>
                <a:off x="6185784" y="222709"/>
                <a:ext cx="1520692" cy="1429580"/>
              </a:xfrm>
              <a:prstGeom prst="heptagon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Freeform: Shape 79"/>
              <p:cNvSpPr>
                <a:spLocks/>
              </p:cNvSpPr>
              <p:nvPr/>
            </p:nvSpPr>
            <p:spPr bwMode="auto">
              <a:xfrm>
                <a:off x="6517022" y="508391"/>
                <a:ext cx="858217" cy="858217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Group 80"/>
            <p:cNvGrpSpPr/>
            <p:nvPr/>
          </p:nvGrpSpPr>
          <p:grpSpPr>
            <a:xfrm flipH="1">
              <a:off x="5905683" y="3975632"/>
              <a:ext cx="650100" cy="611149"/>
              <a:chOff x="3417556" y="222709"/>
              <a:chExt cx="1520692" cy="1429580"/>
            </a:xfrm>
          </p:grpSpPr>
          <p:sp>
            <p:nvSpPr>
              <p:cNvPr id="29" name="Heptagon 81"/>
              <p:cNvSpPr/>
              <p:nvPr/>
            </p:nvSpPr>
            <p:spPr>
              <a:xfrm>
                <a:off x="3417556" y="222709"/>
                <a:ext cx="1520692" cy="1429580"/>
              </a:xfrm>
              <a:prstGeom prst="heptagon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Freeform: Shape 82"/>
              <p:cNvSpPr>
                <a:spLocks/>
              </p:cNvSpPr>
              <p:nvPr/>
            </p:nvSpPr>
            <p:spPr bwMode="auto">
              <a:xfrm>
                <a:off x="3748794" y="508391"/>
                <a:ext cx="858217" cy="858217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Group 86"/>
            <p:cNvGrpSpPr/>
            <p:nvPr/>
          </p:nvGrpSpPr>
          <p:grpSpPr>
            <a:xfrm flipH="1">
              <a:off x="7915959" y="4102592"/>
              <a:ext cx="650100" cy="611149"/>
              <a:chOff x="7569900" y="222709"/>
              <a:chExt cx="1520692" cy="1429580"/>
            </a:xfrm>
          </p:grpSpPr>
          <p:sp>
            <p:nvSpPr>
              <p:cNvPr id="27" name="Heptagon 87"/>
              <p:cNvSpPr/>
              <p:nvPr/>
            </p:nvSpPr>
            <p:spPr>
              <a:xfrm>
                <a:off x="7569900" y="222709"/>
                <a:ext cx="1520692" cy="1429580"/>
              </a:xfrm>
              <a:prstGeom prst="heptagon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Freeform: Shape 88"/>
              <p:cNvSpPr>
                <a:spLocks/>
              </p:cNvSpPr>
              <p:nvPr/>
            </p:nvSpPr>
            <p:spPr bwMode="auto">
              <a:xfrm>
                <a:off x="7901138" y="508391"/>
                <a:ext cx="858217" cy="858217"/>
              </a:xfrm>
              <a:custGeom>
                <a:avLst/>
                <a:gdLst>
                  <a:gd name="T0" fmla="*/ 116 w 232"/>
                  <a:gd name="T1" fmla="*/ 0 h 232"/>
                  <a:gd name="T2" fmla="*/ 0 w 232"/>
                  <a:gd name="T3" fmla="*/ 116 h 232"/>
                  <a:gd name="T4" fmla="*/ 116 w 232"/>
                  <a:gd name="T5" fmla="*/ 232 h 232"/>
                  <a:gd name="T6" fmla="*/ 232 w 232"/>
                  <a:gd name="T7" fmla="*/ 116 h 232"/>
                  <a:gd name="T8" fmla="*/ 116 w 232"/>
                  <a:gd name="T9" fmla="*/ 0 h 232"/>
                  <a:gd name="T10" fmla="*/ 129 w 232"/>
                  <a:gd name="T11" fmla="*/ 208 h 232"/>
                  <a:gd name="T12" fmla="*/ 129 w 232"/>
                  <a:gd name="T13" fmla="*/ 190 h 232"/>
                  <a:gd name="T14" fmla="*/ 117 w 232"/>
                  <a:gd name="T15" fmla="*/ 178 h 232"/>
                  <a:gd name="T16" fmla="*/ 105 w 232"/>
                  <a:gd name="T17" fmla="*/ 190 h 232"/>
                  <a:gd name="T18" fmla="*/ 105 w 232"/>
                  <a:gd name="T19" fmla="*/ 208 h 232"/>
                  <a:gd name="T20" fmla="*/ 25 w 232"/>
                  <a:gd name="T21" fmla="*/ 129 h 232"/>
                  <a:gd name="T22" fmla="*/ 42 w 232"/>
                  <a:gd name="T23" fmla="*/ 129 h 232"/>
                  <a:gd name="T24" fmla="*/ 53 w 232"/>
                  <a:gd name="T25" fmla="*/ 117 h 232"/>
                  <a:gd name="T26" fmla="*/ 42 w 232"/>
                  <a:gd name="T27" fmla="*/ 105 h 232"/>
                  <a:gd name="T28" fmla="*/ 24 w 232"/>
                  <a:gd name="T29" fmla="*/ 105 h 232"/>
                  <a:gd name="T30" fmla="*/ 104 w 232"/>
                  <a:gd name="T31" fmla="*/ 25 h 232"/>
                  <a:gd name="T32" fmla="*/ 104 w 232"/>
                  <a:gd name="T33" fmla="*/ 41 h 232"/>
                  <a:gd name="T34" fmla="*/ 116 w 232"/>
                  <a:gd name="T35" fmla="*/ 53 h 232"/>
                  <a:gd name="T36" fmla="*/ 128 w 232"/>
                  <a:gd name="T37" fmla="*/ 41 h 232"/>
                  <a:gd name="T38" fmla="*/ 128 w 232"/>
                  <a:gd name="T39" fmla="*/ 25 h 232"/>
                  <a:gd name="T40" fmla="*/ 208 w 232"/>
                  <a:gd name="T41" fmla="*/ 104 h 232"/>
                  <a:gd name="T42" fmla="*/ 190 w 232"/>
                  <a:gd name="T43" fmla="*/ 104 h 232"/>
                  <a:gd name="T44" fmla="*/ 179 w 232"/>
                  <a:gd name="T45" fmla="*/ 116 h 232"/>
                  <a:gd name="T46" fmla="*/ 190 w 232"/>
                  <a:gd name="T47" fmla="*/ 128 h 232"/>
                  <a:gd name="T48" fmla="*/ 208 w 232"/>
                  <a:gd name="T49" fmla="*/ 128 h 232"/>
                  <a:gd name="T50" fmla="*/ 129 w 232"/>
                  <a:gd name="T51" fmla="*/ 208 h 232"/>
                  <a:gd name="T52" fmla="*/ 124 w 232"/>
                  <a:gd name="T53" fmla="*/ 94 h 232"/>
                  <a:gd name="T54" fmla="*/ 70 w 232"/>
                  <a:gd name="T55" fmla="*/ 69 h 232"/>
                  <a:gd name="T56" fmla="*/ 94 w 232"/>
                  <a:gd name="T57" fmla="*/ 124 h 232"/>
                  <a:gd name="T58" fmla="*/ 109 w 232"/>
                  <a:gd name="T59" fmla="*/ 138 h 232"/>
                  <a:gd name="T60" fmla="*/ 163 w 232"/>
                  <a:gd name="T61" fmla="*/ 163 h 232"/>
                  <a:gd name="T62" fmla="*/ 138 w 232"/>
                  <a:gd name="T63" fmla="*/ 108 h 232"/>
                  <a:gd name="T64" fmla="*/ 124 w 232"/>
                  <a:gd name="T65" fmla="*/ 94 h 232"/>
                  <a:gd name="T66" fmla="*/ 123 w 232"/>
                  <a:gd name="T67" fmla="*/ 123 h 232"/>
                  <a:gd name="T68" fmla="*/ 110 w 232"/>
                  <a:gd name="T69" fmla="*/ 123 h 232"/>
                  <a:gd name="T70" fmla="*/ 110 w 232"/>
                  <a:gd name="T71" fmla="*/ 109 h 232"/>
                  <a:gd name="T72" fmla="*/ 123 w 232"/>
                  <a:gd name="T73" fmla="*/ 109 h 232"/>
                  <a:gd name="T74" fmla="*/ 123 w 232"/>
                  <a:gd name="T75" fmla="*/ 12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Group 55"/>
            <p:cNvGrpSpPr/>
            <p:nvPr/>
          </p:nvGrpSpPr>
          <p:grpSpPr>
            <a:xfrm>
              <a:off x="3623831" y="3474218"/>
              <a:ext cx="2495623" cy="707886"/>
              <a:chOff x="1523492" y="2821689"/>
              <a:chExt cx="2327662" cy="707886"/>
            </a:xfrm>
          </p:grpSpPr>
          <p:sp>
            <p:nvSpPr>
              <p:cNvPr id="25" name="TextBox 56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2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 </a:t>
                </a:r>
              </a:p>
            </p:txBody>
          </p:sp>
          <p:sp>
            <p:nvSpPr>
              <p:cNvPr id="26" name="TextBox 57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6" name="Group 58"/>
            <p:cNvGrpSpPr/>
            <p:nvPr/>
          </p:nvGrpSpPr>
          <p:grpSpPr>
            <a:xfrm>
              <a:off x="6232618" y="2931863"/>
              <a:ext cx="2495623" cy="707886"/>
              <a:chOff x="1523492" y="2821689"/>
              <a:chExt cx="2327662" cy="707886"/>
            </a:xfrm>
          </p:grpSpPr>
          <p:sp>
            <p:nvSpPr>
              <p:cNvPr id="23" name="TextBox 59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1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4" name="TextBox 60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7" name="Group 61"/>
            <p:cNvGrpSpPr/>
            <p:nvPr/>
          </p:nvGrpSpPr>
          <p:grpSpPr>
            <a:xfrm>
              <a:off x="9261568" y="1691109"/>
              <a:ext cx="2495623" cy="707886"/>
              <a:chOff x="1523492" y="2821689"/>
              <a:chExt cx="2327662" cy="707886"/>
            </a:xfrm>
          </p:grpSpPr>
          <p:sp>
            <p:nvSpPr>
              <p:cNvPr id="21" name="TextBox 62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3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2" name="TextBox 63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  <p:grpSp>
          <p:nvGrpSpPr>
            <p:cNvPr id="18" name="Group 64"/>
            <p:cNvGrpSpPr/>
            <p:nvPr/>
          </p:nvGrpSpPr>
          <p:grpSpPr>
            <a:xfrm>
              <a:off x="8281552" y="5003076"/>
              <a:ext cx="2495623" cy="707886"/>
              <a:chOff x="1523492" y="2821689"/>
              <a:chExt cx="2327662" cy="707886"/>
            </a:xfrm>
          </p:grpSpPr>
          <p:sp>
            <p:nvSpPr>
              <p:cNvPr id="19" name="TextBox 65"/>
              <p:cNvSpPr txBox="1">
                <a:spLocks/>
              </p:cNvSpPr>
              <p:nvPr/>
            </p:nvSpPr>
            <p:spPr bwMode="auto">
              <a:xfrm>
                <a:off x="1523492" y="2821689"/>
                <a:ext cx="1744554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360000" tIns="0" rIns="216000" bIns="0" anchor="ctr" anchorCtr="0">
                <a:normAutofit fontScale="925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/>
                <a:r>
                  <a:rPr lang="zh-CN" altLang="en-US" sz="1600" b="1" dirty="0">
                    <a:solidFill>
                      <a:schemeClr val="accent4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单击添加标题</a:t>
                </a:r>
              </a:p>
            </p:txBody>
          </p:sp>
          <p:sp>
            <p:nvSpPr>
              <p:cNvPr id="20" name="TextBox 66"/>
              <p:cNvSpPr txBox="1">
                <a:spLocks/>
              </p:cNvSpPr>
              <p:nvPr/>
            </p:nvSpPr>
            <p:spPr bwMode="auto">
              <a:xfrm>
                <a:off x="1523492" y="3067910"/>
                <a:ext cx="232766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360000" tIns="0" rIns="216000" bIns="0" anchor="ctr" anchorCtr="0">
                <a:normAutofit fontScale="70000" lnSpcReduction="2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 </a:t>
                </a:r>
                <a:b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0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1262A393-396C-4836-83A8-0C10E398972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3" name="TextBox 86">
              <a:extLst>
                <a:ext uri="{FF2B5EF4-FFF2-40B4-BE49-F238E27FC236}">
                  <a16:creationId xmlns:a16="http://schemas.microsoft.com/office/drawing/2014/main" id="{0D440555-EB1F-4887-A6CA-384C87A70FB3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11A0E9D9-3FFF-4CCD-A27D-1C1C6A82DA04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469000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2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Work Progress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25020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98338" y="724719"/>
            <a:ext cx="1917158" cy="3782016"/>
            <a:chOff x="1066734" y="1408480"/>
            <a:chExt cx="2331826" cy="4600039"/>
          </a:xfrm>
        </p:grpSpPr>
        <p:sp>
          <p:nvSpPr>
            <p:cNvPr id="21" name="矩形 20"/>
            <p:cNvSpPr/>
            <p:nvPr/>
          </p:nvSpPr>
          <p:spPr>
            <a:xfrm>
              <a:off x="1066734" y="3910940"/>
              <a:ext cx="2331826" cy="5086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066734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任意多边形 5"/>
            <p:cNvSpPr>
              <a:spLocks/>
            </p:cNvSpPr>
            <p:nvPr/>
          </p:nvSpPr>
          <p:spPr bwMode="auto">
            <a:xfrm>
              <a:off x="2693875" y="5630263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文本框 6"/>
            <p:cNvSpPr txBox="1">
              <a:spLocks/>
            </p:cNvSpPr>
            <p:nvPr/>
          </p:nvSpPr>
          <p:spPr>
            <a:xfrm>
              <a:off x="1066734" y="3910939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文本框 7"/>
            <p:cNvSpPr txBox="1">
              <a:spLocks/>
            </p:cNvSpPr>
            <p:nvPr/>
          </p:nvSpPr>
          <p:spPr>
            <a:xfrm>
              <a:off x="2693875" y="5630263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1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066734" y="1408480"/>
              <a:ext cx="2331826" cy="2502457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b="-600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66734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613421" y="724300"/>
            <a:ext cx="1917158" cy="3782854"/>
            <a:chOff x="3634409" y="1408480"/>
            <a:chExt cx="2331826" cy="4601058"/>
          </a:xfrm>
        </p:grpSpPr>
        <p:sp>
          <p:nvSpPr>
            <p:cNvPr id="14" name="矩形 13"/>
            <p:cNvSpPr/>
            <p:nvPr/>
          </p:nvSpPr>
          <p:spPr>
            <a:xfrm>
              <a:off x="3634409" y="3910940"/>
              <a:ext cx="2331826" cy="5086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34409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任意多边形 12"/>
            <p:cNvSpPr>
              <a:spLocks/>
            </p:cNvSpPr>
            <p:nvPr/>
          </p:nvSpPr>
          <p:spPr bwMode="auto">
            <a:xfrm>
              <a:off x="5269572" y="5631282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文本框 13"/>
            <p:cNvSpPr txBox="1">
              <a:spLocks/>
            </p:cNvSpPr>
            <p:nvPr/>
          </p:nvSpPr>
          <p:spPr>
            <a:xfrm>
              <a:off x="3634409" y="3910940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文本框 14"/>
            <p:cNvSpPr txBox="1">
              <a:spLocks/>
            </p:cNvSpPr>
            <p:nvPr/>
          </p:nvSpPr>
          <p:spPr>
            <a:xfrm>
              <a:off x="5269572" y="5631282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2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3634409" y="1408480"/>
              <a:ext cx="2331826" cy="2502457"/>
            </a:xfrm>
            <a:prstGeom prst="rect">
              <a:avLst/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634409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228504" y="724719"/>
            <a:ext cx="1917158" cy="3782016"/>
            <a:chOff x="6215314" y="1408480"/>
            <a:chExt cx="2331826" cy="4600039"/>
          </a:xfrm>
        </p:grpSpPr>
        <p:sp>
          <p:nvSpPr>
            <p:cNvPr id="7" name="矩形 6"/>
            <p:cNvSpPr/>
            <p:nvPr/>
          </p:nvSpPr>
          <p:spPr>
            <a:xfrm>
              <a:off x="6215314" y="3910940"/>
              <a:ext cx="2331826" cy="5086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/>
            <a:p>
              <a:pPr algn="ctr"/>
              <a:r>
                <a:rPr lang="zh-CN" altLang="en-US" sz="1200" b="1" dirty="0"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6215314" y="4419600"/>
              <a:ext cx="2331826" cy="1400810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" name="任意多边形 19"/>
            <p:cNvSpPr>
              <a:spLocks/>
            </p:cNvSpPr>
            <p:nvPr/>
          </p:nvSpPr>
          <p:spPr bwMode="auto">
            <a:xfrm>
              <a:off x="7854783" y="5630263"/>
              <a:ext cx="397608" cy="378256"/>
            </a:xfrm>
            <a:custGeom>
              <a:avLst/>
              <a:gdLst>
                <a:gd name="T0" fmla="*/ 0 w 452"/>
                <a:gd name="T1" fmla="*/ 0 h 430"/>
                <a:gd name="T2" fmla="*/ 452 w 452"/>
                <a:gd name="T3" fmla="*/ 0 h 430"/>
                <a:gd name="T4" fmla="*/ 452 w 452"/>
                <a:gd name="T5" fmla="*/ 430 h 430"/>
                <a:gd name="T6" fmla="*/ 0 w 452"/>
                <a:gd name="T7" fmla="*/ 430 h 430"/>
                <a:gd name="T8" fmla="*/ 0 w 452"/>
                <a:gd name="T9" fmla="*/ 0 h 430"/>
                <a:gd name="T10" fmla="*/ 0 w 452"/>
                <a:gd name="T11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2" h="430">
                  <a:moveTo>
                    <a:pt x="0" y="0"/>
                  </a:moveTo>
                  <a:lnTo>
                    <a:pt x="452" y="0"/>
                  </a:lnTo>
                  <a:lnTo>
                    <a:pt x="452" y="430"/>
                  </a:lnTo>
                  <a:lnTo>
                    <a:pt x="0" y="4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文本框 20"/>
            <p:cNvSpPr txBox="1">
              <a:spLocks/>
            </p:cNvSpPr>
            <p:nvPr/>
          </p:nvSpPr>
          <p:spPr>
            <a:xfrm>
              <a:off x="6215314" y="3910939"/>
              <a:ext cx="2331826" cy="508660"/>
            </a:xfrm>
            <a:prstGeom prst="rect">
              <a:avLst/>
            </a:prstGeom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文本框 21"/>
            <p:cNvSpPr txBox="1">
              <a:spLocks/>
            </p:cNvSpPr>
            <p:nvPr/>
          </p:nvSpPr>
          <p:spPr>
            <a:xfrm>
              <a:off x="7854783" y="5630263"/>
              <a:ext cx="398376" cy="378256"/>
            </a:xfrm>
            <a:prstGeom prst="rect">
              <a:avLst/>
            </a:prstGeom>
          </p:spPr>
          <p:txBody>
            <a:bodyPr wrap="none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3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6215314" y="1408480"/>
              <a:ext cx="2331826" cy="2502457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215314" y="4766062"/>
              <a:ext cx="2331826" cy="707886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34A1351-5BE9-4DA9-A097-EEA474749305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0" name="TextBox 86">
              <a:extLst>
                <a:ext uri="{FF2B5EF4-FFF2-40B4-BE49-F238E27FC236}">
                  <a16:creationId xmlns:a16="http://schemas.microsoft.com/office/drawing/2014/main" id="{1FE48E2F-0539-4E75-8765-DB73E870110A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CF13B7-7CB6-4AA6-957C-457AC51DE454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791838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/>
          <p:cNvGrpSpPr/>
          <p:nvPr/>
        </p:nvGrpSpPr>
        <p:grpSpPr>
          <a:xfrm>
            <a:off x="2962735" y="1788664"/>
            <a:ext cx="3246669" cy="3354836"/>
            <a:chOff x="6513526" y="1639850"/>
            <a:chExt cx="5049903" cy="5218150"/>
          </a:xfrm>
        </p:grpSpPr>
        <p:sp>
          <p:nvSpPr>
            <p:cNvPr id="32" name="Freeform: Shape 2"/>
            <p:cNvSpPr>
              <a:spLocks/>
            </p:cNvSpPr>
            <p:nvPr/>
          </p:nvSpPr>
          <p:spPr bwMode="auto">
            <a:xfrm>
              <a:off x="7602087" y="3068398"/>
              <a:ext cx="3025592" cy="3789602"/>
            </a:xfrm>
            <a:custGeom>
              <a:avLst/>
              <a:gdLst>
                <a:gd name="T0" fmla="*/ 197 w 454"/>
                <a:gd name="T1" fmla="*/ 254 h 569"/>
                <a:gd name="T2" fmla="*/ 200 w 454"/>
                <a:gd name="T3" fmla="*/ 449 h 569"/>
                <a:gd name="T4" fmla="*/ 148 w 454"/>
                <a:gd name="T5" fmla="*/ 559 h 569"/>
                <a:gd name="T6" fmla="*/ 122 w 454"/>
                <a:gd name="T7" fmla="*/ 569 h 569"/>
                <a:gd name="T8" fmla="*/ 339 w 454"/>
                <a:gd name="T9" fmla="*/ 569 h 569"/>
                <a:gd name="T10" fmla="*/ 304 w 454"/>
                <a:gd name="T11" fmla="*/ 557 h 569"/>
                <a:gd name="T12" fmla="*/ 277 w 454"/>
                <a:gd name="T13" fmla="*/ 354 h 569"/>
                <a:gd name="T14" fmla="*/ 282 w 454"/>
                <a:gd name="T15" fmla="*/ 261 h 569"/>
                <a:gd name="T16" fmla="*/ 315 w 454"/>
                <a:gd name="T17" fmla="*/ 247 h 569"/>
                <a:gd name="T18" fmla="*/ 454 w 454"/>
                <a:gd name="T19" fmla="*/ 120 h 569"/>
                <a:gd name="T20" fmla="*/ 451 w 454"/>
                <a:gd name="T21" fmla="*/ 117 h 569"/>
                <a:gd name="T22" fmla="*/ 451 w 454"/>
                <a:gd name="T23" fmla="*/ 117 h 569"/>
                <a:gd name="T24" fmla="*/ 389 w 454"/>
                <a:gd name="T25" fmla="*/ 164 h 569"/>
                <a:gd name="T26" fmla="*/ 400 w 454"/>
                <a:gd name="T27" fmla="*/ 82 h 569"/>
                <a:gd name="T28" fmla="*/ 399 w 454"/>
                <a:gd name="T29" fmla="*/ 82 h 569"/>
                <a:gd name="T30" fmla="*/ 398 w 454"/>
                <a:gd name="T31" fmla="*/ 82 h 569"/>
                <a:gd name="T32" fmla="*/ 362 w 454"/>
                <a:gd name="T33" fmla="*/ 182 h 569"/>
                <a:gd name="T34" fmla="*/ 257 w 454"/>
                <a:gd name="T35" fmla="*/ 234 h 569"/>
                <a:gd name="T36" fmla="*/ 241 w 454"/>
                <a:gd name="T37" fmla="*/ 146 h 569"/>
                <a:gd name="T38" fmla="*/ 296 w 454"/>
                <a:gd name="T39" fmla="*/ 54 h 569"/>
                <a:gd name="T40" fmla="*/ 295 w 454"/>
                <a:gd name="T41" fmla="*/ 54 h 569"/>
                <a:gd name="T42" fmla="*/ 294 w 454"/>
                <a:gd name="T43" fmla="*/ 52 h 569"/>
                <a:gd name="T44" fmla="*/ 238 w 454"/>
                <a:gd name="T45" fmla="*/ 113 h 569"/>
                <a:gd name="T46" fmla="*/ 235 w 454"/>
                <a:gd name="T47" fmla="*/ 35 h 569"/>
                <a:gd name="T48" fmla="*/ 235 w 454"/>
                <a:gd name="T49" fmla="*/ 35 h 569"/>
                <a:gd name="T50" fmla="*/ 230 w 454"/>
                <a:gd name="T51" fmla="*/ 35 h 569"/>
                <a:gd name="T52" fmla="*/ 219 w 454"/>
                <a:gd name="T53" fmla="*/ 223 h 569"/>
                <a:gd name="T54" fmla="*/ 122 w 454"/>
                <a:gd name="T55" fmla="*/ 132 h 569"/>
                <a:gd name="T56" fmla="*/ 137 w 454"/>
                <a:gd name="T57" fmla="*/ 64 h 569"/>
                <a:gd name="T58" fmla="*/ 135 w 454"/>
                <a:gd name="T59" fmla="*/ 63 h 569"/>
                <a:gd name="T60" fmla="*/ 135 w 454"/>
                <a:gd name="T61" fmla="*/ 63 h 569"/>
                <a:gd name="T62" fmla="*/ 113 w 454"/>
                <a:gd name="T63" fmla="*/ 118 h 569"/>
                <a:gd name="T64" fmla="*/ 52 w 454"/>
                <a:gd name="T65" fmla="*/ 1 h 569"/>
                <a:gd name="T66" fmla="*/ 50 w 454"/>
                <a:gd name="T67" fmla="*/ 0 h 569"/>
                <a:gd name="T68" fmla="*/ 46 w 454"/>
                <a:gd name="T69" fmla="*/ 1 h 569"/>
                <a:gd name="T70" fmla="*/ 74 w 454"/>
                <a:gd name="T71" fmla="*/ 91 h 569"/>
                <a:gd name="T72" fmla="*/ 74 w 454"/>
                <a:gd name="T73" fmla="*/ 91 h 569"/>
                <a:gd name="T74" fmla="*/ 149 w 454"/>
                <a:gd name="T75" fmla="*/ 208 h 569"/>
                <a:gd name="T76" fmla="*/ 3 w 454"/>
                <a:gd name="T77" fmla="*/ 195 h 569"/>
                <a:gd name="T78" fmla="*/ 3 w 454"/>
                <a:gd name="T79" fmla="*/ 196 h 569"/>
                <a:gd name="T80" fmla="*/ 0 w 454"/>
                <a:gd name="T81" fmla="*/ 201 h 569"/>
                <a:gd name="T82" fmla="*/ 172 w 454"/>
                <a:gd name="T83" fmla="*/ 237 h 569"/>
                <a:gd name="T84" fmla="*/ 197 w 454"/>
                <a:gd name="T85" fmla="*/ 254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4" h="569">
                  <a:moveTo>
                    <a:pt x="197" y="254"/>
                  </a:moveTo>
                  <a:cubicBezTo>
                    <a:pt x="209" y="304"/>
                    <a:pt x="213" y="368"/>
                    <a:pt x="200" y="449"/>
                  </a:cubicBezTo>
                  <a:cubicBezTo>
                    <a:pt x="191" y="518"/>
                    <a:pt x="199" y="559"/>
                    <a:pt x="148" y="559"/>
                  </a:cubicBezTo>
                  <a:cubicBezTo>
                    <a:pt x="148" y="559"/>
                    <a:pt x="138" y="555"/>
                    <a:pt x="122" y="569"/>
                  </a:cubicBezTo>
                  <a:cubicBezTo>
                    <a:pt x="339" y="569"/>
                    <a:pt x="339" y="569"/>
                    <a:pt x="339" y="569"/>
                  </a:cubicBezTo>
                  <a:cubicBezTo>
                    <a:pt x="328" y="564"/>
                    <a:pt x="315" y="559"/>
                    <a:pt x="304" y="557"/>
                  </a:cubicBezTo>
                  <a:cubicBezTo>
                    <a:pt x="292" y="529"/>
                    <a:pt x="279" y="475"/>
                    <a:pt x="277" y="354"/>
                  </a:cubicBezTo>
                  <a:cubicBezTo>
                    <a:pt x="276" y="318"/>
                    <a:pt x="278" y="287"/>
                    <a:pt x="282" y="261"/>
                  </a:cubicBezTo>
                  <a:cubicBezTo>
                    <a:pt x="315" y="247"/>
                    <a:pt x="315" y="247"/>
                    <a:pt x="315" y="247"/>
                  </a:cubicBezTo>
                  <a:cubicBezTo>
                    <a:pt x="404" y="194"/>
                    <a:pt x="433" y="147"/>
                    <a:pt x="454" y="120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51" y="117"/>
                    <a:pt x="451" y="117"/>
                    <a:pt x="451" y="117"/>
                  </a:cubicBezTo>
                  <a:cubicBezTo>
                    <a:pt x="428" y="135"/>
                    <a:pt x="407" y="151"/>
                    <a:pt x="389" y="164"/>
                  </a:cubicBezTo>
                  <a:cubicBezTo>
                    <a:pt x="396" y="133"/>
                    <a:pt x="398" y="121"/>
                    <a:pt x="400" y="82"/>
                  </a:cubicBezTo>
                  <a:cubicBezTo>
                    <a:pt x="399" y="82"/>
                    <a:pt x="399" y="82"/>
                    <a:pt x="399" y="82"/>
                  </a:cubicBezTo>
                  <a:cubicBezTo>
                    <a:pt x="399" y="82"/>
                    <a:pt x="398" y="82"/>
                    <a:pt x="398" y="82"/>
                  </a:cubicBezTo>
                  <a:cubicBezTo>
                    <a:pt x="393" y="101"/>
                    <a:pt x="379" y="147"/>
                    <a:pt x="362" y="182"/>
                  </a:cubicBezTo>
                  <a:cubicBezTo>
                    <a:pt x="312" y="215"/>
                    <a:pt x="278" y="228"/>
                    <a:pt x="257" y="234"/>
                  </a:cubicBezTo>
                  <a:cubicBezTo>
                    <a:pt x="251" y="213"/>
                    <a:pt x="245" y="185"/>
                    <a:pt x="241" y="146"/>
                  </a:cubicBezTo>
                  <a:cubicBezTo>
                    <a:pt x="257" y="110"/>
                    <a:pt x="284" y="70"/>
                    <a:pt x="296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2"/>
                    <a:pt x="294" y="52"/>
                    <a:pt x="294" y="52"/>
                  </a:cubicBezTo>
                  <a:cubicBezTo>
                    <a:pt x="265" y="79"/>
                    <a:pt x="258" y="88"/>
                    <a:pt x="238" y="113"/>
                  </a:cubicBezTo>
                  <a:cubicBezTo>
                    <a:pt x="236" y="91"/>
                    <a:pt x="235" y="64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0" y="35"/>
                    <a:pt x="230" y="35"/>
                    <a:pt x="230" y="35"/>
                  </a:cubicBezTo>
                  <a:cubicBezTo>
                    <a:pt x="223" y="69"/>
                    <a:pt x="210" y="143"/>
                    <a:pt x="219" y="223"/>
                  </a:cubicBezTo>
                  <a:cubicBezTo>
                    <a:pt x="219" y="223"/>
                    <a:pt x="175" y="205"/>
                    <a:pt x="122" y="132"/>
                  </a:cubicBezTo>
                  <a:cubicBezTo>
                    <a:pt x="123" y="120"/>
                    <a:pt x="125" y="90"/>
                    <a:pt x="137" y="64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27" y="75"/>
                    <a:pt x="118" y="94"/>
                    <a:pt x="113" y="118"/>
                  </a:cubicBezTo>
                  <a:cubicBezTo>
                    <a:pt x="93" y="88"/>
                    <a:pt x="72" y="50"/>
                    <a:pt x="52" y="1"/>
                  </a:cubicBezTo>
                  <a:cubicBezTo>
                    <a:pt x="51" y="1"/>
                    <a:pt x="51" y="1"/>
                    <a:pt x="50" y="0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9" y="17"/>
                    <a:pt x="74" y="91"/>
                    <a:pt x="74" y="91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91" y="132"/>
                    <a:pt x="115" y="175"/>
                    <a:pt x="149" y="208"/>
                  </a:cubicBezTo>
                  <a:cubicBezTo>
                    <a:pt x="149" y="208"/>
                    <a:pt x="89" y="222"/>
                    <a:pt x="3" y="195"/>
                  </a:cubicBezTo>
                  <a:cubicBezTo>
                    <a:pt x="3" y="196"/>
                    <a:pt x="3" y="196"/>
                    <a:pt x="3" y="196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37" y="218"/>
                    <a:pt x="97" y="238"/>
                    <a:pt x="172" y="237"/>
                  </a:cubicBezTo>
                  <a:cubicBezTo>
                    <a:pt x="178" y="238"/>
                    <a:pt x="187" y="243"/>
                    <a:pt x="197" y="2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3" name="Group 3"/>
            <p:cNvGrpSpPr/>
            <p:nvPr/>
          </p:nvGrpSpPr>
          <p:grpSpPr>
            <a:xfrm>
              <a:off x="6685154" y="1639850"/>
              <a:ext cx="4779675" cy="3671505"/>
              <a:chOff x="7223605" y="1034167"/>
              <a:chExt cx="4779675" cy="3671505"/>
            </a:xfrm>
            <a:solidFill>
              <a:schemeClr val="accent5">
                <a:alpha val="70000"/>
              </a:schemeClr>
            </a:solidFill>
          </p:grpSpPr>
          <p:sp>
            <p:nvSpPr>
              <p:cNvPr id="78" name="Oval 49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" name="Oval 50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" name="Oval 51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" name="Oval 52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" name="Oval 53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" name="Oval 54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" name="Oval 55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" name="Oval 56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" name="Oval 57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Group 4"/>
            <p:cNvGrpSpPr/>
            <p:nvPr/>
          </p:nvGrpSpPr>
          <p:grpSpPr>
            <a:xfrm>
              <a:off x="6574014" y="1946200"/>
              <a:ext cx="4788017" cy="3731205"/>
              <a:chOff x="7071416" y="1121303"/>
              <a:chExt cx="4788017" cy="3731205"/>
            </a:xfrm>
            <a:solidFill>
              <a:schemeClr val="accent2">
                <a:alpha val="40000"/>
              </a:schemeClr>
            </a:solidFill>
          </p:grpSpPr>
          <p:sp>
            <p:nvSpPr>
              <p:cNvPr id="68" name="Oval 39"/>
              <p:cNvSpPr/>
              <p:nvPr/>
            </p:nvSpPr>
            <p:spPr>
              <a:xfrm>
                <a:off x="7071416" y="1970672"/>
                <a:ext cx="604144" cy="6041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" name="Oval 40"/>
              <p:cNvSpPr/>
              <p:nvPr/>
            </p:nvSpPr>
            <p:spPr>
              <a:xfrm>
                <a:off x="10028885" y="2266337"/>
                <a:ext cx="778885" cy="7788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" name="Oval 41"/>
              <p:cNvSpPr/>
              <p:nvPr/>
            </p:nvSpPr>
            <p:spPr>
              <a:xfrm>
                <a:off x="8444595" y="4164419"/>
                <a:ext cx="688089" cy="68808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" name="Oval 42"/>
              <p:cNvSpPr/>
              <p:nvPr/>
            </p:nvSpPr>
            <p:spPr>
              <a:xfrm>
                <a:off x="10677336" y="3875937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" name="Oval 43"/>
              <p:cNvSpPr/>
              <p:nvPr/>
            </p:nvSpPr>
            <p:spPr>
              <a:xfrm>
                <a:off x="11598565" y="2698248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" name="Oval 44"/>
              <p:cNvSpPr/>
              <p:nvPr/>
            </p:nvSpPr>
            <p:spPr>
              <a:xfrm>
                <a:off x="7688405" y="2869385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" name="Oval 45"/>
              <p:cNvSpPr/>
              <p:nvPr/>
            </p:nvSpPr>
            <p:spPr>
              <a:xfrm>
                <a:off x="9592298" y="1865334"/>
                <a:ext cx="260868" cy="2608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" name="Oval 46"/>
              <p:cNvSpPr/>
              <p:nvPr/>
            </p:nvSpPr>
            <p:spPr>
              <a:xfrm>
                <a:off x="7838577" y="1121303"/>
                <a:ext cx="759965" cy="7599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" name="Oval 47"/>
              <p:cNvSpPr/>
              <p:nvPr/>
            </p:nvSpPr>
            <p:spPr>
              <a:xfrm>
                <a:off x="9111041" y="3345133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" name="Oval 48"/>
              <p:cNvSpPr/>
              <p:nvPr/>
            </p:nvSpPr>
            <p:spPr>
              <a:xfrm>
                <a:off x="11106733" y="2785942"/>
                <a:ext cx="156009" cy="15600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5"/>
            <p:cNvGrpSpPr/>
            <p:nvPr/>
          </p:nvGrpSpPr>
          <p:grpSpPr>
            <a:xfrm>
              <a:off x="7210995" y="2279145"/>
              <a:ext cx="4142805" cy="3446444"/>
              <a:chOff x="7242069" y="1000204"/>
              <a:chExt cx="4142805" cy="3446444"/>
            </a:xfrm>
            <a:solidFill>
              <a:schemeClr val="accent1">
                <a:alpha val="20000"/>
              </a:schemeClr>
            </a:solidFill>
          </p:grpSpPr>
          <p:sp>
            <p:nvSpPr>
              <p:cNvPr id="58" name="Oval 29"/>
              <p:cNvSpPr/>
              <p:nvPr/>
            </p:nvSpPr>
            <p:spPr>
              <a:xfrm>
                <a:off x="8373143" y="1000204"/>
                <a:ext cx="1180478" cy="118047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Oval 30"/>
              <p:cNvSpPr/>
              <p:nvPr/>
            </p:nvSpPr>
            <p:spPr>
              <a:xfrm>
                <a:off x="9793458" y="1543897"/>
                <a:ext cx="673424" cy="6734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" name="Oval 31"/>
              <p:cNvSpPr/>
              <p:nvPr/>
            </p:nvSpPr>
            <p:spPr>
              <a:xfrm>
                <a:off x="7728795" y="3028844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" name="Oval 32"/>
              <p:cNvSpPr/>
              <p:nvPr/>
            </p:nvSpPr>
            <p:spPr>
              <a:xfrm>
                <a:off x="10055853" y="2924511"/>
                <a:ext cx="608999" cy="6089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Oval 33"/>
              <p:cNvSpPr/>
              <p:nvPr/>
            </p:nvSpPr>
            <p:spPr>
              <a:xfrm>
                <a:off x="7242069" y="1362158"/>
                <a:ext cx="550776" cy="5507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" name="Oval 34"/>
              <p:cNvSpPr/>
              <p:nvPr/>
            </p:nvSpPr>
            <p:spPr>
              <a:xfrm>
                <a:off x="7460786" y="2351919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" name="Oval 35"/>
              <p:cNvSpPr/>
              <p:nvPr/>
            </p:nvSpPr>
            <p:spPr>
              <a:xfrm>
                <a:off x="10593255" y="2042438"/>
                <a:ext cx="460611" cy="4606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" name="Oval 36"/>
              <p:cNvSpPr/>
              <p:nvPr/>
            </p:nvSpPr>
            <p:spPr>
              <a:xfrm>
                <a:off x="11048082" y="1704777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" name="Oval 37"/>
              <p:cNvSpPr/>
              <p:nvPr/>
            </p:nvSpPr>
            <p:spPr>
              <a:xfrm>
                <a:off x="11027370" y="3450791"/>
                <a:ext cx="336792" cy="33679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" name="Oval 38"/>
              <p:cNvSpPr/>
              <p:nvPr/>
            </p:nvSpPr>
            <p:spPr>
              <a:xfrm>
                <a:off x="8453970" y="3618181"/>
                <a:ext cx="828467" cy="8284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Group 6"/>
            <p:cNvGrpSpPr/>
            <p:nvPr/>
          </p:nvGrpSpPr>
          <p:grpSpPr>
            <a:xfrm rot="9000000">
              <a:off x="7380010" y="1811773"/>
              <a:ext cx="3591334" cy="2758680"/>
              <a:chOff x="7223605" y="1034167"/>
              <a:chExt cx="4779675" cy="3671505"/>
            </a:xfrm>
            <a:solidFill>
              <a:schemeClr val="accent4">
                <a:alpha val="70000"/>
              </a:schemeClr>
            </a:solidFill>
          </p:grpSpPr>
          <p:sp>
            <p:nvSpPr>
              <p:cNvPr id="49" name="Oval 20"/>
              <p:cNvSpPr/>
              <p:nvPr/>
            </p:nvSpPr>
            <p:spPr>
              <a:xfrm>
                <a:off x="7223605" y="2907942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" name="Oval 21"/>
              <p:cNvSpPr/>
              <p:nvPr/>
            </p:nvSpPr>
            <p:spPr>
              <a:xfrm>
                <a:off x="8051873" y="4113273"/>
                <a:ext cx="333375" cy="3333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Oval 22"/>
              <p:cNvSpPr/>
              <p:nvPr/>
            </p:nvSpPr>
            <p:spPr>
              <a:xfrm>
                <a:off x="8576155" y="1922081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" name="Oval 23"/>
              <p:cNvSpPr/>
              <p:nvPr/>
            </p:nvSpPr>
            <p:spPr>
              <a:xfrm>
                <a:off x="9722732" y="3212873"/>
                <a:ext cx="424970" cy="42497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Oval 24"/>
              <p:cNvSpPr/>
              <p:nvPr/>
            </p:nvSpPr>
            <p:spPr>
              <a:xfrm>
                <a:off x="8647793" y="259875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Oval 25"/>
              <p:cNvSpPr/>
              <p:nvPr/>
            </p:nvSpPr>
            <p:spPr>
              <a:xfrm>
                <a:off x="10147702" y="4164419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Oval 26"/>
              <p:cNvSpPr/>
              <p:nvPr/>
            </p:nvSpPr>
            <p:spPr>
              <a:xfrm>
                <a:off x="11150960" y="2163063"/>
                <a:ext cx="541253" cy="5412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Oval 27"/>
              <p:cNvSpPr/>
              <p:nvPr/>
            </p:nvSpPr>
            <p:spPr>
              <a:xfrm>
                <a:off x="11294540" y="3501142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Oval 28"/>
              <p:cNvSpPr/>
              <p:nvPr/>
            </p:nvSpPr>
            <p:spPr>
              <a:xfrm>
                <a:off x="9368362" y="1034167"/>
                <a:ext cx="708740" cy="7087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7" name="Oval 7"/>
            <p:cNvSpPr/>
            <p:nvPr/>
          </p:nvSpPr>
          <p:spPr>
            <a:xfrm>
              <a:off x="7498233" y="1881011"/>
              <a:ext cx="1514855" cy="1514855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Oval 8"/>
            <p:cNvSpPr/>
            <p:nvPr/>
          </p:nvSpPr>
          <p:spPr>
            <a:xfrm>
              <a:off x="9449885" y="2141135"/>
              <a:ext cx="1437159" cy="1437159"/>
            </a:xfrm>
            <a:prstGeom prst="ellipse">
              <a:avLst/>
            </a:prstGeom>
            <a:solidFill>
              <a:schemeClr val="accent3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Oval 9"/>
            <p:cNvSpPr/>
            <p:nvPr/>
          </p:nvSpPr>
          <p:spPr>
            <a:xfrm>
              <a:off x="6513526" y="3453959"/>
              <a:ext cx="1437159" cy="1437159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Oval 10"/>
            <p:cNvSpPr/>
            <p:nvPr/>
          </p:nvSpPr>
          <p:spPr>
            <a:xfrm>
              <a:off x="10126270" y="3664860"/>
              <a:ext cx="1437159" cy="1437159"/>
            </a:xfrm>
            <a:prstGeom prst="ellipse">
              <a:avLst/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41" name="Group 11"/>
            <p:cNvGrpSpPr/>
            <p:nvPr/>
          </p:nvGrpSpPr>
          <p:grpSpPr>
            <a:xfrm>
              <a:off x="9937478" y="2603151"/>
              <a:ext cx="500065" cy="470320"/>
              <a:chOff x="4433888" y="4613275"/>
              <a:chExt cx="1147763" cy="1079500"/>
            </a:xfrm>
            <a:solidFill>
              <a:schemeClr val="bg1"/>
            </a:solidFill>
          </p:grpSpPr>
          <p:sp>
            <p:nvSpPr>
              <p:cNvPr id="47" name="Oval 18"/>
              <p:cNvSpPr>
                <a:spLocks/>
              </p:cNvSpPr>
              <p:nvPr/>
            </p:nvSpPr>
            <p:spPr bwMode="auto">
              <a:xfrm>
                <a:off x="4991100" y="5203825"/>
                <a:ext cx="138113" cy="139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19"/>
              <p:cNvSpPr>
                <a:spLocks/>
              </p:cNvSpPr>
              <p:nvPr/>
            </p:nvSpPr>
            <p:spPr bwMode="auto">
              <a:xfrm>
                <a:off x="4433888" y="4613275"/>
                <a:ext cx="1147763" cy="1079500"/>
              </a:xfrm>
              <a:custGeom>
                <a:avLst/>
                <a:gdLst>
                  <a:gd name="T0" fmla="*/ 268 w 305"/>
                  <a:gd name="T1" fmla="*/ 111 h 287"/>
                  <a:gd name="T2" fmla="*/ 268 w 305"/>
                  <a:gd name="T3" fmla="*/ 51 h 287"/>
                  <a:gd name="T4" fmla="*/ 240 w 305"/>
                  <a:gd name="T5" fmla="*/ 0 h 287"/>
                  <a:gd name="T6" fmla="*/ 51 w 305"/>
                  <a:gd name="T7" fmla="*/ 0 h 287"/>
                  <a:gd name="T8" fmla="*/ 0 w 305"/>
                  <a:gd name="T9" fmla="*/ 236 h 287"/>
                  <a:gd name="T10" fmla="*/ 217 w 305"/>
                  <a:gd name="T11" fmla="*/ 287 h 287"/>
                  <a:gd name="T12" fmla="*/ 268 w 305"/>
                  <a:gd name="T13" fmla="*/ 222 h 287"/>
                  <a:gd name="T14" fmla="*/ 268 w 305"/>
                  <a:gd name="T15" fmla="*/ 111 h 287"/>
                  <a:gd name="T16" fmla="*/ 203 w 305"/>
                  <a:gd name="T17" fmla="*/ 19 h 287"/>
                  <a:gd name="T18" fmla="*/ 250 w 305"/>
                  <a:gd name="T19" fmla="*/ 28 h 287"/>
                  <a:gd name="T20" fmla="*/ 250 w 305"/>
                  <a:gd name="T21" fmla="*/ 56 h 287"/>
                  <a:gd name="T22" fmla="*/ 240 w 305"/>
                  <a:gd name="T23" fmla="*/ 83 h 287"/>
                  <a:gd name="T24" fmla="*/ 240 w 305"/>
                  <a:gd name="T25" fmla="*/ 74 h 287"/>
                  <a:gd name="T26" fmla="*/ 240 w 305"/>
                  <a:gd name="T27" fmla="*/ 37 h 287"/>
                  <a:gd name="T28" fmla="*/ 37 w 305"/>
                  <a:gd name="T29" fmla="*/ 28 h 287"/>
                  <a:gd name="T30" fmla="*/ 28 w 305"/>
                  <a:gd name="T31" fmla="*/ 56 h 287"/>
                  <a:gd name="T32" fmla="*/ 18 w 305"/>
                  <a:gd name="T33" fmla="*/ 51 h 287"/>
                  <a:gd name="T34" fmla="*/ 231 w 305"/>
                  <a:gd name="T35" fmla="*/ 46 h 287"/>
                  <a:gd name="T36" fmla="*/ 37 w 305"/>
                  <a:gd name="T37" fmla="*/ 37 h 287"/>
                  <a:gd name="T38" fmla="*/ 231 w 305"/>
                  <a:gd name="T39" fmla="*/ 46 h 287"/>
                  <a:gd name="T40" fmla="*/ 231 w 305"/>
                  <a:gd name="T41" fmla="*/ 65 h 287"/>
                  <a:gd name="T42" fmla="*/ 37 w 305"/>
                  <a:gd name="T43" fmla="*/ 56 h 287"/>
                  <a:gd name="T44" fmla="*/ 231 w 305"/>
                  <a:gd name="T45" fmla="*/ 74 h 287"/>
                  <a:gd name="T46" fmla="*/ 203 w 305"/>
                  <a:gd name="T47" fmla="*/ 83 h 287"/>
                  <a:gd name="T48" fmla="*/ 37 w 305"/>
                  <a:gd name="T49" fmla="*/ 80 h 287"/>
                  <a:gd name="T50" fmla="*/ 231 w 305"/>
                  <a:gd name="T51" fmla="*/ 74 h 287"/>
                  <a:gd name="T52" fmla="*/ 217 w 305"/>
                  <a:gd name="T53" fmla="*/ 268 h 287"/>
                  <a:gd name="T54" fmla="*/ 18 w 305"/>
                  <a:gd name="T55" fmla="*/ 236 h 287"/>
                  <a:gd name="T56" fmla="*/ 51 w 305"/>
                  <a:gd name="T57" fmla="*/ 102 h 287"/>
                  <a:gd name="T58" fmla="*/ 240 w 305"/>
                  <a:gd name="T59" fmla="*/ 102 h 287"/>
                  <a:gd name="T60" fmla="*/ 250 w 305"/>
                  <a:gd name="T61" fmla="*/ 130 h 287"/>
                  <a:gd name="T62" fmla="*/ 120 w 305"/>
                  <a:gd name="T63" fmla="*/ 176 h 287"/>
                  <a:gd name="T64" fmla="*/ 250 w 305"/>
                  <a:gd name="T65" fmla="*/ 222 h 287"/>
                  <a:gd name="T66" fmla="*/ 262 w 305"/>
                  <a:gd name="T67" fmla="*/ 204 h 287"/>
                  <a:gd name="T68" fmla="*/ 139 w 305"/>
                  <a:gd name="T69" fmla="*/ 176 h 287"/>
                  <a:gd name="T70" fmla="*/ 250 w 305"/>
                  <a:gd name="T71" fmla="*/ 148 h 287"/>
                  <a:gd name="T72" fmla="*/ 267 w 305"/>
                  <a:gd name="T73" fmla="*/ 136 h 287"/>
                  <a:gd name="T74" fmla="*/ 277 w 305"/>
                  <a:gd name="T75" fmla="*/ 167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05" h="287">
                    <a:moveTo>
                      <a:pt x="268" y="111"/>
                    </a:moveTo>
                    <a:cubicBezTo>
                      <a:pt x="268" y="111"/>
                      <a:pt x="268" y="111"/>
                      <a:pt x="268" y="111"/>
                    </a:cubicBezTo>
                    <a:cubicBezTo>
                      <a:pt x="268" y="56"/>
                      <a:pt x="268" y="56"/>
                      <a:pt x="268" y="56"/>
                    </a:cubicBezTo>
                    <a:cubicBezTo>
                      <a:pt x="268" y="51"/>
                      <a:pt x="268" y="51"/>
                      <a:pt x="268" y="51"/>
                    </a:cubicBezTo>
                    <a:cubicBezTo>
                      <a:pt x="268" y="28"/>
                      <a:pt x="268" y="28"/>
                      <a:pt x="268" y="28"/>
                    </a:cubicBezTo>
                    <a:cubicBezTo>
                      <a:pt x="268" y="13"/>
                      <a:pt x="256" y="0"/>
                      <a:pt x="240" y="0"/>
                    </a:cubicBezTo>
                    <a:cubicBezTo>
                      <a:pt x="203" y="0"/>
                      <a:pt x="203" y="0"/>
                      <a:pt x="203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23" y="0"/>
                      <a:pt x="0" y="23"/>
                      <a:pt x="0" y="5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64"/>
                      <a:pt x="23" y="287"/>
                      <a:pt x="51" y="287"/>
                    </a:cubicBezTo>
                    <a:cubicBezTo>
                      <a:pt x="217" y="287"/>
                      <a:pt x="217" y="287"/>
                      <a:pt x="217" y="287"/>
                    </a:cubicBezTo>
                    <a:cubicBezTo>
                      <a:pt x="245" y="287"/>
                      <a:pt x="268" y="264"/>
                      <a:pt x="268" y="236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268" y="222"/>
                      <a:pt x="268" y="222"/>
                      <a:pt x="268" y="222"/>
                    </a:cubicBezTo>
                    <a:cubicBezTo>
                      <a:pt x="305" y="194"/>
                      <a:pt x="305" y="139"/>
                      <a:pt x="268" y="111"/>
                    </a:cubicBezTo>
                    <a:close/>
                    <a:moveTo>
                      <a:pt x="51" y="19"/>
                    </a:moveTo>
                    <a:cubicBezTo>
                      <a:pt x="203" y="19"/>
                      <a:pt x="203" y="19"/>
                      <a:pt x="203" y="19"/>
                    </a:cubicBezTo>
                    <a:cubicBezTo>
                      <a:pt x="240" y="19"/>
                      <a:pt x="240" y="19"/>
                      <a:pt x="240" y="19"/>
                    </a:cubicBezTo>
                    <a:cubicBezTo>
                      <a:pt x="246" y="19"/>
                      <a:pt x="250" y="23"/>
                      <a:pt x="250" y="28"/>
                    </a:cubicBezTo>
                    <a:cubicBezTo>
                      <a:pt x="250" y="51"/>
                      <a:pt x="250" y="51"/>
                      <a:pt x="250" y="51"/>
                    </a:cubicBezTo>
                    <a:cubicBezTo>
                      <a:pt x="250" y="56"/>
                      <a:pt x="250" y="56"/>
                      <a:pt x="250" y="56"/>
                    </a:cubicBezTo>
                    <a:cubicBezTo>
                      <a:pt x="250" y="85"/>
                      <a:pt x="250" y="85"/>
                      <a:pt x="250" y="85"/>
                    </a:cubicBezTo>
                    <a:cubicBezTo>
                      <a:pt x="247" y="84"/>
                      <a:pt x="244" y="83"/>
                      <a:pt x="240" y="83"/>
                    </a:cubicBezTo>
                    <a:cubicBezTo>
                      <a:pt x="240" y="83"/>
                      <a:pt x="240" y="83"/>
                      <a:pt x="240" y="83"/>
                    </a:cubicBezTo>
                    <a:cubicBezTo>
                      <a:pt x="240" y="74"/>
                      <a:pt x="240" y="74"/>
                      <a:pt x="240" y="74"/>
                    </a:cubicBezTo>
                    <a:cubicBezTo>
                      <a:pt x="240" y="56"/>
                      <a:pt x="240" y="56"/>
                      <a:pt x="240" y="56"/>
                    </a:cubicBezTo>
                    <a:cubicBezTo>
                      <a:pt x="240" y="37"/>
                      <a:pt x="240" y="37"/>
                      <a:pt x="240" y="37"/>
                    </a:cubicBezTo>
                    <a:cubicBezTo>
                      <a:pt x="240" y="32"/>
                      <a:pt x="236" y="28"/>
                      <a:pt x="231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2" y="28"/>
                      <a:pt x="28" y="32"/>
                      <a:pt x="28" y="3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2" y="68"/>
                      <a:pt x="18" y="60"/>
                      <a:pt x="18" y="51"/>
                    </a:cubicBezTo>
                    <a:cubicBezTo>
                      <a:pt x="18" y="33"/>
                      <a:pt x="33" y="19"/>
                      <a:pt x="51" y="19"/>
                    </a:cubicBezTo>
                    <a:close/>
                    <a:moveTo>
                      <a:pt x="231" y="46"/>
                    </a:move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231" y="37"/>
                      <a:pt x="231" y="37"/>
                      <a:pt x="231" y="37"/>
                    </a:cubicBezTo>
                    <a:lnTo>
                      <a:pt x="231" y="46"/>
                    </a:lnTo>
                    <a:close/>
                    <a:moveTo>
                      <a:pt x="231" y="56"/>
                    </a:moveTo>
                    <a:cubicBezTo>
                      <a:pt x="231" y="65"/>
                      <a:pt x="231" y="65"/>
                      <a:pt x="231" y="65"/>
                    </a:cubicBezTo>
                    <a:cubicBezTo>
                      <a:pt x="37" y="65"/>
                      <a:pt x="37" y="65"/>
                      <a:pt x="37" y="65"/>
                    </a:cubicBezTo>
                    <a:cubicBezTo>
                      <a:pt x="37" y="56"/>
                      <a:pt x="37" y="56"/>
                      <a:pt x="37" y="56"/>
                    </a:cubicBezTo>
                    <a:lnTo>
                      <a:pt x="231" y="56"/>
                    </a:lnTo>
                    <a:close/>
                    <a:moveTo>
                      <a:pt x="231" y="74"/>
                    </a:moveTo>
                    <a:cubicBezTo>
                      <a:pt x="231" y="83"/>
                      <a:pt x="231" y="83"/>
                      <a:pt x="231" y="83"/>
                    </a:cubicBezTo>
                    <a:cubicBezTo>
                      <a:pt x="203" y="83"/>
                      <a:pt x="203" y="83"/>
                      <a:pt x="203" y="83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6" y="83"/>
                      <a:pt x="41" y="82"/>
                      <a:pt x="37" y="80"/>
                    </a:cubicBezTo>
                    <a:cubicBezTo>
                      <a:pt x="37" y="74"/>
                      <a:pt x="37" y="74"/>
                      <a:pt x="37" y="74"/>
                    </a:cubicBezTo>
                    <a:lnTo>
                      <a:pt x="231" y="74"/>
                    </a:lnTo>
                    <a:close/>
                    <a:moveTo>
                      <a:pt x="250" y="236"/>
                    </a:moveTo>
                    <a:cubicBezTo>
                      <a:pt x="250" y="254"/>
                      <a:pt x="235" y="268"/>
                      <a:pt x="217" y="268"/>
                    </a:cubicBezTo>
                    <a:cubicBezTo>
                      <a:pt x="51" y="268"/>
                      <a:pt x="51" y="268"/>
                      <a:pt x="51" y="268"/>
                    </a:cubicBezTo>
                    <a:cubicBezTo>
                      <a:pt x="33" y="268"/>
                      <a:pt x="18" y="254"/>
                      <a:pt x="18" y="236"/>
                    </a:cubicBezTo>
                    <a:cubicBezTo>
                      <a:pt x="18" y="90"/>
                      <a:pt x="18" y="90"/>
                      <a:pt x="18" y="90"/>
                    </a:cubicBezTo>
                    <a:cubicBezTo>
                      <a:pt x="27" y="98"/>
                      <a:pt x="38" y="102"/>
                      <a:pt x="51" y="102"/>
                    </a:cubicBezTo>
                    <a:cubicBezTo>
                      <a:pt x="203" y="102"/>
                      <a:pt x="203" y="102"/>
                      <a:pt x="203" y="102"/>
                    </a:cubicBezTo>
                    <a:cubicBezTo>
                      <a:pt x="240" y="102"/>
                      <a:pt x="240" y="102"/>
                      <a:pt x="240" y="102"/>
                    </a:cubicBezTo>
                    <a:cubicBezTo>
                      <a:pt x="246" y="102"/>
                      <a:pt x="250" y="106"/>
                      <a:pt x="250" y="111"/>
                    </a:cubicBezTo>
                    <a:cubicBezTo>
                      <a:pt x="250" y="130"/>
                      <a:pt x="250" y="130"/>
                      <a:pt x="250" y="130"/>
                    </a:cubicBezTo>
                    <a:cubicBezTo>
                      <a:pt x="166" y="130"/>
                      <a:pt x="166" y="130"/>
                      <a:pt x="166" y="130"/>
                    </a:cubicBezTo>
                    <a:cubicBezTo>
                      <a:pt x="141" y="130"/>
                      <a:pt x="120" y="150"/>
                      <a:pt x="120" y="176"/>
                    </a:cubicBezTo>
                    <a:cubicBezTo>
                      <a:pt x="120" y="201"/>
                      <a:pt x="141" y="222"/>
                      <a:pt x="166" y="222"/>
                    </a:cubicBezTo>
                    <a:cubicBezTo>
                      <a:pt x="250" y="222"/>
                      <a:pt x="250" y="222"/>
                      <a:pt x="250" y="222"/>
                    </a:cubicBezTo>
                    <a:lnTo>
                      <a:pt x="250" y="236"/>
                    </a:lnTo>
                    <a:close/>
                    <a:moveTo>
                      <a:pt x="262" y="204"/>
                    </a:moveTo>
                    <a:cubicBezTo>
                      <a:pt x="166" y="204"/>
                      <a:pt x="166" y="204"/>
                      <a:pt x="166" y="204"/>
                    </a:cubicBezTo>
                    <a:cubicBezTo>
                      <a:pt x="151" y="204"/>
                      <a:pt x="139" y="191"/>
                      <a:pt x="139" y="176"/>
                    </a:cubicBezTo>
                    <a:cubicBezTo>
                      <a:pt x="139" y="161"/>
                      <a:pt x="151" y="148"/>
                      <a:pt x="166" y="148"/>
                    </a:cubicBezTo>
                    <a:cubicBezTo>
                      <a:pt x="250" y="148"/>
                      <a:pt x="250" y="148"/>
                      <a:pt x="250" y="148"/>
                    </a:cubicBezTo>
                    <a:cubicBezTo>
                      <a:pt x="255" y="148"/>
                      <a:pt x="261" y="145"/>
                      <a:pt x="265" y="141"/>
                    </a:cubicBezTo>
                    <a:cubicBezTo>
                      <a:pt x="266" y="139"/>
                      <a:pt x="266" y="138"/>
                      <a:pt x="267" y="136"/>
                    </a:cubicBezTo>
                    <a:cubicBezTo>
                      <a:pt x="267" y="136"/>
                      <a:pt x="267" y="136"/>
                      <a:pt x="267" y="136"/>
                    </a:cubicBezTo>
                    <a:cubicBezTo>
                      <a:pt x="274" y="145"/>
                      <a:pt x="277" y="155"/>
                      <a:pt x="277" y="167"/>
                    </a:cubicBezTo>
                    <a:cubicBezTo>
                      <a:pt x="277" y="181"/>
                      <a:pt x="272" y="194"/>
                      <a:pt x="262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42" name="Freeform: Shape 12"/>
            <p:cNvSpPr>
              <a:spLocks/>
            </p:cNvSpPr>
            <p:nvPr/>
          </p:nvSpPr>
          <p:spPr bwMode="auto">
            <a:xfrm>
              <a:off x="10624922" y="4125900"/>
              <a:ext cx="485537" cy="485537"/>
            </a:xfrm>
            <a:custGeom>
              <a:avLst/>
              <a:gdLst>
                <a:gd name="T0" fmla="*/ 263 w 296"/>
                <a:gd name="T1" fmla="*/ 67 h 296"/>
                <a:gd name="T2" fmla="*/ 259 w 296"/>
                <a:gd name="T3" fmla="*/ 19 h 296"/>
                <a:gd name="T4" fmla="*/ 55 w 296"/>
                <a:gd name="T5" fmla="*/ 0 h 296"/>
                <a:gd name="T6" fmla="*/ 37 w 296"/>
                <a:gd name="T7" fmla="*/ 63 h 296"/>
                <a:gd name="T8" fmla="*/ 5 w 296"/>
                <a:gd name="T9" fmla="*/ 104 h 296"/>
                <a:gd name="T10" fmla="*/ 0 w 296"/>
                <a:gd name="T11" fmla="*/ 130 h 296"/>
                <a:gd name="T12" fmla="*/ 28 w 296"/>
                <a:gd name="T13" fmla="*/ 158 h 296"/>
                <a:gd name="T14" fmla="*/ 46 w 296"/>
                <a:gd name="T15" fmla="*/ 296 h 296"/>
                <a:gd name="T16" fmla="*/ 268 w 296"/>
                <a:gd name="T17" fmla="*/ 278 h 296"/>
                <a:gd name="T18" fmla="*/ 268 w 296"/>
                <a:gd name="T19" fmla="*/ 158 h 296"/>
                <a:gd name="T20" fmla="*/ 296 w 296"/>
                <a:gd name="T21" fmla="*/ 121 h 296"/>
                <a:gd name="T22" fmla="*/ 241 w 296"/>
                <a:gd name="T23" fmla="*/ 19 h 296"/>
                <a:gd name="T24" fmla="*/ 55 w 296"/>
                <a:gd name="T25" fmla="*/ 56 h 296"/>
                <a:gd name="T26" fmla="*/ 55 w 296"/>
                <a:gd name="T27" fmla="*/ 19 h 296"/>
                <a:gd name="T28" fmla="*/ 94 w 296"/>
                <a:gd name="T29" fmla="*/ 139 h 296"/>
                <a:gd name="T30" fmla="*/ 93 w 296"/>
                <a:gd name="T31" fmla="*/ 74 h 296"/>
                <a:gd name="T32" fmla="*/ 94 w 296"/>
                <a:gd name="T33" fmla="*/ 139 h 296"/>
                <a:gd name="T34" fmla="*/ 143 w 296"/>
                <a:gd name="T35" fmla="*/ 74 h 296"/>
                <a:gd name="T36" fmla="*/ 104 w 296"/>
                <a:gd name="T37" fmla="*/ 139 h 296"/>
                <a:gd name="T38" fmla="*/ 153 w 296"/>
                <a:gd name="T39" fmla="*/ 74 h 296"/>
                <a:gd name="T40" fmla="*/ 192 w 296"/>
                <a:gd name="T41" fmla="*/ 139 h 296"/>
                <a:gd name="T42" fmla="*/ 153 w 296"/>
                <a:gd name="T43" fmla="*/ 74 h 296"/>
                <a:gd name="T44" fmla="*/ 204 w 296"/>
                <a:gd name="T45" fmla="*/ 74 h 296"/>
                <a:gd name="T46" fmla="*/ 202 w 296"/>
                <a:gd name="T47" fmla="*/ 139 h 296"/>
                <a:gd name="T48" fmla="*/ 18 w 296"/>
                <a:gd name="T49" fmla="*/ 130 h 296"/>
                <a:gd name="T50" fmla="*/ 20 w 296"/>
                <a:gd name="T51" fmla="*/ 115 h 296"/>
                <a:gd name="T52" fmla="*/ 55 w 296"/>
                <a:gd name="T53" fmla="*/ 74 h 296"/>
                <a:gd name="T54" fmla="*/ 45 w 296"/>
                <a:gd name="T55" fmla="*/ 139 h 296"/>
                <a:gd name="T56" fmla="*/ 18 w 296"/>
                <a:gd name="T57" fmla="*/ 130 h 296"/>
                <a:gd name="T58" fmla="*/ 116 w 296"/>
                <a:gd name="T59" fmla="*/ 278 h 296"/>
                <a:gd name="T60" fmla="*/ 185 w 296"/>
                <a:gd name="T61" fmla="*/ 185 h 296"/>
                <a:gd name="T62" fmla="*/ 250 w 296"/>
                <a:gd name="T63" fmla="*/ 278 h 296"/>
                <a:gd name="T64" fmla="*/ 194 w 296"/>
                <a:gd name="T65" fmla="*/ 185 h 296"/>
                <a:gd name="T66" fmla="*/ 116 w 296"/>
                <a:gd name="T67" fmla="*/ 176 h 296"/>
                <a:gd name="T68" fmla="*/ 106 w 296"/>
                <a:gd name="T69" fmla="*/ 278 h 296"/>
                <a:gd name="T70" fmla="*/ 46 w 296"/>
                <a:gd name="T71" fmla="*/ 158 h 296"/>
                <a:gd name="T72" fmla="*/ 250 w 296"/>
                <a:gd name="T73" fmla="*/ 278 h 296"/>
                <a:gd name="T74" fmla="*/ 268 w 296"/>
                <a:gd name="T75" fmla="*/ 139 h 296"/>
                <a:gd name="T76" fmla="*/ 214 w 296"/>
                <a:gd name="T77" fmla="*/ 74 h 296"/>
                <a:gd name="T78" fmla="*/ 241 w 296"/>
                <a:gd name="T79" fmla="*/ 74 h 296"/>
                <a:gd name="T80" fmla="*/ 276 w 296"/>
                <a:gd name="T81" fmla="*/ 115 h 296"/>
                <a:gd name="T82" fmla="*/ 278 w 296"/>
                <a:gd name="T83" fmla="*/ 13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6" h="296">
                  <a:moveTo>
                    <a:pt x="291" y="104"/>
                  </a:moveTo>
                  <a:cubicBezTo>
                    <a:pt x="263" y="67"/>
                    <a:pt x="263" y="67"/>
                    <a:pt x="263" y="67"/>
                  </a:cubicBezTo>
                  <a:cubicBezTo>
                    <a:pt x="262" y="66"/>
                    <a:pt x="260" y="64"/>
                    <a:pt x="259" y="63"/>
                  </a:cubicBezTo>
                  <a:cubicBezTo>
                    <a:pt x="259" y="19"/>
                    <a:pt x="259" y="19"/>
                    <a:pt x="259" y="19"/>
                  </a:cubicBezTo>
                  <a:cubicBezTo>
                    <a:pt x="259" y="9"/>
                    <a:pt x="251" y="0"/>
                    <a:pt x="241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37" y="9"/>
                    <a:pt x="37" y="19"/>
                  </a:cubicBezTo>
                  <a:cubicBezTo>
                    <a:pt x="37" y="63"/>
                    <a:pt x="37" y="63"/>
                    <a:pt x="37" y="63"/>
                  </a:cubicBezTo>
                  <a:cubicBezTo>
                    <a:pt x="36" y="64"/>
                    <a:pt x="34" y="66"/>
                    <a:pt x="33" y="67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2" y="109"/>
                    <a:pt x="0" y="115"/>
                    <a:pt x="0" y="121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145"/>
                    <a:pt x="12" y="158"/>
                    <a:pt x="28" y="158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8" y="278"/>
                    <a:pt x="28" y="278"/>
                    <a:pt x="28" y="278"/>
                  </a:cubicBezTo>
                  <a:cubicBezTo>
                    <a:pt x="28" y="288"/>
                    <a:pt x="36" y="296"/>
                    <a:pt x="46" y="296"/>
                  </a:cubicBezTo>
                  <a:cubicBezTo>
                    <a:pt x="250" y="296"/>
                    <a:pt x="250" y="296"/>
                    <a:pt x="250" y="296"/>
                  </a:cubicBezTo>
                  <a:cubicBezTo>
                    <a:pt x="260" y="296"/>
                    <a:pt x="268" y="288"/>
                    <a:pt x="268" y="27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68" y="158"/>
                    <a:pt x="268" y="158"/>
                    <a:pt x="268" y="158"/>
                  </a:cubicBezTo>
                  <a:cubicBezTo>
                    <a:pt x="284" y="158"/>
                    <a:pt x="296" y="145"/>
                    <a:pt x="296" y="130"/>
                  </a:cubicBezTo>
                  <a:cubicBezTo>
                    <a:pt x="296" y="121"/>
                    <a:pt x="296" y="121"/>
                    <a:pt x="296" y="121"/>
                  </a:cubicBezTo>
                  <a:cubicBezTo>
                    <a:pt x="296" y="115"/>
                    <a:pt x="294" y="109"/>
                    <a:pt x="291" y="104"/>
                  </a:cubicBezTo>
                  <a:close/>
                  <a:moveTo>
                    <a:pt x="241" y="19"/>
                  </a:moveTo>
                  <a:cubicBezTo>
                    <a:pt x="241" y="56"/>
                    <a:pt x="241" y="56"/>
                    <a:pt x="241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5" y="19"/>
                    <a:pt x="55" y="19"/>
                    <a:pt x="55" y="19"/>
                  </a:cubicBezTo>
                  <a:lnTo>
                    <a:pt x="241" y="19"/>
                  </a:lnTo>
                  <a:close/>
                  <a:moveTo>
                    <a:pt x="94" y="139"/>
                  </a:moveTo>
                  <a:cubicBezTo>
                    <a:pt x="55" y="139"/>
                    <a:pt x="55" y="139"/>
                    <a:pt x="55" y="139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13" y="74"/>
                    <a:pt x="113" y="74"/>
                    <a:pt x="113" y="74"/>
                  </a:cubicBezTo>
                  <a:lnTo>
                    <a:pt x="94" y="139"/>
                  </a:lnTo>
                  <a:close/>
                  <a:moveTo>
                    <a:pt x="122" y="74"/>
                  </a:moveTo>
                  <a:cubicBezTo>
                    <a:pt x="143" y="74"/>
                    <a:pt x="143" y="74"/>
                    <a:pt x="143" y="74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04" y="139"/>
                    <a:pt x="104" y="139"/>
                    <a:pt x="104" y="139"/>
                  </a:cubicBezTo>
                  <a:lnTo>
                    <a:pt x="122" y="74"/>
                  </a:lnTo>
                  <a:close/>
                  <a:moveTo>
                    <a:pt x="153" y="74"/>
                  </a:moveTo>
                  <a:cubicBezTo>
                    <a:pt x="174" y="74"/>
                    <a:pt x="174" y="74"/>
                    <a:pt x="174" y="74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53" y="139"/>
                    <a:pt x="153" y="139"/>
                    <a:pt x="153" y="139"/>
                  </a:cubicBezTo>
                  <a:lnTo>
                    <a:pt x="153" y="74"/>
                  </a:lnTo>
                  <a:close/>
                  <a:moveTo>
                    <a:pt x="183" y="74"/>
                  </a:moveTo>
                  <a:cubicBezTo>
                    <a:pt x="204" y="74"/>
                    <a:pt x="204" y="74"/>
                    <a:pt x="204" y="74"/>
                  </a:cubicBezTo>
                  <a:cubicBezTo>
                    <a:pt x="241" y="139"/>
                    <a:pt x="241" y="139"/>
                    <a:pt x="241" y="139"/>
                  </a:cubicBezTo>
                  <a:cubicBezTo>
                    <a:pt x="202" y="139"/>
                    <a:pt x="202" y="139"/>
                    <a:pt x="202" y="139"/>
                  </a:cubicBezTo>
                  <a:lnTo>
                    <a:pt x="183" y="74"/>
                  </a:lnTo>
                  <a:close/>
                  <a:moveTo>
                    <a:pt x="18" y="130"/>
                  </a:moveTo>
                  <a:cubicBezTo>
                    <a:pt x="18" y="121"/>
                    <a:pt x="18" y="121"/>
                    <a:pt x="18" y="121"/>
                  </a:cubicBezTo>
                  <a:cubicBezTo>
                    <a:pt x="18" y="119"/>
                    <a:pt x="19" y="117"/>
                    <a:pt x="20" y="115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50" y="76"/>
                    <a:pt x="53" y="74"/>
                    <a:pt x="55" y="74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28" y="139"/>
                    <a:pt x="28" y="139"/>
                    <a:pt x="28" y="139"/>
                  </a:cubicBezTo>
                  <a:cubicBezTo>
                    <a:pt x="23" y="139"/>
                    <a:pt x="18" y="135"/>
                    <a:pt x="18" y="130"/>
                  </a:cubicBezTo>
                  <a:close/>
                  <a:moveTo>
                    <a:pt x="185" y="278"/>
                  </a:moveTo>
                  <a:cubicBezTo>
                    <a:pt x="116" y="278"/>
                    <a:pt x="116" y="278"/>
                    <a:pt x="116" y="278"/>
                  </a:cubicBezTo>
                  <a:cubicBezTo>
                    <a:pt x="116" y="185"/>
                    <a:pt x="116" y="185"/>
                    <a:pt x="116" y="185"/>
                  </a:cubicBezTo>
                  <a:cubicBezTo>
                    <a:pt x="185" y="185"/>
                    <a:pt x="185" y="185"/>
                    <a:pt x="185" y="185"/>
                  </a:cubicBezTo>
                  <a:lnTo>
                    <a:pt x="185" y="278"/>
                  </a:lnTo>
                  <a:close/>
                  <a:moveTo>
                    <a:pt x="250" y="278"/>
                  </a:moveTo>
                  <a:cubicBezTo>
                    <a:pt x="194" y="278"/>
                    <a:pt x="194" y="278"/>
                    <a:pt x="194" y="278"/>
                  </a:cubicBezTo>
                  <a:cubicBezTo>
                    <a:pt x="194" y="185"/>
                    <a:pt x="194" y="185"/>
                    <a:pt x="194" y="185"/>
                  </a:cubicBezTo>
                  <a:cubicBezTo>
                    <a:pt x="194" y="180"/>
                    <a:pt x="190" y="176"/>
                    <a:pt x="185" y="176"/>
                  </a:cubicBezTo>
                  <a:cubicBezTo>
                    <a:pt x="116" y="176"/>
                    <a:pt x="116" y="176"/>
                    <a:pt x="116" y="176"/>
                  </a:cubicBezTo>
                  <a:cubicBezTo>
                    <a:pt x="111" y="176"/>
                    <a:pt x="106" y="180"/>
                    <a:pt x="106" y="185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46" y="278"/>
                    <a:pt x="46" y="278"/>
                    <a:pt x="46" y="278"/>
                  </a:cubicBezTo>
                  <a:cubicBezTo>
                    <a:pt x="46" y="158"/>
                    <a:pt x="46" y="158"/>
                    <a:pt x="46" y="158"/>
                  </a:cubicBezTo>
                  <a:cubicBezTo>
                    <a:pt x="250" y="158"/>
                    <a:pt x="250" y="158"/>
                    <a:pt x="250" y="158"/>
                  </a:cubicBezTo>
                  <a:lnTo>
                    <a:pt x="250" y="278"/>
                  </a:lnTo>
                  <a:close/>
                  <a:moveTo>
                    <a:pt x="278" y="130"/>
                  </a:moveTo>
                  <a:cubicBezTo>
                    <a:pt x="278" y="135"/>
                    <a:pt x="273" y="139"/>
                    <a:pt x="268" y="139"/>
                  </a:cubicBezTo>
                  <a:cubicBezTo>
                    <a:pt x="251" y="139"/>
                    <a:pt x="251" y="139"/>
                    <a:pt x="251" y="139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1" y="74"/>
                    <a:pt x="241" y="74"/>
                    <a:pt x="241" y="74"/>
                  </a:cubicBezTo>
                  <a:cubicBezTo>
                    <a:pt x="243" y="74"/>
                    <a:pt x="246" y="76"/>
                    <a:pt x="248" y="78"/>
                  </a:cubicBezTo>
                  <a:cubicBezTo>
                    <a:pt x="276" y="115"/>
                    <a:pt x="276" y="115"/>
                    <a:pt x="276" y="115"/>
                  </a:cubicBezTo>
                  <a:cubicBezTo>
                    <a:pt x="277" y="117"/>
                    <a:pt x="278" y="119"/>
                    <a:pt x="278" y="121"/>
                  </a:cubicBezTo>
                  <a:lnTo>
                    <a:pt x="278" y="1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3" name="Group 13"/>
            <p:cNvGrpSpPr/>
            <p:nvPr/>
          </p:nvGrpSpPr>
          <p:grpSpPr>
            <a:xfrm>
              <a:off x="6993231" y="3943997"/>
              <a:ext cx="486920" cy="424672"/>
              <a:chOff x="4233863" y="2697163"/>
              <a:chExt cx="1117600" cy="974725"/>
            </a:xfrm>
            <a:solidFill>
              <a:schemeClr val="bg1"/>
            </a:solidFill>
          </p:grpSpPr>
          <p:sp>
            <p:nvSpPr>
              <p:cNvPr id="45" name="Freeform: Shape 16"/>
              <p:cNvSpPr>
                <a:spLocks/>
              </p:cNvSpPr>
              <p:nvPr/>
            </p:nvSpPr>
            <p:spPr bwMode="auto">
              <a:xfrm>
                <a:off x="4233863" y="2697163"/>
                <a:ext cx="1117600" cy="974725"/>
              </a:xfrm>
              <a:custGeom>
                <a:avLst/>
                <a:gdLst>
                  <a:gd name="T0" fmla="*/ 296 w 297"/>
                  <a:gd name="T1" fmla="*/ 152 h 259"/>
                  <a:gd name="T2" fmla="*/ 259 w 297"/>
                  <a:gd name="T3" fmla="*/ 13 h 259"/>
                  <a:gd name="T4" fmla="*/ 241 w 297"/>
                  <a:gd name="T5" fmla="*/ 0 h 259"/>
                  <a:gd name="T6" fmla="*/ 148 w 297"/>
                  <a:gd name="T7" fmla="*/ 0 h 259"/>
                  <a:gd name="T8" fmla="*/ 56 w 297"/>
                  <a:gd name="T9" fmla="*/ 0 h 259"/>
                  <a:gd name="T10" fmla="*/ 38 w 297"/>
                  <a:gd name="T11" fmla="*/ 13 h 259"/>
                  <a:gd name="T12" fmla="*/ 1 w 297"/>
                  <a:gd name="T13" fmla="*/ 152 h 259"/>
                  <a:gd name="T14" fmla="*/ 0 w 297"/>
                  <a:gd name="T15" fmla="*/ 157 h 259"/>
                  <a:gd name="T16" fmla="*/ 0 w 297"/>
                  <a:gd name="T17" fmla="*/ 222 h 259"/>
                  <a:gd name="T18" fmla="*/ 37 w 297"/>
                  <a:gd name="T19" fmla="*/ 259 h 259"/>
                  <a:gd name="T20" fmla="*/ 260 w 297"/>
                  <a:gd name="T21" fmla="*/ 259 h 259"/>
                  <a:gd name="T22" fmla="*/ 297 w 297"/>
                  <a:gd name="T23" fmla="*/ 222 h 259"/>
                  <a:gd name="T24" fmla="*/ 297 w 297"/>
                  <a:gd name="T25" fmla="*/ 157 h 259"/>
                  <a:gd name="T26" fmla="*/ 296 w 297"/>
                  <a:gd name="T27" fmla="*/ 152 h 259"/>
                  <a:gd name="T28" fmla="*/ 278 w 297"/>
                  <a:gd name="T29" fmla="*/ 222 h 259"/>
                  <a:gd name="T30" fmla="*/ 260 w 297"/>
                  <a:gd name="T31" fmla="*/ 241 h 259"/>
                  <a:gd name="T32" fmla="*/ 37 w 297"/>
                  <a:gd name="T33" fmla="*/ 241 h 259"/>
                  <a:gd name="T34" fmla="*/ 19 w 297"/>
                  <a:gd name="T35" fmla="*/ 222 h 259"/>
                  <a:gd name="T36" fmla="*/ 19 w 297"/>
                  <a:gd name="T37" fmla="*/ 157 h 259"/>
                  <a:gd name="T38" fmla="*/ 56 w 297"/>
                  <a:gd name="T39" fmla="*/ 19 h 259"/>
                  <a:gd name="T40" fmla="*/ 241 w 297"/>
                  <a:gd name="T41" fmla="*/ 19 h 259"/>
                  <a:gd name="T42" fmla="*/ 278 w 297"/>
                  <a:gd name="T43" fmla="*/ 157 h 259"/>
                  <a:gd name="T44" fmla="*/ 278 w 297"/>
                  <a:gd name="T45" fmla="*/ 222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97" h="259">
                    <a:moveTo>
                      <a:pt x="296" y="152"/>
                    </a:moveTo>
                    <a:cubicBezTo>
                      <a:pt x="259" y="13"/>
                      <a:pt x="259" y="13"/>
                      <a:pt x="259" y="13"/>
                    </a:cubicBezTo>
                    <a:cubicBezTo>
                      <a:pt x="257" y="6"/>
                      <a:pt x="249" y="0"/>
                      <a:pt x="241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0" y="6"/>
                      <a:pt x="38" y="13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4"/>
                      <a:pt x="0" y="156"/>
                      <a:pt x="0" y="157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43"/>
                      <a:pt x="17" y="259"/>
                      <a:pt x="37" y="259"/>
                    </a:cubicBezTo>
                    <a:cubicBezTo>
                      <a:pt x="260" y="259"/>
                      <a:pt x="260" y="259"/>
                      <a:pt x="260" y="259"/>
                    </a:cubicBezTo>
                    <a:cubicBezTo>
                      <a:pt x="280" y="259"/>
                      <a:pt x="297" y="243"/>
                      <a:pt x="297" y="222"/>
                    </a:cubicBezTo>
                    <a:cubicBezTo>
                      <a:pt x="297" y="157"/>
                      <a:pt x="297" y="157"/>
                      <a:pt x="297" y="157"/>
                    </a:cubicBezTo>
                    <a:cubicBezTo>
                      <a:pt x="297" y="156"/>
                      <a:pt x="296" y="154"/>
                      <a:pt x="296" y="152"/>
                    </a:cubicBezTo>
                    <a:close/>
                    <a:moveTo>
                      <a:pt x="278" y="222"/>
                    </a:moveTo>
                    <a:cubicBezTo>
                      <a:pt x="278" y="232"/>
                      <a:pt x="270" y="241"/>
                      <a:pt x="260" y="241"/>
                    </a:cubicBezTo>
                    <a:cubicBezTo>
                      <a:pt x="37" y="241"/>
                      <a:pt x="37" y="241"/>
                      <a:pt x="37" y="241"/>
                    </a:cubicBezTo>
                    <a:cubicBezTo>
                      <a:pt x="27" y="241"/>
                      <a:pt x="19" y="232"/>
                      <a:pt x="19" y="222"/>
                    </a:cubicBezTo>
                    <a:cubicBezTo>
                      <a:pt x="19" y="157"/>
                      <a:pt x="19" y="157"/>
                      <a:pt x="19" y="157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41" y="19"/>
                      <a:pt x="241" y="19"/>
                      <a:pt x="241" y="19"/>
                    </a:cubicBezTo>
                    <a:cubicBezTo>
                      <a:pt x="278" y="157"/>
                      <a:pt x="278" y="157"/>
                      <a:pt x="278" y="157"/>
                    </a:cubicBezTo>
                    <a:lnTo>
                      <a:pt x="278" y="2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17"/>
              <p:cNvSpPr>
                <a:spLocks/>
              </p:cNvSpPr>
              <p:nvPr/>
            </p:nvSpPr>
            <p:spPr bwMode="auto">
              <a:xfrm>
                <a:off x="4365625" y="2835275"/>
                <a:ext cx="854075" cy="628650"/>
              </a:xfrm>
              <a:custGeom>
                <a:avLst/>
                <a:gdLst>
                  <a:gd name="T0" fmla="*/ 185 w 227"/>
                  <a:gd name="T1" fmla="*/ 0 h 167"/>
                  <a:gd name="T2" fmla="*/ 42 w 227"/>
                  <a:gd name="T3" fmla="*/ 0 h 167"/>
                  <a:gd name="T4" fmla="*/ 33 w 227"/>
                  <a:gd name="T5" fmla="*/ 7 h 167"/>
                  <a:gd name="T6" fmla="*/ 1 w 227"/>
                  <a:gd name="T7" fmla="*/ 118 h 167"/>
                  <a:gd name="T8" fmla="*/ 3 w 227"/>
                  <a:gd name="T9" fmla="*/ 126 h 167"/>
                  <a:gd name="T10" fmla="*/ 10 w 227"/>
                  <a:gd name="T11" fmla="*/ 130 h 167"/>
                  <a:gd name="T12" fmla="*/ 37 w 227"/>
                  <a:gd name="T13" fmla="*/ 130 h 167"/>
                  <a:gd name="T14" fmla="*/ 47 w 227"/>
                  <a:gd name="T15" fmla="*/ 130 h 167"/>
                  <a:gd name="T16" fmla="*/ 52 w 227"/>
                  <a:gd name="T17" fmla="*/ 130 h 167"/>
                  <a:gd name="T18" fmla="*/ 66 w 227"/>
                  <a:gd name="T19" fmla="*/ 156 h 167"/>
                  <a:gd name="T20" fmla="*/ 82 w 227"/>
                  <a:gd name="T21" fmla="*/ 167 h 167"/>
                  <a:gd name="T22" fmla="*/ 145 w 227"/>
                  <a:gd name="T23" fmla="*/ 167 h 167"/>
                  <a:gd name="T24" fmla="*/ 161 w 227"/>
                  <a:gd name="T25" fmla="*/ 156 h 167"/>
                  <a:gd name="T26" fmla="*/ 175 w 227"/>
                  <a:gd name="T27" fmla="*/ 130 h 167"/>
                  <a:gd name="T28" fmla="*/ 180 w 227"/>
                  <a:gd name="T29" fmla="*/ 130 h 167"/>
                  <a:gd name="T30" fmla="*/ 190 w 227"/>
                  <a:gd name="T31" fmla="*/ 130 h 167"/>
                  <a:gd name="T32" fmla="*/ 217 w 227"/>
                  <a:gd name="T33" fmla="*/ 130 h 167"/>
                  <a:gd name="T34" fmla="*/ 224 w 227"/>
                  <a:gd name="T35" fmla="*/ 126 h 167"/>
                  <a:gd name="T36" fmla="*/ 226 w 227"/>
                  <a:gd name="T37" fmla="*/ 118 h 167"/>
                  <a:gd name="T38" fmla="*/ 194 w 227"/>
                  <a:gd name="T39" fmla="*/ 7 h 167"/>
                  <a:gd name="T40" fmla="*/ 185 w 227"/>
                  <a:gd name="T41" fmla="*/ 0 h 167"/>
                  <a:gd name="T42" fmla="*/ 190 w 227"/>
                  <a:gd name="T43" fmla="*/ 111 h 167"/>
                  <a:gd name="T44" fmla="*/ 175 w 227"/>
                  <a:gd name="T45" fmla="*/ 111 h 167"/>
                  <a:gd name="T46" fmla="*/ 158 w 227"/>
                  <a:gd name="T47" fmla="*/ 121 h 167"/>
                  <a:gd name="T48" fmla="*/ 145 w 227"/>
                  <a:gd name="T49" fmla="*/ 148 h 167"/>
                  <a:gd name="T50" fmla="*/ 82 w 227"/>
                  <a:gd name="T51" fmla="*/ 148 h 167"/>
                  <a:gd name="T52" fmla="*/ 69 w 227"/>
                  <a:gd name="T53" fmla="*/ 121 h 167"/>
                  <a:gd name="T54" fmla="*/ 52 w 227"/>
                  <a:gd name="T55" fmla="*/ 111 h 167"/>
                  <a:gd name="T56" fmla="*/ 37 w 227"/>
                  <a:gd name="T57" fmla="*/ 111 h 167"/>
                  <a:gd name="T58" fmla="*/ 15 w 227"/>
                  <a:gd name="T59" fmla="*/ 111 h 167"/>
                  <a:gd name="T60" fmla="*/ 42 w 227"/>
                  <a:gd name="T61" fmla="*/ 9 h 167"/>
                  <a:gd name="T62" fmla="*/ 185 w 227"/>
                  <a:gd name="T63" fmla="*/ 9 h 167"/>
                  <a:gd name="T64" fmla="*/ 212 w 227"/>
                  <a:gd name="T65" fmla="*/ 111 h 167"/>
                  <a:gd name="T66" fmla="*/ 190 w 227"/>
                  <a:gd name="T67" fmla="*/ 111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27" h="167">
                    <a:moveTo>
                      <a:pt x="185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8" y="0"/>
                      <a:pt x="34" y="3"/>
                      <a:pt x="33" y="7"/>
                    </a:cubicBezTo>
                    <a:cubicBezTo>
                      <a:pt x="1" y="118"/>
                      <a:pt x="1" y="118"/>
                      <a:pt x="1" y="118"/>
                    </a:cubicBezTo>
                    <a:cubicBezTo>
                      <a:pt x="0" y="121"/>
                      <a:pt x="1" y="124"/>
                      <a:pt x="3" y="126"/>
                    </a:cubicBezTo>
                    <a:cubicBezTo>
                      <a:pt x="4" y="128"/>
                      <a:pt x="7" y="130"/>
                      <a:pt x="10" y="130"/>
                    </a:cubicBezTo>
                    <a:cubicBezTo>
                      <a:pt x="37" y="130"/>
                      <a:pt x="37" y="130"/>
                      <a:pt x="37" y="130"/>
                    </a:cubicBezTo>
                    <a:cubicBezTo>
                      <a:pt x="47" y="130"/>
                      <a:pt x="47" y="130"/>
                      <a:pt x="47" y="130"/>
                    </a:cubicBezTo>
                    <a:cubicBezTo>
                      <a:pt x="52" y="130"/>
                      <a:pt x="52" y="130"/>
                      <a:pt x="52" y="130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9" y="163"/>
                      <a:pt x="75" y="167"/>
                      <a:pt x="82" y="167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52" y="167"/>
                      <a:pt x="158" y="163"/>
                      <a:pt x="161" y="156"/>
                    </a:cubicBezTo>
                    <a:cubicBezTo>
                      <a:pt x="175" y="130"/>
                      <a:pt x="175" y="130"/>
                      <a:pt x="175" y="130"/>
                    </a:cubicBezTo>
                    <a:cubicBezTo>
                      <a:pt x="180" y="130"/>
                      <a:pt x="180" y="130"/>
                      <a:pt x="180" y="130"/>
                    </a:cubicBezTo>
                    <a:cubicBezTo>
                      <a:pt x="190" y="130"/>
                      <a:pt x="190" y="130"/>
                      <a:pt x="190" y="130"/>
                    </a:cubicBezTo>
                    <a:cubicBezTo>
                      <a:pt x="217" y="130"/>
                      <a:pt x="217" y="130"/>
                      <a:pt x="217" y="130"/>
                    </a:cubicBezTo>
                    <a:cubicBezTo>
                      <a:pt x="220" y="130"/>
                      <a:pt x="223" y="128"/>
                      <a:pt x="224" y="126"/>
                    </a:cubicBezTo>
                    <a:cubicBezTo>
                      <a:pt x="226" y="124"/>
                      <a:pt x="227" y="121"/>
                      <a:pt x="226" y="118"/>
                    </a:cubicBezTo>
                    <a:cubicBezTo>
                      <a:pt x="194" y="7"/>
                      <a:pt x="194" y="7"/>
                      <a:pt x="194" y="7"/>
                    </a:cubicBezTo>
                    <a:cubicBezTo>
                      <a:pt x="193" y="3"/>
                      <a:pt x="189" y="0"/>
                      <a:pt x="185" y="0"/>
                    </a:cubicBezTo>
                    <a:close/>
                    <a:moveTo>
                      <a:pt x="190" y="111"/>
                    </a:moveTo>
                    <a:cubicBezTo>
                      <a:pt x="175" y="111"/>
                      <a:pt x="175" y="111"/>
                      <a:pt x="175" y="111"/>
                    </a:cubicBezTo>
                    <a:cubicBezTo>
                      <a:pt x="168" y="111"/>
                      <a:pt x="161" y="115"/>
                      <a:pt x="158" y="121"/>
                    </a:cubicBezTo>
                    <a:cubicBezTo>
                      <a:pt x="145" y="148"/>
                      <a:pt x="145" y="148"/>
                      <a:pt x="145" y="148"/>
                    </a:cubicBezTo>
                    <a:cubicBezTo>
                      <a:pt x="82" y="148"/>
                      <a:pt x="82" y="148"/>
                      <a:pt x="82" y="148"/>
                    </a:cubicBezTo>
                    <a:cubicBezTo>
                      <a:pt x="69" y="121"/>
                      <a:pt x="69" y="121"/>
                      <a:pt x="69" y="121"/>
                    </a:cubicBezTo>
                    <a:cubicBezTo>
                      <a:pt x="66" y="115"/>
                      <a:pt x="59" y="111"/>
                      <a:pt x="52" y="111"/>
                    </a:cubicBezTo>
                    <a:cubicBezTo>
                      <a:pt x="37" y="111"/>
                      <a:pt x="37" y="111"/>
                      <a:pt x="37" y="11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42" y="9"/>
                      <a:pt x="42" y="9"/>
                      <a:pt x="42" y="9"/>
                    </a:cubicBezTo>
                    <a:cubicBezTo>
                      <a:pt x="185" y="9"/>
                      <a:pt x="185" y="9"/>
                      <a:pt x="185" y="9"/>
                    </a:cubicBezTo>
                    <a:cubicBezTo>
                      <a:pt x="212" y="111"/>
                      <a:pt x="212" y="111"/>
                      <a:pt x="212" y="111"/>
                    </a:cubicBezTo>
                    <a:lnTo>
                      <a:pt x="190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44" name="Freeform: Shape 14"/>
            <p:cNvSpPr>
              <a:spLocks/>
            </p:cNvSpPr>
            <p:nvPr/>
          </p:nvSpPr>
          <p:spPr bwMode="auto">
            <a:xfrm>
              <a:off x="8024168" y="2472432"/>
              <a:ext cx="485537" cy="363807"/>
            </a:xfrm>
            <a:custGeom>
              <a:avLst/>
              <a:gdLst>
                <a:gd name="T0" fmla="*/ 244 w 296"/>
                <a:gd name="T1" fmla="*/ 5 h 222"/>
                <a:gd name="T2" fmla="*/ 65 w 296"/>
                <a:gd name="T3" fmla="*/ 0 h 222"/>
                <a:gd name="T4" fmla="*/ 5 w 296"/>
                <a:gd name="T5" fmla="*/ 52 h 222"/>
                <a:gd name="T6" fmla="*/ 4 w 296"/>
                <a:gd name="T7" fmla="*/ 78 h 222"/>
                <a:gd name="T8" fmla="*/ 148 w 296"/>
                <a:gd name="T9" fmla="*/ 222 h 222"/>
                <a:gd name="T10" fmla="*/ 291 w 296"/>
                <a:gd name="T11" fmla="*/ 78 h 222"/>
                <a:gd name="T12" fmla="*/ 291 w 296"/>
                <a:gd name="T13" fmla="*/ 52 h 222"/>
                <a:gd name="T14" fmla="*/ 127 w 296"/>
                <a:gd name="T15" fmla="*/ 65 h 222"/>
                <a:gd name="T16" fmla="*/ 168 w 296"/>
                <a:gd name="T17" fmla="*/ 65 h 222"/>
                <a:gd name="T18" fmla="*/ 180 w 296"/>
                <a:gd name="T19" fmla="*/ 20 h 222"/>
                <a:gd name="T20" fmla="*/ 176 w 296"/>
                <a:gd name="T21" fmla="*/ 59 h 222"/>
                <a:gd name="T22" fmla="*/ 120 w 296"/>
                <a:gd name="T23" fmla="*/ 59 h 222"/>
                <a:gd name="T24" fmla="*/ 115 w 296"/>
                <a:gd name="T25" fmla="*/ 20 h 222"/>
                <a:gd name="T26" fmla="*/ 120 w 296"/>
                <a:gd name="T27" fmla="*/ 59 h 222"/>
                <a:gd name="T28" fmla="*/ 148 w 296"/>
                <a:gd name="T29" fmla="*/ 189 h 222"/>
                <a:gd name="T30" fmla="*/ 171 w 296"/>
                <a:gd name="T31" fmla="*/ 74 h 222"/>
                <a:gd name="T32" fmla="*/ 226 w 296"/>
                <a:gd name="T33" fmla="*/ 74 h 222"/>
                <a:gd name="T34" fmla="*/ 180 w 296"/>
                <a:gd name="T35" fmla="*/ 74 h 222"/>
                <a:gd name="T36" fmla="*/ 206 w 296"/>
                <a:gd name="T37" fmla="*/ 46 h 222"/>
                <a:gd name="T38" fmla="*/ 183 w 296"/>
                <a:gd name="T39" fmla="*/ 65 h 222"/>
                <a:gd name="T40" fmla="*/ 224 w 296"/>
                <a:gd name="T41" fmla="*/ 18 h 222"/>
                <a:gd name="T42" fmla="*/ 191 w 296"/>
                <a:gd name="T43" fmla="*/ 18 h 222"/>
                <a:gd name="T44" fmla="*/ 127 w 296"/>
                <a:gd name="T45" fmla="*/ 18 h 222"/>
                <a:gd name="T46" fmla="*/ 148 w 296"/>
                <a:gd name="T47" fmla="*/ 35 h 222"/>
                <a:gd name="T48" fmla="*/ 72 w 296"/>
                <a:gd name="T49" fmla="*/ 18 h 222"/>
                <a:gd name="T50" fmla="*/ 90 w 296"/>
                <a:gd name="T51" fmla="*/ 33 h 222"/>
                <a:gd name="T52" fmla="*/ 113 w 296"/>
                <a:gd name="T53" fmla="*/ 65 h 222"/>
                <a:gd name="T54" fmla="*/ 90 w 296"/>
                <a:gd name="T55" fmla="*/ 46 h 222"/>
                <a:gd name="T56" fmla="*/ 138 w 296"/>
                <a:gd name="T57" fmla="*/ 187 h 222"/>
                <a:gd name="T58" fmla="*/ 115 w 296"/>
                <a:gd name="T59" fmla="*/ 74 h 222"/>
                <a:gd name="T60" fmla="*/ 26 w 296"/>
                <a:gd name="T61" fmla="*/ 74 h 222"/>
                <a:gd name="T62" fmla="*/ 117 w 296"/>
                <a:gd name="T63" fmla="*/ 171 h 222"/>
                <a:gd name="T64" fmla="*/ 269 w 296"/>
                <a:gd name="T65" fmla="*/ 74 h 222"/>
                <a:gd name="T66" fmla="*/ 237 w 296"/>
                <a:gd name="T67" fmla="*/ 74 h 222"/>
                <a:gd name="T68" fmla="*/ 213 w 296"/>
                <a:gd name="T69" fmla="*/ 40 h 222"/>
                <a:gd name="T70" fmla="*/ 277 w 296"/>
                <a:gd name="T71" fmla="*/ 65 h 222"/>
                <a:gd name="T72" fmla="*/ 62 w 296"/>
                <a:gd name="T73" fmla="*/ 22 h 222"/>
                <a:gd name="T74" fmla="*/ 58 w 296"/>
                <a:gd name="T75" fmla="*/ 65 h 222"/>
                <a:gd name="T76" fmla="*/ 62 w 296"/>
                <a:gd name="T77" fmla="*/ 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6" h="222">
                  <a:moveTo>
                    <a:pt x="291" y="52"/>
                  </a:moveTo>
                  <a:cubicBezTo>
                    <a:pt x="244" y="5"/>
                    <a:pt x="244" y="5"/>
                    <a:pt x="244" y="5"/>
                  </a:cubicBezTo>
                  <a:cubicBezTo>
                    <a:pt x="240" y="2"/>
                    <a:pt x="235" y="0"/>
                    <a:pt x="23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56" y="2"/>
                    <a:pt x="52" y="5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2" y="56"/>
                    <a:pt x="0" y="61"/>
                    <a:pt x="0" y="65"/>
                  </a:cubicBezTo>
                  <a:cubicBezTo>
                    <a:pt x="0" y="70"/>
                    <a:pt x="1" y="74"/>
                    <a:pt x="4" y="78"/>
                  </a:cubicBezTo>
                  <a:cubicBezTo>
                    <a:pt x="134" y="216"/>
                    <a:pt x="134" y="216"/>
                    <a:pt x="134" y="216"/>
                  </a:cubicBezTo>
                  <a:cubicBezTo>
                    <a:pt x="138" y="220"/>
                    <a:pt x="143" y="222"/>
                    <a:pt x="148" y="222"/>
                  </a:cubicBezTo>
                  <a:cubicBezTo>
                    <a:pt x="153" y="222"/>
                    <a:pt x="158" y="220"/>
                    <a:pt x="162" y="216"/>
                  </a:cubicBezTo>
                  <a:cubicBezTo>
                    <a:pt x="291" y="78"/>
                    <a:pt x="291" y="78"/>
                    <a:pt x="291" y="78"/>
                  </a:cubicBezTo>
                  <a:cubicBezTo>
                    <a:pt x="294" y="74"/>
                    <a:pt x="296" y="70"/>
                    <a:pt x="296" y="65"/>
                  </a:cubicBezTo>
                  <a:cubicBezTo>
                    <a:pt x="296" y="60"/>
                    <a:pt x="294" y="56"/>
                    <a:pt x="291" y="52"/>
                  </a:cubicBezTo>
                  <a:close/>
                  <a:moveTo>
                    <a:pt x="168" y="65"/>
                  </a:moveTo>
                  <a:cubicBezTo>
                    <a:pt x="127" y="65"/>
                    <a:pt x="127" y="65"/>
                    <a:pt x="127" y="65"/>
                  </a:cubicBezTo>
                  <a:cubicBezTo>
                    <a:pt x="148" y="47"/>
                    <a:pt x="148" y="47"/>
                    <a:pt x="148" y="47"/>
                  </a:cubicBezTo>
                  <a:lnTo>
                    <a:pt x="168" y="65"/>
                  </a:lnTo>
                  <a:close/>
                  <a:moveTo>
                    <a:pt x="155" y="41"/>
                  </a:moveTo>
                  <a:cubicBezTo>
                    <a:pt x="180" y="20"/>
                    <a:pt x="180" y="20"/>
                    <a:pt x="180" y="20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76" y="59"/>
                    <a:pt x="176" y="59"/>
                    <a:pt x="176" y="59"/>
                  </a:cubicBezTo>
                  <a:lnTo>
                    <a:pt x="155" y="41"/>
                  </a:lnTo>
                  <a:close/>
                  <a:moveTo>
                    <a:pt x="120" y="59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41" y="41"/>
                    <a:pt x="141" y="41"/>
                    <a:pt x="141" y="41"/>
                  </a:cubicBezTo>
                  <a:lnTo>
                    <a:pt x="120" y="59"/>
                  </a:lnTo>
                  <a:close/>
                  <a:moveTo>
                    <a:pt x="171" y="74"/>
                  </a:moveTo>
                  <a:cubicBezTo>
                    <a:pt x="148" y="189"/>
                    <a:pt x="148" y="189"/>
                    <a:pt x="148" y="189"/>
                  </a:cubicBezTo>
                  <a:cubicBezTo>
                    <a:pt x="125" y="74"/>
                    <a:pt x="125" y="74"/>
                    <a:pt x="125" y="74"/>
                  </a:cubicBezTo>
                  <a:lnTo>
                    <a:pt x="171" y="74"/>
                  </a:lnTo>
                  <a:close/>
                  <a:moveTo>
                    <a:pt x="180" y="74"/>
                  </a:moveTo>
                  <a:cubicBezTo>
                    <a:pt x="226" y="74"/>
                    <a:pt x="226" y="74"/>
                    <a:pt x="226" y="74"/>
                  </a:cubicBezTo>
                  <a:cubicBezTo>
                    <a:pt x="158" y="187"/>
                    <a:pt x="158" y="187"/>
                    <a:pt x="158" y="187"/>
                  </a:cubicBezTo>
                  <a:lnTo>
                    <a:pt x="180" y="74"/>
                  </a:lnTo>
                  <a:close/>
                  <a:moveTo>
                    <a:pt x="183" y="65"/>
                  </a:moveTo>
                  <a:cubicBezTo>
                    <a:pt x="206" y="46"/>
                    <a:pt x="206" y="46"/>
                    <a:pt x="206" y="46"/>
                  </a:cubicBezTo>
                  <a:cubicBezTo>
                    <a:pt x="225" y="65"/>
                    <a:pt x="225" y="65"/>
                    <a:pt x="225" y="65"/>
                  </a:cubicBezTo>
                  <a:lnTo>
                    <a:pt x="183" y="65"/>
                  </a:lnTo>
                  <a:close/>
                  <a:moveTo>
                    <a:pt x="191" y="18"/>
                  </a:moveTo>
                  <a:cubicBezTo>
                    <a:pt x="224" y="18"/>
                    <a:pt x="224" y="18"/>
                    <a:pt x="224" y="18"/>
                  </a:cubicBezTo>
                  <a:cubicBezTo>
                    <a:pt x="206" y="33"/>
                    <a:pt x="206" y="33"/>
                    <a:pt x="206" y="33"/>
                  </a:cubicBezTo>
                  <a:lnTo>
                    <a:pt x="191" y="18"/>
                  </a:lnTo>
                  <a:close/>
                  <a:moveTo>
                    <a:pt x="148" y="35"/>
                  </a:moveTo>
                  <a:cubicBezTo>
                    <a:pt x="127" y="18"/>
                    <a:pt x="127" y="18"/>
                    <a:pt x="127" y="18"/>
                  </a:cubicBezTo>
                  <a:cubicBezTo>
                    <a:pt x="168" y="18"/>
                    <a:pt x="168" y="18"/>
                    <a:pt x="168" y="18"/>
                  </a:cubicBezTo>
                  <a:lnTo>
                    <a:pt x="148" y="35"/>
                  </a:lnTo>
                  <a:close/>
                  <a:moveTo>
                    <a:pt x="90" y="33"/>
                  </a:moveTo>
                  <a:cubicBezTo>
                    <a:pt x="72" y="18"/>
                    <a:pt x="72" y="18"/>
                    <a:pt x="72" y="18"/>
                  </a:cubicBezTo>
                  <a:cubicBezTo>
                    <a:pt x="104" y="18"/>
                    <a:pt x="104" y="18"/>
                    <a:pt x="104" y="18"/>
                  </a:cubicBezTo>
                  <a:lnTo>
                    <a:pt x="90" y="33"/>
                  </a:lnTo>
                  <a:close/>
                  <a:moveTo>
                    <a:pt x="90" y="46"/>
                  </a:moveTo>
                  <a:cubicBezTo>
                    <a:pt x="113" y="65"/>
                    <a:pt x="113" y="65"/>
                    <a:pt x="113" y="65"/>
                  </a:cubicBezTo>
                  <a:cubicBezTo>
                    <a:pt x="71" y="65"/>
                    <a:pt x="71" y="65"/>
                    <a:pt x="71" y="65"/>
                  </a:cubicBezTo>
                  <a:lnTo>
                    <a:pt x="90" y="46"/>
                  </a:lnTo>
                  <a:close/>
                  <a:moveTo>
                    <a:pt x="115" y="74"/>
                  </a:moveTo>
                  <a:cubicBezTo>
                    <a:pt x="138" y="187"/>
                    <a:pt x="138" y="187"/>
                    <a:pt x="138" y="187"/>
                  </a:cubicBezTo>
                  <a:cubicBezTo>
                    <a:pt x="70" y="74"/>
                    <a:pt x="70" y="74"/>
                    <a:pt x="70" y="74"/>
                  </a:cubicBezTo>
                  <a:lnTo>
                    <a:pt x="115" y="74"/>
                  </a:lnTo>
                  <a:close/>
                  <a:moveTo>
                    <a:pt x="117" y="171"/>
                  </a:moveTo>
                  <a:cubicBezTo>
                    <a:pt x="26" y="74"/>
                    <a:pt x="26" y="74"/>
                    <a:pt x="26" y="74"/>
                  </a:cubicBezTo>
                  <a:cubicBezTo>
                    <a:pt x="59" y="74"/>
                    <a:pt x="59" y="74"/>
                    <a:pt x="59" y="74"/>
                  </a:cubicBezTo>
                  <a:lnTo>
                    <a:pt x="117" y="171"/>
                  </a:lnTo>
                  <a:close/>
                  <a:moveTo>
                    <a:pt x="237" y="74"/>
                  </a:moveTo>
                  <a:cubicBezTo>
                    <a:pt x="269" y="74"/>
                    <a:pt x="269" y="74"/>
                    <a:pt x="269" y="74"/>
                  </a:cubicBezTo>
                  <a:cubicBezTo>
                    <a:pt x="178" y="171"/>
                    <a:pt x="178" y="171"/>
                    <a:pt x="178" y="171"/>
                  </a:cubicBezTo>
                  <a:lnTo>
                    <a:pt x="237" y="74"/>
                  </a:lnTo>
                  <a:close/>
                  <a:moveTo>
                    <a:pt x="238" y="65"/>
                  </a:moveTo>
                  <a:cubicBezTo>
                    <a:pt x="213" y="40"/>
                    <a:pt x="213" y="40"/>
                    <a:pt x="213" y="40"/>
                  </a:cubicBezTo>
                  <a:cubicBezTo>
                    <a:pt x="234" y="22"/>
                    <a:pt x="234" y="22"/>
                    <a:pt x="234" y="22"/>
                  </a:cubicBezTo>
                  <a:cubicBezTo>
                    <a:pt x="277" y="65"/>
                    <a:pt x="277" y="65"/>
                    <a:pt x="277" y="65"/>
                  </a:cubicBezTo>
                  <a:lnTo>
                    <a:pt x="238" y="65"/>
                  </a:lnTo>
                  <a:close/>
                  <a:moveTo>
                    <a:pt x="62" y="22"/>
                  </a:moveTo>
                  <a:cubicBezTo>
                    <a:pt x="83" y="40"/>
                    <a:pt x="83" y="40"/>
                    <a:pt x="83" y="40"/>
                  </a:cubicBezTo>
                  <a:cubicBezTo>
                    <a:pt x="58" y="65"/>
                    <a:pt x="58" y="65"/>
                    <a:pt x="5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62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Group 58"/>
          <p:cNvGrpSpPr/>
          <p:nvPr/>
        </p:nvGrpSpPr>
        <p:grpSpPr>
          <a:xfrm>
            <a:off x="6451552" y="1508009"/>
            <a:ext cx="2062291" cy="2597568"/>
            <a:chOff x="8170814" y="1912116"/>
            <a:chExt cx="2749722" cy="3463424"/>
          </a:xfrm>
        </p:grpSpPr>
        <p:grpSp>
          <p:nvGrpSpPr>
            <p:cNvPr id="20" name="Group 59"/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Group 62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TextBox 6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31" name="Rectangle 7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4" name="Group 63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TextBox 67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9" name="Rectangle 6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5" name="Group 64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TextBox 6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7" name="Rectangle 6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cxnSp>
          <p:nvCxnSpPr>
            <p:cNvPr id="21" name="Straight Connector 60"/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1"/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71"/>
          <p:cNvGrpSpPr/>
          <p:nvPr/>
        </p:nvGrpSpPr>
        <p:grpSpPr>
          <a:xfrm>
            <a:off x="685617" y="1508009"/>
            <a:ext cx="2035289" cy="2597568"/>
            <a:chOff x="1307468" y="1697288"/>
            <a:chExt cx="2713719" cy="3463424"/>
          </a:xfrm>
        </p:grpSpPr>
        <p:grpSp>
          <p:nvGrpSpPr>
            <p:cNvPr id="7" name="Group 72"/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Group 76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TextBox 83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9" name="Rectangle 84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2" name="Group 77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TextBox 81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7" name="Rectangle 82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3" name="Group 78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TextBox 7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5" name="Rectangle 8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grpSp>
          <p:nvGrpSpPr>
            <p:cNvPr id="8" name="Group 73"/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Straight Connector 74"/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75"/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74FD3267-4586-49AE-8270-305AC21D3FBD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89" name="TextBox 86">
              <a:extLst>
                <a:ext uri="{FF2B5EF4-FFF2-40B4-BE49-F238E27FC236}">
                  <a16:creationId xmlns:a16="http://schemas.microsoft.com/office/drawing/2014/main" id="{53703E26-7A32-46D3-B3AE-B037030D97A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F635C498-7C57-41D9-BF44-AF0BD2F072D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831983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478115" y="938118"/>
            <a:ext cx="4187771" cy="3662858"/>
            <a:chOff x="5992254" y="1319230"/>
            <a:chExt cx="5583695" cy="4883810"/>
          </a:xfrm>
        </p:grpSpPr>
        <p:sp>
          <p:nvSpPr>
            <p:cNvPr id="32" name="任意多边形: 形状 31"/>
            <p:cNvSpPr>
              <a:spLocks/>
            </p:cNvSpPr>
            <p:nvPr/>
          </p:nvSpPr>
          <p:spPr bwMode="auto">
            <a:xfrm>
              <a:off x="6813657" y="3698837"/>
              <a:ext cx="3940889" cy="902928"/>
            </a:xfrm>
            <a:custGeom>
              <a:avLst/>
              <a:gdLst>
                <a:gd name="T0" fmla="*/ 2154 w 2562"/>
                <a:gd name="T1" fmla="*/ 0 h 587"/>
                <a:gd name="T2" fmla="*/ 408 w 2562"/>
                <a:gd name="T3" fmla="*/ 0 h 587"/>
                <a:gd name="T4" fmla="*/ 0 w 2562"/>
                <a:gd name="T5" fmla="*/ 587 h 587"/>
                <a:gd name="T6" fmla="*/ 2562 w 2562"/>
                <a:gd name="T7" fmla="*/ 587 h 587"/>
                <a:gd name="T8" fmla="*/ 2154 w 2562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2" h="587">
                  <a:moveTo>
                    <a:pt x="2154" y="0"/>
                  </a:moveTo>
                  <a:lnTo>
                    <a:pt x="408" y="0"/>
                  </a:lnTo>
                  <a:lnTo>
                    <a:pt x="0" y="587"/>
                  </a:lnTo>
                  <a:lnTo>
                    <a:pt x="2562" y="587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任意多边形: 形状 32"/>
            <p:cNvSpPr>
              <a:spLocks/>
            </p:cNvSpPr>
            <p:nvPr/>
          </p:nvSpPr>
          <p:spPr bwMode="auto">
            <a:xfrm>
              <a:off x="5992254" y="5518538"/>
              <a:ext cx="5583695" cy="684502"/>
            </a:xfrm>
            <a:custGeom>
              <a:avLst/>
              <a:gdLst>
                <a:gd name="T0" fmla="*/ 306 w 3630"/>
                <a:gd name="T1" fmla="*/ 0 h 445"/>
                <a:gd name="T2" fmla="*/ 0 w 3630"/>
                <a:gd name="T3" fmla="*/ 445 h 445"/>
                <a:gd name="T4" fmla="*/ 3630 w 3630"/>
                <a:gd name="T5" fmla="*/ 445 h 445"/>
                <a:gd name="T6" fmla="*/ 3324 w 3630"/>
                <a:gd name="T7" fmla="*/ 0 h 445"/>
                <a:gd name="T8" fmla="*/ 306 w 3630"/>
                <a:gd name="T9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30" h="445">
                  <a:moveTo>
                    <a:pt x="306" y="0"/>
                  </a:moveTo>
                  <a:lnTo>
                    <a:pt x="0" y="445"/>
                  </a:lnTo>
                  <a:lnTo>
                    <a:pt x="3630" y="445"/>
                  </a:lnTo>
                  <a:lnTo>
                    <a:pt x="3324" y="0"/>
                  </a:lnTo>
                  <a:lnTo>
                    <a:pt x="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: 形状 33"/>
            <p:cNvSpPr>
              <a:spLocks/>
            </p:cNvSpPr>
            <p:nvPr/>
          </p:nvSpPr>
          <p:spPr bwMode="auto">
            <a:xfrm>
              <a:off x="7793496" y="1319230"/>
              <a:ext cx="1981212" cy="1444377"/>
            </a:xfrm>
            <a:custGeom>
              <a:avLst/>
              <a:gdLst>
                <a:gd name="T0" fmla="*/ 1288 w 1288"/>
                <a:gd name="T1" fmla="*/ 939 h 939"/>
                <a:gd name="T2" fmla="*/ 644 w 1288"/>
                <a:gd name="T3" fmla="*/ 0 h 939"/>
                <a:gd name="T4" fmla="*/ 0 w 1288"/>
                <a:gd name="T5" fmla="*/ 939 h 939"/>
                <a:gd name="T6" fmla="*/ 1288 w 1288"/>
                <a:gd name="T7" fmla="*/ 939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88" h="939">
                  <a:moveTo>
                    <a:pt x="1288" y="939"/>
                  </a:moveTo>
                  <a:lnTo>
                    <a:pt x="644" y="0"/>
                  </a:lnTo>
                  <a:lnTo>
                    <a:pt x="0" y="939"/>
                  </a:lnTo>
                  <a:lnTo>
                    <a:pt x="1288" y="93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752123" y="4627910"/>
              <a:ext cx="4063940" cy="872162"/>
              <a:chOff x="3995738" y="4686300"/>
              <a:chExt cx="4194176" cy="900112"/>
            </a:xfrm>
            <a:solidFill>
              <a:schemeClr val="accent3"/>
            </a:solidFill>
          </p:grpSpPr>
          <p:sp>
            <p:nvSpPr>
              <p:cNvPr id="48" name="椭圆 47"/>
              <p:cNvSpPr>
                <a:spLocks/>
              </p:cNvSpPr>
              <p:nvPr/>
            </p:nvSpPr>
            <p:spPr bwMode="auto">
              <a:xfrm>
                <a:off x="4719638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/>
              <p:cNvSpPr>
                <a:spLocks/>
              </p:cNvSpPr>
              <p:nvPr/>
            </p:nvSpPr>
            <p:spPr bwMode="auto">
              <a:xfrm>
                <a:off x="4513263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椭圆 49"/>
              <p:cNvSpPr>
                <a:spLocks/>
              </p:cNvSpPr>
              <p:nvPr/>
            </p:nvSpPr>
            <p:spPr bwMode="auto">
              <a:xfrm>
                <a:off x="4202113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/>
              <p:cNvSpPr>
                <a:spLocks/>
              </p:cNvSpPr>
              <p:nvPr/>
            </p:nvSpPr>
            <p:spPr bwMode="auto">
              <a:xfrm>
                <a:off x="3995738" y="4686300"/>
                <a:ext cx="568325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椭圆 51"/>
              <p:cNvSpPr>
                <a:spLocks/>
              </p:cNvSpPr>
              <p:nvPr/>
            </p:nvSpPr>
            <p:spPr bwMode="auto">
              <a:xfrm>
                <a:off x="5238751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/>
              <p:cNvSpPr>
                <a:spLocks/>
              </p:cNvSpPr>
              <p:nvPr/>
            </p:nvSpPr>
            <p:spPr bwMode="auto">
              <a:xfrm>
                <a:off x="5030788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椭圆 53"/>
              <p:cNvSpPr>
                <a:spLocks/>
              </p:cNvSpPr>
              <p:nvPr/>
            </p:nvSpPr>
            <p:spPr bwMode="auto">
              <a:xfrm>
                <a:off x="5756276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任意多边形: 形状 54"/>
              <p:cNvSpPr>
                <a:spLocks/>
              </p:cNvSpPr>
              <p:nvPr/>
            </p:nvSpPr>
            <p:spPr bwMode="auto">
              <a:xfrm>
                <a:off x="5548313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椭圆 55"/>
              <p:cNvSpPr>
                <a:spLocks/>
              </p:cNvSpPr>
              <p:nvPr/>
            </p:nvSpPr>
            <p:spPr bwMode="auto">
              <a:xfrm>
                <a:off x="6273801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任意多边形: 形状 56"/>
              <p:cNvSpPr>
                <a:spLocks/>
              </p:cNvSpPr>
              <p:nvPr/>
            </p:nvSpPr>
            <p:spPr bwMode="auto">
              <a:xfrm>
                <a:off x="6067426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椭圆 57"/>
              <p:cNvSpPr>
                <a:spLocks/>
              </p:cNvSpPr>
              <p:nvPr/>
            </p:nvSpPr>
            <p:spPr bwMode="auto">
              <a:xfrm>
                <a:off x="6791326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/>
              <p:cNvSpPr>
                <a:spLocks/>
              </p:cNvSpPr>
              <p:nvPr/>
            </p:nvSpPr>
            <p:spPr bwMode="auto">
              <a:xfrm>
                <a:off x="6584951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椭圆 59"/>
              <p:cNvSpPr>
                <a:spLocks/>
              </p:cNvSpPr>
              <p:nvPr/>
            </p:nvSpPr>
            <p:spPr bwMode="auto">
              <a:xfrm>
                <a:off x="7310438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1" name="任意多边形: 形状 60"/>
              <p:cNvSpPr>
                <a:spLocks/>
              </p:cNvSpPr>
              <p:nvPr/>
            </p:nvSpPr>
            <p:spPr bwMode="auto">
              <a:xfrm>
                <a:off x="7102476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2" name="椭圆 61"/>
              <p:cNvSpPr>
                <a:spLocks/>
              </p:cNvSpPr>
              <p:nvPr/>
            </p:nvSpPr>
            <p:spPr bwMode="auto">
              <a:xfrm>
                <a:off x="7827963" y="4724400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3" name="任意多边形: 形状 62"/>
              <p:cNvSpPr>
                <a:spLocks/>
              </p:cNvSpPr>
              <p:nvPr/>
            </p:nvSpPr>
            <p:spPr bwMode="auto">
              <a:xfrm>
                <a:off x="7620001" y="46863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7755032" y="2794368"/>
              <a:ext cx="2058120" cy="872162"/>
              <a:chOff x="5030788" y="2794000"/>
              <a:chExt cx="2124076" cy="900112"/>
            </a:xfrm>
            <a:solidFill>
              <a:schemeClr val="accent1"/>
            </a:solidFill>
          </p:grpSpPr>
          <p:sp>
            <p:nvSpPr>
              <p:cNvPr id="40" name="椭圆 39"/>
              <p:cNvSpPr>
                <a:spLocks/>
              </p:cNvSpPr>
              <p:nvPr/>
            </p:nvSpPr>
            <p:spPr bwMode="auto">
              <a:xfrm>
                <a:off x="5238751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任意多边形: 形状 40"/>
              <p:cNvSpPr>
                <a:spLocks/>
              </p:cNvSpPr>
              <p:nvPr/>
            </p:nvSpPr>
            <p:spPr bwMode="auto">
              <a:xfrm>
                <a:off x="5030788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椭圆 41"/>
              <p:cNvSpPr>
                <a:spLocks/>
              </p:cNvSpPr>
              <p:nvPr/>
            </p:nvSpPr>
            <p:spPr bwMode="auto">
              <a:xfrm>
                <a:off x="5756276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任意多边形: 形状 42"/>
              <p:cNvSpPr>
                <a:spLocks/>
              </p:cNvSpPr>
              <p:nvPr/>
            </p:nvSpPr>
            <p:spPr bwMode="auto">
              <a:xfrm>
                <a:off x="5548313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椭圆 43"/>
              <p:cNvSpPr>
                <a:spLocks/>
              </p:cNvSpPr>
              <p:nvPr/>
            </p:nvSpPr>
            <p:spPr bwMode="auto">
              <a:xfrm>
                <a:off x="6273801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任意多边形: 形状 44"/>
              <p:cNvSpPr>
                <a:spLocks/>
              </p:cNvSpPr>
              <p:nvPr/>
            </p:nvSpPr>
            <p:spPr bwMode="auto">
              <a:xfrm>
                <a:off x="6067426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>
                <a:spLocks/>
              </p:cNvSpPr>
              <p:nvPr/>
            </p:nvSpPr>
            <p:spPr bwMode="auto">
              <a:xfrm>
                <a:off x="6791326" y="2833688"/>
                <a:ext cx="161925" cy="1619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任意多边形: 形状 46"/>
              <p:cNvSpPr>
                <a:spLocks/>
              </p:cNvSpPr>
              <p:nvPr/>
            </p:nvSpPr>
            <p:spPr bwMode="auto">
              <a:xfrm>
                <a:off x="6584951" y="2794000"/>
                <a:ext cx="569913" cy="900112"/>
              </a:xfrm>
              <a:custGeom>
                <a:avLst/>
                <a:gdLst>
                  <a:gd name="T0" fmla="*/ 86 w 88"/>
                  <a:gd name="T1" fmla="*/ 0 h 139"/>
                  <a:gd name="T2" fmla="*/ 83 w 88"/>
                  <a:gd name="T3" fmla="*/ 0 h 139"/>
                  <a:gd name="T4" fmla="*/ 80 w 88"/>
                  <a:gd name="T5" fmla="*/ 2 h 139"/>
                  <a:gd name="T6" fmla="*/ 80 w 88"/>
                  <a:gd name="T7" fmla="*/ 2 h 139"/>
                  <a:gd name="T8" fmla="*/ 58 w 88"/>
                  <a:gd name="T9" fmla="*/ 34 h 139"/>
                  <a:gd name="T10" fmla="*/ 30 w 88"/>
                  <a:gd name="T11" fmla="*/ 34 h 139"/>
                  <a:gd name="T12" fmla="*/ 9 w 88"/>
                  <a:gd name="T13" fmla="*/ 2 h 139"/>
                  <a:gd name="T14" fmla="*/ 9 w 88"/>
                  <a:gd name="T15" fmla="*/ 2 h 139"/>
                  <a:gd name="T16" fmla="*/ 5 w 88"/>
                  <a:gd name="T17" fmla="*/ 0 h 139"/>
                  <a:gd name="T18" fmla="*/ 3 w 88"/>
                  <a:gd name="T19" fmla="*/ 0 h 139"/>
                  <a:gd name="T20" fmla="*/ 1 w 88"/>
                  <a:gd name="T21" fmla="*/ 7 h 139"/>
                  <a:gd name="T22" fmla="*/ 24 w 88"/>
                  <a:gd name="T23" fmla="*/ 41 h 139"/>
                  <a:gd name="T24" fmla="*/ 28 w 88"/>
                  <a:gd name="T25" fmla="*/ 43 h 139"/>
                  <a:gd name="T26" fmla="*/ 29 w 88"/>
                  <a:gd name="T27" fmla="*/ 43 h 139"/>
                  <a:gd name="T28" fmla="*/ 29 w 88"/>
                  <a:gd name="T29" fmla="*/ 132 h 139"/>
                  <a:gd name="T30" fmla="*/ 36 w 88"/>
                  <a:gd name="T31" fmla="*/ 139 h 139"/>
                  <a:gd name="T32" fmla="*/ 43 w 88"/>
                  <a:gd name="T33" fmla="*/ 132 h 139"/>
                  <a:gd name="T34" fmla="*/ 43 w 88"/>
                  <a:gd name="T35" fmla="*/ 81 h 139"/>
                  <a:gd name="T36" fmla="*/ 45 w 88"/>
                  <a:gd name="T37" fmla="*/ 81 h 139"/>
                  <a:gd name="T38" fmla="*/ 45 w 88"/>
                  <a:gd name="T39" fmla="*/ 132 h 139"/>
                  <a:gd name="T40" fmla="*/ 52 w 88"/>
                  <a:gd name="T41" fmla="*/ 139 h 139"/>
                  <a:gd name="T42" fmla="*/ 59 w 88"/>
                  <a:gd name="T43" fmla="*/ 132 h 139"/>
                  <a:gd name="T44" fmla="*/ 59 w 88"/>
                  <a:gd name="T45" fmla="*/ 43 h 139"/>
                  <a:gd name="T46" fmla="*/ 61 w 88"/>
                  <a:gd name="T47" fmla="*/ 43 h 139"/>
                  <a:gd name="T48" fmla="*/ 64 w 88"/>
                  <a:gd name="T49" fmla="*/ 41 h 139"/>
                  <a:gd name="T50" fmla="*/ 87 w 88"/>
                  <a:gd name="T51" fmla="*/ 7 h 139"/>
                  <a:gd name="T52" fmla="*/ 86 w 8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139">
                    <a:moveTo>
                      <a:pt x="86" y="0"/>
                    </a:moveTo>
                    <a:cubicBezTo>
                      <a:pt x="85" y="0"/>
                      <a:pt x="84" y="0"/>
                      <a:pt x="83" y="0"/>
                    </a:cubicBezTo>
                    <a:cubicBezTo>
                      <a:pt x="82" y="0"/>
                      <a:pt x="80" y="0"/>
                      <a:pt x="80" y="2"/>
                    </a:cubicBezTo>
                    <a:cubicBezTo>
                      <a:pt x="80" y="2"/>
                      <a:pt x="80" y="2"/>
                      <a:pt x="80" y="2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0" y="2"/>
                      <a:pt x="0" y="5"/>
                      <a:pt x="1" y="7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2"/>
                      <a:pt x="26" y="43"/>
                      <a:pt x="28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132"/>
                      <a:pt x="29" y="132"/>
                      <a:pt x="29" y="132"/>
                    </a:cubicBezTo>
                    <a:cubicBezTo>
                      <a:pt x="29" y="135"/>
                      <a:pt x="32" y="139"/>
                      <a:pt x="36" y="139"/>
                    </a:cubicBezTo>
                    <a:cubicBezTo>
                      <a:pt x="40" y="139"/>
                      <a:pt x="43" y="135"/>
                      <a:pt x="43" y="132"/>
                    </a:cubicBezTo>
                    <a:cubicBezTo>
                      <a:pt x="43" y="81"/>
                      <a:pt x="43" y="81"/>
                      <a:pt x="43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132"/>
                      <a:pt x="45" y="132"/>
                      <a:pt x="45" y="132"/>
                    </a:cubicBezTo>
                    <a:cubicBezTo>
                      <a:pt x="45" y="135"/>
                      <a:pt x="49" y="139"/>
                      <a:pt x="52" y="139"/>
                    </a:cubicBezTo>
                    <a:cubicBezTo>
                      <a:pt x="56" y="139"/>
                      <a:pt x="59" y="135"/>
                      <a:pt x="59" y="132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2" y="43"/>
                      <a:pt x="63" y="42"/>
                      <a:pt x="64" y="41"/>
                    </a:cubicBezTo>
                    <a:cubicBezTo>
                      <a:pt x="87" y="7"/>
                      <a:pt x="87" y="7"/>
                      <a:pt x="87" y="7"/>
                    </a:cubicBezTo>
                    <a:cubicBezTo>
                      <a:pt x="88" y="5"/>
                      <a:pt x="88" y="2"/>
                      <a:pt x="8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8002354" y="5681856"/>
              <a:ext cx="1569660" cy="369332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8" name="文本框 8"/>
            <p:cNvSpPr txBox="1"/>
            <p:nvPr/>
          </p:nvSpPr>
          <p:spPr>
            <a:xfrm>
              <a:off x="8080930" y="3971369"/>
              <a:ext cx="1569660" cy="369332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9" name="文本框 9"/>
            <p:cNvSpPr txBox="1"/>
            <p:nvPr/>
          </p:nvSpPr>
          <p:spPr>
            <a:xfrm>
              <a:off x="8230103" y="1996188"/>
              <a:ext cx="1107996" cy="646331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</a:t>
              </a:r>
              <a:b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文本预设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8111" y="1500406"/>
            <a:ext cx="2062292" cy="2597568"/>
            <a:chOff x="8170814" y="1912116"/>
            <a:chExt cx="2749722" cy="3463424"/>
          </a:xfrm>
        </p:grpSpPr>
        <p:grpSp>
          <p:nvGrpSpPr>
            <p:cNvPr id="20" name="组合 19"/>
            <p:cNvGrpSpPr/>
            <p:nvPr/>
          </p:nvGrpSpPr>
          <p:grpSpPr>
            <a:xfrm>
              <a:off x="8170814" y="1912116"/>
              <a:ext cx="2611177" cy="3463424"/>
              <a:chOff x="1193500" y="1491637"/>
              <a:chExt cx="3761195" cy="3463424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30" name="文本框 4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8" name="文本框 43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26" name="文本框 41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pPr algn="r"/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cxnSp>
          <p:nvCxnSpPr>
            <p:cNvPr id="21" name="直接连接符 20"/>
            <p:cNvCxnSpPr/>
            <p:nvPr/>
          </p:nvCxnSpPr>
          <p:spPr>
            <a:xfrm>
              <a:off x="8472264" y="2924944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8472264" y="4263691"/>
              <a:ext cx="2448272" cy="0"/>
            </a:xfrm>
            <a:prstGeom prst="line">
              <a:avLst/>
            </a:prstGeom>
            <a:ln>
              <a:solidFill>
                <a:schemeClr val="tx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980601" y="1500406"/>
            <a:ext cx="2035289" cy="2597568"/>
            <a:chOff x="1307468" y="1697288"/>
            <a:chExt cx="2713719" cy="3463424"/>
          </a:xfrm>
        </p:grpSpPr>
        <p:grpSp>
          <p:nvGrpSpPr>
            <p:cNvPr id="7" name="组合 6"/>
            <p:cNvGrpSpPr/>
            <p:nvPr/>
          </p:nvGrpSpPr>
          <p:grpSpPr>
            <a:xfrm>
              <a:off x="1410010" y="1697288"/>
              <a:ext cx="2611177" cy="3463424"/>
              <a:chOff x="1193500" y="1491637"/>
              <a:chExt cx="3761195" cy="3463424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193500" y="1491637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8" name="文本框 59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193500" y="2815545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6" name="文本框 57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193500" y="4139453"/>
                <a:ext cx="3761195" cy="815608"/>
                <a:chOff x="1317257" y="1824875"/>
                <a:chExt cx="3761195" cy="815608"/>
              </a:xfrm>
            </p:grpSpPr>
            <p:sp>
              <p:nvSpPr>
                <p:cNvPr id="14" name="文本框 55"/>
                <p:cNvSpPr txBox="1"/>
                <p:nvPr/>
              </p:nvSpPr>
              <p:spPr>
                <a:xfrm>
                  <a:off x="1317257" y="2132652"/>
                  <a:ext cx="3761195" cy="5078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0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1317257" y="1824875"/>
                  <a:ext cx="3761195" cy="307777"/>
                </a:xfrm>
                <a:prstGeom prst="rect">
                  <a:avLst/>
                </a:prstGeom>
              </p:spPr>
              <p:txBody>
                <a:bodyPr wrap="none" lIns="0" tIns="0" rIns="0" bIns="0">
                  <a:normAutofit lnSpcReduction="10000"/>
                </a:bodyPr>
                <a:lstStyle/>
                <a:p>
                  <a:r>
                    <a:rPr lang="zh-CN" altLang="en-US" sz="1600" b="1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单击添加标题</a:t>
                  </a: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1307468" y="2710116"/>
              <a:ext cx="2448272" cy="1338747"/>
              <a:chOff x="1307468" y="2924944"/>
              <a:chExt cx="2448272" cy="1338747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1307468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1307468" y="4263691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D0A3A88-E7B9-475B-BD3A-0AD6A347F2D3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6" name="TextBox 86">
              <a:extLst>
                <a:ext uri="{FF2B5EF4-FFF2-40B4-BE49-F238E27FC236}">
                  <a16:creationId xmlns:a16="http://schemas.microsoft.com/office/drawing/2014/main" id="{FEAF5623-4C9F-4923-96D3-4F6EB700DD1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991CF9D-F61C-4BA7-A087-60DD15840900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397803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3220498" y="1339132"/>
            <a:ext cx="2703006" cy="2703006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07395" y="1275606"/>
            <a:ext cx="2729214" cy="2830058"/>
            <a:chOff x="3207395" y="1275606"/>
            <a:chExt cx="2729214" cy="2830058"/>
          </a:xfrm>
        </p:grpSpPr>
        <p:grpSp>
          <p:nvGrpSpPr>
            <p:cNvPr id="5" name="组合 4"/>
            <p:cNvGrpSpPr/>
            <p:nvPr/>
          </p:nvGrpSpPr>
          <p:grpSpPr>
            <a:xfrm>
              <a:off x="4162531" y="1275606"/>
              <a:ext cx="818941" cy="820169"/>
              <a:chOff x="5550040" y="1612401"/>
              <a:chExt cx="1091921" cy="1093558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5550040" y="1612401"/>
                <a:ext cx="1091921" cy="1093558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任意多边形 5"/>
              <p:cNvSpPr>
                <a:spLocks/>
              </p:cNvSpPr>
              <p:nvPr/>
            </p:nvSpPr>
            <p:spPr bwMode="auto">
              <a:xfrm>
                <a:off x="5824741" y="1915898"/>
                <a:ext cx="560621" cy="524114"/>
              </a:xfrm>
              <a:custGeom>
                <a:avLst/>
                <a:gdLst>
                  <a:gd name="T0" fmla="*/ 736 w 1492"/>
                  <a:gd name="T1" fmla="*/ 1230 h 1397"/>
                  <a:gd name="T2" fmla="*/ 830 w 1492"/>
                  <a:gd name="T3" fmla="*/ 903 h 1397"/>
                  <a:gd name="T4" fmla="*/ 950 w 1492"/>
                  <a:gd name="T5" fmla="*/ 791 h 1397"/>
                  <a:gd name="T6" fmla="*/ 1492 w 1492"/>
                  <a:gd name="T7" fmla="*/ 903 h 1397"/>
                  <a:gd name="T8" fmla="*/ 1492 w 1492"/>
                  <a:gd name="T9" fmla="*/ 1231 h 1397"/>
                  <a:gd name="T10" fmla="*/ 1371 w 1492"/>
                  <a:gd name="T11" fmla="*/ 1397 h 1397"/>
                  <a:gd name="T12" fmla="*/ 830 w 1492"/>
                  <a:gd name="T13" fmla="*/ 1286 h 1397"/>
                  <a:gd name="T14" fmla="*/ 120 w 1492"/>
                  <a:gd name="T15" fmla="*/ 0 h 1397"/>
                  <a:gd name="T16" fmla="*/ 625 w 1492"/>
                  <a:gd name="T17" fmla="*/ 30 h 1397"/>
                  <a:gd name="T18" fmla="*/ 661 w 1492"/>
                  <a:gd name="T19" fmla="*/ 438 h 1397"/>
                  <a:gd name="T20" fmla="*/ 625 w 1492"/>
                  <a:gd name="T21" fmla="*/ 573 h 1397"/>
                  <a:gd name="T22" fmla="*/ 366 w 1492"/>
                  <a:gd name="T23" fmla="*/ 644 h 1397"/>
                  <a:gd name="T24" fmla="*/ 295 w 1492"/>
                  <a:gd name="T25" fmla="*/ 605 h 1397"/>
                  <a:gd name="T26" fmla="*/ 0 w 1492"/>
                  <a:gd name="T27" fmla="*/ 493 h 1397"/>
                  <a:gd name="T28" fmla="*/ 0 w 1492"/>
                  <a:gd name="T29" fmla="*/ 437 h 1397"/>
                  <a:gd name="T30" fmla="*/ 36 w 1492"/>
                  <a:gd name="T31" fmla="*/ 30 h 1397"/>
                  <a:gd name="T32" fmla="*/ 541 w 1492"/>
                  <a:gd name="T33" fmla="*/ 71 h 1397"/>
                  <a:gd name="T34" fmla="*/ 85 w 1492"/>
                  <a:gd name="T35" fmla="*/ 84 h 1397"/>
                  <a:gd name="T36" fmla="*/ 71 w 1492"/>
                  <a:gd name="T37" fmla="*/ 110 h 1397"/>
                  <a:gd name="T38" fmla="*/ 589 w 1492"/>
                  <a:gd name="T39" fmla="*/ 110 h 1397"/>
                  <a:gd name="T40" fmla="*/ 541 w 1492"/>
                  <a:gd name="T41" fmla="*/ 71 h 1397"/>
                  <a:gd name="T42" fmla="*/ 71 w 1492"/>
                  <a:gd name="T43" fmla="*/ 493 h 1397"/>
                  <a:gd name="T44" fmla="*/ 541 w 1492"/>
                  <a:gd name="T45" fmla="*/ 533 h 1397"/>
                  <a:gd name="T46" fmla="*/ 589 w 1492"/>
                  <a:gd name="T47" fmla="*/ 474 h 1397"/>
                  <a:gd name="T48" fmla="*/ 902 w 1492"/>
                  <a:gd name="T49" fmla="*/ 1194 h 1397"/>
                  <a:gd name="T50" fmla="*/ 1420 w 1492"/>
                  <a:gd name="T51" fmla="*/ 903 h 1397"/>
                  <a:gd name="T52" fmla="*/ 950 w 1492"/>
                  <a:gd name="T53" fmla="*/ 863 h 1397"/>
                  <a:gd name="T54" fmla="*/ 902 w 1492"/>
                  <a:gd name="T55" fmla="*/ 903 h 1397"/>
                  <a:gd name="T56" fmla="*/ 1420 w 1492"/>
                  <a:gd name="T57" fmla="*/ 1266 h 1397"/>
                  <a:gd name="T58" fmla="*/ 902 w 1492"/>
                  <a:gd name="T59" fmla="*/ 1286 h 1397"/>
                  <a:gd name="T60" fmla="*/ 1371 w 1492"/>
                  <a:gd name="T61" fmla="*/ 1325 h 1397"/>
                  <a:gd name="T62" fmla="*/ 1420 w 1492"/>
                  <a:gd name="T63" fmla="*/ 1266 h 1397"/>
                  <a:gd name="T64" fmla="*/ 295 w 1492"/>
                  <a:gd name="T65" fmla="*/ 890 h 1397"/>
                  <a:gd name="T66" fmla="*/ 366 w 1492"/>
                  <a:gd name="T67" fmla="*/ 935 h 1397"/>
                  <a:gd name="T68" fmla="*/ 295 w 1492"/>
                  <a:gd name="T69" fmla="*/ 890 h 1397"/>
                  <a:gd name="T70" fmla="*/ 295 w 1492"/>
                  <a:gd name="T71" fmla="*/ 746 h 1397"/>
                  <a:gd name="T72" fmla="*/ 366 w 1492"/>
                  <a:gd name="T73" fmla="*/ 793 h 1397"/>
                  <a:gd name="T74" fmla="*/ 295 w 1492"/>
                  <a:gd name="T75" fmla="*/ 746 h 1397"/>
                  <a:gd name="T76" fmla="*/ 295 w 1492"/>
                  <a:gd name="T77" fmla="*/ 1031 h 1397"/>
                  <a:gd name="T78" fmla="*/ 366 w 1492"/>
                  <a:gd name="T79" fmla="*/ 1078 h 1397"/>
                  <a:gd name="T80" fmla="*/ 295 w 1492"/>
                  <a:gd name="T81" fmla="*/ 1031 h 1397"/>
                  <a:gd name="T82" fmla="*/ 536 w 1492"/>
                  <a:gd name="T83" fmla="*/ 1194 h 1397"/>
                  <a:gd name="T84" fmla="*/ 490 w 1492"/>
                  <a:gd name="T85" fmla="*/ 1266 h 1397"/>
                  <a:gd name="T86" fmla="*/ 536 w 1492"/>
                  <a:gd name="T87" fmla="*/ 1194 h 1397"/>
                  <a:gd name="T88" fmla="*/ 677 w 1492"/>
                  <a:gd name="T89" fmla="*/ 1194 h 1397"/>
                  <a:gd name="T90" fmla="*/ 630 w 1492"/>
                  <a:gd name="T91" fmla="*/ 1266 h 1397"/>
                  <a:gd name="T92" fmla="*/ 677 w 1492"/>
                  <a:gd name="T93" fmla="*/ 1194 h 1397"/>
                  <a:gd name="T94" fmla="*/ 295 w 1492"/>
                  <a:gd name="T95" fmla="*/ 1164 h 1397"/>
                  <a:gd name="T96" fmla="*/ 366 w 1492"/>
                  <a:gd name="T97" fmla="*/ 1194 h 1397"/>
                  <a:gd name="T98" fmla="*/ 396 w 1492"/>
                  <a:gd name="T99" fmla="*/ 1266 h 1397"/>
                  <a:gd name="T100" fmla="*/ 299 w 1492"/>
                  <a:gd name="T101" fmla="*/ 1249 h 1397"/>
                  <a:gd name="T102" fmla="*/ 299 w 1492"/>
                  <a:gd name="T103" fmla="*/ 1247 h 1397"/>
                  <a:gd name="T104" fmla="*/ 298 w 1492"/>
                  <a:gd name="T105" fmla="*/ 1246 h 1397"/>
                  <a:gd name="T106" fmla="*/ 297 w 1492"/>
                  <a:gd name="T107" fmla="*/ 1245 h 1397"/>
                  <a:gd name="T108" fmla="*/ 296 w 1492"/>
                  <a:gd name="T109" fmla="*/ 1242 h 1397"/>
                  <a:gd name="T110" fmla="*/ 295 w 1492"/>
                  <a:gd name="T111" fmla="*/ 1240 h 1397"/>
                  <a:gd name="T112" fmla="*/ 295 w 1492"/>
                  <a:gd name="T113" fmla="*/ 1237 h 1397"/>
                  <a:gd name="T114" fmla="*/ 295 w 1492"/>
                  <a:gd name="T115" fmla="*/ 1236 h 1397"/>
                  <a:gd name="T116" fmla="*/ 295 w 1492"/>
                  <a:gd name="T117" fmla="*/ 1233 h 1397"/>
                  <a:gd name="T118" fmla="*/ 295 w 1492"/>
                  <a:gd name="T119" fmla="*/ 1231 h 1397"/>
                  <a:gd name="T120" fmla="*/ 295 w 1492"/>
                  <a:gd name="T121" fmla="*/ 1230 h 1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92" h="1397">
                    <a:moveTo>
                      <a:pt x="830" y="1266"/>
                    </a:moveTo>
                    <a:cubicBezTo>
                      <a:pt x="772" y="1266"/>
                      <a:pt x="772" y="1266"/>
                      <a:pt x="772" y="1266"/>
                    </a:cubicBezTo>
                    <a:cubicBezTo>
                      <a:pt x="752" y="1266"/>
                      <a:pt x="736" y="1250"/>
                      <a:pt x="736" y="1230"/>
                    </a:cubicBezTo>
                    <a:cubicBezTo>
                      <a:pt x="736" y="1211"/>
                      <a:pt x="752" y="1194"/>
                      <a:pt x="772" y="1194"/>
                    </a:cubicBezTo>
                    <a:cubicBezTo>
                      <a:pt x="830" y="1194"/>
                      <a:pt x="830" y="1194"/>
                      <a:pt x="830" y="1194"/>
                    </a:cubicBezTo>
                    <a:cubicBezTo>
                      <a:pt x="830" y="903"/>
                      <a:pt x="830" y="903"/>
                      <a:pt x="830" y="903"/>
                    </a:cubicBezTo>
                    <a:cubicBezTo>
                      <a:pt x="830" y="872"/>
                      <a:pt x="844" y="843"/>
                      <a:pt x="866" y="823"/>
                    </a:cubicBezTo>
                    <a:cubicBezTo>
                      <a:pt x="869" y="821"/>
                      <a:pt x="869" y="821"/>
                      <a:pt x="869" y="821"/>
                    </a:cubicBezTo>
                    <a:cubicBezTo>
                      <a:pt x="891" y="802"/>
                      <a:pt x="920" y="791"/>
                      <a:pt x="950" y="791"/>
                    </a:cubicBezTo>
                    <a:cubicBezTo>
                      <a:pt x="1371" y="791"/>
                      <a:pt x="1371" y="791"/>
                      <a:pt x="1371" y="791"/>
                    </a:cubicBezTo>
                    <a:cubicBezTo>
                      <a:pt x="1404" y="791"/>
                      <a:pt x="1434" y="803"/>
                      <a:pt x="1455" y="823"/>
                    </a:cubicBezTo>
                    <a:cubicBezTo>
                      <a:pt x="1478" y="843"/>
                      <a:pt x="1492" y="872"/>
                      <a:pt x="1492" y="903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0"/>
                      <a:pt x="1492" y="1230"/>
                      <a:pt x="1492" y="1230"/>
                    </a:cubicBezTo>
                    <a:cubicBezTo>
                      <a:pt x="1492" y="1231"/>
                      <a:pt x="1492" y="1231"/>
                      <a:pt x="1492" y="1231"/>
                    </a:cubicBezTo>
                    <a:cubicBezTo>
                      <a:pt x="1492" y="1286"/>
                      <a:pt x="1492" y="1286"/>
                      <a:pt x="1492" y="1286"/>
                    </a:cubicBezTo>
                    <a:cubicBezTo>
                      <a:pt x="1492" y="1317"/>
                      <a:pt x="1478" y="1345"/>
                      <a:pt x="1455" y="1366"/>
                    </a:cubicBezTo>
                    <a:cubicBezTo>
                      <a:pt x="1434" y="1385"/>
                      <a:pt x="1404" y="1397"/>
                      <a:pt x="1371" y="1397"/>
                    </a:cubicBezTo>
                    <a:cubicBezTo>
                      <a:pt x="950" y="1397"/>
                      <a:pt x="950" y="1397"/>
                      <a:pt x="950" y="1397"/>
                    </a:cubicBezTo>
                    <a:cubicBezTo>
                      <a:pt x="918" y="1397"/>
                      <a:pt x="888" y="1385"/>
                      <a:pt x="867" y="1366"/>
                    </a:cubicBezTo>
                    <a:cubicBezTo>
                      <a:pt x="844" y="1345"/>
                      <a:pt x="830" y="1317"/>
                      <a:pt x="830" y="1286"/>
                    </a:cubicBezTo>
                    <a:cubicBezTo>
                      <a:pt x="830" y="1266"/>
                      <a:pt x="830" y="1266"/>
                      <a:pt x="830" y="1266"/>
                    </a:cubicBezTo>
                    <a:cubicBezTo>
                      <a:pt x="830" y="1266"/>
                      <a:pt x="830" y="1266"/>
                      <a:pt x="830" y="1266"/>
                    </a:cubicBezTo>
                    <a:close/>
                    <a:moveTo>
                      <a:pt x="120" y="0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541" y="0"/>
                      <a:pt x="541" y="0"/>
                      <a:pt x="541" y="0"/>
                    </a:cubicBezTo>
                    <a:cubicBezTo>
                      <a:pt x="573" y="0"/>
                      <a:pt x="603" y="11"/>
                      <a:pt x="625" y="30"/>
                    </a:cubicBezTo>
                    <a:cubicBezTo>
                      <a:pt x="648" y="52"/>
                      <a:pt x="661" y="79"/>
                      <a:pt x="661" y="110"/>
                    </a:cubicBezTo>
                    <a:cubicBezTo>
                      <a:pt x="661" y="437"/>
                      <a:pt x="661" y="437"/>
                      <a:pt x="661" y="437"/>
                    </a:cubicBezTo>
                    <a:cubicBezTo>
                      <a:pt x="661" y="438"/>
                      <a:pt x="661" y="438"/>
                      <a:pt x="661" y="438"/>
                    </a:cubicBezTo>
                    <a:cubicBezTo>
                      <a:pt x="661" y="439"/>
                      <a:pt x="661" y="439"/>
                      <a:pt x="661" y="439"/>
                    </a:cubicBezTo>
                    <a:cubicBezTo>
                      <a:pt x="661" y="493"/>
                      <a:pt x="661" y="493"/>
                      <a:pt x="661" y="493"/>
                    </a:cubicBezTo>
                    <a:cubicBezTo>
                      <a:pt x="661" y="524"/>
                      <a:pt x="648" y="553"/>
                      <a:pt x="625" y="573"/>
                    </a:cubicBezTo>
                    <a:cubicBezTo>
                      <a:pt x="603" y="593"/>
                      <a:pt x="573" y="605"/>
                      <a:pt x="541" y="605"/>
                    </a:cubicBezTo>
                    <a:cubicBezTo>
                      <a:pt x="366" y="605"/>
                      <a:pt x="366" y="605"/>
                      <a:pt x="366" y="605"/>
                    </a:cubicBezTo>
                    <a:cubicBezTo>
                      <a:pt x="366" y="644"/>
                      <a:pt x="366" y="644"/>
                      <a:pt x="366" y="644"/>
                    </a:cubicBezTo>
                    <a:cubicBezTo>
                      <a:pt x="366" y="664"/>
                      <a:pt x="350" y="680"/>
                      <a:pt x="330" y="680"/>
                    </a:cubicBezTo>
                    <a:cubicBezTo>
                      <a:pt x="311" y="680"/>
                      <a:pt x="295" y="664"/>
                      <a:pt x="295" y="644"/>
                    </a:cubicBezTo>
                    <a:cubicBezTo>
                      <a:pt x="295" y="605"/>
                      <a:pt x="295" y="605"/>
                      <a:pt x="295" y="605"/>
                    </a:cubicBezTo>
                    <a:cubicBezTo>
                      <a:pt x="120" y="605"/>
                      <a:pt x="120" y="605"/>
                      <a:pt x="120" y="605"/>
                    </a:cubicBezTo>
                    <a:cubicBezTo>
                      <a:pt x="88" y="605"/>
                      <a:pt x="58" y="593"/>
                      <a:pt x="36" y="573"/>
                    </a:cubicBezTo>
                    <a:cubicBezTo>
                      <a:pt x="14" y="553"/>
                      <a:pt x="0" y="524"/>
                      <a:pt x="0" y="493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438"/>
                      <a:pt x="0" y="438"/>
                      <a:pt x="0" y="438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79"/>
                      <a:pt x="14" y="52"/>
                      <a:pt x="36" y="31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58" y="11"/>
                      <a:pt x="87" y="0"/>
                      <a:pt x="120" y="0"/>
                    </a:cubicBezTo>
                    <a:cubicBezTo>
                      <a:pt x="120" y="0"/>
                      <a:pt x="120" y="0"/>
                      <a:pt x="120" y="0"/>
                    </a:cubicBezTo>
                    <a:close/>
                    <a:moveTo>
                      <a:pt x="541" y="71"/>
                    </a:moveTo>
                    <a:cubicBezTo>
                      <a:pt x="541" y="71"/>
                      <a:pt x="541" y="71"/>
                      <a:pt x="541" y="71"/>
                    </a:cubicBezTo>
                    <a:cubicBezTo>
                      <a:pt x="120" y="71"/>
                      <a:pt x="120" y="71"/>
                      <a:pt x="120" y="71"/>
                    </a:cubicBezTo>
                    <a:cubicBezTo>
                      <a:pt x="106" y="71"/>
                      <a:pt x="93" y="76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85" y="84"/>
                      <a:pt x="85" y="84"/>
                      <a:pt x="85" y="84"/>
                    </a:cubicBezTo>
                    <a:cubicBezTo>
                      <a:pt x="76" y="91"/>
                      <a:pt x="71" y="100"/>
                      <a:pt x="71" y="110"/>
                    </a:cubicBezTo>
                    <a:cubicBezTo>
                      <a:pt x="71" y="402"/>
                      <a:pt x="71" y="402"/>
                      <a:pt x="71" y="402"/>
                    </a:cubicBezTo>
                    <a:cubicBezTo>
                      <a:pt x="589" y="402"/>
                      <a:pt x="589" y="402"/>
                      <a:pt x="589" y="402"/>
                    </a:cubicBezTo>
                    <a:cubicBezTo>
                      <a:pt x="589" y="110"/>
                      <a:pt x="589" y="110"/>
                      <a:pt x="589" y="110"/>
                    </a:cubicBezTo>
                    <a:cubicBezTo>
                      <a:pt x="589" y="100"/>
                      <a:pt x="584" y="91"/>
                      <a:pt x="577" y="84"/>
                    </a:cubicBezTo>
                    <a:cubicBezTo>
                      <a:pt x="567" y="76"/>
                      <a:pt x="555" y="71"/>
                      <a:pt x="541" y="71"/>
                    </a:cubicBezTo>
                    <a:cubicBezTo>
                      <a:pt x="541" y="71"/>
                      <a:pt x="541" y="71"/>
                      <a:pt x="541" y="71"/>
                    </a:cubicBezTo>
                    <a:close/>
                    <a:moveTo>
                      <a:pt x="71" y="474"/>
                    </a:move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93"/>
                      <a:pt x="71" y="493"/>
                      <a:pt x="71" y="493"/>
                    </a:cubicBezTo>
                    <a:cubicBezTo>
                      <a:pt x="71" y="503"/>
                      <a:pt x="76" y="513"/>
                      <a:pt x="85" y="520"/>
                    </a:cubicBezTo>
                    <a:cubicBezTo>
                      <a:pt x="93" y="528"/>
                      <a:pt x="106" y="533"/>
                      <a:pt x="120" y="533"/>
                    </a:cubicBezTo>
                    <a:cubicBezTo>
                      <a:pt x="541" y="533"/>
                      <a:pt x="541" y="533"/>
                      <a:pt x="541" y="533"/>
                    </a:cubicBezTo>
                    <a:cubicBezTo>
                      <a:pt x="555" y="533"/>
                      <a:pt x="567" y="528"/>
                      <a:pt x="577" y="520"/>
                    </a:cubicBezTo>
                    <a:cubicBezTo>
                      <a:pt x="584" y="513"/>
                      <a:pt x="589" y="503"/>
                      <a:pt x="589" y="493"/>
                    </a:cubicBezTo>
                    <a:cubicBezTo>
                      <a:pt x="589" y="474"/>
                      <a:pt x="589" y="474"/>
                      <a:pt x="589" y="474"/>
                    </a:cubicBezTo>
                    <a:cubicBezTo>
                      <a:pt x="71" y="474"/>
                      <a:pt x="71" y="474"/>
                      <a:pt x="71" y="474"/>
                    </a:cubicBezTo>
                    <a:cubicBezTo>
                      <a:pt x="71" y="474"/>
                      <a:pt x="71" y="474"/>
                      <a:pt x="71" y="474"/>
                    </a:cubicBezTo>
                    <a:close/>
                    <a:moveTo>
                      <a:pt x="902" y="1194"/>
                    </a:move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1420" y="1194"/>
                      <a:pt x="1420" y="1194"/>
                      <a:pt x="1420" y="1194"/>
                    </a:cubicBezTo>
                    <a:cubicBezTo>
                      <a:pt x="1420" y="903"/>
                      <a:pt x="1420" y="903"/>
                      <a:pt x="1420" y="903"/>
                    </a:cubicBezTo>
                    <a:cubicBezTo>
                      <a:pt x="1420" y="893"/>
                      <a:pt x="1416" y="883"/>
                      <a:pt x="1407" y="876"/>
                    </a:cubicBezTo>
                    <a:cubicBezTo>
                      <a:pt x="1398" y="869"/>
                      <a:pt x="1386" y="863"/>
                      <a:pt x="1371" y="863"/>
                    </a:cubicBezTo>
                    <a:cubicBezTo>
                      <a:pt x="950" y="863"/>
                      <a:pt x="950" y="863"/>
                      <a:pt x="950" y="863"/>
                    </a:cubicBezTo>
                    <a:cubicBezTo>
                      <a:pt x="937" y="863"/>
                      <a:pt x="925" y="867"/>
                      <a:pt x="916" y="875"/>
                    </a:cubicBezTo>
                    <a:cubicBezTo>
                      <a:pt x="915" y="876"/>
                      <a:pt x="915" y="876"/>
                      <a:pt x="915" y="876"/>
                    </a:cubicBezTo>
                    <a:cubicBezTo>
                      <a:pt x="907" y="883"/>
                      <a:pt x="902" y="893"/>
                      <a:pt x="902" y="903"/>
                    </a:cubicBezTo>
                    <a:cubicBezTo>
                      <a:pt x="902" y="1194"/>
                      <a:pt x="902" y="1194"/>
                      <a:pt x="902" y="1194"/>
                    </a:cubicBezTo>
                    <a:cubicBezTo>
                      <a:pt x="902" y="1194"/>
                      <a:pt x="902" y="1194"/>
                      <a:pt x="902" y="1194"/>
                    </a:cubicBezTo>
                    <a:close/>
                    <a:moveTo>
                      <a:pt x="1420" y="1266"/>
                    </a:move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902" y="1266"/>
                      <a:pt x="902" y="1266"/>
                      <a:pt x="902" y="1266"/>
                    </a:cubicBezTo>
                    <a:cubicBezTo>
                      <a:pt x="902" y="1286"/>
                      <a:pt x="902" y="1286"/>
                      <a:pt x="902" y="1286"/>
                    </a:cubicBezTo>
                    <a:cubicBezTo>
                      <a:pt x="902" y="1296"/>
                      <a:pt x="907" y="1305"/>
                      <a:pt x="915" y="1312"/>
                    </a:cubicBezTo>
                    <a:cubicBezTo>
                      <a:pt x="924" y="1320"/>
                      <a:pt x="936" y="1325"/>
                      <a:pt x="950" y="1325"/>
                    </a:cubicBezTo>
                    <a:cubicBezTo>
                      <a:pt x="1371" y="1325"/>
                      <a:pt x="1371" y="1325"/>
                      <a:pt x="1371" y="1325"/>
                    </a:cubicBezTo>
                    <a:cubicBezTo>
                      <a:pt x="1386" y="1325"/>
                      <a:pt x="1398" y="1320"/>
                      <a:pt x="1407" y="1312"/>
                    </a:cubicBezTo>
                    <a:cubicBezTo>
                      <a:pt x="1416" y="1305"/>
                      <a:pt x="1420" y="1296"/>
                      <a:pt x="1420" y="128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ubicBezTo>
                      <a:pt x="1420" y="1266"/>
                      <a:pt x="1420" y="1266"/>
                      <a:pt x="1420" y="1266"/>
                    </a:cubicBezTo>
                    <a:close/>
                    <a:moveTo>
                      <a:pt x="295" y="890"/>
                    </a:move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69"/>
                      <a:pt x="311" y="853"/>
                      <a:pt x="330" y="853"/>
                    </a:cubicBezTo>
                    <a:cubicBezTo>
                      <a:pt x="350" y="853"/>
                      <a:pt x="366" y="869"/>
                      <a:pt x="366" y="890"/>
                    </a:cubicBezTo>
                    <a:cubicBezTo>
                      <a:pt x="366" y="935"/>
                      <a:pt x="366" y="935"/>
                      <a:pt x="366" y="935"/>
                    </a:cubicBezTo>
                    <a:cubicBezTo>
                      <a:pt x="366" y="955"/>
                      <a:pt x="350" y="971"/>
                      <a:pt x="330" y="971"/>
                    </a:cubicBezTo>
                    <a:cubicBezTo>
                      <a:pt x="311" y="971"/>
                      <a:pt x="295" y="955"/>
                      <a:pt x="295" y="935"/>
                    </a:cubicBezTo>
                    <a:cubicBezTo>
                      <a:pt x="295" y="890"/>
                      <a:pt x="295" y="890"/>
                      <a:pt x="295" y="890"/>
                    </a:cubicBezTo>
                    <a:cubicBezTo>
                      <a:pt x="295" y="890"/>
                      <a:pt x="295" y="890"/>
                      <a:pt x="295" y="890"/>
                    </a:cubicBezTo>
                    <a:close/>
                    <a:moveTo>
                      <a:pt x="295" y="746"/>
                    </a:move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27"/>
                      <a:pt x="311" y="710"/>
                      <a:pt x="330" y="710"/>
                    </a:cubicBezTo>
                    <a:cubicBezTo>
                      <a:pt x="350" y="710"/>
                      <a:pt x="366" y="727"/>
                      <a:pt x="366" y="746"/>
                    </a:cubicBezTo>
                    <a:cubicBezTo>
                      <a:pt x="366" y="793"/>
                      <a:pt x="366" y="793"/>
                      <a:pt x="366" y="793"/>
                    </a:cubicBezTo>
                    <a:cubicBezTo>
                      <a:pt x="366" y="812"/>
                      <a:pt x="350" y="829"/>
                      <a:pt x="330" y="829"/>
                    </a:cubicBezTo>
                    <a:cubicBezTo>
                      <a:pt x="311" y="829"/>
                      <a:pt x="295" y="812"/>
                      <a:pt x="295" y="793"/>
                    </a:cubicBezTo>
                    <a:cubicBezTo>
                      <a:pt x="295" y="746"/>
                      <a:pt x="295" y="746"/>
                      <a:pt x="295" y="746"/>
                    </a:cubicBezTo>
                    <a:cubicBezTo>
                      <a:pt x="295" y="746"/>
                      <a:pt x="295" y="746"/>
                      <a:pt x="295" y="746"/>
                    </a:cubicBezTo>
                    <a:close/>
                    <a:moveTo>
                      <a:pt x="295" y="1031"/>
                    </a:move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12"/>
                      <a:pt x="311" y="996"/>
                      <a:pt x="330" y="996"/>
                    </a:cubicBezTo>
                    <a:cubicBezTo>
                      <a:pt x="350" y="996"/>
                      <a:pt x="366" y="1012"/>
                      <a:pt x="366" y="1031"/>
                    </a:cubicBezTo>
                    <a:cubicBezTo>
                      <a:pt x="366" y="1078"/>
                      <a:pt x="366" y="1078"/>
                      <a:pt x="366" y="1078"/>
                    </a:cubicBezTo>
                    <a:cubicBezTo>
                      <a:pt x="366" y="1098"/>
                      <a:pt x="350" y="1114"/>
                      <a:pt x="330" y="1114"/>
                    </a:cubicBezTo>
                    <a:cubicBezTo>
                      <a:pt x="311" y="1114"/>
                      <a:pt x="295" y="1098"/>
                      <a:pt x="295" y="1078"/>
                    </a:cubicBezTo>
                    <a:cubicBezTo>
                      <a:pt x="295" y="1031"/>
                      <a:pt x="295" y="1031"/>
                      <a:pt x="295" y="1031"/>
                    </a:cubicBezTo>
                    <a:cubicBezTo>
                      <a:pt x="295" y="1031"/>
                      <a:pt x="295" y="1031"/>
                      <a:pt x="295" y="1031"/>
                    </a:cubicBezTo>
                    <a:close/>
                    <a:moveTo>
                      <a:pt x="536" y="1194"/>
                    </a:move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56" y="1194"/>
                      <a:pt x="573" y="1211"/>
                      <a:pt x="573" y="1230"/>
                    </a:cubicBezTo>
                    <a:cubicBezTo>
                      <a:pt x="573" y="1250"/>
                      <a:pt x="556" y="1266"/>
                      <a:pt x="536" y="1266"/>
                    </a:cubicBezTo>
                    <a:cubicBezTo>
                      <a:pt x="490" y="1266"/>
                      <a:pt x="490" y="1266"/>
                      <a:pt x="490" y="1266"/>
                    </a:cubicBezTo>
                    <a:cubicBezTo>
                      <a:pt x="470" y="1266"/>
                      <a:pt x="454" y="1250"/>
                      <a:pt x="454" y="1230"/>
                    </a:cubicBezTo>
                    <a:cubicBezTo>
                      <a:pt x="454" y="1211"/>
                      <a:pt x="470" y="1194"/>
                      <a:pt x="490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ubicBezTo>
                      <a:pt x="536" y="1194"/>
                      <a:pt x="536" y="1194"/>
                      <a:pt x="536" y="1194"/>
                    </a:cubicBezTo>
                    <a:close/>
                    <a:moveTo>
                      <a:pt x="677" y="1194"/>
                    </a:move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96" y="1194"/>
                      <a:pt x="712" y="1211"/>
                      <a:pt x="712" y="1230"/>
                    </a:cubicBezTo>
                    <a:cubicBezTo>
                      <a:pt x="712" y="1250"/>
                      <a:pt x="696" y="1266"/>
                      <a:pt x="677" y="1266"/>
                    </a:cubicBezTo>
                    <a:cubicBezTo>
                      <a:pt x="630" y="1266"/>
                      <a:pt x="630" y="1266"/>
                      <a:pt x="630" y="1266"/>
                    </a:cubicBezTo>
                    <a:cubicBezTo>
                      <a:pt x="610" y="1266"/>
                      <a:pt x="595" y="1250"/>
                      <a:pt x="595" y="1230"/>
                    </a:cubicBezTo>
                    <a:cubicBezTo>
                      <a:pt x="595" y="1211"/>
                      <a:pt x="610" y="1194"/>
                      <a:pt x="630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ubicBezTo>
                      <a:pt x="677" y="1194"/>
                      <a:pt x="677" y="1194"/>
                      <a:pt x="677" y="1194"/>
                    </a:cubicBezTo>
                    <a:close/>
                    <a:moveTo>
                      <a:pt x="295" y="1164"/>
                    </a:move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44"/>
                      <a:pt x="311" y="1129"/>
                      <a:pt x="330" y="1129"/>
                    </a:cubicBezTo>
                    <a:cubicBezTo>
                      <a:pt x="350" y="1129"/>
                      <a:pt x="366" y="1144"/>
                      <a:pt x="366" y="1164"/>
                    </a:cubicBezTo>
                    <a:cubicBezTo>
                      <a:pt x="366" y="1194"/>
                      <a:pt x="366" y="1194"/>
                      <a:pt x="366" y="1194"/>
                    </a:cubicBezTo>
                    <a:cubicBezTo>
                      <a:pt x="396" y="1194"/>
                      <a:pt x="396" y="1194"/>
                      <a:pt x="396" y="1194"/>
                    </a:cubicBezTo>
                    <a:cubicBezTo>
                      <a:pt x="416" y="1194"/>
                      <a:pt x="433" y="1211"/>
                      <a:pt x="433" y="1230"/>
                    </a:cubicBezTo>
                    <a:cubicBezTo>
                      <a:pt x="433" y="1250"/>
                      <a:pt x="416" y="1266"/>
                      <a:pt x="396" y="1266"/>
                    </a:cubicBezTo>
                    <a:cubicBezTo>
                      <a:pt x="333" y="1266"/>
                      <a:pt x="333" y="1266"/>
                      <a:pt x="333" y="1266"/>
                    </a:cubicBezTo>
                    <a:cubicBezTo>
                      <a:pt x="330" y="1266"/>
                      <a:pt x="330" y="1266"/>
                      <a:pt x="330" y="1266"/>
                    </a:cubicBezTo>
                    <a:cubicBezTo>
                      <a:pt x="317" y="1266"/>
                      <a:pt x="305" y="1260"/>
                      <a:pt x="299" y="1249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8"/>
                      <a:pt x="299" y="1248"/>
                      <a:pt x="299" y="1248"/>
                    </a:cubicBezTo>
                    <a:cubicBezTo>
                      <a:pt x="299" y="1247"/>
                      <a:pt x="299" y="1247"/>
                      <a:pt x="299" y="1247"/>
                    </a:cubicBezTo>
                    <a:cubicBezTo>
                      <a:pt x="299" y="1246"/>
                      <a:pt x="299" y="1246"/>
                      <a:pt x="299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6"/>
                      <a:pt x="298" y="1246"/>
                      <a:pt x="298" y="1246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8" y="1245"/>
                      <a:pt x="298" y="1245"/>
                      <a:pt x="298" y="1245"/>
                    </a:cubicBezTo>
                    <a:cubicBezTo>
                      <a:pt x="297" y="1245"/>
                      <a:pt x="297" y="1245"/>
                      <a:pt x="297" y="1245"/>
                    </a:cubicBezTo>
                    <a:cubicBezTo>
                      <a:pt x="297" y="1244"/>
                      <a:pt x="297" y="1244"/>
                      <a:pt x="297" y="1244"/>
                    </a:cubicBezTo>
                    <a:cubicBezTo>
                      <a:pt x="296" y="1243"/>
                      <a:pt x="296" y="1243"/>
                      <a:pt x="296" y="1243"/>
                    </a:cubicBezTo>
                    <a:cubicBezTo>
                      <a:pt x="296" y="1242"/>
                      <a:pt x="296" y="1242"/>
                      <a:pt x="296" y="1242"/>
                    </a:cubicBezTo>
                    <a:cubicBezTo>
                      <a:pt x="296" y="1241"/>
                      <a:pt x="296" y="1241"/>
                      <a:pt x="296" y="1241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40"/>
                      <a:pt x="295" y="1240"/>
                      <a:pt x="295" y="1240"/>
                    </a:cubicBezTo>
                    <a:cubicBezTo>
                      <a:pt x="295" y="1239"/>
                      <a:pt x="295" y="1239"/>
                      <a:pt x="295" y="1239"/>
                    </a:cubicBezTo>
                    <a:cubicBezTo>
                      <a:pt x="295" y="1238"/>
                      <a:pt x="295" y="1238"/>
                      <a:pt x="295" y="1238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7"/>
                      <a:pt x="295" y="1237"/>
                      <a:pt x="295" y="1237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6"/>
                      <a:pt x="295" y="1236"/>
                      <a:pt x="295" y="1236"/>
                    </a:cubicBezTo>
                    <a:cubicBezTo>
                      <a:pt x="295" y="1235"/>
                      <a:pt x="295" y="1235"/>
                      <a:pt x="295" y="1235"/>
                    </a:cubicBezTo>
                    <a:cubicBezTo>
                      <a:pt x="295" y="1234"/>
                      <a:pt x="295" y="1234"/>
                      <a:pt x="295" y="1234"/>
                    </a:cubicBezTo>
                    <a:cubicBezTo>
                      <a:pt x="295" y="1233"/>
                      <a:pt x="295" y="1233"/>
                      <a:pt x="295" y="1233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2"/>
                      <a:pt x="295" y="1232"/>
                      <a:pt x="295" y="1232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1"/>
                      <a:pt x="295" y="1231"/>
                      <a:pt x="295" y="1231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230"/>
                      <a:pt x="295" y="1230"/>
                      <a:pt x="295" y="1230"/>
                    </a:cubicBezTo>
                    <a:cubicBezTo>
                      <a:pt x="295" y="1164"/>
                      <a:pt x="295" y="1164"/>
                      <a:pt x="295" y="1164"/>
                    </a:cubicBezTo>
                    <a:cubicBezTo>
                      <a:pt x="295" y="1164"/>
                      <a:pt x="295" y="1164"/>
                      <a:pt x="295" y="116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207395" y="1763703"/>
              <a:ext cx="818941" cy="820169"/>
              <a:chOff x="4276526" y="2263197"/>
              <a:chExt cx="1091921" cy="1093558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4276526" y="2263197"/>
                <a:ext cx="1091921" cy="1093558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4557639" y="2538688"/>
                <a:ext cx="529695" cy="528485"/>
                <a:chOff x="1855787" y="2568158"/>
                <a:chExt cx="1139825" cy="1137224"/>
              </a:xfrm>
              <a:solidFill>
                <a:schemeClr val="bg1"/>
              </a:solidFill>
            </p:grpSpPr>
            <p:sp>
              <p:nvSpPr>
                <p:cNvPr id="40" name="任意多边形 9"/>
                <p:cNvSpPr>
                  <a:spLocks/>
                </p:cNvSpPr>
                <p:nvPr/>
              </p:nvSpPr>
              <p:spPr bwMode="auto">
                <a:xfrm>
                  <a:off x="2022261" y="2573360"/>
                  <a:ext cx="333468" cy="274682"/>
                </a:xfrm>
                <a:custGeom>
                  <a:avLst/>
                  <a:gdLst>
                    <a:gd name="T0" fmla="*/ 0 w 308"/>
                    <a:gd name="T1" fmla="*/ 254 h 254"/>
                    <a:gd name="T2" fmla="*/ 308 w 308"/>
                    <a:gd name="T3" fmla="*/ 0 h 254"/>
                    <a:gd name="T4" fmla="*/ 237 w 308"/>
                    <a:gd name="T5" fmla="*/ 136 h 254"/>
                    <a:gd name="T6" fmla="*/ 146 w 308"/>
                    <a:gd name="T7" fmla="*/ 203 h 254"/>
                    <a:gd name="T8" fmla="*/ 0 w 308"/>
                    <a:gd name="T9" fmla="*/ 254 h 254"/>
                    <a:gd name="T10" fmla="*/ 0 w 308"/>
                    <a:gd name="T11" fmla="*/ 254 h 254"/>
                    <a:gd name="T12" fmla="*/ 0 w 308"/>
                    <a:gd name="T13" fmla="*/ 254 h 254"/>
                    <a:gd name="T14" fmla="*/ 0 w 308"/>
                    <a:gd name="T15" fmla="*/ 254 h 2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8" h="254">
                      <a:moveTo>
                        <a:pt x="0" y="254"/>
                      </a:moveTo>
                      <a:cubicBezTo>
                        <a:pt x="0" y="254"/>
                        <a:pt x="69" y="40"/>
                        <a:pt x="308" y="0"/>
                      </a:cubicBezTo>
                      <a:cubicBezTo>
                        <a:pt x="308" y="0"/>
                        <a:pt x="272" y="53"/>
                        <a:pt x="237" y="136"/>
                      </a:cubicBezTo>
                      <a:cubicBezTo>
                        <a:pt x="237" y="136"/>
                        <a:pt x="163" y="128"/>
                        <a:pt x="146" y="203"/>
                      </a:cubicBezTo>
                      <a:cubicBezTo>
                        <a:pt x="146" y="203"/>
                        <a:pt x="68" y="217"/>
                        <a:pt x="0" y="254"/>
                      </a:cubicBezTo>
                      <a:cubicBezTo>
                        <a:pt x="0" y="254"/>
                        <a:pt x="0" y="254"/>
                        <a:pt x="0" y="254"/>
                      </a:cubicBezTo>
                      <a:moveTo>
                        <a:pt x="0" y="254"/>
                      </a:moveTo>
                      <a:cubicBezTo>
                        <a:pt x="0" y="254"/>
                        <a:pt x="0" y="254"/>
                        <a:pt x="0" y="25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任意多边形 10"/>
                <p:cNvSpPr>
                  <a:spLocks/>
                </p:cNvSpPr>
                <p:nvPr/>
              </p:nvSpPr>
              <p:spPr bwMode="auto">
                <a:xfrm>
                  <a:off x="1967116" y="2839718"/>
                  <a:ext cx="306416" cy="390173"/>
                </a:xfrm>
                <a:custGeom>
                  <a:avLst/>
                  <a:gdLst>
                    <a:gd name="T0" fmla="*/ 199 w 283"/>
                    <a:gd name="T1" fmla="*/ 0 h 361"/>
                    <a:gd name="T2" fmla="*/ 34 w 283"/>
                    <a:gd name="T3" fmla="*/ 69 h 361"/>
                    <a:gd name="T4" fmla="*/ 81 w 283"/>
                    <a:gd name="T5" fmla="*/ 343 h 361"/>
                    <a:gd name="T6" fmla="*/ 249 w 283"/>
                    <a:gd name="T7" fmla="*/ 353 h 361"/>
                    <a:gd name="T8" fmla="*/ 283 w 283"/>
                    <a:gd name="T9" fmla="*/ 274 h 361"/>
                    <a:gd name="T10" fmla="*/ 252 w 283"/>
                    <a:gd name="T11" fmla="*/ 53 h 361"/>
                    <a:gd name="T12" fmla="*/ 199 w 283"/>
                    <a:gd name="T13" fmla="*/ 0 h 361"/>
                    <a:gd name="T14" fmla="*/ 199 w 283"/>
                    <a:gd name="T15" fmla="*/ 0 h 361"/>
                    <a:gd name="T16" fmla="*/ 199 w 283"/>
                    <a:gd name="T17" fmla="*/ 0 h 361"/>
                    <a:gd name="T18" fmla="*/ 199 w 283"/>
                    <a:gd name="T19" fmla="*/ 0 h 3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83" h="361">
                      <a:moveTo>
                        <a:pt x="199" y="0"/>
                      </a:moveTo>
                      <a:cubicBezTo>
                        <a:pt x="199" y="0"/>
                        <a:pt x="98" y="21"/>
                        <a:pt x="34" y="69"/>
                      </a:cubicBezTo>
                      <a:cubicBezTo>
                        <a:pt x="34" y="69"/>
                        <a:pt x="0" y="210"/>
                        <a:pt x="81" y="343"/>
                      </a:cubicBezTo>
                      <a:cubicBezTo>
                        <a:pt x="81" y="343"/>
                        <a:pt x="165" y="361"/>
                        <a:pt x="249" y="353"/>
                      </a:cubicBezTo>
                      <a:cubicBezTo>
                        <a:pt x="249" y="353"/>
                        <a:pt x="249" y="300"/>
                        <a:pt x="283" y="274"/>
                      </a:cubicBezTo>
                      <a:cubicBezTo>
                        <a:pt x="283" y="274"/>
                        <a:pt x="241" y="167"/>
                        <a:pt x="252" y="53"/>
                      </a:cubicBezTo>
                      <a:cubicBezTo>
                        <a:pt x="252" y="53"/>
                        <a:pt x="209" y="43"/>
                        <a:pt x="199" y="0"/>
                      </a:cubicBezTo>
                      <a:cubicBezTo>
                        <a:pt x="199" y="0"/>
                        <a:pt x="199" y="0"/>
                        <a:pt x="199" y="0"/>
                      </a:cubicBezTo>
                      <a:moveTo>
                        <a:pt x="199" y="0"/>
                      </a:moveTo>
                      <a:cubicBezTo>
                        <a:pt x="199" y="0"/>
                        <a:pt x="199" y="0"/>
                        <a:pt x="199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任意多边形 11"/>
                <p:cNvSpPr>
                  <a:spLocks/>
                </p:cNvSpPr>
                <p:nvPr/>
              </p:nvSpPr>
              <p:spPr bwMode="auto">
                <a:xfrm>
                  <a:off x="2091972" y="3263186"/>
                  <a:ext cx="383930" cy="178439"/>
                </a:xfrm>
                <a:custGeom>
                  <a:avLst/>
                  <a:gdLst>
                    <a:gd name="T0" fmla="*/ 0 w 355"/>
                    <a:gd name="T1" fmla="*/ 0 h 165"/>
                    <a:gd name="T2" fmla="*/ 355 w 355"/>
                    <a:gd name="T3" fmla="*/ 142 h 165"/>
                    <a:gd name="T4" fmla="*/ 248 w 355"/>
                    <a:gd name="T5" fmla="*/ 32 h 165"/>
                    <a:gd name="T6" fmla="*/ 156 w 355"/>
                    <a:gd name="T7" fmla="*/ 0 h 165"/>
                    <a:gd name="T8" fmla="*/ 0 w 355"/>
                    <a:gd name="T9" fmla="*/ 0 h 165"/>
                    <a:gd name="T10" fmla="*/ 0 w 355"/>
                    <a:gd name="T11" fmla="*/ 0 h 165"/>
                    <a:gd name="T12" fmla="*/ 0 w 355"/>
                    <a:gd name="T13" fmla="*/ 0 h 165"/>
                    <a:gd name="T14" fmla="*/ 0 w 355"/>
                    <a:gd name="T15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55" h="165">
                      <a:moveTo>
                        <a:pt x="0" y="0"/>
                      </a:moveTo>
                      <a:cubicBezTo>
                        <a:pt x="0" y="0"/>
                        <a:pt x="107" y="165"/>
                        <a:pt x="355" y="142"/>
                      </a:cubicBezTo>
                      <a:cubicBezTo>
                        <a:pt x="355" y="142"/>
                        <a:pt x="267" y="59"/>
                        <a:pt x="248" y="32"/>
                      </a:cubicBezTo>
                      <a:cubicBezTo>
                        <a:pt x="248" y="32"/>
                        <a:pt x="179" y="49"/>
                        <a:pt x="156" y="0"/>
                      </a:cubicBezTo>
                      <a:cubicBezTo>
                        <a:pt x="156" y="0"/>
                        <a:pt x="66" y="14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任意多边形 12"/>
                <p:cNvSpPr>
                  <a:spLocks/>
                </p:cNvSpPr>
                <p:nvPr/>
              </p:nvSpPr>
              <p:spPr bwMode="auto">
                <a:xfrm>
                  <a:off x="2397867" y="3011394"/>
                  <a:ext cx="419306" cy="393294"/>
                </a:xfrm>
                <a:custGeom>
                  <a:avLst/>
                  <a:gdLst>
                    <a:gd name="T0" fmla="*/ 0 w 387"/>
                    <a:gd name="T1" fmla="*/ 239 h 364"/>
                    <a:gd name="T2" fmla="*/ 24 w 387"/>
                    <a:gd name="T3" fmla="*/ 190 h 364"/>
                    <a:gd name="T4" fmla="*/ 246 w 387"/>
                    <a:gd name="T5" fmla="*/ 13 h 364"/>
                    <a:gd name="T6" fmla="*/ 292 w 387"/>
                    <a:gd name="T7" fmla="*/ 0 h 364"/>
                    <a:gd name="T8" fmla="*/ 387 w 387"/>
                    <a:gd name="T9" fmla="*/ 138 h 364"/>
                    <a:gd name="T10" fmla="*/ 133 w 387"/>
                    <a:gd name="T11" fmla="*/ 364 h 364"/>
                    <a:gd name="T12" fmla="*/ 0 w 387"/>
                    <a:gd name="T13" fmla="*/ 239 h 364"/>
                    <a:gd name="T14" fmla="*/ 0 w 387"/>
                    <a:gd name="T15" fmla="*/ 239 h 364"/>
                    <a:gd name="T16" fmla="*/ 0 w 387"/>
                    <a:gd name="T17" fmla="*/ 239 h 364"/>
                    <a:gd name="T18" fmla="*/ 0 w 387"/>
                    <a:gd name="T19" fmla="*/ 239 h 3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87" h="364">
                      <a:moveTo>
                        <a:pt x="0" y="239"/>
                      </a:moveTo>
                      <a:cubicBezTo>
                        <a:pt x="0" y="239"/>
                        <a:pt x="17" y="232"/>
                        <a:pt x="24" y="190"/>
                      </a:cubicBezTo>
                      <a:cubicBezTo>
                        <a:pt x="24" y="190"/>
                        <a:pt x="161" y="142"/>
                        <a:pt x="246" y="13"/>
                      </a:cubicBezTo>
                      <a:cubicBezTo>
                        <a:pt x="246" y="13"/>
                        <a:pt x="273" y="15"/>
                        <a:pt x="292" y="0"/>
                      </a:cubicBezTo>
                      <a:cubicBezTo>
                        <a:pt x="292" y="0"/>
                        <a:pt x="356" y="60"/>
                        <a:pt x="387" y="138"/>
                      </a:cubicBezTo>
                      <a:cubicBezTo>
                        <a:pt x="387" y="138"/>
                        <a:pt x="327" y="309"/>
                        <a:pt x="133" y="364"/>
                      </a:cubicBezTo>
                      <a:cubicBezTo>
                        <a:pt x="133" y="364"/>
                        <a:pt x="45" y="307"/>
                        <a:pt x="0" y="239"/>
                      </a:cubicBezTo>
                      <a:cubicBezTo>
                        <a:pt x="0" y="239"/>
                        <a:pt x="0" y="239"/>
                        <a:pt x="0" y="239"/>
                      </a:cubicBezTo>
                      <a:moveTo>
                        <a:pt x="0" y="239"/>
                      </a:moveTo>
                      <a:cubicBezTo>
                        <a:pt x="0" y="239"/>
                        <a:pt x="0" y="239"/>
                        <a:pt x="0" y="239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任意多边形 13"/>
                <p:cNvSpPr>
                  <a:spLocks/>
                </p:cNvSpPr>
                <p:nvPr/>
              </p:nvSpPr>
              <p:spPr bwMode="auto">
                <a:xfrm>
                  <a:off x="2745381" y="2762724"/>
                  <a:ext cx="143063" cy="333988"/>
                </a:xfrm>
                <a:custGeom>
                  <a:avLst/>
                  <a:gdLst>
                    <a:gd name="T0" fmla="*/ 31 w 132"/>
                    <a:gd name="T1" fmla="*/ 0 h 309"/>
                    <a:gd name="T2" fmla="*/ 86 w 132"/>
                    <a:gd name="T3" fmla="*/ 309 h 309"/>
                    <a:gd name="T4" fmla="*/ 3 w 132"/>
                    <a:gd name="T5" fmla="*/ 199 h 309"/>
                    <a:gd name="T6" fmla="*/ 0 w 132"/>
                    <a:gd name="T7" fmla="*/ 116 h 309"/>
                    <a:gd name="T8" fmla="*/ 31 w 132"/>
                    <a:gd name="T9" fmla="*/ 0 h 309"/>
                    <a:gd name="T10" fmla="*/ 31 w 132"/>
                    <a:gd name="T11" fmla="*/ 0 h 309"/>
                    <a:gd name="T12" fmla="*/ 31 w 132"/>
                    <a:gd name="T13" fmla="*/ 0 h 309"/>
                    <a:gd name="T14" fmla="*/ 31 w 132"/>
                    <a:gd name="T15" fmla="*/ 0 h 3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2" h="309">
                      <a:moveTo>
                        <a:pt x="31" y="0"/>
                      </a:moveTo>
                      <a:cubicBezTo>
                        <a:pt x="31" y="0"/>
                        <a:pt x="132" y="115"/>
                        <a:pt x="86" y="309"/>
                      </a:cubicBezTo>
                      <a:cubicBezTo>
                        <a:pt x="86" y="309"/>
                        <a:pt x="31" y="220"/>
                        <a:pt x="3" y="199"/>
                      </a:cubicBezTo>
                      <a:cubicBezTo>
                        <a:pt x="3" y="199"/>
                        <a:pt x="28" y="151"/>
                        <a:pt x="0" y="116"/>
                      </a:cubicBezTo>
                      <a:cubicBezTo>
                        <a:pt x="0" y="116"/>
                        <a:pt x="26" y="64"/>
                        <a:pt x="31" y="0"/>
                      </a:cubicBezTo>
                      <a:cubicBezTo>
                        <a:pt x="31" y="0"/>
                        <a:pt x="31" y="0"/>
                        <a:pt x="31" y="0"/>
                      </a:cubicBezTo>
                      <a:moveTo>
                        <a:pt x="31" y="0"/>
                      </a:moveTo>
                      <a:cubicBezTo>
                        <a:pt x="31" y="0"/>
                        <a:pt x="31" y="0"/>
                        <a:pt x="31" y="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任意多边形 14"/>
                <p:cNvSpPr>
                  <a:spLocks/>
                </p:cNvSpPr>
                <p:nvPr/>
              </p:nvSpPr>
              <p:spPr bwMode="auto">
                <a:xfrm>
                  <a:off x="2323474" y="2568158"/>
                  <a:ext cx="418786" cy="297052"/>
                </a:xfrm>
                <a:custGeom>
                  <a:avLst/>
                  <a:gdLst>
                    <a:gd name="T0" fmla="*/ 0 w 387"/>
                    <a:gd name="T1" fmla="*/ 154 h 275"/>
                    <a:gd name="T2" fmla="*/ 30 w 387"/>
                    <a:gd name="T3" fmla="*/ 200 h 275"/>
                    <a:gd name="T4" fmla="*/ 262 w 387"/>
                    <a:gd name="T5" fmla="*/ 275 h 275"/>
                    <a:gd name="T6" fmla="*/ 356 w 387"/>
                    <a:gd name="T7" fmla="*/ 265 h 275"/>
                    <a:gd name="T8" fmla="*/ 387 w 387"/>
                    <a:gd name="T9" fmla="*/ 131 h 275"/>
                    <a:gd name="T10" fmla="*/ 91 w 387"/>
                    <a:gd name="T11" fmla="*/ 0 h 275"/>
                    <a:gd name="T12" fmla="*/ 0 w 387"/>
                    <a:gd name="T13" fmla="*/ 154 h 275"/>
                    <a:gd name="T14" fmla="*/ 0 w 387"/>
                    <a:gd name="T15" fmla="*/ 154 h 275"/>
                    <a:gd name="T16" fmla="*/ 0 w 387"/>
                    <a:gd name="T17" fmla="*/ 154 h 275"/>
                    <a:gd name="T18" fmla="*/ 0 w 387"/>
                    <a:gd name="T19" fmla="*/ 154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87" h="275">
                      <a:moveTo>
                        <a:pt x="0" y="154"/>
                      </a:moveTo>
                      <a:cubicBezTo>
                        <a:pt x="0" y="154"/>
                        <a:pt x="29" y="178"/>
                        <a:pt x="30" y="200"/>
                      </a:cubicBezTo>
                      <a:cubicBezTo>
                        <a:pt x="30" y="200"/>
                        <a:pt x="154" y="207"/>
                        <a:pt x="262" y="275"/>
                      </a:cubicBezTo>
                      <a:cubicBezTo>
                        <a:pt x="262" y="275"/>
                        <a:pt x="310" y="235"/>
                        <a:pt x="356" y="265"/>
                      </a:cubicBezTo>
                      <a:cubicBezTo>
                        <a:pt x="356" y="265"/>
                        <a:pt x="382" y="217"/>
                        <a:pt x="387" y="131"/>
                      </a:cubicBezTo>
                      <a:cubicBezTo>
                        <a:pt x="387" y="131"/>
                        <a:pt x="291" y="4"/>
                        <a:pt x="91" y="0"/>
                      </a:cubicBezTo>
                      <a:cubicBezTo>
                        <a:pt x="91" y="0"/>
                        <a:pt x="13" y="106"/>
                        <a:pt x="0" y="154"/>
                      </a:cubicBezTo>
                      <a:cubicBezTo>
                        <a:pt x="0" y="154"/>
                        <a:pt x="0" y="154"/>
                        <a:pt x="0" y="154"/>
                      </a:cubicBezTo>
                      <a:moveTo>
                        <a:pt x="0" y="154"/>
                      </a:moveTo>
                      <a:cubicBezTo>
                        <a:pt x="0" y="154"/>
                        <a:pt x="0" y="154"/>
                        <a:pt x="0" y="15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任意多边形 15"/>
                <p:cNvSpPr>
                  <a:spLocks/>
                </p:cNvSpPr>
                <p:nvPr/>
              </p:nvSpPr>
              <p:spPr bwMode="auto">
                <a:xfrm>
                  <a:off x="2285497" y="2829834"/>
                  <a:ext cx="333468" cy="340231"/>
                </a:xfrm>
                <a:custGeom>
                  <a:avLst/>
                  <a:gdLst>
                    <a:gd name="T0" fmla="*/ 0 w 308"/>
                    <a:gd name="T1" fmla="*/ 65 h 315"/>
                    <a:gd name="T2" fmla="*/ 68 w 308"/>
                    <a:gd name="T3" fmla="*/ 0 h 315"/>
                    <a:gd name="T4" fmla="*/ 274 w 308"/>
                    <a:gd name="T5" fmla="*/ 65 h 315"/>
                    <a:gd name="T6" fmla="*/ 308 w 308"/>
                    <a:gd name="T7" fmla="*/ 168 h 315"/>
                    <a:gd name="T8" fmla="*/ 121 w 308"/>
                    <a:gd name="T9" fmla="*/ 315 h 315"/>
                    <a:gd name="T10" fmla="*/ 28 w 308"/>
                    <a:gd name="T11" fmla="*/ 267 h 315"/>
                    <a:gd name="T12" fmla="*/ 0 w 308"/>
                    <a:gd name="T13" fmla="*/ 65 h 315"/>
                    <a:gd name="T14" fmla="*/ 0 w 308"/>
                    <a:gd name="T15" fmla="*/ 65 h 315"/>
                    <a:gd name="T16" fmla="*/ 0 w 308"/>
                    <a:gd name="T17" fmla="*/ 65 h 315"/>
                    <a:gd name="T18" fmla="*/ 0 w 308"/>
                    <a:gd name="T19" fmla="*/ 65 h 3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08" h="315">
                      <a:moveTo>
                        <a:pt x="0" y="65"/>
                      </a:moveTo>
                      <a:cubicBezTo>
                        <a:pt x="0" y="65"/>
                        <a:pt x="58" y="69"/>
                        <a:pt x="68" y="0"/>
                      </a:cubicBezTo>
                      <a:cubicBezTo>
                        <a:pt x="68" y="0"/>
                        <a:pt x="182" y="11"/>
                        <a:pt x="274" y="65"/>
                      </a:cubicBezTo>
                      <a:cubicBezTo>
                        <a:pt x="274" y="65"/>
                        <a:pt x="252" y="134"/>
                        <a:pt x="308" y="168"/>
                      </a:cubicBezTo>
                      <a:cubicBezTo>
                        <a:pt x="308" y="168"/>
                        <a:pt x="251" y="254"/>
                        <a:pt x="121" y="315"/>
                      </a:cubicBezTo>
                      <a:cubicBezTo>
                        <a:pt x="121" y="315"/>
                        <a:pt x="96" y="256"/>
                        <a:pt x="28" y="267"/>
                      </a:cubicBezTo>
                      <a:cubicBezTo>
                        <a:pt x="29" y="267"/>
                        <a:pt x="1" y="214"/>
                        <a:pt x="0" y="65"/>
                      </a:cubicBezTo>
                      <a:cubicBezTo>
                        <a:pt x="0" y="65"/>
                        <a:pt x="0" y="65"/>
                        <a:pt x="0" y="65"/>
                      </a:cubicBezTo>
                      <a:moveTo>
                        <a:pt x="0" y="65"/>
                      </a:moveTo>
                      <a:cubicBezTo>
                        <a:pt x="0" y="65"/>
                        <a:pt x="0" y="65"/>
                        <a:pt x="0" y="65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任意多边形 16"/>
                <p:cNvSpPr>
                  <a:spLocks/>
                </p:cNvSpPr>
                <p:nvPr/>
              </p:nvSpPr>
              <p:spPr bwMode="auto">
                <a:xfrm>
                  <a:off x="1855787" y="3448908"/>
                  <a:ext cx="1139825" cy="256474"/>
                </a:xfrm>
                <a:custGeom>
                  <a:avLst/>
                  <a:gdLst>
                    <a:gd name="T0" fmla="*/ 999 w 1053"/>
                    <a:gd name="T1" fmla="*/ 90 h 237"/>
                    <a:gd name="T2" fmla="*/ 603 w 1053"/>
                    <a:gd name="T3" fmla="*/ 90 h 237"/>
                    <a:gd name="T4" fmla="*/ 572 w 1053"/>
                    <a:gd name="T5" fmla="*/ 58 h 237"/>
                    <a:gd name="T6" fmla="*/ 572 w 1053"/>
                    <a:gd name="T7" fmla="*/ 0 h 237"/>
                    <a:gd name="T8" fmla="*/ 469 w 1053"/>
                    <a:gd name="T9" fmla="*/ 0 h 237"/>
                    <a:gd name="T10" fmla="*/ 469 w 1053"/>
                    <a:gd name="T11" fmla="*/ 58 h 237"/>
                    <a:gd name="T12" fmla="*/ 438 w 1053"/>
                    <a:gd name="T13" fmla="*/ 90 h 237"/>
                    <a:gd name="T14" fmla="*/ 54 w 1053"/>
                    <a:gd name="T15" fmla="*/ 90 h 237"/>
                    <a:gd name="T16" fmla="*/ 0 w 1053"/>
                    <a:gd name="T17" fmla="*/ 144 h 237"/>
                    <a:gd name="T18" fmla="*/ 0 w 1053"/>
                    <a:gd name="T19" fmla="*/ 144 h 237"/>
                    <a:gd name="T20" fmla="*/ 54 w 1053"/>
                    <a:gd name="T21" fmla="*/ 198 h 237"/>
                    <a:gd name="T22" fmla="*/ 443 w 1053"/>
                    <a:gd name="T23" fmla="*/ 198 h 237"/>
                    <a:gd name="T24" fmla="*/ 520 w 1053"/>
                    <a:gd name="T25" fmla="*/ 237 h 237"/>
                    <a:gd name="T26" fmla="*/ 598 w 1053"/>
                    <a:gd name="T27" fmla="*/ 198 h 237"/>
                    <a:gd name="T28" fmla="*/ 999 w 1053"/>
                    <a:gd name="T29" fmla="*/ 198 h 237"/>
                    <a:gd name="T30" fmla="*/ 1053 w 1053"/>
                    <a:gd name="T31" fmla="*/ 144 h 237"/>
                    <a:gd name="T32" fmla="*/ 1053 w 1053"/>
                    <a:gd name="T33" fmla="*/ 144 h 237"/>
                    <a:gd name="T34" fmla="*/ 999 w 1053"/>
                    <a:gd name="T35" fmla="*/ 9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053" h="237">
                      <a:moveTo>
                        <a:pt x="999" y="90"/>
                      </a:moveTo>
                      <a:cubicBezTo>
                        <a:pt x="603" y="90"/>
                        <a:pt x="603" y="90"/>
                        <a:pt x="603" y="90"/>
                      </a:cubicBezTo>
                      <a:cubicBezTo>
                        <a:pt x="595" y="77"/>
                        <a:pt x="585" y="66"/>
                        <a:pt x="572" y="58"/>
                      </a:cubicBezTo>
                      <a:cubicBezTo>
                        <a:pt x="572" y="0"/>
                        <a:pt x="572" y="0"/>
                        <a:pt x="572" y="0"/>
                      </a:cubicBezTo>
                      <a:cubicBezTo>
                        <a:pt x="469" y="0"/>
                        <a:pt x="469" y="0"/>
                        <a:pt x="469" y="0"/>
                      </a:cubicBezTo>
                      <a:cubicBezTo>
                        <a:pt x="469" y="58"/>
                        <a:pt x="469" y="58"/>
                        <a:pt x="469" y="58"/>
                      </a:cubicBezTo>
                      <a:cubicBezTo>
                        <a:pt x="456" y="66"/>
                        <a:pt x="446" y="77"/>
                        <a:pt x="438" y="90"/>
                      </a:cubicBezTo>
                      <a:cubicBezTo>
                        <a:pt x="54" y="90"/>
                        <a:pt x="54" y="90"/>
                        <a:pt x="54" y="90"/>
                      </a:cubicBezTo>
                      <a:cubicBezTo>
                        <a:pt x="24" y="90"/>
                        <a:pt x="0" y="114"/>
                        <a:pt x="0" y="14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74"/>
                        <a:pt x="24" y="198"/>
                        <a:pt x="54" y="198"/>
                      </a:cubicBezTo>
                      <a:cubicBezTo>
                        <a:pt x="443" y="198"/>
                        <a:pt x="443" y="198"/>
                        <a:pt x="443" y="198"/>
                      </a:cubicBezTo>
                      <a:cubicBezTo>
                        <a:pt x="461" y="222"/>
                        <a:pt x="489" y="237"/>
                        <a:pt x="520" y="237"/>
                      </a:cubicBezTo>
                      <a:cubicBezTo>
                        <a:pt x="552" y="237"/>
                        <a:pt x="580" y="222"/>
                        <a:pt x="598" y="198"/>
                      </a:cubicBezTo>
                      <a:cubicBezTo>
                        <a:pt x="999" y="198"/>
                        <a:pt x="999" y="198"/>
                        <a:pt x="999" y="198"/>
                      </a:cubicBezTo>
                      <a:cubicBezTo>
                        <a:pt x="1029" y="198"/>
                        <a:pt x="1053" y="174"/>
                        <a:pt x="1053" y="144"/>
                      </a:cubicBezTo>
                      <a:cubicBezTo>
                        <a:pt x="1053" y="144"/>
                        <a:pt x="1053" y="144"/>
                        <a:pt x="1053" y="144"/>
                      </a:cubicBezTo>
                      <a:cubicBezTo>
                        <a:pt x="1053" y="114"/>
                        <a:pt x="1029" y="90"/>
                        <a:pt x="999" y="9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4162531" y="3285494"/>
              <a:ext cx="818941" cy="820170"/>
              <a:chOff x="5550040" y="4292251"/>
              <a:chExt cx="1091921" cy="1093560"/>
            </a:xfrm>
          </p:grpSpPr>
          <p:sp>
            <p:nvSpPr>
              <p:cNvPr id="36" name="椭圆 35"/>
              <p:cNvSpPr/>
              <p:nvPr/>
            </p:nvSpPr>
            <p:spPr>
              <a:xfrm flipV="1">
                <a:off x="5550040" y="4292251"/>
                <a:ext cx="1091921" cy="1093560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任意多边形 19"/>
              <p:cNvSpPr>
                <a:spLocks/>
              </p:cNvSpPr>
              <p:nvPr/>
            </p:nvSpPr>
            <p:spPr bwMode="auto">
              <a:xfrm>
                <a:off x="5853186" y="4560300"/>
                <a:ext cx="485628" cy="509319"/>
              </a:xfrm>
              <a:custGeom>
                <a:avLst/>
                <a:gdLst>
                  <a:gd name="T0" fmla="*/ 994 w 1104"/>
                  <a:gd name="T1" fmla="*/ 355 h 1159"/>
                  <a:gd name="T2" fmla="*/ 994 w 1104"/>
                  <a:gd name="T3" fmla="*/ 607 h 1159"/>
                  <a:gd name="T4" fmla="*/ 735 w 1104"/>
                  <a:gd name="T5" fmla="*/ 607 h 1159"/>
                  <a:gd name="T6" fmla="*/ 552 w 1104"/>
                  <a:gd name="T7" fmla="*/ 746 h 1159"/>
                  <a:gd name="T8" fmla="*/ 369 w 1104"/>
                  <a:gd name="T9" fmla="*/ 607 h 1159"/>
                  <a:gd name="T10" fmla="*/ 221 w 1104"/>
                  <a:gd name="T11" fmla="*/ 607 h 1159"/>
                  <a:gd name="T12" fmla="*/ 221 w 1104"/>
                  <a:gd name="T13" fmla="*/ 775 h 1159"/>
                  <a:gd name="T14" fmla="*/ 386 w 1104"/>
                  <a:gd name="T15" fmla="*/ 966 h 1159"/>
                  <a:gd name="T16" fmla="*/ 193 w 1104"/>
                  <a:gd name="T17" fmla="*/ 1159 h 1159"/>
                  <a:gd name="T18" fmla="*/ 0 w 1104"/>
                  <a:gd name="T19" fmla="*/ 966 h 1159"/>
                  <a:gd name="T20" fmla="*/ 110 w 1104"/>
                  <a:gd name="T21" fmla="*/ 792 h 1159"/>
                  <a:gd name="T22" fmla="*/ 110 w 1104"/>
                  <a:gd name="T23" fmla="*/ 497 h 1159"/>
                  <a:gd name="T24" fmla="*/ 374 w 1104"/>
                  <a:gd name="T25" fmla="*/ 497 h 1159"/>
                  <a:gd name="T26" fmla="*/ 552 w 1104"/>
                  <a:gd name="T27" fmla="*/ 374 h 1159"/>
                  <a:gd name="T28" fmla="*/ 730 w 1104"/>
                  <a:gd name="T29" fmla="*/ 497 h 1159"/>
                  <a:gd name="T30" fmla="*/ 883 w 1104"/>
                  <a:gd name="T31" fmla="*/ 497 h 1159"/>
                  <a:gd name="T32" fmla="*/ 879 w 1104"/>
                  <a:gd name="T33" fmla="*/ 369 h 1159"/>
                  <a:gd name="T34" fmla="*/ 724 w 1104"/>
                  <a:gd name="T35" fmla="*/ 186 h 1159"/>
                  <a:gd name="T36" fmla="*/ 914 w 1104"/>
                  <a:gd name="T37" fmla="*/ 0 h 1159"/>
                  <a:gd name="T38" fmla="*/ 1104 w 1104"/>
                  <a:gd name="T39" fmla="*/ 186 h 1159"/>
                  <a:gd name="T40" fmla="*/ 994 w 1104"/>
                  <a:gd name="T41" fmla="*/ 355 h 1159"/>
                  <a:gd name="T42" fmla="*/ 76 w 1104"/>
                  <a:gd name="T43" fmla="*/ 973 h 1159"/>
                  <a:gd name="T44" fmla="*/ 191 w 1104"/>
                  <a:gd name="T45" fmla="*/ 1087 h 1159"/>
                  <a:gd name="T46" fmla="*/ 305 w 1104"/>
                  <a:gd name="T47" fmla="*/ 973 h 1159"/>
                  <a:gd name="T48" fmla="*/ 191 w 1104"/>
                  <a:gd name="T49" fmla="*/ 860 h 1159"/>
                  <a:gd name="T50" fmla="*/ 76 w 1104"/>
                  <a:gd name="T51" fmla="*/ 973 h 1159"/>
                  <a:gd name="T52" fmla="*/ 552 w 1104"/>
                  <a:gd name="T53" fmla="*/ 447 h 1159"/>
                  <a:gd name="T54" fmla="*/ 438 w 1104"/>
                  <a:gd name="T55" fmla="*/ 561 h 1159"/>
                  <a:gd name="T56" fmla="*/ 552 w 1104"/>
                  <a:gd name="T57" fmla="*/ 674 h 1159"/>
                  <a:gd name="T58" fmla="*/ 667 w 1104"/>
                  <a:gd name="T59" fmla="*/ 561 h 1159"/>
                  <a:gd name="T60" fmla="*/ 552 w 1104"/>
                  <a:gd name="T61" fmla="*/ 447 h 1159"/>
                  <a:gd name="T62" fmla="*/ 914 w 1104"/>
                  <a:gd name="T63" fmla="*/ 73 h 1159"/>
                  <a:gd name="T64" fmla="*/ 799 w 1104"/>
                  <a:gd name="T65" fmla="*/ 187 h 1159"/>
                  <a:gd name="T66" fmla="*/ 914 w 1104"/>
                  <a:gd name="T67" fmla="*/ 300 h 1159"/>
                  <a:gd name="T68" fmla="*/ 1029 w 1104"/>
                  <a:gd name="T69" fmla="*/ 187 h 1159"/>
                  <a:gd name="T70" fmla="*/ 914 w 1104"/>
                  <a:gd name="T71" fmla="*/ 73 h 1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04" h="1159">
                    <a:moveTo>
                      <a:pt x="994" y="355"/>
                    </a:moveTo>
                    <a:cubicBezTo>
                      <a:pt x="994" y="607"/>
                      <a:pt x="994" y="607"/>
                      <a:pt x="994" y="607"/>
                    </a:cubicBezTo>
                    <a:cubicBezTo>
                      <a:pt x="735" y="607"/>
                      <a:pt x="735" y="607"/>
                      <a:pt x="735" y="607"/>
                    </a:cubicBezTo>
                    <a:cubicBezTo>
                      <a:pt x="714" y="687"/>
                      <a:pt x="640" y="746"/>
                      <a:pt x="552" y="746"/>
                    </a:cubicBezTo>
                    <a:cubicBezTo>
                      <a:pt x="464" y="746"/>
                      <a:pt x="390" y="687"/>
                      <a:pt x="369" y="607"/>
                    </a:cubicBezTo>
                    <a:cubicBezTo>
                      <a:pt x="221" y="607"/>
                      <a:pt x="221" y="607"/>
                      <a:pt x="221" y="607"/>
                    </a:cubicBezTo>
                    <a:cubicBezTo>
                      <a:pt x="221" y="775"/>
                      <a:pt x="221" y="775"/>
                      <a:pt x="221" y="775"/>
                    </a:cubicBezTo>
                    <a:cubicBezTo>
                      <a:pt x="314" y="789"/>
                      <a:pt x="386" y="869"/>
                      <a:pt x="386" y="966"/>
                    </a:cubicBezTo>
                    <a:cubicBezTo>
                      <a:pt x="386" y="1072"/>
                      <a:pt x="300" y="1159"/>
                      <a:pt x="193" y="1159"/>
                    </a:cubicBezTo>
                    <a:cubicBezTo>
                      <a:pt x="87" y="1159"/>
                      <a:pt x="0" y="1072"/>
                      <a:pt x="0" y="966"/>
                    </a:cubicBezTo>
                    <a:cubicBezTo>
                      <a:pt x="0" y="889"/>
                      <a:pt x="45" y="823"/>
                      <a:pt x="110" y="792"/>
                    </a:cubicBezTo>
                    <a:cubicBezTo>
                      <a:pt x="110" y="497"/>
                      <a:pt x="110" y="497"/>
                      <a:pt x="110" y="497"/>
                    </a:cubicBezTo>
                    <a:cubicBezTo>
                      <a:pt x="374" y="497"/>
                      <a:pt x="374" y="497"/>
                      <a:pt x="374" y="497"/>
                    </a:cubicBezTo>
                    <a:cubicBezTo>
                      <a:pt x="400" y="425"/>
                      <a:pt x="470" y="374"/>
                      <a:pt x="552" y="374"/>
                    </a:cubicBezTo>
                    <a:cubicBezTo>
                      <a:pt x="634" y="374"/>
                      <a:pt x="704" y="425"/>
                      <a:pt x="730" y="497"/>
                    </a:cubicBezTo>
                    <a:cubicBezTo>
                      <a:pt x="883" y="497"/>
                      <a:pt x="883" y="497"/>
                      <a:pt x="883" y="497"/>
                    </a:cubicBezTo>
                    <a:cubicBezTo>
                      <a:pt x="879" y="369"/>
                      <a:pt x="879" y="369"/>
                      <a:pt x="879" y="369"/>
                    </a:cubicBezTo>
                    <a:cubicBezTo>
                      <a:pt x="790" y="353"/>
                      <a:pt x="724" y="277"/>
                      <a:pt x="724" y="186"/>
                    </a:cubicBezTo>
                    <a:cubicBezTo>
                      <a:pt x="724" y="83"/>
                      <a:pt x="809" y="0"/>
                      <a:pt x="914" y="0"/>
                    </a:cubicBezTo>
                    <a:cubicBezTo>
                      <a:pt x="1019" y="0"/>
                      <a:pt x="1104" y="83"/>
                      <a:pt x="1104" y="186"/>
                    </a:cubicBezTo>
                    <a:cubicBezTo>
                      <a:pt x="1104" y="261"/>
                      <a:pt x="1059" y="325"/>
                      <a:pt x="994" y="355"/>
                    </a:cubicBezTo>
                    <a:close/>
                    <a:moveTo>
                      <a:pt x="76" y="973"/>
                    </a:moveTo>
                    <a:cubicBezTo>
                      <a:pt x="76" y="1036"/>
                      <a:pt x="127" y="1087"/>
                      <a:pt x="191" y="1087"/>
                    </a:cubicBezTo>
                    <a:cubicBezTo>
                      <a:pt x="254" y="1087"/>
                      <a:pt x="305" y="1036"/>
                      <a:pt x="305" y="973"/>
                    </a:cubicBezTo>
                    <a:cubicBezTo>
                      <a:pt x="305" y="911"/>
                      <a:pt x="254" y="860"/>
                      <a:pt x="191" y="860"/>
                    </a:cubicBezTo>
                    <a:cubicBezTo>
                      <a:pt x="127" y="860"/>
                      <a:pt x="76" y="911"/>
                      <a:pt x="76" y="973"/>
                    </a:cubicBezTo>
                    <a:close/>
                    <a:moveTo>
                      <a:pt x="552" y="447"/>
                    </a:moveTo>
                    <a:cubicBezTo>
                      <a:pt x="489" y="447"/>
                      <a:pt x="438" y="498"/>
                      <a:pt x="438" y="561"/>
                    </a:cubicBezTo>
                    <a:cubicBezTo>
                      <a:pt x="438" y="623"/>
                      <a:pt x="489" y="674"/>
                      <a:pt x="552" y="674"/>
                    </a:cubicBezTo>
                    <a:cubicBezTo>
                      <a:pt x="616" y="674"/>
                      <a:pt x="667" y="623"/>
                      <a:pt x="667" y="561"/>
                    </a:cubicBezTo>
                    <a:cubicBezTo>
                      <a:pt x="667" y="498"/>
                      <a:pt x="616" y="447"/>
                      <a:pt x="552" y="447"/>
                    </a:cubicBezTo>
                    <a:close/>
                    <a:moveTo>
                      <a:pt x="914" y="73"/>
                    </a:moveTo>
                    <a:cubicBezTo>
                      <a:pt x="851" y="73"/>
                      <a:pt x="799" y="124"/>
                      <a:pt x="799" y="187"/>
                    </a:cubicBezTo>
                    <a:cubicBezTo>
                      <a:pt x="799" y="249"/>
                      <a:pt x="851" y="300"/>
                      <a:pt x="914" y="300"/>
                    </a:cubicBezTo>
                    <a:cubicBezTo>
                      <a:pt x="977" y="300"/>
                      <a:pt x="1029" y="249"/>
                      <a:pt x="1029" y="187"/>
                    </a:cubicBezTo>
                    <a:cubicBezTo>
                      <a:pt x="1029" y="124"/>
                      <a:pt x="977" y="73"/>
                      <a:pt x="914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5117668" y="2797396"/>
              <a:ext cx="818941" cy="820170"/>
              <a:chOff x="6823556" y="3641454"/>
              <a:chExt cx="1091921" cy="1093560"/>
            </a:xfrm>
          </p:grpSpPr>
          <p:sp>
            <p:nvSpPr>
              <p:cNvPr id="29" name="椭圆 28"/>
              <p:cNvSpPr/>
              <p:nvPr/>
            </p:nvSpPr>
            <p:spPr>
              <a:xfrm flipV="1">
                <a:off x="6823556" y="3641454"/>
                <a:ext cx="1091921" cy="109356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7167926" y="3879957"/>
                <a:ext cx="529194" cy="526452"/>
                <a:chOff x="6689328" y="3781703"/>
                <a:chExt cx="508205" cy="505574"/>
              </a:xfrm>
            </p:grpSpPr>
            <p:sp>
              <p:nvSpPr>
                <p:cNvPr id="31" name="任意多边形 23"/>
                <p:cNvSpPr>
                  <a:spLocks/>
                </p:cNvSpPr>
                <p:nvPr/>
              </p:nvSpPr>
              <p:spPr bwMode="auto">
                <a:xfrm>
                  <a:off x="6689328" y="4032649"/>
                  <a:ext cx="341171" cy="254628"/>
                </a:xfrm>
                <a:custGeom>
                  <a:avLst/>
                  <a:gdLst>
                    <a:gd name="T0" fmla="*/ 623 w 623"/>
                    <a:gd name="T1" fmla="*/ 427 h 466"/>
                    <a:gd name="T2" fmla="*/ 618 w 623"/>
                    <a:gd name="T3" fmla="*/ 428 h 466"/>
                    <a:gd name="T4" fmla="*/ 607 w 623"/>
                    <a:gd name="T5" fmla="*/ 425 h 466"/>
                    <a:gd name="T6" fmla="*/ 541 w 623"/>
                    <a:gd name="T7" fmla="*/ 390 h 466"/>
                    <a:gd name="T8" fmla="*/ 475 w 623"/>
                    <a:gd name="T9" fmla="*/ 425 h 466"/>
                    <a:gd name="T10" fmla="*/ 464 w 623"/>
                    <a:gd name="T11" fmla="*/ 428 h 466"/>
                    <a:gd name="T12" fmla="*/ 449 w 623"/>
                    <a:gd name="T13" fmla="*/ 423 h 466"/>
                    <a:gd name="T14" fmla="*/ 440 w 623"/>
                    <a:gd name="T15" fmla="*/ 399 h 466"/>
                    <a:gd name="T16" fmla="*/ 452 w 623"/>
                    <a:gd name="T17" fmla="*/ 326 h 466"/>
                    <a:gd name="T18" fmla="*/ 399 w 623"/>
                    <a:gd name="T19" fmla="*/ 273 h 466"/>
                    <a:gd name="T20" fmla="*/ 392 w 623"/>
                    <a:gd name="T21" fmla="*/ 249 h 466"/>
                    <a:gd name="T22" fmla="*/ 412 w 623"/>
                    <a:gd name="T23" fmla="*/ 232 h 466"/>
                    <a:gd name="T24" fmla="*/ 486 w 623"/>
                    <a:gd name="T25" fmla="*/ 221 h 466"/>
                    <a:gd name="T26" fmla="*/ 519 w 623"/>
                    <a:gd name="T27" fmla="*/ 154 h 466"/>
                    <a:gd name="T28" fmla="*/ 541 w 623"/>
                    <a:gd name="T29" fmla="*/ 141 h 466"/>
                    <a:gd name="T30" fmla="*/ 563 w 623"/>
                    <a:gd name="T31" fmla="*/ 154 h 466"/>
                    <a:gd name="T32" fmla="*/ 582 w 623"/>
                    <a:gd name="T33" fmla="*/ 192 h 466"/>
                    <a:gd name="T34" fmla="*/ 529 w 623"/>
                    <a:gd name="T35" fmla="*/ 78 h 466"/>
                    <a:gd name="T36" fmla="*/ 407 w 623"/>
                    <a:gd name="T37" fmla="*/ 1 h 466"/>
                    <a:gd name="T38" fmla="*/ 391 w 623"/>
                    <a:gd name="T39" fmla="*/ 7 h 466"/>
                    <a:gd name="T40" fmla="*/ 351 w 623"/>
                    <a:gd name="T41" fmla="*/ 63 h 466"/>
                    <a:gd name="T42" fmla="*/ 307 w 623"/>
                    <a:gd name="T43" fmla="*/ 3 h 466"/>
                    <a:gd name="T44" fmla="*/ 338 w 623"/>
                    <a:gd name="T45" fmla="*/ 107 h 466"/>
                    <a:gd name="T46" fmla="*/ 338 w 623"/>
                    <a:gd name="T47" fmla="*/ 115 h 466"/>
                    <a:gd name="T48" fmla="*/ 306 w 623"/>
                    <a:gd name="T49" fmla="*/ 262 h 466"/>
                    <a:gd name="T50" fmla="*/ 306 w 623"/>
                    <a:gd name="T51" fmla="*/ 264 h 466"/>
                    <a:gd name="T52" fmla="*/ 306 w 623"/>
                    <a:gd name="T53" fmla="*/ 265 h 466"/>
                    <a:gd name="T54" fmla="*/ 306 w 623"/>
                    <a:gd name="T55" fmla="*/ 264 h 466"/>
                    <a:gd name="T56" fmla="*/ 306 w 623"/>
                    <a:gd name="T57" fmla="*/ 263 h 466"/>
                    <a:gd name="T58" fmla="*/ 271 w 623"/>
                    <a:gd name="T59" fmla="*/ 115 h 466"/>
                    <a:gd name="T60" fmla="*/ 272 w 623"/>
                    <a:gd name="T61" fmla="*/ 107 h 466"/>
                    <a:gd name="T62" fmla="*/ 305 w 623"/>
                    <a:gd name="T63" fmla="*/ 1 h 466"/>
                    <a:gd name="T64" fmla="*/ 259 w 623"/>
                    <a:gd name="T65" fmla="*/ 65 h 466"/>
                    <a:gd name="T66" fmla="*/ 219 w 623"/>
                    <a:gd name="T67" fmla="*/ 11 h 466"/>
                    <a:gd name="T68" fmla="*/ 202 w 623"/>
                    <a:gd name="T69" fmla="*/ 5 h 466"/>
                    <a:gd name="T70" fmla="*/ 98 w 623"/>
                    <a:gd name="T71" fmla="*/ 74 h 466"/>
                    <a:gd name="T72" fmla="*/ 95 w 623"/>
                    <a:gd name="T73" fmla="*/ 78 h 466"/>
                    <a:gd name="T74" fmla="*/ 93 w 623"/>
                    <a:gd name="T75" fmla="*/ 80 h 466"/>
                    <a:gd name="T76" fmla="*/ 87 w 623"/>
                    <a:gd name="T77" fmla="*/ 91 h 466"/>
                    <a:gd name="T78" fmla="*/ 88 w 623"/>
                    <a:gd name="T79" fmla="*/ 91 h 466"/>
                    <a:gd name="T80" fmla="*/ 75 w 623"/>
                    <a:gd name="T81" fmla="*/ 119 h 466"/>
                    <a:gd name="T82" fmla="*/ 74 w 623"/>
                    <a:gd name="T83" fmla="*/ 118 h 466"/>
                    <a:gd name="T84" fmla="*/ 0 w 623"/>
                    <a:gd name="T85" fmla="*/ 411 h 466"/>
                    <a:gd name="T86" fmla="*/ 2 w 623"/>
                    <a:gd name="T87" fmla="*/ 411 h 466"/>
                    <a:gd name="T88" fmla="*/ 66 w 623"/>
                    <a:gd name="T89" fmla="*/ 465 h 466"/>
                    <a:gd name="T90" fmla="*/ 556 w 623"/>
                    <a:gd name="T91" fmla="*/ 465 h 466"/>
                    <a:gd name="T92" fmla="*/ 623 w 623"/>
                    <a:gd name="T93" fmla="*/ 427 h 4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23" h="466">
                      <a:moveTo>
                        <a:pt x="623" y="427"/>
                      </a:moveTo>
                      <a:cubicBezTo>
                        <a:pt x="622" y="428"/>
                        <a:pt x="620" y="428"/>
                        <a:pt x="618" y="428"/>
                      </a:cubicBezTo>
                      <a:cubicBezTo>
                        <a:pt x="614" y="428"/>
                        <a:pt x="611" y="427"/>
                        <a:pt x="607" y="425"/>
                      </a:cubicBezTo>
                      <a:cubicBezTo>
                        <a:pt x="541" y="390"/>
                        <a:pt x="541" y="390"/>
                        <a:pt x="541" y="390"/>
                      </a:cubicBezTo>
                      <a:cubicBezTo>
                        <a:pt x="475" y="425"/>
                        <a:pt x="475" y="425"/>
                        <a:pt x="475" y="425"/>
                      </a:cubicBezTo>
                      <a:cubicBezTo>
                        <a:pt x="471" y="427"/>
                        <a:pt x="468" y="428"/>
                        <a:pt x="464" y="428"/>
                      </a:cubicBezTo>
                      <a:cubicBezTo>
                        <a:pt x="458" y="428"/>
                        <a:pt x="453" y="426"/>
                        <a:pt x="449" y="423"/>
                      </a:cubicBezTo>
                      <a:cubicBezTo>
                        <a:pt x="442" y="418"/>
                        <a:pt x="438" y="408"/>
                        <a:pt x="440" y="399"/>
                      </a:cubicBezTo>
                      <a:cubicBezTo>
                        <a:pt x="452" y="326"/>
                        <a:pt x="452" y="326"/>
                        <a:pt x="452" y="326"/>
                      </a:cubicBezTo>
                      <a:cubicBezTo>
                        <a:pt x="399" y="273"/>
                        <a:pt x="399" y="273"/>
                        <a:pt x="399" y="273"/>
                      </a:cubicBezTo>
                      <a:cubicBezTo>
                        <a:pt x="392" y="267"/>
                        <a:pt x="390" y="257"/>
                        <a:pt x="392" y="249"/>
                      </a:cubicBezTo>
                      <a:cubicBezTo>
                        <a:pt x="395" y="240"/>
                        <a:pt x="403" y="233"/>
                        <a:pt x="412" y="232"/>
                      </a:cubicBezTo>
                      <a:cubicBezTo>
                        <a:pt x="486" y="221"/>
                        <a:pt x="486" y="221"/>
                        <a:pt x="486" y="221"/>
                      </a:cubicBezTo>
                      <a:cubicBezTo>
                        <a:pt x="519" y="154"/>
                        <a:pt x="519" y="154"/>
                        <a:pt x="519" y="154"/>
                      </a:cubicBezTo>
                      <a:cubicBezTo>
                        <a:pt x="523" y="146"/>
                        <a:pt x="532" y="141"/>
                        <a:pt x="541" y="141"/>
                      </a:cubicBezTo>
                      <a:cubicBezTo>
                        <a:pt x="550" y="141"/>
                        <a:pt x="559" y="146"/>
                        <a:pt x="563" y="154"/>
                      </a:cubicBezTo>
                      <a:cubicBezTo>
                        <a:pt x="582" y="192"/>
                        <a:pt x="582" y="192"/>
                        <a:pt x="582" y="192"/>
                      </a:cubicBezTo>
                      <a:cubicBezTo>
                        <a:pt x="567" y="147"/>
                        <a:pt x="550" y="104"/>
                        <a:pt x="529" y="78"/>
                      </a:cubicBezTo>
                      <a:cubicBezTo>
                        <a:pt x="498" y="26"/>
                        <a:pt x="447" y="7"/>
                        <a:pt x="407" y="1"/>
                      </a:cubicBezTo>
                      <a:cubicBezTo>
                        <a:pt x="401" y="0"/>
                        <a:pt x="395" y="2"/>
                        <a:pt x="391" y="7"/>
                      </a:cubicBezTo>
                      <a:cubicBezTo>
                        <a:pt x="351" y="63"/>
                        <a:pt x="351" y="63"/>
                        <a:pt x="351" y="63"/>
                      </a:cubicBezTo>
                      <a:cubicBezTo>
                        <a:pt x="307" y="3"/>
                        <a:pt x="307" y="3"/>
                        <a:pt x="307" y="3"/>
                      </a:cubicBezTo>
                      <a:cubicBezTo>
                        <a:pt x="338" y="107"/>
                        <a:pt x="338" y="107"/>
                        <a:pt x="338" y="107"/>
                      </a:cubicBezTo>
                      <a:cubicBezTo>
                        <a:pt x="338" y="110"/>
                        <a:pt x="338" y="112"/>
                        <a:pt x="338" y="115"/>
                      </a:cubicBezTo>
                      <a:cubicBezTo>
                        <a:pt x="306" y="262"/>
                        <a:pt x="306" y="262"/>
                        <a:pt x="306" y="262"/>
                      </a:cubicBezTo>
                      <a:cubicBezTo>
                        <a:pt x="306" y="263"/>
                        <a:pt x="306" y="263"/>
                        <a:pt x="306" y="264"/>
                      </a:cubicBezTo>
                      <a:cubicBezTo>
                        <a:pt x="306" y="265"/>
                        <a:pt x="306" y="265"/>
                        <a:pt x="306" y="265"/>
                      </a:cubicBezTo>
                      <a:cubicBezTo>
                        <a:pt x="306" y="264"/>
                        <a:pt x="306" y="264"/>
                        <a:pt x="306" y="264"/>
                      </a:cubicBezTo>
                      <a:cubicBezTo>
                        <a:pt x="306" y="263"/>
                        <a:pt x="306" y="263"/>
                        <a:pt x="306" y="263"/>
                      </a:cubicBezTo>
                      <a:cubicBezTo>
                        <a:pt x="271" y="115"/>
                        <a:pt x="271" y="115"/>
                        <a:pt x="271" y="115"/>
                      </a:cubicBezTo>
                      <a:cubicBezTo>
                        <a:pt x="271" y="112"/>
                        <a:pt x="271" y="109"/>
                        <a:pt x="272" y="107"/>
                      </a:cubicBezTo>
                      <a:cubicBezTo>
                        <a:pt x="305" y="1"/>
                        <a:pt x="305" y="1"/>
                        <a:pt x="305" y="1"/>
                      </a:cubicBezTo>
                      <a:cubicBezTo>
                        <a:pt x="259" y="65"/>
                        <a:pt x="259" y="65"/>
                        <a:pt x="259" y="65"/>
                      </a:cubicBezTo>
                      <a:cubicBezTo>
                        <a:pt x="219" y="11"/>
                        <a:pt x="219" y="11"/>
                        <a:pt x="219" y="11"/>
                      </a:cubicBezTo>
                      <a:cubicBezTo>
                        <a:pt x="215" y="6"/>
                        <a:pt x="208" y="3"/>
                        <a:pt x="202" y="5"/>
                      </a:cubicBezTo>
                      <a:cubicBezTo>
                        <a:pt x="170" y="13"/>
                        <a:pt x="128" y="32"/>
                        <a:pt x="98" y="74"/>
                      </a:cubicBezTo>
                      <a:cubicBezTo>
                        <a:pt x="97" y="76"/>
                        <a:pt x="96" y="77"/>
                        <a:pt x="95" y="78"/>
                      </a:cubicBezTo>
                      <a:cubicBezTo>
                        <a:pt x="95" y="79"/>
                        <a:pt x="94" y="80"/>
                        <a:pt x="93" y="80"/>
                      </a:cubicBezTo>
                      <a:cubicBezTo>
                        <a:pt x="91" y="84"/>
                        <a:pt x="89" y="87"/>
                        <a:pt x="87" y="91"/>
                      </a:cubicBezTo>
                      <a:cubicBezTo>
                        <a:pt x="87" y="91"/>
                        <a:pt x="88" y="91"/>
                        <a:pt x="88" y="91"/>
                      </a:cubicBezTo>
                      <a:cubicBezTo>
                        <a:pt x="84" y="99"/>
                        <a:pt x="79" y="109"/>
                        <a:pt x="75" y="119"/>
                      </a:cubicBezTo>
                      <a:cubicBezTo>
                        <a:pt x="75" y="118"/>
                        <a:pt x="74" y="118"/>
                        <a:pt x="74" y="118"/>
                      </a:cubicBezTo>
                      <a:cubicBezTo>
                        <a:pt x="35" y="210"/>
                        <a:pt x="0" y="394"/>
                        <a:pt x="0" y="411"/>
                      </a:cubicBezTo>
                      <a:cubicBezTo>
                        <a:pt x="2" y="411"/>
                        <a:pt x="2" y="411"/>
                        <a:pt x="2" y="411"/>
                      </a:cubicBezTo>
                      <a:cubicBezTo>
                        <a:pt x="2" y="429"/>
                        <a:pt x="9" y="466"/>
                        <a:pt x="66" y="465"/>
                      </a:cubicBezTo>
                      <a:cubicBezTo>
                        <a:pt x="556" y="465"/>
                        <a:pt x="556" y="465"/>
                        <a:pt x="556" y="465"/>
                      </a:cubicBezTo>
                      <a:cubicBezTo>
                        <a:pt x="556" y="465"/>
                        <a:pt x="607" y="466"/>
                        <a:pt x="623" y="42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>
                  <a:spLocks/>
                </p:cNvSpPr>
                <p:nvPr/>
              </p:nvSpPr>
              <p:spPr bwMode="auto">
                <a:xfrm>
                  <a:off x="6737992" y="3781703"/>
                  <a:ext cx="235163" cy="23384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任意多边形 25"/>
                <p:cNvSpPr>
                  <a:spLocks/>
                </p:cNvSpPr>
                <p:nvPr/>
              </p:nvSpPr>
              <p:spPr bwMode="auto">
                <a:xfrm>
                  <a:off x="6922124" y="4128397"/>
                  <a:ext cx="125999" cy="119686"/>
                </a:xfrm>
                <a:custGeom>
                  <a:avLst/>
                  <a:gdLst>
                    <a:gd name="T0" fmla="*/ 107 w 230"/>
                    <a:gd name="T1" fmla="*/ 5 h 219"/>
                    <a:gd name="T2" fmla="*/ 115 w 230"/>
                    <a:gd name="T3" fmla="*/ 0 h 219"/>
                    <a:gd name="T4" fmla="*/ 123 w 230"/>
                    <a:gd name="T5" fmla="*/ 5 h 219"/>
                    <a:gd name="T6" fmla="*/ 154 w 230"/>
                    <a:gd name="T7" fmla="*/ 67 h 219"/>
                    <a:gd name="T8" fmla="*/ 222 w 230"/>
                    <a:gd name="T9" fmla="*/ 77 h 219"/>
                    <a:gd name="T10" fmla="*/ 229 w 230"/>
                    <a:gd name="T11" fmla="*/ 83 h 219"/>
                    <a:gd name="T12" fmla="*/ 227 w 230"/>
                    <a:gd name="T13" fmla="*/ 92 h 219"/>
                    <a:gd name="T14" fmla="*/ 178 w 230"/>
                    <a:gd name="T15" fmla="*/ 140 h 219"/>
                    <a:gd name="T16" fmla="*/ 189 w 230"/>
                    <a:gd name="T17" fmla="*/ 208 h 219"/>
                    <a:gd name="T18" fmla="*/ 186 w 230"/>
                    <a:gd name="T19" fmla="*/ 217 h 219"/>
                    <a:gd name="T20" fmla="*/ 176 w 230"/>
                    <a:gd name="T21" fmla="*/ 218 h 219"/>
                    <a:gd name="T22" fmla="*/ 115 w 230"/>
                    <a:gd name="T23" fmla="*/ 186 h 219"/>
                    <a:gd name="T24" fmla="*/ 54 w 230"/>
                    <a:gd name="T25" fmla="*/ 218 h 219"/>
                    <a:gd name="T26" fmla="*/ 44 w 230"/>
                    <a:gd name="T27" fmla="*/ 217 h 219"/>
                    <a:gd name="T28" fmla="*/ 41 w 230"/>
                    <a:gd name="T29" fmla="*/ 208 h 219"/>
                    <a:gd name="T30" fmla="*/ 52 w 230"/>
                    <a:gd name="T31" fmla="*/ 140 h 219"/>
                    <a:gd name="T32" fmla="*/ 3 w 230"/>
                    <a:gd name="T33" fmla="*/ 92 h 219"/>
                    <a:gd name="T34" fmla="*/ 1 w 230"/>
                    <a:gd name="T35" fmla="*/ 83 h 219"/>
                    <a:gd name="T36" fmla="*/ 8 w 230"/>
                    <a:gd name="T37" fmla="*/ 77 h 219"/>
                    <a:gd name="T38" fmla="*/ 76 w 230"/>
                    <a:gd name="T39" fmla="*/ 67 h 219"/>
                    <a:gd name="T40" fmla="*/ 107 w 230"/>
                    <a:gd name="T41" fmla="*/ 5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0" h="219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6"/>
                        <a:pt x="229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1"/>
                        <a:pt x="188" y="215"/>
                        <a:pt x="186" y="217"/>
                      </a:cubicBezTo>
                      <a:cubicBezTo>
                        <a:pt x="183" y="219"/>
                        <a:pt x="179" y="219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19"/>
                        <a:pt x="47" y="219"/>
                        <a:pt x="44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0"/>
                        <a:pt x="52" y="140"/>
                        <a:pt x="52" y="140"/>
                      </a:cubicBezTo>
                      <a:cubicBezTo>
                        <a:pt x="3" y="92"/>
                        <a:pt x="3" y="92"/>
                        <a:pt x="3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任意多边形 26"/>
                <p:cNvSpPr>
                  <a:spLocks/>
                </p:cNvSpPr>
                <p:nvPr/>
              </p:nvSpPr>
              <p:spPr bwMode="auto">
                <a:xfrm>
                  <a:off x="7071008" y="4128397"/>
                  <a:ext cx="126525" cy="119686"/>
                </a:xfrm>
                <a:custGeom>
                  <a:avLst/>
                  <a:gdLst>
                    <a:gd name="T0" fmla="*/ 107 w 231"/>
                    <a:gd name="T1" fmla="*/ 5 h 219"/>
                    <a:gd name="T2" fmla="*/ 116 w 231"/>
                    <a:gd name="T3" fmla="*/ 0 h 219"/>
                    <a:gd name="T4" fmla="*/ 124 w 231"/>
                    <a:gd name="T5" fmla="*/ 5 h 219"/>
                    <a:gd name="T6" fmla="*/ 154 w 231"/>
                    <a:gd name="T7" fmla="*/ 67 h 219"/>
                    <a:gd name="T8" fmla="*/ 222 w 231"/>
                    <a:gd name="T9" fmla="*/ 77 h 219"/>
                    <a:gd name="T10" fmla="*/ 230 w 231"/>
                    <a:gd name="T11" fmla="*/ 83 h 219"/>
                    <a:gd name="T12" fmla="*/ 227 w 231"/>
                    <a:gd name="T13" fmla="*/ 92 h 219"/>
                    <a:gd name="T14" fmla="*/ 178 w 231"/>
                    <a:gd name="T15" fmla="*/ 140 h 219"/>
                    <a:gd name="T16" fmla="*/ 190 w 231"/>
                    <a:gd name="T17" fmla="*/ 208 h 219"/>
                    <a:gd name="T18" fmla="*/ 186 w 231"/>
                    <a:gd name="T19" fmla="*/ 217 h 219"/>
                    <a:gd name="T20" fmla="*/ 176 w 231"/>
                    <a:gd name="T21" fmla="*/ 218 h 219"/>
                    <a:gd name="T22" fmla="*/ 116 w 231"/>
                    <a:gd name="T23" fmla="*/ 186 h 219"/>
                    <a:gd name="T24" fmla="*/ 55 w 231"/>
                    <a:gd name="T25" fmla="*/ 218 h 219"/>
                    <a:gd name="T26" fmla="*/ 45 w 231"/>
                    <a:gd name="T27" fmla="*/ 217 h 219"/>
                    <a:gd name="T28" fmla="*/ 41 w 231"/>
                    <a:gd name="T29" fmla="*/ 208 h 219"/>
                    <a:gd name="T30" fmla="*/ 53 w 231"/>
                    <a:gd name="T31" fmla="*/ 140 h 219"/>
                    <a:gd name="T32" fmla="*/ 4 w 231"/>
                    <a:gd name="T33" fmla="*/ 92 h 219"/>
                    <a:gd name="T34" fmla="*/ 1 w 231"/>
                    <a:gd name="T35" fmla="*/ 83 h 219"/>
                    <a:gd name="T36" fmla="*/ 9 w 231"/>
                    <a:gd name="T37" fmla="*/ 77 h 219"/>
                    <a:gd name="T38" fmla="*/ 77 w 231"/>
                    <a:gd name="T39" fmla="*/ 67 h 219"/>
                    <a:gd name="T40" fmla="*/ 107 w 231"/>
                    <a:gd name="T41" fmla="*/ 5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1" h="219">
                      <a:moveTo>
                        <a:pt x="107" y="5"/>
                      </a:moveTo>
                      <a:cubicBezTo>
                        <a:pt x="109" y="2"/>
                        <a:pt x="112" y="0"/>
                        <a:pt x="116" y="0"/>
                      </a:cubicBezTo>
                      <a:cubicBezTo>
                        <a:pt x="119" y="0"/>
                        <a:pt x="122" y="2"/>
                        <a:pt x="124" y="5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6" y="77"/>
                        <a:pt x="229" y="79"/>
                        <a:pt x="230" y="83"/>
                      </a:cubicBezTo>
                      <a:cubicBezTo>
                        <a:pt x="231" y="86"/>
                        <a:pt x="230" y="90"/>
                        <a:pt x="227" y="92"/>
                      </a:cubicBezTo>
                      <a:cubicBezTo>
                        <a:pt x="178" y="140"/>
                        <a:pt x="178" y="140"/>
                        <a:pt x="178" y="140"/>
                      </a:cubicBezTo>
                      <a:cubicBezTo>
                        <a:pt x="190" y="208"/>
                        <a:pt x="190" y="208"/>
                        <a:pt x="190" y="208"/>
                      </a:cubicBezTo>
                      <a:cubicBezTo>
                        <a:pt x="190" y="211"/>
                        <a:pt x="189" y="215"/>
                        <a:pt x="186" y="217"/>
                      </a:cubicBezTo>
                      <a:cubicBezTo>
                        <a:pt x="183" y="219"/>
                        <a:pt x="180" y="219"/>
                        <a:pt x="176" y="218"/>
                      </a:cubicBezTo>
                      <a:cubicBezTo>
                        <a:pt x="116" y="186"/>
                        <a:pt x="116" y="186"/>
                        <a:pt x="116" y="186"/>
                      </a:cubicBezTo>
                      <a:cubicBezTo>
                        <a:pt x="55" y="218"/>
                        <a:pt x="55" y="218"/>
                        <a:pt x="55" y="218"/>
                      </a:cubicBezTo>
                      <a:cubicBezTo>
                        <a:pt x="52" y="219"/>
                        <a:pt x="48" y="219"/>
                        <a:pt x="45" y="217"/>
                      </a:cubicBezTo>
                      <a:cubicBezTo>
                        <a:pt x="42" y="215"/>
                        <a:pt x="41" y="211"/>
                        <a:pt x="41" y="208"/>
                      </a:cubicBezTo>
                      <a:cubicBezTo>
                        <a:pt x="53" y="140"/>
                        <a:pt x="53" y="140"/>
                        <a:pt x="53" y="140"/>
                      </a:cubicBezTo>
                      <a:cubicBezTo>
                        <a:pt x="4" y="92"/>
                        <a:pt x="4" y="92"/>
                        <a:pt x="4" y="92"/>
                      </a:cubicBezTo>
                      <a:cubicBezTo>
                        <a:pt x="1" y="90"/>
                        <a:pt x="0" y="86"/>
                        <a:pt x="1" y="83"/>
                      </a:cubicBezTo>
                      <a:cubicBezTo>
                        <a:pt x="2" y="79"/>
                        <a:pt x="5" y="77"/>
                        <a:pt x="9" y="77"/>
                      </a:cubicBezTo>
                      <a:cubicBezTo>
                        <a:pt x="77" y="67"/>
                        <a:pt x="77" y="67"/>
                        <a:pt x="77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任意多边形 27"/>
                <p:cNvSpPr>
                  <a:spLocks/>
                </p:cNvSpPr>
                <p:nvPr/>
              </p:nvSpPr>
              <p:spPr bwMode="auto">
                <a:xfrm>
                  <a:off x="6992620" y="4000294"/>
                  <a:ext cx="125999" cy="120212"/>
                </a:xfrm>
                <a:custGeom>
                  <a:avLst/>
                  <a:gdLst>
                    <a:gd name="T0" fmla="*/ 107 w 230"/>
                    <a:gd name="T1" fmla="*/ 5 h 220"/>
                    <a:gd name="T2" fmla="*/ 115 w 230"/>
                    <a:gd name="T3" fmla="*/ 0 h 220"/>
                    <a:gd name="T4" fmla="*/ 123 w 230"/>
                    <a:gd name="T5" fmla="*/ 6 h 220"/>
                    <a:gd name="T6" fmla="*/ 154 w 230"/>
                    <a:gd name="T7" fmla="*/ 67 h 220"/>
                    <a:gd name="T8" fmla="*/ 222 w 230"/>
                    <a:gd name="T9" fmla="*/ 77 h 220"/>
                    <a:gd name="T10" fmla="*/ 229 w 230"/>
                    <a:gd name="T11" fmla="*/ 83 h 220"/>
                    <a:gd name="T12" fmla="*/ 227 w 230"/>
                    <a:gd name="T13" fmla="*/ 93 h 220"/>
                    <a:gd name="T14" fmla="*/ 178 w 230"/>
                    <a:gd name="T15" fmla="*/ 141 h 220"/>
                    <a:gd name="T16" fmla="*/ 189 w 230"/>
                    <a:gd name="T17" fmla="*/ 208 h 220"/>
                    <a:gd name="T18" fmla="*/ 186 w 230"/>
                    <a:gd name="T19" fmla="*/ 217 h 220"/>
                    <a:gd name="T20" fmla="*/ 176 w 230"/>
                    <a:gd name="T21" fmla="*/ 218 h 220"/>
                    <a:gd name="T22" fmla="*/ 115 w 230"/>
                    <a:gd name="T23" fmla="*/ 186 h 220"/>
                    <a:gd name="T24" fmla="*/ 54 w 230"/>
                    <a:gd name="T25" fmla="*/ 218 h 220"/>
                    <a:gd name="T26" fmla="*/ 45 w 230"/>
                    <a:gd name="T27" fmla="*/ 217 h 220"/>
                    <a:gd name="T28" fmla="*/ 41 w 230"/>
                    <a:gd name="T29" fmla="*/ 208 h 220"/>
                    <a:gd name="T30" fmla="*/ 52 w 230"/>
                    <a:gd name="T31" fmla="*/ 141 h 220"/>
                    <a:gd name="T32" fmla="*/ 3 w 230"/>
                    <a:gd name="T33" fmla="*/ 93 h 220"/>
                    <a:gd name="T34" fmla="*/ 1 w 230"/>
                    <a:gd name="T35" fmla="*/ 83 h 220"/>
                    <a:gd name="T36" fmla="*/ 8 w 230"/>
                    <a:gd name="T37" fmla="*/ 77 h 220"/>
                    <a:gd name="T38" fmla="*/ 76 w 230"/>
                    <a:gd name="T39" fmla="*/ 67 h 220"/>
                    <a:gd name="T40" fmla="*/ 107 w 230"/>
                    <a:gd name="T41" fmla="*/ 5 h 2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30" h="220">
                      <a:moveTo>
                        <a:pt x="107" y="5"/>
                      </a:moveTo>
                      <a:cubicBezTo>
                        <a:pt x="108" y="2"/>
                        <a:pt x="112" y="0"/>
                        <a:pt x="115" y="0"/>
                      </a:cubicBezTo>
                      <a:cubicBezTo>
                        <a:pt x="119" y="0"/>
                        <a:pt x="122" y="2"/>
                        <a:pt x="123" y="6"/>
                      </a:cubicBezTo>
                      <a:cubicBezTo>
                        <a:pt x="154" y="67"/>
                        <a:pt x="154" y="67"/>
                        <a:pt x="154" y="67"/>
                      </a:cubicBezTo>
                      <a:cubicBezTo>
                        <a:pt x="222" y="77"/>
                        <a:pt x="222" y="77"/>
                        <a:pt x="222" y="77"/>
                      </a:cubicBezTo>
                      <a:cubicBezTo>
                        <a:pt x="225" y="77"/>
                        <a:pt x="228" y="80"/>
                        <a:pt x="229" y="83"/>
                      </a:cubicBezTo>
                      <a:cubicBezTo>
                        <a:pt x="230" y="87"/>
                        <a:pt x="229" y="90"/>
                        <a:pt x="227" y="93"/>
                      </a:cubicBezTo>
                      <a:cubicBezTo>
                        <a:pt x="178" y="141"/>
                        <a:pt x="178" y="141"/>
                        <a:pt x="178" y="141"/>
                      </a:cubicBezTo>
                      <a:cubicBezTo>
                        <a:pt x="189" y="208"/>
                        <a:pt x="189" y="208"/>
                        <a:pt x="189" y="208"/>
                      </a:cubicBezTo>
                      <a:cubicBezTo>
                        <a:pt x="190" y="212"/>
                        <a:pt x="188" y="215"/>
                        <a:pt x="186" y="217"/>
                      </a:cubicBezTo>
                      <a:cubicBezTo>
                        <a:pt x="183" y="220"/>
                        <a:pt x="179" y="220"/>
                        <a:pt x="176" y="218"/>
                      </a:cubicBezTo>
                      <a:cubicBezTo>
                        <a:pt x="115" y="186"/>
                        <a:pt x="115" y="186"/>
                        <a:pt x="115" y="186"/>
                      </a:cubicBezTo>
                      <a:cubicBezTo>
                        <a:pt x="54" y="218"/>
                        <a:pt x="54" y="218"/>
                        <a:pt x="54" y="218"/>
                      </a:cubicBezTo>
                      <a:cubicBezTo>
                        <a:pt x="51" y="220"/>
                        <a:pt x="47" y="220"/>
                        <a:pt x="45" y="217"/>
                      </a:cubicBezTo>
                      <a:cubicBezTo>
                        <a:pt x="42" y="215"/>
                        <a:pt x="40" y="212"/>
                        <a:pt x="41" y="208"/>
                      </a:cubicBezTo>
                      <a:cubicBezTo>
                        <a:pt x="52" y="141"/>
                        <a:pt x="52" y="141"/>
                        <a:pt x="52" y="141"/>
                      </a:cubicBezTo>
                      <a:cubicBezTo>
                        <a:pt x="3" y="93"/>
                        <a:pt x="3" y="93"/>
                        <a:pt x="3" y="93"/>
                      </a:cubicBezTo>
                      <a:cubicBezTo>
                        <a:pt x="1" y="90"/>
                        <a:pt x="0" y="87"/>
                        <a:pt x="1" y="83"/>
                      </a:cubicBezTo>
                      <a:cubicBezTo>
                        <a:pt x="2" y="80"/>
                        <a:pt x="5" y="77"/>
                        <a:pt x="8" y="77"/>
                      </a:cubicBezTo>
                      <a:cubicBezTo>
                        <a:pt x="76" y="67"/>
                        <a:pt x="76" y="67"/>
                        <a:pt x="76" y="67"/>
                      </a:cubicBezTo>
                      <a:cubicBezTo>
                        <a:pt x="107" y="5"/>
                        <a:pt x="107" y="5"/>
                        <a:pt x="107" y="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3207395" y="2797396"/>
              <a:ext cx="818941" cy="820170"/>
              <a:chOff x="4276526" y="3641454"/>
              <a:chExt cx="1091921" cy="1093560"/>
            </a:xfrm>
          </p:grpSpPr>
          <p:sp>
            <p:nvSpPr>
              <p:cNvPr id="27" name="椭圆 26"/>
              <p:cNvSpPr/>
              <p:nvPr/>
            </p:nvSpPr>
            <p:spPr>
              <a:xfrm flipV="1">
                <a:off x="4276526" y="3641454"/>
                <a:ext cx="1091921" cy="1093560"/>
              </a:xfrm>
              <a:prstGeom prst="ellipse">
                <a:avLst/>
              </a:prstGeom>
              <a:solidFill>
                <a:srgbClr val="272F43">
                  <a:alpha val="90000"/>
                </a:srgb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任意多边形 30"/>
              <p:cNvSpPr>
                <a:spLocks/>
              </p:cNvSpPr>
              <p:nvPr/>
            </p:nvSpPr>
            <p:spPr bwMode="auto">
              <a:xfrm>
                <a:off x="4549927" y="3922850"/>
                <a:ext cx="545119" cy="545119"/>
              </a:xfrm>
              <a:custGeom>
                <a:avLst/>
                <a:gdLst>
                  <a:gd name="T0" fmla="*/ 1083 w 1083"/>
                  <a:gd name="T1" fmla="*/ 542 h 1084"/>
                  <a:gd name="T2" fmla="*/ 158 w 1083"/>
                  <a:gd name="T3" fmla="*/ 926 h 1084"/>
                  <a:gd name="T4" fmla="*/ 542 w 1083"/>
                  <a:gd name="T5" fmla="*/ 0 h 1084"/>
                  <a:gd name="T6" fmla="*/ 517 w 1083"/>
                  <a:gd name="T7" fmla="*/ 1000 h 1084"/>
                  <a:gd name="T8" fmla="*/ 357 w 1083"/>
                  <a:gd name="T9" fmla="*/ 861 h 1084"/>
                  <a:gd name="T10" fmla="*/ 517 w 1083"/>
                  <a:gd name="T11" fmla="*/ 1000 h 1084"/>
                  <a:gd name="T12" fmla="*/ 866 w 1083"/>
                  <a:gd name="T13" fmla="*/ 218 h 1084"/>
                  <a:gd name="T14" fmla="*/ 842 w 1083"/>
                  <a:gd name="T15" fmla="*/ 517 h 1084"/>
                  <a:gd name="T16" fmla="*/ 866 w 1083"/>
                  <a:gd name="T17" fmla="*/ 218 h 1084"/>
                  <a:gd name="T18" fmla="*/ 722 w 1083"/>
                  <a:gd name="T19" fmla="*/ 120 h 1084"/>
                  <a:gd name="T20" fmla="*/ 815 w 1083"/>
                  <a:gd name="T21" fmla="*/ 174 h 1084"/>
                  <a:gd name="T22" fmla="*/ 617 w 1083"/>
                  <a:gd name="T23" fmla="*/ 90 h 1084"/>
                  <a:gd name="T24" fmla="*/ 707 w 1083"/>
                  <a:gd name="T25" fmla="*/ 231 h 1084"/>
                  <a:gd name="T26" fmla="*/ 617 w 1083"/>
                  <a:gd name="T27" fmla="*/ 90 h 1084"/>
                  <a:gd name="T28" fmla="*/ 517 w 1083"/>
                  <a:gd name="T29" fmla="*/ 84 h 1084"/>
                  <a:gd name="T30" fmla="*/ 357 w 1083"/>
                  <a:gd name="T31" fmla="*/ 224 h 1084"/>
                  <a:gd name="T32" fmla="*/ 517 w 1083"/>
                  <a:gd name="T33" fmla="*/ 84 h 1084"/>
                  <a:gd name="T34" fmla="*/ 362 w 1083"/>
                  <a:gd name="T35" fmla="*/ 120 h 1084"/>
                  <a:gd name="T36" fmla="*/ 325 w 1083"/>
                  <a:gd name="T37" fmla="*/ 177 h 1084"/>
                  <a:gd name="T38" fmla="*/ 229 w 1083"/>
                  <a:gd name="T39" fmla="*/ 207 h 1084"/>
                  <a:gd name="T40" fmla="*/ 84 w 1083"/>
                  <a:gd name="T41" fmla="*/ 517 h 1084"/>
                  <a:gd name="T42" fmla="*/ 229 w 1083"/>
                  <a:gd name="T43" fmla="*/ 207 h 1084"/>
                  <a:gd name="T44" fmla="*/ 84 w 1083"/>
                  <a:gd name="T45" fmla="*/ 567 h 1084"/>
                  <a:gd name="T46" fmla="*/ 292 w 1083"/>
                  <a:gd name="T47" fmla="*/ 837 h 1084"/>
                  <a:gd name="T48" fmla="*/ 84 w 1083"/>
                  <a:gd name="T49" fmla="*/ 567 h 1084"/>
                  <a:gd name="T50" fmla="*/ 362 w 1083"/>
                  <a:gd name="T51" fmla="*/ 964 h 1084"/>
                  <a:gd name="T52" fmla="*/ 268 w 1083"/>
                  <a:gd name="T53" fmla="*/ 911 h 1084"/>
                  <a:gd name="T54" fmla="*/ 567 w 1083"/>
                  <a:gd name="T55" fmla="*/ 1000 h 1084"/>
                  <a:gd name="T56" fmla="*/ 726 w 1083"/>
                  <a:gd name="T57" fmla="*/ 861 h 1084"/>
                  <a:gd name="T58" fmla="*/ 566 w 1083"/>
                  <a:gd name="T59" fmla="*/ 1000 h 1084"/>
                  <a:gd name="T60" fmla="*/ 722 w 1083"/>
                  <a:gd name="T61" fmla="*/ 964 h 1084"/>
                  <a:gd name="T62" fmla="*/ 758 w 1083"/>
                  <a:gd name="T63" fmla="*/ 908 h 1084"/>
                  <a:gd name="T64" fmla="*/ 855 w 1083"/>
                  <a:gd name="T65" fmla="*/ 878 h 1084"/>
                  <a:gd name="T66" fmla="*/ 1000 w 1083"/>
                  <a:gd name="T67" fmla="*/ 567 h 1084"/>
                  <a:gd name="T68" fmla="*/ 855 w 1083"/>
                  <a:gd name="T69" fmla="*/ 878 h 1084"/>
                  <a:gd name="T70" fmla="*/ 746 w 1083"/>
                  <a:gd name="T71" fmla="*/ 269 h 1084"/>
                  <a:gd name="T72" fmla="*/ 567 w 1083"/>
                  <a:gd name="T73" fmla="*/ 517 h 1084"/>
                  <a:gd name="T74" fmla="*/ 746 w 1083"/>
                  <a:gd name="T75" fmla="*/ 269 h 1084"/>
                  <a:gd name="T76" fmla="*/ 358 w 1083"/>
                  <a:gd name="T77" fmla="*/ 278 h 1084"/>
                  <a:gd name="T78" fmla="*/ 517 w 1083"/>
                  <a:gd name="T79" fmla="*/ 517 h 1084"/>
                  <a:gd name="T80" fmla="*/ 517 w 1083"/>
                  <a:gd name="T81" fmla="*/ 775 h 1084"/>
                  <a:gd name="T82" fmla="*/ 292 w 1083"/>
                  <a:gd name="T83" fmla="*/ 567 h 1084"/>
                  <a:gd name="T84" fmla="*/ 517 w 1083"/>
                  <a:gd name="T85" fmla="*/ 775 h 1084"/>
                  <a:gd name="T86" fmla="*/ 567 w 1083"/>
                  <a:gd name="T87" fmla="*/ 775 h 1084"/>
                  <a:gd name="T88" fmla="*/ 792 w 1083"/>
                  <a:gd name="T89" fmla="*/ 567 h 1084"/>
                  <a:gd name="T90" fmla="*/ 567 w 1083"/>
                  <a:gd name="T91" fmla="*/ 775 h 10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83" h="1084">
                    <a:moveTo>
                      <a:pt x="542" y="0"/>
                    </a:moveTo>
                    <a:cubicBezTo>
                      <a:pt x="691" y="0"/>
                      <a:pt x="827" y="61"/>
                      <a:pt x="925" y="159"/>
                    </a:cubicBezTo>
                    <a:cubicBezTo>
                      <a:pt x="1023" y="258"/>
                      <a:pt x="1083" y="393"/>
                      <a:pt x="1083" y="542"/>
                    </a:cubicBezTo>
                    <a:cubicBezTo>
                      <a:pt x="1083" y="692"/>
                      <a:pt x="1023" y="827"/>
                      <a:pt x="925" y="926"/>
                    </a:cubicBezTo>
                    <a:cubicBezTo>
                      <a:pt x="827" y="1024"/>
                      <a:pt x="691" y="1084"/>
                      <a:pt x="542" y="1084"/>
                    </a:cubicBezTo>
                    <a:cubicBezTo>
                      <a:pt x="392" y="1084"/>
                      <a:pt x="257" y="1024"/>
                      <a:pt x="158" y="926"/>
                    </a:cubicBezTo>
                    <a:cubicBezTo>
                      <a:pt x="60" y="827"/>
                      <a:pt x="0" y="692"/>
                      <a:pt x="0" y="542"/>
                    </a:cubicBezTo>
                    <a:cubicBezTo>
                      <a:pt x="0" y="393"/>
                      <a:pt x="60" y="258"/>
                      <a:pt x="158" y="159"/>
                    </a:cubicBezTo>
                    <a:cubicBezTo>
                      <a:pt x="257" y="61"/>
                      <a:pt x="392" y="0"/>
                      <a:pt x="542" y="0"/>
                    </a:cubicBezTo>
                    <a:cubicBezTo>
                      <a:pt x="542" y="0"/>
                      <a:pt x="542" y="0"/>
                      <a:pt x="542" y="0"/>
                    </a:cubicBezTo>
                    <a:close/>
                    <a:moveTo>
                      <a:pt x="517" y="1000"/>
                    </a:moveTo>
                    <a:cubicBezTo>
                      <a:pt x="517" y="1000"/>
                      <a:pt x="517" y="1000"/>
                      <a:pt x="517" y="1000"/>
                    </a:cubicBezTo>
                    <a:cubicBezTo>
                      <a:pt x="517" y="825"/>
                      <a:pt x="517" y="825"/>
                      <a:pt x="517" y="825"/>
                    </a:cubicBezTo>
                    <a:cubicBezTo>
                      <a:pt x="468" y="827"/>
                      <a:pt x="420" y="837"/>
                      <a:pt x="376" y="854"/>
                    </a:cubicBezTo>
                    <a:cubicBezTo>
                      <a:pt x="370" y="856"/>
                      <a:pt x="363" y="859"/>
                      <a:pt x="357" y="861"/>
                    </a:cubicBezTo>
                    <a:cubicBezTo>
                      <a:pt x="361" y="869"/>
                      <a:pt x="365" y="877"/>
                      <a:pt x="369" y="884"/>
                    </a:cubicBezTo>
                    <a:cubicBezTo>
                      <a:pt x="396" y="934"/>
                      <a:pt x="430" y="972"/>
                      <a:pt x="466" y="995"/>
                    </a:cubicBezTo>
                    <a:cubicBezTo>
                      <a:pt x="483" y="998"/>
                      <a:pt x="500" y="1000"/>
                      <a:pt x="517" y="1000"/>
                    </a:cubicBezTo>
                    <a:cubicBezTo>
                      <a:pt x="517" y="1000"/>
                      <a:pt x="517" y="1000"/>
                      <a:pt x="517" y="1000"/>
                    </a:cubicBezTo>
                    <a:close/>
                    <a:moveTo>
                      <a:pt x="866" y="218"/>
                    </a:moveTo>
                    <a:cubicBezTo>
                      <a:pt x="866" y="218"/>
                      <a:pt x="866" y="218"/>
                      <a:pt x="866" y="218"/>
                    </a:cubicBezTo>
                    <a:cubicBezTo>
                      <a:pt x="862" y="214"/>
                      <a:pt x="858" y="211"/>
                      <a:pt x="855" y="207"/>
                    </a:cubicBezTo>
                    <a:cubicBezTo>
                      <a:pt x="835" y="223"/>
                      <a:pt x="813" y="236"/>
                      <a:pt x="791" y="248"/>
                    </a:cubicBezTo>
                    <a:cubicBezTo>
                      <a:pt x="820" y="325"/>
                      <a:pt x="839" y="418"/>
                      <a:pt x="842" y="517"/>
                    </a:cubicBezTo>
                    <a:cubicBezTo>
                      <a:pt x="1000" y="517"/>
                      <a:pt x="1000" y="517"/>
                      <a:pt x="1000" y="517"/>
                    </a:cubicBezTo>
                    <a:cubicBezTo>
                      <a:pt x="993" y="401"/>
                      <a:pt x="943" y="296"/>
                      <a:pt x="866" y="218"/>
                    </a:cubicBezTo>
                    <a:cubicBezTo>
                      <a:pt x="866" y="218"/>
                      <a:pt x="866" y="218"/>
                      <a:pt x="866" y="218"/>
                    </a:cubicBezTo>
                    <a:close/>
                    <a:moveTo>
                      <a:pt x="815" y="174"/>
                    </a:moveTo>
                    <a:cubicBezTo>
                      <a:pt x="815" y="174"/>
                      <a:pt x="815" y="174"/>
                      <a:pt x="815" y="174"/>
                    </a:cubicBezTo>
                    <a:cubicBezTo>
                      <a:pt x="787" y="153"/>
                      <a:pt x="755" y="135"/>
                      <a:pt x="722" y="120"/>
                    </a:cubicBezTo>
                    <a:cubicBezTo>
                      <a:pt x="735" y="138"/>
                      <a:pt x="747" y="156"/>
                      <a:pt x="758" y="177"/>
                    </a:cubicBezTo>
                    <a:cubicBezTo>
                      <a:pt x="763" y="185"/>
                      <a:pt x="767" y="193"/>
                      <a:pt x="771" y="202"/>
                    </a:cubicBezTo>
                    <a:cubicBezTo>
                      <a:pt x="787" y="194"/>
                      <a:pt x="801" y="184"/>
                      <a:pt x="815" y="174"/>
                    </a:cubicBezTo>
                    <a:cubicBezTo>
                      <a:pt x="815" y="174"/>
                      <a:pt x="815" y="174"/>
                      <a:pt x="815" y="174"/>
                    </a:cubicBezTo>
                    <a:close/>
                    <a:moveTo>
                      <a:pt x="617" y="90"/>
                    </a:moveTo>
                    <a:cubicBezTo>
                      <a:pt x="617" y="90"/>
                      <a:pt x="617" y="90"/>
                      <a:pt x="617" y="90"/>
                    </a:cubicBezTo>
                    <a:cubicBezTo>
                      <a:pt x="601" y="87"/>
                      <a:pt x="584" y="85"/>
                      <a:pt x="567" y="84"/>
                    </a:cubicBezTo>
                    <a:cubicBezTo>
                      <a:pt x="567" y="260"/>
                      <a:pt x="567" y="260"/>
                      <a:pt x="567" y="260"/>
                    </a:cubicBezTo>
                    <a:cubicBezTo>
                      <a:pt x="616" y="258"/>
                      <a:pt x="664" y="247"/>
                      <a:pt x="707" y="231"/>
                    </a:cubicBezTo>
                    <a:cubicBezTo>
                      <a:pt x="714" y="229"/>
                      <a:pt x="720" y="226"/>
                      <a:pt x="726" y="224"/>
                    </a:cubicBezTo>
                    <a:cubicBezTo>
                      <a:pt x="723" y="216"/>
                      <a:pt x="719" y="208"/>
                      <a:pt x="714" y="201"/>
                    </a:cubicBezTo>
                    <a:cubicBezTo>
                      <a:pt x="687" y="151"/>
                      <a:pt x="654" y="112"/>
                      <a:pt x="617" y="90"/>
                    </a:cubicBezTo>
                    <a:cubicBezTo>
                      <a:pt x="617" y="90"/>
                      <a:pt x="617" y="90"/>
                      <a:pt x="617" y="90"/>
                    </a:cubicBezTo>
                    <a:close/>
                    <a:moveTo>
                      <a:pt x="517" y="84"/>
                    </a:moveTo>
                    <a:cubicBezTo>
                      <a:pt x="517" y="84"/>
                      <a:pt x="517" y="84"/>
                      <a:pt x="517" y="84"/>
                    </a:cubicBezTo>
                    <a:cubicBezTo>
                      <a:pt x="500" y="85"/>
                      <a:pt x="483" y="88"/>
                      <a:pt x="466" y="90"/>
                    </a:cubicBezTo>
                    <a:cubicBezTo>
                      <a:pt x="430" y="112"/>
                      <a:pt x="396" y="151"/>
                      <a:pt x="369" y="201"/>
                    </a:cubicBezTo>
                    <a:cubicBezTo>
                      <a:pt x="365" y="208"/>
                      <a:pt x="361" y="216"/>
                      <a:pt x="357" y="224"/>
                    </a:cubicBezTo>
                    <a:cubicBezTo>
                      <a:pt x="363" y="226"/>
                      <a:pt x="370" y="229"/>
                      <a:pt x="376" y="231"/>
                    </a:cubicBezTo>
                    <a:cubicBezTo>
                      <a:pt x="420" y="247"/>
                      <a:pt x="467" y="258"/>
                      <a:pt x="517" y="260"/>
                    </a:cubicBezTo>
                    <a:cubicBezTo>
                      <a:pt x="517" y="84"/>
                      <a:pt x="517" y="84"/>
                      <a:pt x="517" y="84"/>
                    </a:cubicBezTo>
                    <a:cubicBezTo>
                      <a:pt x="517" y="84"/>
                      <a:pt x="517" y="84"/>
                      <a:pt x="517" y="84"/>
                    </a:cubicBezTo>
                    <a:close/>
                    <a:moveTo>
                      <a:pt x="362" y="120"/>
                    </a:moveTo>
                    <a:cubicBezTo>
                      <a:pt x="362" y="120"/>
                      <a:pt x="362" y="120"/>
                      <a:pt x="362" y="120"/>
                    </a:cubicBezTo>
                    <a:cubicBezTo>
                      <a:pt x="328" y="135"/>
                      <a:pt x="297" y="153"/>
                      <a:pt x="268" y="174"/>
                    </a:cubicBezTo>
                    <a:cubicBezTo>
                      <a:pt x="283" y="184"/>
                      <a:pt x="297" y="194"/>
                      <a:pt x="312" y="202"/>
                    </a:cubicBezTo>
                    <a:cubicBezTo>
                      <a:pt x="316" y="193"/>
                      <a:pt x="320" y="185"/>
                      <a:pt x="325" y="177"/>
                    </a:cubicBezTo>
                    <a:cubicBezTo>
                      <a:pt x="336" y="156"/>
                      <a:pt x="349" y="138"/>
                      <a:pt x="362" y="120"/>
                    </a:cubicBezTo>
                    <a:cubicBezTo>
                      <a:pt x="362" y="120"/>
                      <a:pt x="362" y="120"/>
                      <a:pt x="362" y="120"/>
                    </a:cubicBezTo>
                    <a:close/>
                    <a:moveTo>
                      <a:pt x="229" y="207"/>
                    </a:moveTo>
                    <a:cubicBezTo>
                      <a:pt x="229" y="207"/>
                      <a:pt x="229" y="207"/>
                      <a:pt x="229" y="207"/>
                    </a:cubicBezTo>
                    <a:cubicBezTo>
                      <a:pt x="225" y="211"/>
                      <a:pt x="221" y="214"/>
                      <a:pt x="218" y="218"/>
                    </a:cubicBezTo>
                    <a:cubicBezTo>
                      <a:pt x="140" y="296"/>
                      <a:pt x="90" y="401"/>
                      <a:pt x="84" y="517"/>
                    </a:cubicBezTo>
                    <a:cubicBezTo>
                      <a:pt x="242" y="517"/>
                      <a:pt x="242" y="517"/>
                      <a:pt x="242" y="517"/>
                    </a:cubicBezTo>
                    <a:cubicBezTo>
                      <a:pt x="245" y="418"/>
                      <a:pt x="263" y="325"/>
                      <a:pt x="292" y="248"/>
                    </a:cubicBezTo>
                    <a:cubicBezTo>
                      <a:pt x="270" y="236"/>
                      <a:pt x="249" y="223"/>
                      <a:pt x="229" y="207"/>
                    </a:cubicBezTo>
                    <a:cubicBezTo>
                      <a:pt x="229" y="207"/>
                      <a:pt x="229" y="207"/>
                      <a:pt x="229" y="207"/>
                    </a:cubicBezTo>
                    <a:close/>
                    <a:moveTo>
                      <a:pt x="84" y="567"/>
                    </a:moveTo>
                    <a:cubicBezTo>
                      <a:pt x="84" y="567"/>
                      <a:pt x="84" y="567"/>
                      <a:pt x="84" y="567"/>
                    </a:cubicBezTo>
                    <a:cubicBezTo>
                      <a:pt x="90" y="684"/>
                      <a:pt x="140" y="789"/>
                      <a:pt x="218" y="867"/>
                    </a:cubicBezTo>
                    <a:cubicBezTo>
                      <a:pt x="229" y="878"/>
                      <a:pt x="229" y="878"/>
                      <a:pt x="229" y="878"/>
                    </a:cubicBezTo>
                    <a:cubicBezTo>
                      <a:pt x="249" y="863"/>
                      <a:pt x="270" y="849"/>
                      <a:pt x="292" y="837"/>
                    </a:cubicBezTo>
                    <a:cubicBezTo>
                      <a:pt x="263" y="760"/>
                      <a:pt x="245" y="667"/>
                      <a:pt x="242" y="567"/>
                    </a:cubicBezTo>
                    <a:cubicBezTo>
                      <a:pt x="84" y="567"/>
                      <a:pt x="84" y="567"/>
                      <a:pt x="84" y="567"/>
                    </a:cubicBezTo>
                    <a:cubicBezTo>
                      <a:pt x="84" y="567"/>
                      <a:pt x="84" y="567"/>
                      <a:pt x="84" y="567"/>
                    </a:cubicBezTo>
                    <a:close/>
                    <a:moveTo>
                      <a:pt x="268" y="911"/>
                    </a:moveTo>
                    <a:cubicBezTo>
                      <a:pt x="268" y="911"/>
                      <a:pt x="268" y="911"/>
                      <a:pt x="268" y="911"/>
                    </a:cubicBezTo>
                    <a:cubicBezTo>
                      <a:pt x="297" y="932"/>
                      <a:pt x="328" y="950"/>
                      <a:pt x="362" y="964"/>
                    </a:cubicBezTo>
                    <a:cubicBezTo>
                      <a:pt x="349" y="948"/>
                      <a:pt x="336" y="929"/>
                      <a:pt x="325" y="908"/>
                    </a:cubicBezTo>
                    <a:cubicBezTo>
                      <a:pt x="320" y="900"/>
                      <a:pt x="316" y="892"/>
                      <a:pt x="312" y="883"/>
                    </a:cubicBezTo>
                    <a:cubicBezTo>
                      <a:pt x="297" y="891"/>
                      <a:pt x="283" y="900"/>
                      <a:pt x="268" y="911"/>
                    </a:cubicBezTo>
                    <a:cubicBezTo>
                      <a:pt x="268" y="911"/>
                      <a:pt x="268" y="911"/>
                      <a:pt x="268" y="911"/>
                    </a:cubicBezTo>
                    <a:close/>
                    <a:moveTo>
                      <a:pt x="567" y="1000"/>
                    </a:moveTo>
                    <a:cubicBezTo>
                      <a:pt x="567" y="1000"/>
                      <a:pt x="567" y="1000"/>
                      <a:pt x="567" y="1000"/>
                    </a:cubicBezTo>
                    <a:cubicBezTo>
                      <a:pt x="584" y="1000"/>
                      <a:pt x="601" y="998"/>
                      <a:pt x="617" y="995"/>
                    </a:cubicBezTo>
                    <a:cubicBezTo>
                      <a:pt x="654" y="972"/>
                      <a:pt x="687" y="934"/>
                      <a:pt x="714" y="884"/>
                    </a:cubicBezTo>
                    <a:cubicBezTo>
                      <a:pt x="719" y="877"/>
                      <a:pt x="723" y="869"/>
                      <a:pt x="726" y="861"/>
                    </a:cubicBezTo>
                    <a:cubicBezTo>
                      <a:pt x="720" y="859"/>
                      <a:pt x="714" y="856"/>
                      <a:pt x="707" y="854"/>
                    </a:cubicBezTo>
                    <a:cubicBezTo>
                      <a:pt x="664" y="837"/>
                      <a:pt x="616" y="828"/>
                      <a:pt x="566" y="825"/>
                    </a:cubicBezTo>
                    <a:cubicBezTo>
                      <a:pt x="566" y="1000"/>
                      <a:pt x="566" y="1000"/>
                      <a:pt x="566" y="1000"/>
                    </a:cubicBezTo>
                    <a:cubicBezTo>
                      <a:pt x="567" y="1000"/>
                      <a:pt x="567" y="1000"/>
                      <a:pt x="567" y="1000"/>
                    </a:cubicBezTo>
                    <a:close/>
                    <a:moveTo>
                      <a:pt x="722" y="964"/>
                    </a:moveTo>
                    <a:cubicBezTo>
                      <a:pt x="722" y="964"/>
                      <a:pt x="722" y="964"/>
                      <a:pt x="722" y="964"/>
                    </a:cubicBezTo>
                    <a:cubicBezTo>
                      <a:pt x="755" y="950"/>
                      <a:pt x="787" y="932"/>
                      <a:pt x="815" y="911"/>
                    </a:cubicBezTo>
                    <a:cubicBezTo>
                      <a:pt x="801" y="900"/>
                      <a:pt x="787" y="891"/>
                      <a:pt x="771" y="883"/>
                    </a:cubicBezTo>
                    <a:cubicBezTo>
                      <a:pt x="767" y="892"/>
                      <a:pt x="763" y="900"/>
                      <a:pt x="758" y="908"/>
                    </a:cubicBezTo>
                    <a:cubicBezTo>
                      <a:pt x="747" y="929"/>
                      <a:pt x="735" y="948"/>
                      <a:pt x="722" y="964"/>
                    </a:cubicBezTo>
                    <a:cubicBezTo>
                      <a:pt x="722" y="964"/>
                      <a:pt x="722" y="964"/>
                      <a:pt x="722" y="964"/>
                    </a:cubicBezTo>
                    <a:close/>
                    <a:moveTo>
                      <a:pt x="855" y="878"/>
                    </a:moveTo>
                    <a:cubicBezTo>
                      <a:pt x="855" y="878"/>
                      <a:pt x="855" y="878"/>
                      <a:pt x="855" y="878"/>
                    </a:cubicBezTo>
                    <a:cubicBezTo>
                      <a:pt x="866" y="867"/>
                      <a:pt x="866" y="867"/>
                      <a:pt x="866" y="867"/>
                    </a:cubicBezTo>
                    <a:cubicBezTo>
                      <a:pt x="943" y="789"/>
                      <a:pt x="993" y="684"/>
                      <a:pt x="1000" y="567"/>
                    </a:cubicBezTo>
                    <a:cubicBezTo>
                      <a:pt x="842" y="567"/>
                      <a:pt x="842" y="567"/>
                      <a:pt x="842" y="567"/>
                    </a:cubicBezTo>
                    <a:cubicBezTo>
                      <a:pt x="839" y="667"/>
                      <a:pt x="820" y="760"/>
                      <a:pt x="791" y="837"/>
                    </a:cubicBezTo>
                    <a:cubicBezTo>
                      <a:pt x="813" y="849"/>
                      <a:pt x="835" y="863"/>
                      <a:pt x="855" y="878"/>
                    </a:cubicBezTo>
                    <a:cubicBezTo>
                      <a:pt x="855" y="878"/>
                      <a:pt x="855" y="878"/>
                      <a:pt x="855" y="878"/>
                    </a:cubicBezTo>
                    <a:close/>
                    <a:moveTo>
                      <a:pt x="746" y="269"/>
                    </a:moveTo>
                    <a:cubicBezTo>
                      <a:pt x="746" y="269"/>
                      <a:pt x="746" y="269"/>
                      <a:pt x="746" y="269"/>
                    </a:cubicBezTo>
                    <a:cubicBezTo>
                      <a:pt x="739" y="272"/>
                      <a:pt x="732" y="275"/>
                      <a:pt x="725" y="278"/>
                    </a:cubicBezTo>
                    <a:cubicBezTo>
                      <a:pt x="675" y="296"/>
                      <a:pt x="622" y="308"/>
                      <a:pt x="567" y="310"/>
                    </a:cubicBezTo>
                    <a:cubicBezTo>
                      <a:pt x="567" y="517"/>
                      <a:pt x="567" y="517"/>
                      <a:pt x="567" y="517"/>
                    </a:cubicBezTo>
                    <a:cubicBezTo>
                      <a:pt x="792" y="517"/>
                      <a:pt x="792" y="517"/>
                      <a:pt x="792" y="517"/>
                    </a:cubicBezTo>
                    <a:cubicBezTo>
                      <a:pt x="789" y="425"/>
                      <a:pt x="772" y="340"/>
                      <a:pt x="746" y="269"/>
                    </a:cubicBezTo>
                    <a:cubicBezTo>
                      <a:pt x="746" y="269"/>
                      <a:pt x="746" y="269"/>
                      <a:pt x="746" y="269"/>
                    </a:cubicBezTo>
                    <a:close/>
                    <a:moveTo>
                      <a:pt x="517" y="310"/>
                    </a:moveTo>
                    <a:cubicBezTo>
                      <a:pt x="517" y="310"/>
                      <a:pt x="517" y="310"/>
                      <a:pt x="517" y="310"/>
                    </a:cubicBezTo>
                    <a:cubicBezTo>
                      <a:pt x="462" y="308"/>
                      <a:pt x="409" y="296"/>
                      <a:pt x="358" y="278"/>
                    </a:cubicBezTo>
                    <a:cubicBezTo>
                      <a:pt x="352" y="275"/>
                      <a:pt x="345" y="272"/>
                      <a:pt x="338" y="269"/>
                    </a:cubicBezTo>
                    <a:cubicBezTo>
                      <a:pt x="311" y="340"/>
                      <a:pt x="294" y="425"/>
                      <a:pt x="292" y="517"/>
                    </a:cubicBezTo>
                    <a:cubicBezTo>
                      <a:pt x="517" y="517"/>
                      <a:pt x="517" y="517"/>
                      <a:pt x="517" y="517"/>
                    </a:cubicBezTo>
                    <a:cubicBezTo>
                      <a:pt x="517" y="310"/>
                      <a:pt x="517" y="310"/>
                      <a:pt x="517" y="310"/>
                    </a:cubicBezTo>
                    <a:cubicBezTo>
                      <a:pt x="517" y="310"/>
                      <a:pt x="517" y="310"/>
                      <a:pt x="517" y="310"/>
                    </a:cubicBezTo>
                    <a:close/>
                    <a:moveTo>
                      <a:pt x="517" y="775"/>
                    </a:moveTo>
                    <a:cubicBezTo>
                      <a:pt x="517" y="775"/>
                      <a:pt x="517" y="775"/>
                      <a:pt x="517" y="775"/>
                    </a:cubicBezTo>
                    <a:cubicBezTo>
                      <a:pt x="517" y="567"/>
                      <a:pt x="517" y="567"/>
                      <a:pt x="517" y="567"/>
                    </a:cubicBezTo>
                    <a:cubicBezTo>
                      <a:pt x="292" y="567"/>
                      <a:pt x="292" y="567"/>
                      <a:pt x="292" y="567"/>
                    </a:cubicBezTo>
                    <a:cubicBezTo>
                      <a:pt x="294" y="659"/>
                      <a:pt x="311" y="744"/>
                      <a:pt x="338" y="815"/>
                    </a:cubicBezTo>
                    <a:cubicBezTo>
                      <a:pt x="345" y="813"/>
                      <a:pt x="352" y="810"/>
                      <a:pt x="359" y="807"/>
                    </a:cubicBezTo>
                    <a:cubicBezTo>
                      <a:pt x="409" y="789"/>
                      <a:pt x="462" y="777"/>
                      <a:pt x="517" y="775"/>
                    </a:cubicBezTo>
                    <a:cubicBezTo>
                      <a:pt x="517" y="775"/>
                      <a:pt x="517" y="775"/>
                      <a:pt x="517" y="775"/>
                    </a:cubicBezTo>
                    <a:close/>
                    <a:moveTo>
                      <a:pt x="567" y="775"/>
                    </a:moveTo>
                    <a:cubicBezTo>
                      <a:pt x="567" y="775"/>
                      <a:pt x="567" y="775"/>
                      <a:pt x="567" y="775"/>
                    </a:cubicBezTo>
                    <a:cubicBezTo>
                      <a:pt x="622" y="778"/>
                      <a:pt x="675" y="789"/>
                      <a:pt x="725" y="807"/>
                    </a:cubicBezTo>
                    <a:cubicBezTo>
                      <a:pt x="732" y="810"/>
                      <a:pt x="739" y="813"/>
                      <a:pt x="746" y="815"/>
                    </a:cubicBezTo>
                    <a:cubicBezTo>
                      <a:pt x="772" y="744"/>
                      <a:pt x="789" y="659"/>
                      <a:pt x="792" y="567"/>
                    </a:cubicBezTo>
                    <a:cubicBezTo>
                      <a:pt x="567" y="567"/>
                      <a:pt x="567" y="567"/>
                      <a:pt x="567" y="567"/>
                    </a:cubicBezTo>
                    <a:cubicBezTo>
                      <a:pt x="567" y="775"/>
                      <a:pt x="567" y="775"/>
                      <a:pt x="567" y="775"/>
                    </a:cubicBezTo>
                    <a:cubicBezTo>
                      <a:pt x="567" y="775"/>
                      <a:pt x="567" y="775"/>
                      <a:pt x="567" y="77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5117668" y="1763703"/>
              <a:ext cx="818941" cy="820169"/>
              <a:chOff x="6823556" y="2263197"/>
              <a:chExt cx="1091921" cy="1093558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6823556" y="2263197"/>
                <a:ext cx="1091921" cy="1093558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" name="任意多边形 33"/>
              <p:cNvSpPr>
                <a:spLocks/>
              </p:cNvSpPr>
              <p:nvPr/>
            </p:nvSpPr>
            <p:spPr bwMode="auto">
              <a:xfrm>
                <a:off x="7106175" y="2612943"/>
                <a:ext cx="526681" cy="394065"/>
              </a:xfrm>
              <a:custGeom>
                <a:avLst/>
                <a:gdLst>
                  <a:gd name="T0" fmla="*/ 828 w 1296"/>
                  <a:gd name="T1" fmla="*/ 522 h 972"/>
                  <a:gd name="T2" fmla="*/ 504 w 1296"/>
                  <a:gd name="T3" fmla="*/ 288 h 972"/>
                  <a:gd name="T4" fmla="*/ 445 w 1296"/>
                  <a:gd name="T5" fmla="*/ 648 h 972"/>
                  <a:gd name="T6" fmla="*/ 1175 w 1296"/>
                  <a:gd name="T7" fmla="*/ 0 h 972"/>
                  <a:gd name="T8" fmla="*/ 0 w 1296"/>
                  <a:gd name="T9" fmla="*/ 122 h 972"/>
                  <a:gd name="T10" fmla="*/ 121 w 1296"/>
                  <a:gd name="T11" fmla="*/ 972 h 972"/>
                  <a:gd name="T12" fmla="*/ 1296 w 1296"/>
                  <a:gd name="T13" fmla="*/ 850 h 972"/>
                  <a:gd name="T14" fmla="*/ 1175 w 1296"/>
                  <a:gd name="T15" fmla="*/ 0 h 972"/>
                  <a:gd name="T16" fmla="*/ 202 w 1296"/>
                  <a:gd name="T17" fmla="*/ 891 h 972"/>
                  <a:gd name="T18" fmla="*/ 81 w 1296"/>
                  <a:gd name="T19" fmla="*/ 850 h 972"/>
                  <a:gd name="T20" fmla="*/ 122 w 1296"/>
                  <a:gd name="T21" fmla="*/ 729 h 972"/>
                  <a:gd name="T22" fmla="*/ 243 w 1296"/>
                  <a:gd name="T23" fmla="*/ 770 h 972"/>
                  <a:gd name="T24" fmla="*/ 243 w 1296"/>
                  <a:gd name="T25" fmla="*/ 526 h 972"/>
                  <a:gd name="T26" fmla="*/ 122 w 1296"/>
                  <a:gd name="T27" fmla="*/ 567 h 972"/>
                  <a:gd name="T28" fmla="*/ 81 w 1296"/>
                  <a:gd name="T29" fmla="*/ 446 h 972"/>
                  <a:gd name="T30" fmla="*/ 202 w 1296"/>
                  <a:gd name="T31" fmla="*/ 405 h 972"/>
                  <a:gd name="T32" fmla="*/ 243 w 1296"/>
                  <a:gd name="T33" fmla="*/ 526 h 972"/>
                  <a:gd name="T34" fmla="*/ 202 w 1296"/>
                  <a:gd name="T35" fmla="*/ 243 h 972"/>
                  <a:gd name="T36" fmla="*/ 81 w 1296"/>
                  <a:gd name="T37" fmla="*/ 202 h 972"/>
                  <a:gd name="T38" fmla="*/ 122 w 1296"/>
                  <a:gd name="T39" fmla="*/ 81 h 972"/>
                  <a:gd name="T40" fmla="*/ 243 w 1296"/>
                  <a:gd name="T41" fmla="*/ 122 h 972"/>
                  <a:gd name="T42" fmla="*/ 972 w 1296"/>
                  <a:gd name="T43" fmla="*/ 891 h 972"/>
                  <a:gd name="T44" fmla="*/ 324 w 1296"/>
                  <a:gd name="T45" fmla="*/ 81 h 972"/>
                  <a:gd name="T46" fmla="*/ 972 w 1296"/>
                  <a:gd name="T47" fmla="*/ 891 h 972"/>
                  <a:gd name="T48" fmla="*/ 1174 w 1296"/>
                  <a:gd name="T49" fmla="*/ 891 h 972"/>
                  <a:gd name="T50" fmla="*/ 1053 w 1296"/>
                  <a:gd name="T51" fmla="*/ 850 h 972"/>
                  <a:gd name="T52" fmla="*/ 1094 w 1296"/>
                  <a:gd name="T53" fmla="*/ 729 h 972"/>
                  <a:gd name="T54" fmla="*/ 1215 w 1296"/>
                  <a:gd name="T55" fmla="*/ 770 h 972"/>
                  <a:gd name="T56" fmla="*/ 1215 w 1296"/>
                  <a:gd name="T57" fmla="*/ 526 h 972"/>
                  <a:gd name="T58" fmla="*/ 1094 w 1296"/>
                  <a:gd name="T59" fmla="*/ 567 h 972"/>
                  <a:gd name="T60" fmla="*/ 1053 w 1296"/>
                  <a:gd name="T61" fmla="*/ 446 h 972"/>
                  <a:gd name="T62" fmla="*/ 1174 w 1296"/>
                  <a:gd name="T63" fmla="*/ 405 h 972"/>
                  <a:gd name="T64" fmla="*/ 1215 w 1296"/>
                  <a:gd name="T65" fmla="*/ 526 h 972"/>
                  <a:gd name="T66" fmla="*/ 1174 w 1296"/>
                  <a:gd name="T67" fmla="*/ 243 h 972"/>
                  <a:gd name="T68" fmla="*/ 1053 w 1296"/>
                  <a:gd name="T69" fmla="*/ 202 h 972"/>
                  <a:gd name="T70" fmla="*/ 1094 w 1296"/>
                  <a:gd name="T71" fmla="*/ 81 h 972"/>
                  <a:gd name="T72" fmla="*/ 1215 w 1296"/>
                  <a:gd name="T73" fmla="*/ 122 h 9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96" h="972">
                    <a:moveTo>
                      <a:pt x="504" y="684"/>
                    </a:moveTo>
                    <a:cubicBezTo>
                      <a:pt x="828" y="522"/>
                      <a:pt x="828" y="522"/>
                      <a:pt x="828" y="522"/>
                    </a:cubicBezTo>
                    <a:cubicBezTo>
                      <a:pt x="858" y="507"/>
                      <a:pt x="858" y="465"/>
                      <a:pt x="828" y="450"/>
                    </a:cubicBezTo>
                    <a:cubicBezTo>
                      <a:pt x="504" y="288"/>
                      <a:pt x="504" y="288"/>
                      <a:pt x="504" y="288"/>
                    </a:cubicBezTo>
                    <a:cubicBezTo>
                      <a:pt x="477" y="274"/>
                      <a:pt x="445" y="294"/>
                      <a:pt x="445" y="324"/>
                    </a:cubicBezTo>
                    <a:cubicBezTo>
                      <a:pt x="445" y="648"/>
                      <a:pt x="445" y="648"/>
                      <a:pt x="445" y="648"/>
                    </a:cubicBezTo>
                    <a:cubicBezTo>
                      <a:pt x="445" y="678"/>
                      <a:pt x="477" y="698"/>
                      <a:pt x="504" y="684"/>
                    </a:cubicBezTo>
                    <a:close/>
                    <a:moveTo>
                      <a:pt x="1175" y="0"/>
                    </a:moveTo>
                    <a:cubicBezTo>
                      <a:pt x="121" y="0"/>
                      <a:pt x="121" y="0"/>
                      <a:pt x="121" y="0"/>
                    </a:cubicBezTo>
                    <a:cubicBezTo>
                      <a:pt x="54" y="0"/>
                      <a:pt x="0" y="55"/>
                      <a:pt x="0" y="122"/>
                    </a:cubicBezTo>
                    <a:cubicBezTo>
                      <a:pt x="0" y="850"/>
                      <a:pt x="0" y="850"/>
                      <a:pt x="0" y="850"/>
                    </a:cubicBezTo>
                    <a:cubicBezTo>
                      <a:pt x="0" y="917"/>
                      <a:pt x="54" y="972"/>
                      <a:pt x="121" y="972"/>
                    </a:cubicBezTo>
                    <a:cubicBezTo>
                      <a:pt x="1175" y="972"/>
                      <a:pt x="1175" y="972"/>
                      <a:pt x="1175" y="972"/>
                    </a:cubicBezTo>
                    <a:cubicBezTo>
                      <a:pt x="1242" y="972"/>
                      <a:pt x="1296" y="917"/>
                      <a:pt x="1296" y="850"/>
                    </a:cubicBezTo>
                    <a:cubicBezTo>
                      <a:pt x="1296" y="122"/>
                      <a:pt x="1296" y="122"/>
                      <a:pt x="1296" y="122"/>
                    </a:cubicBezTo>
                    <a:cubicBezTo>
                      <a:pt x="1296" y="55"/>
                      <a:pt x="1242" y="0"/>
                      <a:pt x="1175" y="0"/>
                    </a:cubicBezTo>
                    <a:close/>
                    <a:moveTo>
                      <a:pt x="243" y="850"/>
                    </a:moveTo>
                    <a:cubicBezTo>
                      <a:pt x="243" y="873"/>
                      <a:pt x="226" y="891"/>
                      <a:pt x="202" y="891"/>
                    </a:cubicBezTo>
                    <a:cubicBezTo>
                      <a:pt x="122" y="891"/>
                      <a:pt x="122" y="891"/>
                      <a:pt x="122" y="891"/>
                    </a:cubicBezTo>
                    <a:cubicBezTo>
                      <a:pt x="99" y="891"/>
                      <a:pt x="81" y="874"/>
                      <a:pt x="81" y="850"/>
                    </a:cubicBezTo>
                    <a:cubicBezTo>
                      <a:pt x="81" y="770"/>
                      <a:pt x="81" y="770"/>
                      <a:pt x="81" y="770"/>
                    </a:cubicBezTo>
                    <a:cubicBezTo>
                      <a:pt x="81" y="747"/>
                      <a:pt x="98" y="729"/>
                      <a:pt x="122" y="729"/>
                    </a:cubicBezTo>
                    <a:cubicBezTo>
                      <a:pt x="202" y="729"/>
                      <a:pt x="202" y="729"/>
                      <a:pt x="202" y="729"/>
                    </a:cubicBezTo>
                    <a:cubicBezTo>
                      <a:pt x="225" y="729"/>
                      <a:pt x="243" y="746"/>
                      <a:pt x="243" y="770"/>
                    </a:cubicBezTo>
                    <a:cubicBezTo>
                      <a:pt x="243" y="850"/>
                      <a:pt x="243" y="850"/>
                      <a:pt x="243" y="850"/>
                    </a:cubicBezTo>
                    <a:close/>
                    <a:moveTo>
                      <a:pt x="243" y="526"/>
                    </a:moveTo>
                    <a:cubicBezTo>
                      <a:pt x="243" y="549"/>
                      <a:pt x="226" y="567"/>
                      <a:pt x="202" y="567"/>
                    </a:cubicBezTo>
                    <a:cubicBezTo>
                      <a:pt x="122" y="567"/>
                      <a:pt x="122" y="567"/>
                      <a:pt x="122" y="567"/>
                    </a:cubicBezTo>
                    <a:cubicBezTo>
                      <a:pt x="99" y="567"/>
                      <a:pt x="81" y="550"/>
                      <a:pt x="81" y="526"/>
                    </a:cubicBezTo>
                    <a:cubicBezTo>
                      <a:pt x="81" y="446"/>
                      <a:pt x="81" y="446"/>
                      <a:pt x="81" y="446"/>
                    </a:cubicBezTo>
                    <a:cubicBezTo>
                      <a:pt x="81" y="423"/>
                      <a:pt x="98" y="405"/>
                      <a:pt x="122" y="405"/>
                    </a:cubicBezTo>
                    <a:cubicBezTo>
                      <a:pt x="202" y="405"/>
                      <a:pt x="202" y="405"/>
                      <a:pt x="202" y="405"/>
                    </a:cubicBezTo>
                    <a:cubicBezTo>
                      <a:pt x="225" y="405"/>
                      <a:pt x="243" y="422"/>
                      <a:pt x="243" y="446"/>
                    </a:cubicBezTo>
                    <a:cubicBezTo>
                      <a:pt x="243" y="526"/>
                      <a:pt x="243" y="526"/>
                      <a:pt x="243" y="526"/>
                    </a:cubicBezTo>
                    <a:close/>
                    <a:moveTo>
                      <a:pt x="243" y="202"/>
                    </a:moveTo>
                    <a:cubicBezTo>
                      <a:pt x="243" y="225"/>
                      <a:pt x="226" y="243"/>
                      <a:pt x="202" y="243"/>
                    </a:cubicBezTo>
                    <a:cubicBezTo>
                      <a:pt x="122" y="243"/>
                      <a:pt x="122" y="243"/>
                      <a:pt x="122" y="243"/>
                    </a:cubicBezTo>
                    <a:cubicBezTo>
                      <a:pt x="99" y="243"/>
                      <a:pt x="81" y="226"/>
                      <a:pt x="81" y="202"/>
                    </a:cubicBezTo>
                    <a:cubicBezTo>
                      <a:pt x="81" y="122"/>
                      <a:pt x="81" y="122"/>
                      <a:pt x="81" y="122"/>
                    </a:cubicBezTo>
                    <a:cubicBezTo>
                      <a:pt x="81" y="99"/>
                      <a:pt x="98" y="81"/>
                      <a:pt x="122" y="81"/>
                    </a:cubicBezTo>
                    <a:cubicBezTo>
                      <a:pt x="202" y="81"/>
                      <a:pt x="202" y="81"/>
                      <a:pt x="202" y="81"/>
                    </a:cubicBezTo>
                    <a:cubicBezTo>
                      <a:pt x="225" y="81"/>
                      <a:pt x="243" y="98"/>
                      <a:pt x="243" y="122"/>
                    </a:cubicBezTo>
                    <a:cubicBezTo>
                      <a:pt x="243" y="202"/>
                      <a:pt x="243" y="202"/>
                      <a:pt x="243" y="202"/>
                    </a:cubicBezTo>
                    <a:close/>
                    <a:moveTo>
                      <a:pt x="972" y="891"/>
                    </a:moveTo>
                    <a:cubicBezTo>
                      <a:pt x="324" y="891"/>
                      <a:pt x="324" y="891"/>
                      <a:pt x="324" y="891"/>
                    </a:cubicBezTo>
                    <a:cubicBezTo>
                      <a:pt x="324" y="81"/>
                      <a:pt x="324" y="81"/>
                      <a:pt x="324" y="81"/>
                    </a:cubicBezTo>
                    <a:cubicBezTo>
                      <a:pt x="972" y="81"/>
                      <a:pt x="972" y="81"/>
                      <a:pt x="972" y="81"/>
                    </a:cubicBezTo>
                    <a:cubicBezTo>
                      <a:pt x="972" y="891"/>
                      <a:pt x="972" y="891"/>
                      <a:pt x="972" y="891"/>
                    </a:cubicBezTo>
                    <a:close/>
                    <a:moveTo>
                      <a:pt x="1215" y="850"/>
                    </a:moveTo>
                    <a:cubicBezTo>
                      <a:pt x="1215" y="873"/>
                      <a:pt x="1198" y="891"/>
                      <a:pt x="1174" y="891"/>
                    </a:cubicBezTo>
                    <a:cubicBezTo>
                      <a:pt x="1094" y="891"/>
                      <a:pt x="1094" y="891"/>
                      <a:pt x="1094" y="891"/>
                    </a:cubicBezTo>
                    <a:cubicBezTo>
                      <a:pt x="1071" y="891"/>
                      <a:pt x="1053" y="874"/>
                      <a:pt x="1053" y="850"/>
                    </a:cubicBezTo>
                    <a:cubicBezTo>
                      <a:pt x="1053" y="770"/>
                      <a:pt x="1053" y="770"/>
                      <a:pt x="1053" y="770"/>
                    </a:cubicBezTo>
                    <a:cubicBezTo>
                      <a:pt x="1053" y="747"/>
                      <a:pt x="1070" y="729"/>
                      <a:pt x="1094" y="729"/>
                    </a:cubicBezTo>
                    <a:cubicBezTo>
                      <a:pt x="1174" y="729"/>
                      <a:pt x="1174" y="729"/>
                      <a:pt x="1174" y="729"/>
                    </a:cubicBezTo>
                    <a:cubicBezTo>
                      <a:pt x="1197" y="729"/>
                      <a:pt x="1215" y="746"/>
                      <a:pt x="1215" y="770"/>
                    </a:cubicBezTo>
                    <a:cubicBezTo>
                      <a:pt x="1215" y="850"/>
                      <a:pt x="1215" y="850"/>
                      <a:pt x="1215" y="850"/>
                    </a:cubicBezTo>
                    <a:close/>
                    <a:moveTo>
                      <a:pt x="1215" y="526"/>
                    </a:moveTo>
                    <a:cubicBezTo>
                      <a:pt x="1215" y="549"/>
                      <a:pt x="1198" y="567"/>
                      <a:pt x="1174" y="567"/>
                    </a:cubicBezTo>
                    <a:cubicBezTo>
                      <a:pt x="1094" y="567"/>
                      <a:pt x="1094" y="567"/>
                      <a:pt x="1094" y="567"/>
                    </a:cubicBezTo>
                    <a:cubicBezTo>
                      <a:pt x="1071" y="567"/>
                      <a:pt x="1053" y="550"/>
                      <a:pt x="1053" y="526"/>
                    </a:cubicBezTo>
                    <a:cubicBezTo>
                      <a:pt x="1053" y="446"/>
                      <a:pt x="1053" y="446"/>
                      <a:pt x="1053" y="446"/>
                    </a:cubicBezTo>
                    <a:cubicBezTo>
                      <a:pt x="1053" y="423"/>
                      <a:pt x="1070" y="405"/>
                      <a:pt x="1094" y="405"/>
                    </a:cubicBezTo>
                    <a:cubicBezTo>
                      <a:pt x="1174" y="405"/>
                      <a:pt x="1174" y="405"/>
                      <a:pt x="1174" y="405"/>
                    </a:cubicBezTo>
                    <a:cubicBezTo>
                      <a:pt x="1197" y="405"/>
                      <a:pt x="1215" y="422"/>
                      <a:pt x="1215" y="446"/>
                    </a:cubicBezTo>
                    <a:cubicBezTo>
                      <a:pt x="1215" y="526"/>
                      <a:pt x="1215" y="526"/>
                      <a:pt x="1215" y="526"/>
                    </a:cubicBezTo>
                    <a:close/>
                    <a:moveTo>
                      <a:pt x="1215" y="202"/>
                    </a:moveTo>
                    <a:cubicBezTo>
                      <a:pt x="1215" y="225"/>
                      <a:pt x="1198" y="243"/>
                      <a:pt x="1174" y="243"/>
                    </a:cubicBezTo>
                    <a:cubicBezTo>
                      <a:pt x="1094" y="243"/>
                      <a:pt x="1094" y="243"/>
                      <a:pt x="1094" y="243"/>
                    </a:cubicBezTo>
                    <a:cubicBezTo>
                      <a:pt x="1071" y="243"/>
                      <a:pt x="1053" y="226"/>
                      <a:pt x="1053" y="202"/>
                    </a:cubicBezTo>
                    <a:cubicBezTo>
                      <a:pt x="1053" y="122"/>
                      <a:pt x="1053" y="122"/>
                      <a:pt x="1053" y="122"/>
                    </a:cubicBezTo>
                    <a:cubicBezTo>
                      <a:pt x="1053" y="99"/>
                      <a:pt x="1070" y="81"/>
                      <a:pt x="1094" y="81"/>
                    </a:cubicBezTo>
                    <a:cubicBezTo>
                      <a:pt x="1174" y="81"/>
                      <a:pt x="1174" y="81"/>
                      <a:pt x="1174" y="81"/>
                    </a:cubicBezTo>
                    <a:cubicBezTo>
                      <a:pt x="1197" y="81"/>
                      <a:pt x="1215" y="98"/>
                      <a:pt x="1215" y="122"/>
                    </a:cubicBezTo>
                    <a:cubicBezTo>
                      <a:pt x="1215" y="202"/>
                      <a:pt x="1215" y="202"/>
                      <a:pt x="1215" y="20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786788" y="1463735"/>
            <a:ext cx="7570425" cy="2453798"/>
            <a:chOff x="1049050" y="2313863"/>
            <a:chExt cx="10093900" cy="3271730"/>
          </a:xfrm>
        </p:grpSpPr>
        <p:sp>
          <p:nvSpPr>
            <p:cNvPr id="13" name="文本框 68"/>
            <p:cNvSpPr txBox="1"/>
            <p:nvPr/>
          </p:nvSpPr>
          <p:spPr>
            <a:xfrm>
              <a:off x="1049050" y="2313863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4" name="文本框 69"/>
            <p:cNvSpPr txBox="1"/>
            <p:nvPr/>
          </p:nvSpPr>
          <p:spPr>
            <a:xfrm>
              <a:off x="1049050" y="2590226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5" name="文本框 70"/>
            <p:cNvSpPr txBox="1"/>
            <p:nvPr/>
          </p:nvSpPr>
          <p:spPr>
            <a:xfrm>
              <a:off x="1049050" y="4930965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6" name="文本框 71"/>
            <p:cNvSpPr txBox="1"/>
            <p:nvPr/>
          </p:nvSpPr>
          <p:spPr>
            <a:xfrm>
              <a:off x="1049050" y="5207330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7" name="文本框 72"/>
            <p:cNvSpPr txBox="1"/>
            <p:nvPr/>
          </p:nvSpPr>
          <p:spPr>
            <a:xfrm>
              <a:off x="1049050" y="3616372"/>
              <a:ext cx="2353362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18" name="文本框 73"/>
            <p:cNvSpPr txBox="1"/>
            <p:nvPr/>
          </p:nvSpPr>
          <p:spPr>
            <a:xfrm>
              <a:off x="1049050" y="3892735"/>
              <a:ext cx="2353362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r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9" name="文本框 74"/>
            <p:cNvSpPr txBox="1"/>
            <p:nvPr/>
          </p:nvSpPr>
          <p:spPr>
            <a:xfrm>
              <a:off x="8179619" y="2313863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0" name="文本框 75"/>
            <p:cNvSpPr txBox="1"/>
            <p:nvPr/>
          </p:nvSpPr>
          <p:spPr>
            <a:xfrm>
              <a:off x="8179619" y="2590226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1" name="文本框 76"/>
            <p:cNvSpPr txBox="1"/>
            <p:nvPr/>
          </p:nvSpPr>
          <p:spPr>
            <a:xfrm>
              <a:off x="8179619" y="4930965"/>
              <a:ext cx="2963331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2" name="文本框 77"/>
            <p:cNvSpPr txBox="1"/>
            <p:nvPr/>
          </p:nvSpPr>
          <p:spPr>
            <a:xfrm>
              <a:off x="8179619" y="5207330"/>
              <a:ext cx="2963331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23" name="文本框 78"/>
            <p:cNvSpPr txBox="1"/>
            <p:nvPr/>
          </p:nvSpPr>
          <p:spPr>
            <a:xfrm>
              <a:off x="8789585" y="3616372"/>
              <a:ext cx="2353362" cy="214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buSzPct val="25000"/>
                <a:buNone/>
              </a:pPr>
              <a:r>
                <a:rPr lang="zh-CN" altLang="en-US" sz="1400" b="1" i="0" u="none" strike="noStrike" cap="none" baseline="0" dirty="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24" name="文本框 79"/>
            <p:cNvSpPr txBox="1"/>
            <p:nvPr/>
          </p:nvSpPr>
          <p:spPr>
            <a:xfrm>
              <a:off x="8789585" y="3892735"/>
              <a:ext cx="2353362" cy="3782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20000"/>
            </a:bodyPr>
            <a:lstStyle/>
            <a:p>
              <a:pPr marL="0" marR="0" lvl="0" indent="0" algn="l" rtl="0">
                <a:lnSpc>
                  <a:spcPct val="120000"/>
                </a:lnSpc>
                <a:buSzPct val="25000"/>
                <a:buNone/>
              </a:pP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 b="0" i="0" u="none" strike="noStrike" cap="none" baseline="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9235A71-D38E-4F43-8F2D-2D27F22C9471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52" name="TextBox 86">
              <a:extLst>
                <a:ext uri="{FF2B5EF4-FFF2-40B4-BE49-F238E27FC236}">
                  <a16:creationId xmlns:a16="http://schemas.microsoft.com/office/drawing/2014/main" id="{A92D715E-2EB7-443A-9DB4-B6ECECA52CDC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7B0C2857-EFF1-40A0-B5FC-B2F65C36EEF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552513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844497" y="2174688"/>
            <a:ext cx="1107011" cy="964870"/>
            <a:chOff x="844497" y="2174688"/>
            <a:chExt cx="1107011" cy="964870"/>
          </a:xfrm>
        </p:grpSpPr>
        <p:sp>
          <p:nvSpPr>
            <p:cNvPr id="4" name="TextBox 5"/>
            <p:cNvSpPr txBox="1"/>
            <p:nvPr/>
          </p:nvSpPr>
          <p:spPr>
            <a:xfrm>
              <a:off x="844497" y="2885642"/>
              <a:ext cx="1061829" cy="253916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5" name="TextBox 6"/>
            <p:cNvSpPr txBox="1"/>
            <p:nvPr/>
          </p:nvSpPr>
          <p:spPr>
            <a:xfrm>
              <a:off x="887275" y="2174688"/>
              <a:ext cx="1064233" cy="830997"/>
            </a:xfrm>
            <a:prstGeom prst="rect">
              <a:avLst/>
            </a:prstGeom>
            <a:noFill/>
          </p:spPr>
          <p:txBody>
            <a:bodyPr wrap="none">
              <a:normAutofit fontScale="85000" lnSpcReduction="20000"/>
            </a:bodyPr>
            <a:lstStyle/>
            <a:p>
              <a:pPr algn="ctr"/>
              <a:r>
                <a:rPr lang="en-US" altLang="zh-CN" sz="6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95%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128543" y="937699"/>
            <a:ext cx="6476104" cy="3551265"/>
            <a:chOff x="2128543" y="937699"/>
            <a:chExt cx="6476104" cy="3551265"/>
          </a:xfrm>
        </p:grpSpPr>
        <p:sp>
          <p:nvSpPr>
            <p:cNvPr id="6" name="TextBox 7"/>
            <p:cNvSpPr txBox="1"/>
            <p:nvPr/>
          </p:nvSpPr>
          <p:spPr>
            <a:xfrm flipH="1">
              <a:off x="6663890" y="1135557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grpSp>
          <p:nvGrpSpPr>
            <p:cNvPr id="7" name="Group 1"/>
            <p:cNvGrpSpPr/>
            <p:nvPr/>
          </p:nvGrpSpPr>
          <p:grpSpPr>
            <a:xfrm>
              <a:off x="2128543" y="937699"/>
              <a:ext cx="4439012" cy="3551265"/>
              <a:chOff x="2838056" y="1250264"/>
              <a:chExt cx="5918683" cy="4735020"/>
            </a:xfrm>
          </p:grpSpPr>
          <p:sp>
            <p:nvSpPr>
              <p:cNvPr id="11" name="Rectangle 49"/>
              <p:cNvSpPr>
                <a:spLocks/>
              </p:cNvSpPr>
              <p:nvPr/>
            </p:nvSpPr>
            <p:spPr bwMode="auto">
              <a:xfrm>
                <a:off x="6349088" y="4836487"/>
                <a:ext cx="1819791" cy="114879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2" name="Rectangle 50"/>
              <p:cNvSpPr>
                <a:spLocks/>
              </p:cNvSpPr>
              <p:nvPr/>
            </p:nvSpPr>
            <p:spPr bwMode="auto">
              <a:xfrm>
                <a:off x="3868940" y="3816551"/>
                <a:ext cx="1380701" cy="17273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3" name="Freeform: Shape 51"/>
              <p:cNvSpPr>
                <a:spLocks/>
              </p:cNvSpPr>
              <p:nvPr/>
            </p:nvSpPr>
            <p:spPr bwMode="auto">
              <a:xfrm>
                <a:off x="5249642" y="3816551"/>
                <a:ext cx="1099447" cy="2168733"/>
              </a:xfrm>
              <a:custGeom>
                <a:avLst/>
                <a:gdLst>
                  <a:gd name="T0" fmla="*/ 401 w 401"/>
                  <a:gd name="T1" fmla="*/ 791 h 791"/>
                  <a:gd name="T2" fmla="*/ 0 w 401"/>
                  <a:gd name="T3" fmla="*/ 63 h 791"/>
                  <a:gd name="T4" fmla="*/ 0 w 401"/>
                  <a:gd name="T5" fmla="*/ 0 h 791"/>
                  <a:gd name="T6" fmla="*/ 401 w 401"/>
                  <a:gd name="T7" fmla="*/ 372 h 791"/>
                  <a:gd name="T8" fmla="*/ 401 w 401"/>
                  <a:gd name="T9" fmla="*/ 791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791">
                    <a:moveTo>
                      <a:pt x="401" y="791"/>
                    </a:moveTo>
                    <a:lnTo>
                      <a:pt x="0" y="63"/>
                    </a:lnTo>
                    <a:lnTo>
                      <a:pt x="0" y="0"/>
                    </a:lnTo>
                    <a:lnTo>
                      <a:pt x="401" y="372"/>
                    </a:lnTo>
                    <a:lnTo>
                      <a:pt x="401" y="791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4" name="Oval 52"/>
              <p:cNvSpPr/>
              <p:nvPr/>
            </p:nvSpPr>
            <p:spPr>
              <a:xfrm flipH="1">
                <a:off x="7607942" y="4836486"/>
                <a:ext cx="1148797" cy="114879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" name="Oval 48"/>
              <p:cNvSpPr/>
              <p:nvPr/>
            </p:nvSpPr>
            <p:spPr>
              <a:xfrm flipH="1">
                <a:off x="7733289" y="4964175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Rectangle 43"/>
              <p:cNvSpPr>
                <a:spLocks/>
              </p:cNvSpPr>
              <p:nvPr/>
            </p:nvSpPr>
            <p:spPr bwMode="auto">
              <a:xfrm>
                <a:off x="6349088" y="3643820"/>
                <a:ext cx="1819791" cy="11487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7" name="Rectangle 44"/>
              <p:cNvSpPr>
                <a:spLocks/>
              </p:cNvSpPr>
              <p:nvPr/>
            </p:nvSpPr>
            <p:spPr bwMode="auto">
              <a:xfrm>
                <a:off x="3868940" y="3624629"/>
                <a:ext cx="1380701" cy="17821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Freeform: Shape 45"/>
              <p:cNvSpPr>
                <a:spLocks/>
              </p:cNvSpPr>
              <p:nvPr/>
            </p:nvSpPr>
            <p:spPr bwMode="auto">
              <a:xfrm>
                <a:off x="5249642" y="3624629"/>
                <a:ext cx="1099447" cy="1167990"/>
              </a:xfrm>
              <a:custGeom>
                <a:avLst/>
                <a:gdLst>
                  <a:gd name="T0" fmla="*/ 401 w 401"/>
                  <a:gd name="T1" fmla="*/ 426 h 426"/>
                  <a:gd name="T2" fmla="*/ 0 w 401"/>
                  <a:gd name="T3" fmla="*/ 65 h 426"/>
                  <a:gd name="T4" fmla="*/ 0 w 401"/>
                  <a:gd name="T5" fmla="*/ 0 h 426"/>
                  <a:gd name="T6" fmla="*/ 401 w 401"/>
                  <a:gd name="T7" fmla="*/ 7 h 426"/>
                  <a:gd name="T8" fmla="*/ 401 w 401"/>
                  <a:gd name="T9" fmla="*/ 42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426">
                    <a:moveTo>
                      <a:pt x="401" y="426"/>
                    </a:moveTo>
                    <a:lnTo>
                      <a:pt x="0" y="65"/>
                    </a:lnTo>
                    <a:lnTo>
                      <a:pt x="0" y="0"/>
                    </a:lnTo>
                    <a:lnTo>
                      <a:pt x="401" y="7"/>
                    </a:lnTo>
                    <a:lnTo>
                      <a:pt x="401" y="42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9" name="Oval 46"/>
              <p:cNvSpPr/>
              <p:nvPr/>
            </p:nvSpPr>
            <p:spPr>
              <a:xfrm flipH="1">
                <a:off x="7607942" y="3644301"/>
                <a:ext cx="1148797" cy="114879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" name="Oval 42"/>
              <p:cNvSpPr/>
              <p:nvPr/>
            </p:nvSpPr>
            <p:spPr>
              <a:xfrm flipH="1">
                <a:off x="7733289" y="3766345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" name="Rectangle 37"/>
              <p:cNvSpPr>
                <a:spLocks/>
              </p:cNvSpPr>
              <p:nvPr/>
            </p:nvSpPr>
            <p:spPr bwMode="auto">
              <a:xfrm>
                <a:off x="6349088" y="2448413"/>
                <a:ext cx="1819791" cy="114605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Rectangle 38"/>
              <p:cNvSpPr>
                <a:spLocks/>
              </p:cNvSpPr>
              <p:nvPr/>
            </p:nvSpPr>
            <p:spPr bwMode="auto">
              <a:xfrm>
                <a:off x="3868940" y="3438190"/>
                <a:ext cx="1380701" cy="17273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Freeform: Shape 39"/>
              <p:cNvSpPr>
                <a:spLocks/>
              </p:cNvSpPr>
              <p:nvPr/>
            </p:nvSpPr>
            <p:spPr bwMode="auto">
              <a:xfrm>
                <a:off x="5249642" y="2448413"/>
                <a:ext cx="1099447" cy="1162506"/>
              </a:xfrm>
              <a:custGeom>
                <a:avLst/>
                <a:gdLst>
                  <a:gd name="T0" fmla="*/ 0 w 401"/>
                  <a:gd name="T1" fmla="*/ 361 h 424"/>
                  <a:gd name="T2" fmla="*/ 401 w 401"/>
                  <a:gd name="T3" fmla="*/ 0 h 424"/>
                  <a:gd name="T4" fmla="*/ 401 w 401"/>
                  <a:gd name="T5" fmla="*/ 418 h 424"/>
                  <a:gd name="T6" fmla="*/ 0 w 401"/>
                  <a:gd name="T7" fmla="*/ 424 h 424"/>
                  <a:gd name="T8" fmla="*/ 0 w 401"/>
                  <a:gd name="T9" fmla="*/ 361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424">
                    <a:moveTo>
                      <a:pt x="0" y="361"/>
                    </a:moveTo>
                    <a:lnTo>
                      <a:pt x="401" y="0"/>
                    </a:lnTo>
                    <a:lnTo>
                      <a:pt x="401" y="418"/>
                    </a:lnTo>
                    <a:lnTo>
                      <a:pt x="0" y="424"/>
                    </a:lnTo>
                    <a:lnTo>
                      <a:pt x="0" y="361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4" name="Oval 40"/>
              <p:cNvSpPr/>
              <p:nvPr/>
            </p:nvSpPr>
            <p:spPr>
              <a:xfrm flipH="1">
                <a:off x="7607942" y="2451998"/>
                <a:ext cx="1148797" cy="1148796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" name="Oval 36"/>
              <p:cNvSpPr/>
              <p:nvPr/>
            </p:nvSpPr>
            <p:spPr>
              <a:xfrm flipH="1">
                <a:off x="7733289" y="2570221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" name="Rectangle 31"/>
              <p:cNvSpPr>
                <a:spLocks/>
              </p:cNvSpPr>
              <p:nvPr/>
            </p:nvSpPr>
            <p:spPr bwMode="auto">
              <a:xfrm>
                <a:off x="6349088" y="1250264"/>
                <a:ext cx="1819791" cy="114879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Rectangle 32"/>
              <p:cNvSpPr>
                <a:spLocks/>
              </p:cNvSpPr>
              <p:nvPr/>
            </p:nvSpPr>
            <p:spPr bwMode="auto">
              <a:xfrm>
                <a:off x="3868940" y="3251748"/>
                <a:ext cx="1380701" cy="17273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" name="Freeform: Shape 33"/>
              <p:cNvSpPr>
                <a:spLocks/>
              </p:cNvSpPr>
              <p:nvPr/>
            </p:nvSpPr>
            <p:spPr bwMode="auto">
              <a:xfrm>
                <a:off x="5249642" y="1250264"/>
                <a:ext cx="1099447" cy="2174215"/>
              </a:xfrm>
              <a:custGeom>
                <a:avLst/>
                <a:gdLst>
                  <a:gd name="T0" fmla="*/ 0 w 401"/>
                  <a:gd name="T1" fmla="*/ 730 h 793"/>
                  <a:gd name="T2" fmla="*/ 401 w 401"/>
                  <a:gd name="T3" fmla="*/ 0 h 793"/>
                  <a:gd name="T4" fmla="*/ 401 w 401"/>
                  <a:gd name="T5" fmla="*/ 419 h 793"/>
                  <a:gd name="T6" fmla="*/ 0 w 401"/>
                  <a:gd name="T7" fmla="*/ 793 h 793"/>
                  <a:gd name="T8" fmla="*/ 0 w 401"/>
                  <a:gd name="T9" fmla="*/ 730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793">
                    <a:moveTo>
                      <a:pt x="0" y="730"/>
                    </a:moveTo>
                    <a:lnTo>
                      <a:pt x="401" y="0"/>
                    </a:lnTo>
                    <a:lnTo>
                      <a:pt x="401" y="419"/>
                    </a:lnTo>
                    <a:lnTo>
                      <a:pt x="0" y="793"/>
                    </a:lnTo>
                    <a:lnTo>
                      <a:pt x="0" y="73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  <a:alpha val="82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9" name="Oval 34"/>
              <p:cNvSpPr/>
              <p:nvPr/>
            </p:nvSpPr>
            <p:spPr>
              <a:xfrm flipH="1">
                <a:off x="7607942" y="1250264"/>
                <a:ext cx="1148797" cy="114879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Oval 30"/>
              <p:cNvSpPr/>
              <p:nvPr/>
            </p:nvSpPr>
            <p:spPr>
              <a:xfrm flipH="1">
                <a:off x="7733289" y="1372390"/>
                <a:ext cx="898105" cy="89810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" name="TextBox 16"/>
              <p:cNvSpPr txBox="1">
                <a:spLocks/>
              </p:cNvSpPr>
              <p:nvPr/>
            </p:nvSpPr>
            <p:spPr>
              <a:xfrm flipH="1">
                <a:off x="6479712" y="1592796"/>
                <a:ext cx="1460604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2" name="TextBox 17"/>
              <p:cNvSpPr txBox="1">
                <a:spLocks/>
              </p:cNvSpPr>
              <p:nvPr/>
            </p:nvSpPr>
            <p:spPr>
              <a:xfrm flipH="1">
                <a:off x="6479712" y="2772593"/>
                <a:ext cx="1440183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3" name="TextBox 18"/>
              <p:cNvSpPr txBox="1">
                <a:spLocks/>
              </p:cNvSpPr>
              <p:nvPr/>
            </p:nvSpPr>
            <p:spPr>
              <a:xfrm flipH="1">
                <a:off x="6479712" y="3963864"/>
                <a:ext cx="1460604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4" name="TextBox 19"/>
              <p:cNvSpPr txBox="1">
                <a:spLocks/>
              </p:cNvSpPr>
              <p:nvPr/>
            </p:nvSpPr>
            <p:spPr>
              <a:xfrm flipH="1">
                <a:off x="6479710" y="5143662"/>
                <a:ext cx="1600190" cy="558289"/>
              </a:xfrm>
              <a:prstGeom prst="rect">
                <a:avLst/>
              </a:prstGeom>
            </p:spPr>
            <p:txBody>
              <a:bodyPr wrap="none" lIns="0" tIns="0" rIns="0" bIns="0" anchor="ctr"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2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</a:p>
            </p:txBody>
          </p:sp>
          <p:sp>
            <p:nvSpPr>
              <p:cNvPr id="35" name="Freeform: Shape 27"/>
              <p:cNvSpPr>
                <a:spLocks/>
              </p:cNvSpPr>
              <p:nvPr/>
            </p:nvSpPr>
            <p:spPr bwMode="auto">
              <a:xfrm rot="5400000" flipH="1">
                <a:off x="2528593" y="3054971"/>
                <a:ext cx="1755662" cy="1136735"/>
              </a:xfrm>
              <a:custGeom>
                <a:avLst/>
                <a:gdLst>
                  <a:gd name="T0" fmla="*/ 260 w 520"/>
                  <a:gd name="T1" fmla="*/ 261 h 261"/>
                  <a:gd name="T2" fmla="*/ 0 w 520"/>
                  <a:gd name="T3" fmla="*/ 0 h 261"/>
                  <a:gd name="T4" fmla="*/ 520 w 520"/>
                  <a:gd name="T5" fmla="*/ 0 h 261"/>
                  <a:gd name="T6" fmla="*/ 260 w 520"/>
                  <a:gd name="T7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0" h="261">
                    <a:moveTo>
                      <a:pt x="260" y="261"/>
                    </a:moveTo>
                    <a:lnTo>
                      <a:pt x="0" y="0"/>
                    </a:lnTo>
                    <a:lnTo>
                      <a:pt x="520" y="0"/>
                    </a:lnTo>
                    <a:lnTo>
                      <a:pt x="260" y="26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21"/>
              <p:cNvSpPr>
                <a:spLocks/>
              </p:cNvSpPr>
              <p:nvPr/>
            </p:nvSpPr>
            <p:spPr bwMode="auto">
              <a:xfrm>
                <a:off x="7919897" y="2729947"/>
                <a:ext cx="542861" cy="566721"/>
              </a:xfrm>
              <a:custGeom>
                <a:avLst/>
                <a:gdLst>
                  <a:gd name="T0" fmla="*/ 3 w 77"/>
                  <a:gd name="T1" fmla="*/ 30 h 77"/>
                  <a:gd name="T2" fmla="*/ 30 w 77"/>
                  <a:gd name="T3" fmla="*/ 5 h 77"/>
                  <a:gd name="T4" fmla="*/ 7 w 77"/>
                  <a:gd name="T5" fmla="*/ 31 h 77"/>
                  <a:gd name="T6" fmla="*/ 71 w 77"/>
                  <a:gd name="T7" fmla="*/ 31 h 77"/>
                  <a:gd name="T8" fmla="*/ 74 w 77"/>
                  <a:gd name="T9" fmla="*/ 30 h 77"/>
                  <a:gd name="T10" fmla="*/ 47 w 77"/>
                  <a:gd name="T11" fmla="*/ 5 h 77"/>
                  <a:gd name="T12" fmla="*/ 71 w 77"/>
                  <a:gd name="T13" fmla="*/ 31 h 77"/>
                  <a:gd name="T14" fmla="*/ 72 w 77"/>
                  <a:gd name="T15" fmla="*/ 43 h 77"/>
                  <a:gd name="T16" fmla="*/ 61 w 77"/>
                  <a:gd name="T17" fmla="*/ 40 h 77"/>
                  <a:gd name="T18" fmla="*/ 55 w 77"/>
                  <a:gd name="T19" fmla="*/ 61 h 77"/>
                  <a:gd name="T20" fmla="*/ 40 w 77"/>
                  <a:gd name="T21" fmla="*/ 68 h 77"/>
                  <a:gd name="T22" fmla="*/ 39 w 77"/>
                  <a:gd name="T23" fmla="*/ 77 h 77"/>
                  <a:gd name="T24" fmla="*/ 38 w 77"/>
                  <a:gd name="T25" fmla="*/ 68 h 77"/>
                  <a:gd name="T26" fmla="*/ 22 w 77"/>
                  <a:gd name="T27" fmla="*/ 61 h 77"/>
                  <a:gd name="T28" fmla="*/ 16 w 77"/>
                  <a:gd name="T29" fmla="*/ 40 h 77"/>
                  <a:gd name="T30" fmla="*/ 5 w 77"/>
                  <a:gd name="T31" fmla="*/ 43 h 77"/>
                  <a:gd name="T32" fmla="*/ 5 w 77"/>
                  <a:gd name="T33" fmla="*/ 34 h 77"/>
                  <a:gd name="T34" fmla="*/ 16 w 77"/>
                  <a:gd name="T35" fmla="*/ 38 h 77"/>
                  <a:gd name="T36" fmla="*/ 22 w 77"/>
                  <a:gd name="T37" fmla="*/ 16 h 77"/>
                  <a:gd name="T38" fmla="*/ 38 w 77"/>
                  <a:gd name="T39" fmla="*/ 9 h 77"/>
                  <a:gd name="T40" fmla="*/ 39 w 77"/>
                  <a:gd name="T41" fmla="*/ 0 h 77"/>
                  <a:gd name="T42" fmla="*/ 40 w 77"/>
                  <a:gd name="T43" fmla="*/ 9 h 77"/>
                  <a:gd name="T44" fmla="*/ 55 w 77"/>
                  <a:gd name="T45" fmla="*/ 16 h 77"/>
                  <a:gd name="T46" fmla="*/ 61 w 77"/>
                  <a:gd name="T47" fmla="*/ 38 h 77"/>
                  <a:gd name="T48" fmla="*/ 72 w 77"/>
                  <a:gd name="T49" fmla="*/ 34 h 77"/>
                  <a:gd name="T50" fmla="*/ 39 w 77"/>
                  <a:gd name="T51" fmla="*/ 8 h 77"/>
                  <a:gd name="T52" fmla="*/ 39 w 77"/>
                  <a:gd name="T53" fmla="*/ 2 h 77"/>
                  <a:gd name="T54" fmla="*/ 39 w 77"/>
                  <a:gd name="T55" fmla="*/ 8 h 77"/>
                  <a:gd name="T56" fmla="*/ 5 w 77"/>
                  <a:gd name="T57" fmla="*/ 36 h 77"/>
                  <a:gd name="T58" fmla="*/ 5 w 77"/>
                  <a:gd name="T59" fmla="*/ 41 h 77"/>
                  <a:gd name="T60" fmla="*/ 39 w 77"/>
                  <a:gd name="T61" fmla="*/ 70 h 77"/>
                  <a:gd name="T62" fmla="*/ 39 w 77"/>
                  <a:gd name="T63" fmla="*/ 75 h 77"/>
                  <a:gd name="T64" fmla="*/ 39 w 77"/>
                  <a:gd name="T65" fmla="*/ 70 h 77"/>
                  <a:gd name="T66" fmla="*/ 52 w 77"/>
                  <a:gd name="T67" fmla="*/ 47 h 77"/>
                  <a:gd name="T68" fmla="*/ 42 w 77"/>
                  <a:gd name="T69" fmla="*/ 39 h 77"/>
                  <a:gd name="T70" fmla="*/ 46 w 77"/>
                  <a:gd name="T71" fmla="*/ 33 h 77"/>
                  <a:gd name="T72" fmla="*/ 45 w 77"/>
                  <a:gd name="T73" fmla="*/ 30 h 77"/>
                  <a:gd name="T74" fmla="*/ 32 w 77"/>
                  <a:gd name="T75" fmla="*/ 30 h 77"/>
                  <a:gd name="T76" fmla="*/ 31 w 77"/>
                  <a:gd name="T77" fmla="*/ 33 h 77"/>
                  <a:gd name="T78" fmla="*/ 35 w 77"/>
                  <a:gd name="T79" fmla="*/ 39 h 77"/>
                  <a:gd name="T80" fmla="*/ 25 w 77"/>
                  <a:gd name="T81" fmla="*/ 47 h 77"/>
                  <a:gd name="T82" fmla="*/ 55 w 77"/>
                  <a:gd name="T83" fmla="*/ 54 h 77"/>
                  <a:gd name="T84" fmla="*/ 72 w 77"/>
                  <a:gd name="T85" fmla="*/ 36 h 77"/>
                  <a:gd name="T86" fmla="*/ 72 w 77"/>
                  <a:gd name="T87" fmla="*/ 41 h 77"/>
                  <a:gd name="T88" fmla="*/ 71 w 77"/>
                  <a:gd name="T89" fmla="*/ 47 h 77"/>
                  <a:gd name="T90" fmla="*/ 47 w 77"/>
                  <a:gd name="T91" fmla="*/ 73 h 77"/>
                  <a:gd name="T92" fmla="*/ 74 w 77"/>
                  <a:gd name="T93" fmla="*/ 47 h 77"/>
                  <a:gd name="T94" fmla="*/ 71 w 77"/>
                  <a:gd name="T95" fmla="*/ 47 h 77"/>
                  <a:gd name="T96" fmla="*/ 5 w 77"/>
                  <a:gd name="T97" fmla="*/ 47 h 77"/>
                  <a:gd name="T98" fmla="*/ 30 w 77"/>
                  <a:gd name="T99" fmla="*/ 74 h 77"/>
                  <a:gd name="T100" fmla="*/ 30 w 77"/>
                  <a:gd name="T101" fmla="*/ 71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5" y="30"/>
                    </a:moveTo>
                    <a:cubicBezTo>
                      <a:pt x="4" y="30"/>
                      <a:pt x="4" y="30"/>
                      <a:pt x="3" y="30"/>
                    </a:cubicBezTo>
                    <a:cubicBezTo>
                      <a:pt x="7" y="17"/>
                      <a:pt x="17" y="7"/>
                      <a:pt x="30" y="4"/>
                    </a:cubicBezTo>
                    <a:cubicBezTo>
                      <a:pt x="30" y="4"/>
                      <a:pt x="30" y="4"/>
                      <a:pt x="30" y="5"/>
                    </a:cubicBezTo>
                    <a:cubicBezTo>
                      <a:pt x="30" y="5"/>
                      <a:pt x="30" y="6"/>
                      <a:pt x="30" y="7"/>
                    </a:cubicBezTo>
                    <a:cubicBezTo>
                      <a:pt x="19" y="10"/>
                      <a:pt x="9" y="19"/>
                      <a:pt x="7" y="31"/>
                    </a:cubicBezTo>
                    <a:cubicBezTo>
                      <a:pt x="6" y="30"/>
                      <a:pt x="5" y="30"/>
                      <a:pt x="5" y="30"/>
                    </a:cubicBezTo>
                    <a:close/>
                    <a:moveTo>
                      <a:pt x="71" y="31"/>
                    </a:moveTo>
                    <a:cubicBezTo>
                      <a:pt x="71" y="30"/>
                      <a:pt x="72" y="30"/>
                      <a:pt x="72" y="30"/>
                    </a:cubicBezTo>
                    <a:cubicBezTo>
                      <a:pt x="73" y="30"/>
                      <a:pt x="73" y="30"/>
                      <a:pt x="74" y="30"/>
                    </a:cubicBezTo>
                    <a:cubicBezTo>
                      <a:pt x="70" y="17"/>
                      <a:pt x="60" y="7"/>
                      <a:pt x="47" y="4"/>
                    </a:cubicBezTo>
                    <a:cubicBezTo>
                      <a:pt x="47" y="4"/>
                      <a:pt x="47" y="4"/>
                      <a:pt x="47" y="5"/>
                    </a:cubicBezTo>
                    <a:cubicBezTo>
                      <a:pt x="47" y="5"/>
                      <a:pt x="47" y="6"/>
                      <a:pt x="47" y="7"/>
                    </a:cubicBezTo>
                    <a:cubicBezTo>
                      <a:pt x="58" y="10"/>
                      <a:pt x="68" y="19"/>
                      <a:pt x="71" y="31"/>
                    </a:cubicBezTo>
                    <a:close/>
                    <a:moveTo>
                      <a:pt x="77" y="39"/>
                    </a:moveTo>
                    <a:cubicBezTo>
                      <a:pt x="77" y="41"/>
                      <a:pt x="75" y="43"/>
                      <a:pt x="72" y="43"/>
                    </a:cubicBezTo>
                    <a:cubicBezTo>
                      <a:pt x="70" y="43"/>
                      <a:pt x="68" y="42"/>
                      <a:pt x="68" y="40"/>
                    </a:cubicBezTo>
                    <a:cubicBezTo>
                      <a:pt x="61" y="40"/>
                      <a:pt x="61" y="40"/>
                      <a:pt x="61" y="40"/>
                    </a:cubicBezTo>
                    <a:cubicBezTo>
                      <a:pt x="61" y="55"/>
                      <a:pt x="61" y="55"/>
                      <a:pt x="61" y="55"/>
                    </a:cubicBezTo>
                    <a:cubicBezTo>
                      <a:pt x="61" y="58"/>
                      <a:pt x="58" y="61"/>
                      <a:pt x="55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2" y="68"/>
                      <a:pt x="43" y="70"/>
                      <a:pt x="43" y="73"/>
                    </a:cubicBezTo>
                    <a:cubicBezTo>
                      <a:pt x="43" y="75"/>
                      <a:pt x="41" y="77"/>
                      <a:pt x="39" y="77"/>
                    </a:cubicBezTo>
                    <a:cubicBezTo>
                      <a:pt x="36" y="77"/>
                      <a:pt x="34" y="75"/>
                      <a:pt x="34" y="73"/>
                    </a:cubicBezTo>
                    <a:cubicBezTo>
                      <a:pt x="34" y="70"/>
                      <a:pt x="35" y="68"/>
                      <a:pt x="38" y="68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19" y="61"/>
                      <a:pt x="16" y="58"/>
                      <a:pt x="16" y="55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42"/>
                      <a:pt x="7" y="43"/>
                      <a:pt x="5" y="43"/>
                    </a:cubicBezTo>
                    <a:cubicBezTo>
                      <a:pt x="2" y="43"/>
                      <a:pt x="0" y="41"/>
                      <a:pt x="0" y="39"/>
                    </a:cubicBezTo>
                    <a:cubicBezTo>
                      <a:pt x="0" y="36"/>
                      <a:pt x="2" y="34"/>
                      <a:pt x="5" y="34"/>
                    </a:cubicBezTo>
                    <a:cubicBezTo>
                      <a:pt x="7" y="34"/>
                      <a:pt x="9" y="36"/>
                      <a:pt x="9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9"/>
                      <a:pt x="19" y="16"/>
                      <a:pt x="22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5" y="9"/>
                      <a:pt x="34" y="7"/>
                      <a:pt x="34" y="5"/>
                    </a:cubicBezTo>
                    <a:cubicBezTo>
                      <a:pt x="34" y="2"/>
                      <a:pt x="36" y="0"/>
                      <a:pt x="39" y="0"/>
                    </a:cubicBezTo>
                    <a:cubicBezTo>
                      <a:pt x="41" y="0"/>
                      <a:pt x="43" y="2"/>
                      <a:pt x="43" y="5"/>
                    </a:cubicBezTo>
                    <a:cubicBezTo>
                      <a:pt x="43" y="7"/>
                      <a:pt x="42" y="9"/>
                      <a:pt x="40" y="9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58" y="16"/>
                      <a:pt x="61" y="19"/>
                      <a:pt x="61" y="22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36"/>
                      <a:pt x="70" y="34"/>
                      <a:pt x="72" y="34"/>
                    </a:cubicBezTo>
                    <a:cubicBezTo>
                      <a:pt x="75" y="34"/>
                      <a:pt x="77" y="36"/>
                      <a:pt x="77" y="39"/>
                    </a:cubicBezTo>
                    <a:close/>
                    <a:moveTo>
                      <a:pt x="39" y="8"/>
                    </a:moveTo>
                    <a:cubicBezTo>
                      <a:pt x="40" y="8"/>
                      <a:pt x="41" y="6"/>
                      <a:pt x="41" y="5"/>
                    </a:cubicBezTo>
                    <a:cubicBezTo>
                      <a:pt x="41" y="3"/>
                      <a:pt x="40" y="2"/>
                      <a:pt x="39" y="2"/>
                    </a:cubicBezTo>
                    <a:cubicBezTo>
                      <a:pt x="37" y="2"/>
                      <a:pt x="36" y="3"/>
                      <a:pt x="36" y="5"/>
                    </a:cubicBezTo>
                    <a:cubicBezTo>
                      <a:pt x="36" y="6"/>
                      <a:pt x="37" y="8"/>
                      <a:pt x="39" y="8"/>
                    </a:cubicBezTo>
                    <a:close/>
                    <a:moveTo>
                      <a:pt x="7" y="39"/>
                    </a:moveTo>
                    <a:cubicBezTo>
                      <a:pt x="7" y="37"/>
                      <a:pt x="6" y="36"/>
                      <a:pt x="5" y="36"/>
                    </a:cubicBezTo>
                    <a:cubicBezTo>
                      <a:pt x="3" y="36"/>
                      <a:pt x="2" y="37"/>
                      <a:pt x="2" y="39"/>
                    </a:cubicBezTo>
                    <a:cubicBezTo>
                      <a:pt x="2" y="40"/>
                      <a:pt x="3" y="41"/>
                      <a:pt x="5" y="41"/>
                    </a:cubicBezTo>
                    <a:cubicBezTo>
                      <a:pt x="6" y="41"/>
                      <a:pt x="7" y="40"/>
                      <a:pt x="7" y="39"/>
                    </a:cubicBezTo>
                    <a:close/>
                    <a:moveTo>
                      <a:pt x="39" y="70"/>
                    </a:moveTo>
                    <a:cubicBezTo>
                      <a:pt x="37" y="70"/>
                      <a:pt x="36" y="71"/>
                      <a:pt x="36" y="73"/>
                    </a:cubicBezTo>
                    <a:cubicBezTo>
                      <a:pt x="36" y="74"/>
                      <a:pt x="37" y="75"/>
                      <a:pt x="39" y="75"/>
                    </a:cubicBezTo>
                    <a:cubicBezTo>
                      <a:pt x="40" y="75"/>
                      <a:pt x="41" y="74"/>
                      <a:pt x="41" y="73"/>
                    </a:cubicBezTo>
                    <a:cubicBezTo>
                      <a:pt x="41" y="71"/>
                      <a:pt x="40" y="70"/>
                      <a:pt x="39" y="70"/>
                    </a:cubicBezTo>
                    <a:close/>
                    <a:moveTo>
                      <a:pt x="55" y="54"/>
                    </a:moveTo>
                    <a:cubicBezTo>
                      <a:pt x="55" y="54"/>
                      <a:pt x="54" y="49"/>
                      <a:pt x="52" y="47"/>
                    </a:cubicBezTo>
                    <a:cubicBezTo>
                      <a:pt x="51" y="45"/>
                      <a:pt x="44" y="44"/>
                      <a:pt x="43" y="43"/>
                    </a:cubicBezTo>
                    <a:cubicBezTo>
                      <a:pt x="42" y="42"/>
                      <a:pt x="42" y="40"/>
                      <a:pt x="42" y="39"/>
                    </a:cubicBezTo>
                    <a:cubicBezTo>
                      <a:pt x="43" y="38"/>
                      <a:pt x="44" y="37"/>
                      <a:pt x="44" y="35"/>
                    </a:cubicBezTo>
                    <a:cubicBezTo>
                      <a:pt x="45" y="35"/>
                      <a:pt x="45" y="34"/>
                      <a:pt x="46" y="33"/>
                    </a:cubicBezTo>
                    <a:cubicBezTo>
                      <a:pt x="46" y="32"/>
                      <a:pt x="45" y="32"/>
                      <a:pt x="45" y="31"/>
                    </a:cubicBezTo>
                    <a:cubicBezTo>
                      <a:pt x="45" y="31"/>
                      <a:pt x="45" y="31"/>
                      <a:pt x="45" y="30"/>
                    </a:cubicBezTo>
                    <a:cubicBezTo>
                      <a:pt x="45" y="26"/>
                      <a:pt x="42" y="23"/>
                      <a:pt x="39" y="23"/>
                    </a:cubicBezTo>
                    <a:cubicBezTo>
                      <a:pt x="35" y="23"/>
                      <a:pt x="32" y="26"/>
                      <a:pt x="32" y="30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2" y="32"/>
                      <a:pt x="31" y="32"/>
                      <a:pt x="31" y="33"/>
                    </a:cubicBezTo>
                    <a:cubicBezTo>
                      <a:pt x="32" y="34"/>
                      <a:pt x="32" y="35"/>
                      <a:pt x="33" y="35"/>
                    </a:cubicBezTo>
                    <a:cubicBezTo>
                      <a:pt x="33" y="37"/>
                      <a:pt x="34" y="38"/>
                      <a:pt x="35" y="39"/>
                    </a:cubicBezTo>
                    <a:cubicBezTo>
                      <a:pt x="35" y="40"/>
                      <a:pt x="35" y="42"/>
                      <a:pt x="34" y="43"/>
                    </a:cubicBezTo>
                    <a:cubicBezTo>
                      <a:pt x="34" y="44"/>
                      <a:pt x="26" y="45"/>
                      <a:pt x="25" y="47"/>
                    </a:cubicBezTo>
                    <a:cubicBezTo>
                      <a:pt x="24" y="49"/>
                      <a:pt x="22" y="54"/>
                      <a:pt x="22" y="54"/>
                    </a:cubicBezTo>
                    <a:lnTo>
                      <a:pt x="55" y="54"/>
                    </a:lnTo>
                    <a:close/>
                    <a:moveTo>
                      <a:pt x="75" y="39"/>
                    </a:moveTo>
                    <a:cubicBezTo>
                      <a:pt x="75" y="37"/>
                      <a:pt x="74" y="36"/>
                      <a:pt x="72" y="36"/>
                    </a:cubicBezTo>
                    <a:cubicBezTo>
                      <a:pt x="71" y="36"/>
                      <a:pt x="70" y="37"/>
                      <a:pt x="70" y="39"/>
                    </a:cubicBezTo>
                    <a:cubicBezTo>
                      <a:pt x="70" y="40"/>
                      <a:pt x="71" y="41"/>
                      <a:pt x="72" y="41"/>
                    </a:cubicBezTo>
                    <a:cubicBezTo>
                      <a:pt x="74" y="41"/>
                      <a:pt x="75" y="40"/>
                      <a:pt x="75" y="39"/>
                    </a:cubicBezTo>
                    <a:close/>
                    <a:moveTo>
                      <a:pt x="71" y="47"/>
                    </a:moveTo>
                    <a:cubicBezTo>
                      <a:pt x="68" y="58"/>
                      <a:pt x="58" y="68"/>
                      <a:pt x="47" y="71"/>
                    </a:cubicBezTo>
                    <a:cubicBezTo>
                      <a:pt x="47" y="71"/>
                      <a:pt x="47" y="72"/>
                      <a:pt x="47" y="73"/>
                    </a:cubicBezTo>
                    <a:cubicBezTo>
                      <a:pt x="47" y="73"/>
                      <a:pt x="47" y="73"/>
                      <a:pt x="47" y="74"/>
                    </a:cubicBezTo>
                    <a:cubicBezTo>
                      <a:pt x="60" y="71"/>
                      <a:pt x="70" y="60"/>
                      <a:pt x="74" y="47"/>
                    </a:cubicBezTo>
                    <a:cubicBezTo>
                      <a:pt x="73" y="47"/>
                      <a:pt x="73" y="47"/>
                      <a:pt x="72" y="47"/>
                    </a:cubicBezTo>
                    <a:cubicBezTo>
                      <a:pt x="72" y="47"/>
                      <a:pt x="71" y="47"/>
                      <a:pt x="71" y="47"/>
                    </a:cubicBezTo>
                    <a:close/>
                    <a:moveTo>
                      <a:pt x="7" y="47"/>
                    </a:moveTo>
                    <a:cubicBezTo>
                      <a:pt x="6" y="47"/>
                      <a:pt x="5" y="47"/>
                      <a:pt x="5" y="47"/>
                    </a:cubicBezTo>
                    <a:cubicBezTo>
                      <a:pt x="4" y="47"/>
                      <a:pt x="4" y="47"/>
                      <a:pt x="3" y="47"/>
                    </a:cubicBezTo>
                    <a:cubicBezTo>
                      <a:pt x="7" y="60"/>
                      <a:pt x="17" y="71"/>
                      <a:pt x="30" y="74"/>
                    </a:cubicBezTo>
                    <a:cubicBezTo>
                      <a:pt x="30" y="73"/>
                      <a:pt x="30" y="73"/>
                      <a:pt x="30" y="73"/>
                    </a:cubicBezTo>
                    <a:cubicBezTo>
                      <a:pt x="30" y="72"/>
                      <a:pt x="30" y="71"/>
                      <a:pt x="30" y="71"/>
                    </a:cubicBezTo>
                    <a:cubicBezTo>
                      <a:pt x="19" y="68"/>
                      <a:pt x="9" y="58"/>
                      <a:pt x="7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22"/>
              <p:cNvSpPr>
                <a:spLocks/>
              </p:cNvSpPr>
              <p:nvPr/>
            </p:nvSpPr>
            <p:spPr bwMode="auto">
              <a:xfrm>
                <a:off x="7950031" y="5180796"/>
                <a:ext cx="498634" cy="495178"/>
              </a:xfrm>
              <a:custGeom>
                <a:avLst/>
                <a:gdLst>
                  <a:gd name="T0" fmla="*/ 0 w 120"/>
                  <a:gd name="T1" fmla="*/ 60 h 120"/>
                  <a:gd name="T2" fmla="*/ 120 w 120"/>
                  <a:gd name="T3" fmla="*/ 60 h 120"/>
                  <a:gd name="T4" fmla="*/ 83 w 120"/>
                  <a:gd name="T5" fmla="*/ 24 h 120"/>
                  <a:gd name="T6" fmla="*/ 86 w 120"/>
                  <a:gd name="T7" fmla="*/ 14 h 120"/>
                  <a:gd name="T8" fmla="*/ 86 w 120"/>
                  <a:gd name="T9" fmla="*/ 28 h 120"/>
                  <a:gd name="T10" fmla="*/ 47 w 120"/>
                  <a:gd name="T11" fmla="*/ 77 h 120"/>
                  <a:gd name="T12" fmla="*/ 41 w 120"/>
                  <a:gd name="T13" fmla="*/ 88 h 120"/>
                  <a:gd name="T14" fmla="*/ 38 w 120"/>
                  <a:gd name="T15" fmla="*/ 95 h 120"/>
                  <a:gd name="T16" fmla="*/ 37 w 120"/>
                  <a:gd name="T17" fmla="*/ 110 h 120"/>
                  <a:gd name="T18" fmla="*/ 31 w 120"/>
                  <a:gd name="T19" fmla="*/ 99 h 120"/>
                  <a:gd name="T20" fmla="*/ 26 w 120"/>
                  <a:gd name="T21" fmla="*/ 89 h 120"/>
                  <a:gd name="T22" fmla="*/ 17 w 120"/>
                  <a:gd name="T23" fmla="*/ 82 h 120"/>
                  <a:gd name="T24" fmla="*/ 16 w 120"/>
                  <a:gd name="T25" fmla="*/ 68 h 120"/>
                  <a:gd name="T26" fmla="*/ 15 w 120"/>
                  <a:gd name="T27" fmla="*/ 60 h 120"/>
                  <a:gd name="T28" fmla="*/ 10 w 120"/>
                  <a:gd name="T29" fmla="*/ 54 h 120"/>
                  <a:gd name="T30" fmla="*/ 10 w 120"/>
                  <a:gd name="T31" fmla="*/ 45 h 120"/>
                  <a:gd name="T32" fmla="*/ 38 w 120"/>
                  <a:gd name="T33" fmla="*/ 20 h 120"/>
                  <a:gd name="T34" fmla="*/ 31 w 120"/>
                  <a:gd name="T35" fmla="*/ 20 h 120"/>
                  <a:gd name="T36" fmla="*/ 28 w 120"/>
                  <a:gd name="T37" fmla="*/ 26 h 120"/>
                  <a:gd name="T38" fmla="*/ 32 w 120"/>
                  <a:gd name="T39" fmla="*/ 28 h 120"/>
                  <a:gd name="T40" fmla="*/ 31 w 120"/>
                  <a:gd name="T41" fmla="*/ 24 h 120"/>
                  <a:gd name="T42" fmla="*/ 47 w 120"/>
                  <a:gd name="T43" fmla="*/ 30 h 120"/>
                  <a:gd name="T44" fmla="*/ 41 w 120"/>
                  <a:gd name="T45" fmla="*/ 34 h 120"/>
                  <a:gd name="T46" fmla="*/ 37 w 120"/>
                  <a:gd name="T47" fmla="*/ 36 h 120"/>
                  <a:gd name="T48" fmla="*/ 38 w 120"/>
                  <a:gd name="T49" fmla="*/ 43 h 120"/>
                  <a:gd name="T50" fmla="*/ 33 w 120"/>
                  <a:gd name="T51" fmla="*/ 49 h 120"/>
                  <a:gd name="T52" fmla="*/ 29 w 120"/>
                  <a:gd name="T53" fmla="*/ 51 h 120"/>
                  <a:gd name="T54" fmla="*/ 21 w 120"/>
                  <a:gd name="T55" fmla="*/ 49 h 120"/>
                  <a:gd name="T56" fmla="*/ 15 w 120"/>
                  <a:gd name="T57" fmla="*/ 54 h 120"/>
                  <a:gd name="T58" fmla="*/ 16 w 120"/>
                  <a:gd name="T59" fmla="*/ 58 h 120"/>
                  <a:gd name="T60" fmla="*/ 27 w 120"/>
                  <a:gd name="T61" fmla="*/ 62 h 120"/>
                  <a:gd name="T62" fmla="*/ 41 w 120"/>
                  <a:gd name="T63" fmla="*/ 66 h 120"/>
                  <a:gd name="T64" fmla="*/ 47 w 120"/>
                  <a:gd name="T65" fmla="*/ 77 h 120"/>
                  <a:gd name="T66" fmla="*/ 55 w 120"/>
                  <a:gd name="T67" fmla="*/ 21 h 120"/>
                  <a:gd name="T68" fmla="*/ 44 w 120"/>
                  <a:gd name="T69" fmla="*/ 15 h 120"/>
                  <a:gd name="T70" fmla="*/ 63 w 120"/>
                  <a:gd name="T71" fmla="*/ 10 h 120"/>
                  <a:gd name="T72" fmla="*/ 107 w 120"/>
                  <a:gd name="T73" fmla="*/ 62 h 120"/>
                  <a:gd name="T74" fmla="*/ 92 w 120"/>
                  <a:gd name="T75" fmla="*/ 102 h 120"/>
                  <a:gd name="T76" fmla="*/ 91 w 120"/>
                  <a:gd name="T77" fmla="*/ 92 h 120"/>
                  <a:gd name="T78" fmla="*/ 84 w 120"/>
                  <a:gd name="T79" fmla="*/ 81 h 120"/>
                  <a:gd name="T80" fmla="*/ 66 w 120"/>
                  <a:gd name="T81" fmla="*/ 67 h 120"/>
                  <a:gd name="T82" fmla="*/ 97 w 120"/>
                  <a:gd name="T83" fmla="*/ 56 h 120"/>
                  <a:gd name="T84" fmla="*/ 105 w 120"/>
                  <a:gd name="T85" fmla="*/ 49 h 120"/>
                  <a:gd name="T86" fmla="*/ 93 w 120"/>
                  <a:gd name="T87" fmla="*/ 39 h 120"/>
                  <a:gd name="T88" fmla="*/ 91 w 120"/>
                  <a:gd name="T89" fmla="*/ 52 h 120"/>
                  <a:gd name="T90" fmla="*/ 79 w 120"/>
                  <a:gd name="T91" fmla="*/ 49 h 120"/>
                  <a:gd name="T92" fmla="*/ 73 w 120"/>
                  <a:gd name="T93" fmla="*/ 44 h 120"/>
                  <a:gd name="T94" fmla="*/ 76 w 120"/>
                  <a:gd name="T95" fmla="*/ 35 h 120"/>
                  <a:gd name="T96" fmla="*/ 90 w 120"/>
                  <a:gd name="T97" fmla="*/ 36 h 120"/>
                  <a:gd name="T98" fmla="*/ 100 w 120"/>
                  <a:gd name="T99" fmla="*/ 36 h 120"/>
                  <a:gd name="T100" fmla="*/ 105 w 120"/>
                  <a:gd name="T101" fmla="*/ 32 h 120"/>
                  <a:gd name="T102" fmla="*/ 110 w 120"/>
                  <a:gd name="T103" fmla="*/ 57 h 120"/>
                  <a:gd name="T104" fmla="*/ 107 w 120"/>
                  <a:gd name="T105" fmla="*/ 62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0" h="120">
                    <a:moveTo>
                      <a:pt x="60" y="0"/>
                    </a:moveTo>
                    <a:cubicBezTo>
                      <a:pt x="27" y="0"/>
                      <a:pt x="0" y="27"/>
                      <a:pt x="0" y="60"/>
                    </a:cubicBezTo>
                    <a:cubicBezTo>
                      <a:pt x="0" y="93"/>
                      <a:pt x="27" y="120"/>
                      <a:pt x="60" y="120"/>
                    </a:cubicBezTo>
                    <a:cubicBezTo>
                      <a:pt x="93" y="120"/>
                      <a:pt x="120" y="93"/>
                      <a:pt x="120" y="60"/>
                    </a:cubicBezTo>
                    <a:cubicBezTo>
                      <a:pt x="120" y="27"/>
                      <a:pt x="93" y="0"/>
                      <a:pt x="60" y="0"/>
                    </a:cubicBezTo>
                    <a:close/>
                    <a:moveTo>
                      <a:pt x="83" y="24"/>
                    </a:moveTo>
                    <a:cubicBezTo>
                      <a:pt x="87" y="21"/>
                      <a:pt x="87" y="21"/>
                      <a:pt x="87" y="21"/>
                    </a:cubicBezTo>
                    <a:cubicBezTo>
                      <a:pt x="87" y="21"/>
                      <a:pt x="85" y="17"/>
                      <a:pt x="86" y="14"/>
                    </a:cubicBezTo>
                    <a:cubicBezTo>
                      <a:pt x="87" y="14"/>
                      <a:pt x="91" y="16"/>
                      <a:pt x="94" y="20"/>
                    </a:cubicBezTo>
                    <a:cubicBezTo>
                      <a:pt x="92" y="29"/>
                      <a:pt x="86" y="28"/>
                      <a:pt x="86" y="28"/>
                    </a:cubicBezTo>
                    <a:cubicBezTo>
                      <a:pt x="86" y="28"/>
                      <a:pt x="82" y="28"/>
                      <a:pt x="83" y="24"/>
                    </a:cubicBezTo>
                    <a:close/>
                    <a:moveTo>
                      <a:pt x="47" y="77"/>
                    </a:moveTo>
                    <a:cubicBezTo>
                      <a:pt x="46" y="78"/>
                      <a:pt x="45" y="81"/>
                      <a:pt x="44" y="84"/>
                    </a:cubicBezTo>
                    <a:cubicBezTo>
                      <a:pt x="43" y="86"/>
                      <a:pt x="42" y="87"/>
                      <a:pt x="41" y="88"/>
                    </a:cubicBezTo>
                    <a:cubicBezTo>
                      <a:pt x="39" y="89"/>
                      <a:pt x="39" y="91"/>
                      <a:pt x="39" y="91"/>
                    </a:cubicBezTo>
                    <a:cubicBezTo>
                      <a:pt x="38" y="95"/>
                      <a:pt x="38" y="95"/>
                      <a:pt x="38" y="95"/>
                    </a:cubicBezTo>
                    <a:cubicBezTo>
                      <a:pt x="38" y="95"/>
                      <a:pt x="39" y="99"/>
                      <a:pt x="40" y="100"/>
                    </a:cubicBezTo>
                    <a:cubicBezTo>
                      <a:pt x="40" y="102"/>
                      <a:pt x="37" y="110"/>
                      <a:pt x="37" y="110"/>
                    </a:cubicBezTo>
                    <a:cubicBezTo>
                      <a:pt x="34" y="109"/>
                      <a:pt x="33" y="106"/>
                      <a:pt x="32" y="104"/>
                    </a:cubicBezTo>
                    <a:cubicBezTo>
                      <a:pt x="32" y="102"/>
                      <a:pt x="30" y="101"/>
                      <a:pt x="31" y="99"/>
                    </a:cubicBezTo>
                    <a:cubicBezTo>
                      <a:pt x="31" y="96"/>
                      <a:pt x="29" y="95"/>
                      <a:pt x="28" y="94"/>
                    </a:cubicBezTo>
                    <a:cubicBezTo>
                      <a:pt x="27" y="92"/>
                      <a:pt x="26" y="90"/>
                      <a:pt x="26" y="89"/>
                    </a:cubicBezTo>
                    <a:cubicBezTo>
                      <a:pt x="26" y="88"/>
                      <a:pt x="23" y="86"/>
                      <a:pt x="23" y="86"/>
                    </a:cubicBezTo>
                    <a:cubicBezTo>
                      <a:pt x="23" y="86"/>
                      <a:pt x="18" y="83"/>
                      <a:pt x="17" y="82"/>
                    </a:cubicBezTo>
                    <a:cubicBezTo>
                      <a:pt x="16" y="81"/>
                      <a:pt x="15" y="77"/>
                      <a:pt x="15" y="75"/>
                    </a:cubicBezTo>
                    <a:cubicBezTo>
                      <a:pt x="15" y="73"/>
                      <a:pt x="16" y="68"/>
                      <a:pt x="16" y="68"/>
                    </a:cubicBezTo>
                    <a:cubicBezTo>
                      <a:pt x="16" y="68"/>
                      <a:pt x="18" y="66"/>
                      <a:pt x="17" y="65"/>
                    </a:cubicBezTo>
                    <a:cubicBezTo>
                      <a:pt x="15" y="64"/>
                      <a:pt x="15" y="60"/>
                      <a:pt x="15" y="60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1" y="55"/>
                      <a:pt x="10" y="54"/>
                    </a:cubicBezTo>
                    <a:cubicBezTo>
                      <a:pt x="10" y="52"/>
                      <a:pt x="10" y="51"/>
                      <a:pt x="11" y="50"/>
                    </a:cubicBezTo>
                    <a:cubicBezTo>
                      <a:pt x="11" y="49"/>
                      <a:pt x="10" y="46"/>
                      <a:pt x="10" y="45"/>
                    </a:cubicBezTo>
                    <a:cubicBezTo>
                      <a:pt x="20" y="20"/>
                      <a:pt x="37" y="15"/>
                      <a:pt x="37" y="15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35" y="21"/>
                      <a:pt x="34" y="21"/>
                    </a:cubicBezTo>
                    <a:cubicBezTo>
                      <a:pt x="32" y="20"/>
                      <a:pt x="31" y="20"/>
                      <a:pt x="31" y="20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3"/>
                      <a:pt x="28" y="25"/>
                      <a:pt x="28" y="26"/>
                    </a:cubicBezTo>
                    <a:cubicBezTo>
                      <a:pt x="28" y="27"/>
                      <a:pt x="29" y="29"/>
                      <a:pt x="29" y="29"/>
                    </a:cubicBezTo>
                    <a:cubicBezTo>
                      <a:pt x="29" y="29"/>
                      <a:pt x="32" y="29"/>
                      <a:pt x="32" y="28"/>
                    </a:cubicBezTo>
                    <a:cubicBezTo>
                      <a:pt x="32" y="27"/>
                      <a:pt x="32" y="26"/>
                      <a:pt x="32" y="26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4"/>
                      <a:pt x="34" y="23"/>
                      <a:pt x="40" y="24"/>
                    </a:cubicBezTo>
                    <a:cubicBezTo>
                      <a:pt x="47" y="24"/>
                      <a:pt x="44" y="29"/>
                      <a:pt x="47" y="30"/>
                    </a:cubicBezTo>
                    <a:cubicBezTo>
                      <a:pt x="50" y="31"/>
                      <a:pt x="45" y="35"/>
                      <a:pt x="44" y="37"/>
                    </a:cubicBezTo>
                    <a:cubicBezTo>
                      <a:pt x="43" y="39"/>
                      <a:pt x="41" y="34"/>
                      <a:pt x="41" y="34"/>
                    </a:cubicBezTo>
                    <a:cubicBezTo>
                      <a:pt x="41" y="34"/>
                      <a:pt x="43" y="32"/>
                      <a:pt x="40" y="32"/>
                    </a:cubicBezTo>
                    <a:cubicBezTo>
                      <a:pt x="37" y="31"/>
                      <a:pt x="35" y="36"/>
                      <a:pt x="37" y="36"/>
                    </a:cubicBezTo>
                    <a:cubicBezTo>
                      <a:pt x="38" y="36"/>
                      <a:pt x="40" y="38"/>
                      <a:pt x="39" y="39"/>
                    </a:cubicBezTo>
                    <a:cubicBezTo>
                      <a:pt x="39" y="40"/>
                      <a:pt x="39" y="40"/>
                      <a:pt x="38" y="43"/>
                    </a:cubicBezTo>
                    <a:cubicBezTo>
                      <a:pt x="36" y="46"/>
                      <a:pt x="34" y="48"/>
                      <a:pt x="34" y="48"/>
                    </a:cubicBezTo>
                    <a:cubicBezTo>
                      <a:pt x="34" y="48"/>
                      <a:pt x="32" y="47"/>
                      <a:pt x="33" y="49"/>
                    </a:cubicBezTo>
                    <a:cubicBezTo>
                      <a:pt x="34" y="51"/>
                      <a:pt x="33" y="54"/>
                      <a:pt x="33" y="55"/>
                    </a:cubicBezTo>
                    <a:cubicBezTo>
                      <a:pt x="33" y="57"/>
                      <a:pt x="29" y="54"/>
                      <a:pt x="29" y="51"/>
                    </a:cubicBezTo>
                    <a:cubicBezTo>
                      <a:pt x="28" y="48"/>
                      <a:pt x="25" y="51"/>
                      <a:pt x="24" y="51"/>
                    </a:cubicBezTo>
                    <a:cubicBezTo>
                      <a:pt x="23" y="51"/>
                      <a:pt x="21" y="50"/>
                      <a:pt x="21" y="49"/>
                    </a:cubicBezTo>
                    <a:cubicBezTo>
                      <a:pt x="20" y="48"/>
                      <a:pt x="15" y="52"/>
                      <a:pt x="14" y="52"/>
                    </a:cubicBezTo>
                    <a:cubicBezTo>
                      <a:pt x="13" y="53"/>
                      <a:pt x="13" y="55"/>
                      <a:pt x="15" y="54"/>
                    </a:cubicBezTo>
                    <a:cubicBezTo>
                      <a:pt x="17" y="53"/>
                      <a:pt x="19" y="54"/>
                      <a:pt x="19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7" y="60"/>
                      <a:pt x="19" y="61"/>
                      <a:pt x="19" y="63"/>
                    </a:cubicBezTo>
                    <a:cubicBezTo>
                      <a:pt x="20" y="65"/>
                      <a:pt x="25" y="63"/>
                      <a:pt x="27" y="62"/>
                    </a:cubicBezTo>
                    <a:cubicBezTo>
                      <a:pt x="28" y="62"/>
                      <a:pt x="33" y="61"/>
                      <a:pt x="33" y="63"/>
                    </a:cubicBezTo>
                    <a:cubicBezTo>
                      <a:pt x="34" y="65"/>
                      <a:pt x="39" y="66"/>
                      <a:pt x="41" y="66"/>
                    </a:cubicBezTo>
                    <a:cubicBezTo>
                      <a:pt x="43" y="67"/>
                      <a:pt x="46" y="67"/>
                      <a:pt x="49" y="69"/>
                    </a:cubicBezTo>
                    <a:cubicBezTo>
                      <a:pt x="51" y="72"/>
                      <a:pt x="47" y="76"/>
                      <a:pt x="47" y="77"/>
                    </a:cubicBezTo>
                    <a:close/>
                    <a:moveTo>
                      <a:pt x="59" y="14"/>
                    </a:moveTo>
                    <a:cubicBezTo>
                      <a:pt x="58" y="17"/>
                      <a:pt x="54" y="20"/>
                      <a:pt x="55" y="21"/>
                    </a:cubicBezTo>
                    <a:cubicBezTo>
                      <a:pt x="55" y="22"/>
                      <a:pt x="55" y="27"/>
                      <a:pt x="51" y="23"/>
                    </a:cubicBezTo>
                    <a:cubicBezTo>
                      <a:pt x="47" y="19"/>
                      <a:pt x="43" y="18"/>
                      <a:pt x="44" y="15"/>
                    </a:cubicBezTo>
                    <a:cubicBezTo>
                      <a:pt x="44" y="14"/>
                      <a:pt x="48" y="14"/>
                      <a:pt x="48" y="13"/>
                    </a:cubicBezTo>
                    <a:cubicBezTo>
                      <a:pt x="53" y="7"/>
                      <a:pt x="62" y="8"/>
                      <a:pt x="63" y="10"/>
                    </a:cubicBezTo>
                    <a:cubicBezTo>
                      <a:pt x="61" y="12"/>
                      <a:pt x="59" y="11"/>
                      <a:pt x="59" y="14"/>
                    </a:cubicBezTo>
                    <a:close/>
                    <a:moveTo>
                      <a:pt x="107" y="62"/>
                    </a:moveTo>
                    <a:cubicBezTo>
                      <a:pt x="107" y="62"/>
                      <a:pt x="109" y="65"/>
                      <a:pt x="112" y="65"/>
                    </a:cubicBezTo>
                    <a:cubicBezTo>
                      <a:pt x="110" y="87"/>
                      <a:pt x="92" y="102"/>
                      <a:pt x="92" y="102"/>
                    </a:cubicBezTo>
                    <a:cubicBezTo>
                      <a:pt x="89" y="99"/>
                      <a:pt x="90" y="96"/>
                      <a:pt x="90" y="96"/>
                    </a:cubicBezTo>
                    <a:cubicBezTo>
                      <a:pt x="91" y="92"/>
                      <a:pt x="91" y="92"/>
                      <a:pt x="91" y="92"/>
                    </a:cubicBezTo>
                    <a:cubicBezTo>
                      <a:pt x="91" y="85"/>
                      <a:pt x="91" y="85"/>
                      <a:pt x="91" y="85"/>
                    </a:cubicBezTo>
                    <a:cubicBezTo>
                      <a:pt x="91" y="85"/>
                      <a:pt x="91" y="77"/>
                      <a:pt x="84" y="81"/>
                    </a:cubicBezTo>
                    <a:cubicBezTo>
                      <a:pt x="77" y="83"/>
                      <a:pt x="80" y="83"/>
                      <a:pt x="72" y="83"/>
                    </a:cubicBezTo>
                    <a:cubicBezTo>
                      <a:pt x="64" y="84"/>
                      <a:pt x="66" y="67"/>
                      <a:pt x="66" y="67"/>
                    </a:cubicBezTo>
                    <a:cubicBezTo>
                      <a:pt x="66" y="43"/>
                      <a:pt x="84" y="61"/>
                      <a:pt x="84" y="61"/>
                    </a:cubicBezTo>
                    <a:cubicBezTo>
                      <a:pt x="95" y="69"/>
                      <a:pt x="97" y="56"/>
                      <a:pt x="97" y="56"/>
                    </a:cubicBezTo>
                    <a:cubicBezTo>
                      <a:pt x="104" y="53"/>
                      <a:pt x="104" y="53"/>
                      <a:pt x="104" y="53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1" y="43"/>
                      <a:pt x="94" y="48"/>
                    </a:cubicBezTo>
                    <a:cubicBezTo>
                      <a:pt x="94" y="48"/>
                      <a:pt x="93" y="53"/>
                      <a:pt x="91" y="52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4" y="48"/>
                      <a:pt x="82" y="47"/>
                      <a:pt x="79" y="49"/>
                    </a:cubicBezTo>
                    <a:cubicBezTo>
                      <a:pt x="75" y="52"/>
                      <a:pt x="69" y="49"/>
                      <a:pt x="69" y="49"/>
                    </a:cubicBezTo>
                    <a:cubicBezTo>
                      <a:pt x="69" y="49"/>
                      <a:pt x="69" y="46"/>
                      <a:pt x="73" y="44"/>
                    </a:cubicBezTo>
                    <a:cubicBezTo>
                      <a:pt x="76" y="42"/>
                      <a:pt x="76" y="42"/>
                      <a:pt x="76" y="42"/>
                    </a:cubicBezTo>
                    <a:cubicBezTo>
                      <a:pt x="76" y="42"/>
                      <a:pt x="75" y="38"/>
                      <a:pt x="76" y="35"/>
                    </a:cubicBezTo>
                    <a:cubicBezTo>
                      <a:pt x="77" y="32"/>
                      <a:pt x="78" y="35"/>
                      <a:pt x="81" y="33"/>
                    </a:cubicBezTo>
                    <a:cubicBezTo>
                      <a:pt x="84" y="31"/>
                      <a:pt x="86" y="37"/>
                      <a:pt x="90" y="36"/>
                    </a:cubicBezTo>
                    <a:cubicBezTo>
                      <a:pt x="94" y="36"/>
                      <a:pt x="92" y="35"/>
                      <a:pt x="95" y="33"/>
                    </a:cubicBezTo>
                    <a:cubicBezTo>
                      <a:pt x="98" y="32"/>
                      <a:pt x="100" y="36"/>
                      <a:pt x="100" y="36"/>
                    </a:cubicBezTo>
                    <a:cubicBezTo>
                      <a:pt x="106" y="37"/>
                      <a:pt x="106" y="37"/>
                      <a:pt x="106" y="37"/>
                    </a:cubicBezTo>
                    <a:cubicBezTo>
                      <a:pt x="106" y="37"/>
                      <a:pt x="105" y="30"/>
                      <a:pt x="105" y="32"/>
                    </a:cubicBezTo>
                    <a:cubicBezTo>
                      <a:pt x="109" y="38"/>
                      <a:pt x="114" y="55"/>
                      <a:pt x="112" y="58"/>
                    </a:cubicBezTo>
                    <a:cubicBezTo>
                      <a:pt x="111" y="57"/>
                      <a:pt x="110" y="57"/>
                      <a:pt x="110" y="57"/>
                    </a:cubicBezTo>
                    <a:cubicBezTo>
                      <a:pt x="103" y="57"/>
                      <a:pt x="103" y="57"/>
                      <a:pt x="103" y="57"/>
                    </a:cubicBezTo>
                    <a:lnTo>
                      <a:pt x="107" y="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38" name="Group 23"/>
              <p:cNvGrpSpPr/>
              <p:nvPr/>
            </p:nvGrpSpPr>
            <p:grpSpPr>
              <a:xfrm>
                <a:off x="7957065" y="1628845"/>
                <a:ext cx="471871" cy="362798"/>
                <a:chOff x="2849564" y="3636963"/>
                <a:chExt cx="315912" cy="242888"/>
              </a:xfrm>
              <a:solidFill>
                <a:schemeClr val="accent3"/>
              </a:solidFill>
            </p:grpSpPr>
            <p:sp>
              <p:nvSpPr>
                <p:cNvPr id="40" name="Freeform: Shape 25"/>
                <p:cNvSpPr>
                  <a:spLocks/>
                </p:cNvSpPr>
                <p:nvPr/>
              </p:nvSpPr>
              <p:spPr bwMode="auto">
                <a:xfrm>
                  <a:off x="2849564" y="3671888"/>
                  <a:ext cx="298450" cy="207963"/>
                </a:xfrm>
                <a:custGeom>
                  <a:avLst/>
                  <a:gdLst>
                    <a:gd name="T0" fmla="*/ 103 w 112"/>
                    <a:gd name="T1" fmla="*/ 78 h 78"/>
                    <a:gd name="T2" fmla="*/ 9 w 112"/>
                    <a:gd name="T3" fmla="*/ 78 h 78"/>
                    <a:gd name="T4" fmla="*/ 0 w 112"/>
                    <a:gd name="T5" fmla="*/ 69 h 78"/>
                    <a:gd name="T6" fmla="*/ 0 w 112"/>
                    <a:gd name="T7" fmla="*/ 8 h 78"/>
                    <a:gd name="T8" fmla="*/ 9 w 112"/>
                    <a:gd name="T9" fmla="*/ 0 h 78"/>
                    <a:gd name="T10" fmla="*/ 42 w 112"/>
                    <a:gd name="T11" fmla="*/ 0 h 78"/>
                    <a:gd name="T12" fmla="*/ 46 w 112"/>
                    <a:gd name="T13" fmla="*/ 4 h 78"/>
                    <a:gd name="T14" fmla="*/ 42 w 112"/>
                    <a:gd name="T15" fmla="*/ 8 h 78"/>
                    <a:gd name="T16" fmla="*/ 9 w 112"/>
                    <a:gd name="T17" fmla="*/ 8 h 78"/>
                    <a:gd name="T18" fmla="*/ 8 w 112"/>
                    <a:gd name="T19" fmla="*/ 8 h 78"/>
                    <a:gd name="T20" fmla="*/ 8 w 112"/>
                    <a:gd name="T21" fmla="*/ 69 h 78"/>
                    <a:gd name="T22" fmla="*/ 9 w 112"/>
                    <a:gd name="T23" fmla="*/ 70 h 78"/>
                    <a:gd name="T24" fmla="*/ 103 w 112"/>
                    <a:gd name="T25" fmla="*/ 70 h 78"/>
                    <a:gd name="T26" fmla="*/ 104 w 112"/>
                    <a:gd name="T27" fmla="*/ 69 h 78"/>
                    <a:gd name="T28" fmla="*/ 104 w 112"/>
                    <a:gd name="T29" fmla="*/ 43 h 78"/>
                    <a:gd name="T30" fmla="*/ 108 w 112"/>
                    <a:gd name="T31" fmla="*/ 39 h 78"/>
                    <a:gd name="T32" fmla="*/ 112 w 112"/>
                    <a:gd name="T33" fmla="*/ 43 h 78"/>
                    <a:gd name="T34" fmla="*/ 112 w 112"/>
                    <a:gd name="T35" fmla="*/ 69 h 78"/>
                    <a:gd name="T36" fmla="*/ 103 w 112"/>
                    <a:gd name="T37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26"/>
                <p:cNvSpPr>
                  <a:spLocks/>
                </p:cNvSpPr>
                <p:nvPr/>
              </p:nvSpPr>
              <p:spPr bwMode="auto">
                <a:xfrm>
                  <a:off x="2943226" y="3636963"/>
                  <a:ext cx="222250" cy="200025"/>
                </a:xfrm>
                <a:custGeom>
                  <a:avLst/>
                  <a:gdLst>
                    <a:gd name="T0" fmla="*/ 46 w 83"/>
                    <a:gd name="T1" fmla="*/ 58 h 75"/>
                    <a:gd name="T2" fmla="*/ 83 w 83"/>
                    <a:gd name="T3" fmla="*/ 29 h 75"/>
                    <a:gd name="T4" fmla="*/ 46 w 83"/>
                    <a:gd name="T5" fmla="*/ 0 h 75"/>
                    <a:gd name="T6" fmla="*/ 46 w 83"/>
                    <a:gd name="T7" fmla="*/ 20 h 75"/>
                    <a:gd name="T8" fmla="*/ 0 w 83"/>
                    <a:gd name="T9" fmla="*/ 75 h 75"/>
                    <a:gd name="T10" fmla="*/ 46 w 83"/>
                    <a:gd name="T11" fmla="*/ 40 h 75"/>
                    <a:gd name="T12" fmla="*/ 46 w 83"/>
                    <a:gd name="T13" fmla="*/ 5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9" name="Freeform: Shape 24"/>
              <p:cNvSpPr/>
              <p:nvPr/>
            </p:nvSpPr>
            <p:spPr>
              <a:xfrm>
                <a:off x="7952754" y="3994423"/>
                <a:ext cx="478284" cy="4484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93" h="21440" extrusionOk="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8" name="TextBox 47"/>
            <p:cNvSpPr txBox="1"/>
            <p:nvPr/>
          </p:nvSpPr>
          <p:spPr>
            <a:xfrm flipH="1">
              <a:off x="6663890" y="2081721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sp>
          <p:nvSpPr>
            <p:cNvPr id="9" name="TextBox 53"/>
            <p:cNvSpPr txBox="1"/>
            <p:nvPr/>
          </p:nvSpPr>
          <p:spPr>
            <a:xfrm flipH="1">
              <a:off x="6663890" y="2976795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  <p:sp>
          <p:nvSpPr>
            <p:cNvPr id="10" name="TextBox 54"/>
            <p:cNvSpPr txBox="1"/>
            <p:nvPr/>
          </p:nvSpPr>
          <p:spPr>
            <a:xfrm flipH="1">
              <a:off x="6663890" y="3921900"/>
              <a:ext cx="1940757" cy="39078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（建议使用主题字体） 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05A3783-F767-48DC-B51C-DA234B1C0E8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45" name="TextBox 86">
              <a:extLst>
                <a:ext uri="{FF2B5EF4-FFF2-40B4-BE49-F238E27FC236}">
                  <a16:creationId xmlns:a16="http://schemas.microsoft.com/office/drawing/2014/main" id="{B290B216-E6EA-4A4F-85ED-CFB61BB78F3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A19D373-E62D-4A03-ABA4-DC396E9DCE3D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11708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3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Project Showcase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383626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855206" y="1032604"/>
            <a:ext cx="3400318" cy="3163687"/>
            <a:chOff x="2855206" y="1032604"/>
            <a:chExt cx="3400318" cy="3163687"/>
          </a:xfrm>
        </p:grpSpPr>
        <p:grpSp>
          <p:nvGrpSpPr>
            <p:cNvPr id="4" name="Group 2"/>
            <p:cNvGrpSpPr/>
            <p:nvPr/>
          </p:nvGrpSpPr>
          <p:grpSpPr>
            <a:xfrm>
              <a:off x="4396483" y="1032604"/>
              <a:ext cx="1859041" cy="1635020"/>
              <a:chOff x="5782165" y="481983"/>
              <a:chExt cx="3480614" cy="3061191"/>
            </a:xfr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2"/>
                </a:gs>
              </a:gsLst>
              <a:lin ang="8100000" scaled="1"/>
              <a:tileRect/>
            </a:gradFill>
          </p:grpSpPr>
          <p:sp>
            <p:nvSpPr>
              <p:cNvPr id="77" name="Arrow: Right 70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78" name="Group 71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79" name="Rectangle 72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Rectangle 73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Rectangle 74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Freeform: Shape 75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: Shape 76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4" name="Freeform: Shape 77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5" name="Rectangle 78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Rectangle 79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Rectangle 80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8" name="Freeform: Shape 81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Freeform: Shape 82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Rectangle 83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Group 3"/>
            <p:cNvGrpSpPr/>
            <p:nvPr/>
          </p:nvGrpSpPr>
          <p:grpSpPr>
            <a:xfrm flipH="1">
              <a:off x="2857122" y="1040978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1"/>
                </a:gs>
              </a:gsLst>
              <a:lin ang="8100000" scaled="1"/>
            </a:gradFill>
          </p:grpSpPr>
          <p:sp>
            <p:nvSpPr>
              <p:cNvPr id="63" name="Arrow: Right 56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64" name="Group 57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65" name="Rectangle 58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Rectangle 59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Rectangle 60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Freeform: Shape 61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Freeform: Shape 62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Freeform: Shape 63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Rectangle 64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Rectangle 65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Rectangle 66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: Shape 67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Freeform: Shape 68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Rectangle 69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" name="Group 4"/>
            <p:cNvGrpSpPr/>
            <p:nvPr/>
          </p:nvGrpSpPr>
          <p:grpSpPr>
            <a:xfrm flipV="1">
              <a:off x="4394392" y="2561271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4"/>
                </a:gs>
              </a:gsLst>
              <a:lin ang="8100000" scaled="1"/>
            </a:gradFill>
          </p:grpSpPr>
          <p:sp>
            <p:nvSpPr>
              <p:cNvPr id="49" name="Arrow: Right 42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50" name="Group 43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51" name="Rectangle 44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Rectangle 45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Rectangle 46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Freeform: Shape 47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Freeform: Shape 48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Freeform: Shape 49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Rectangle 50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Rectangle 51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Rectangle 52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Freeform: Shape 53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: Shape 54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Rectangle 55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" name="Group 5"/>
            <p:cNvGrpSpPr/>
            <p:nvPr/>
          </p:nvGrpSpPr>
          <p:grpSpPr>
            <a:xfrm flipH="1" flipV="1">
              <a:off x="2855206" y="2560263"/>
              <a:ext cx="1859041" cy="1635020"/>
              <a:chOff x="5782165" y="481983"/>
              <a:chExt cx="3480614" cy="3061191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8000">
                  <a:schemeClr val="accent3"/>
                </a:gs>
              </a:gsLst>
              <a:lin ang="8100000" scaled="1"/>
            </a:gradFill>
          </p:grpSpPr>
          <p:sp>
            <p:nvSpPr>
              <p:cNvPr id="35" name="Arrow: Right 28"/>
              <p:cNvSpPr/>
              <p:nvPr/>
            </p:nvSpPr>
            <p:spPr>
              <a:xfrm rot="18900000" flipH="1">
                <a:off x="5782165" y="1651488"/>
                <a:ext cx="2291004" cy="1891686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36" name="Group 29"/>
              <p:cNvGrpSpPr/>
              <p:nvPr/>
            </p:nvGrpSpPr>
            <p:grpSpPr>
              <a:xfrm>
                <a:off x="7454801" y="481983"/>
                <a:ext cx="1807978" cy="1561534"/>
                <a:chOff x="7454801" y="481983"/>
                <a:chExt cx="1807978" cy="1561534"/>
              </a:xfrm>
              <a:grpFill/>
            </p:grpSpPr>
            <p:sp>
              <p:nvSpPr>
                <p:cNvPr id="37" name="Rectangle 30"/>
                <p:cNvSpPr>
                  <a:spLocks/>
                </p:cNvSpPr>
                <p:nvPr/>
              </p:nvSpPr>
              <p:spPr bwMode="auto">
                <a:xfrm rot="8100000">
                  <a:off x="7916863" y="1084979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Rectangle 31"/>
                <p:cNvSpPr>
                  <a:spLocks/>
                </p:cNvSpPr>
                <p:nvPr/>
              </p:nvSpPr>
              <p:spPr bwMode="auto">
                <a:xfrm rot="8100000">
                  <a:off x="7972437" y="1826848"/>
                  <a:ext cx="278579" cy="216669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Rectangle 32"/>
                <p:cNvSpPr>
                  <a:spLocks/>
                </p:cNvSpPr>
                <p:nvPr/>
              </p:nvSpPr>
              <p:spPr bwMode="auto">
                <a:xfrm rot="8100000">
                  <a:off x="7454801" y="1301229"/>
                  <a:ext cx="278579" cy="2205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: Shape 33"/>
                <p:cNvSpPr>
                  <a:spLocks/>
                </p:cNvSpPr>
                <p:nvPr/>
              </p:nvSpPr>
              <p:spPr bwMode="auto">
                <a:xfrm rot="8100000">
                  <a:off x="8213025" y="1221325"/>
                  <a:ext cx="315336" cy="319199"/>
                </a:xfrm>
                <a:custGeom>
                  <a:avLst/>
                  <a:gdLst>
                    <a:gd name="T0" fmla="*/ 40 w 163"/>
                    <a:gd name="T1" fmla="*/ 0 h 165"/>
                    <a:gd name="T2" fmla="*/ 163 w 163"/>
                    <a:gd name="T3" fmla="*/ 39 h 165"/>
                    <a:gd name="T4" fmla="*/ 125 w 163"/>
                    <a:gd name="T5" fmla="*/ 165 h 165"/>
                    <a:gd name="T6" fmla="*/ 0 w 163"/>
                    <a:gd name="T7" fmla="*/ 124 h 165"/>
                    <a:gd name="T8" fmla="*/ 40 w 163"/>
                    <a:gd name="T9" fmla="*/ 0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3" h="165">
                      <a:moveTo>
                        <a:pt x="40" y="0"/>
                      </a:moveTo>
                      <a:lnTo>
                        <a:pt x="163" y="39"/>
                      </a:lnTo>
                      <a:lnTo>
                        <a:pt x="125" y="165"/>
                      </a:lnTo>
                      <a:lnTo>
                        <a:pt x="0" y="124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34"/>
                <p:cNvSpPr>
                  <a:spLocks/>
                </p:cNvSpPr>
                <p:nvPr/>
              </p:nvSpPr>
              <p:spPr bwMode="auto">
                <a:xfrm rot="8100000">
                  <a:off x="8449924" y="886025"/>
                  <a:ext cx="266972" cy="268901"/>
                </a:xfrm>
                <a:custGeom>
                  <a:avLst/>
                  <a:gdLst>
                    <a:gd name="T0" fmla="*/ 0 w 138"/>
                    <a:gd name="T1" fmla="*/ 38 h 139"/>
                    <a:gd name="T2" fmla="*/ 102 w 138"/>
                    <a:gd name="T3" fmla="*/ 0 h 139"/>
                    <a:gd name="T4" fmla="*/ 138 w 138"/>
                    <a:gd name="T5" fmla="*/ 103 h 139"/>
                    <a:gd name="T6" fmla="*/ 38 w 138"/>
                    <a:gd name="T7" fmla="*/ 139 h 139"/>
                    <a:gd name="T8" fmla="*/ 0 w 138"/>
                    <a:gd name="T9" fmla="*/ 38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139">
                      <a:moveTo>
                        <a:pt x="0" y="38"/>
                      </a:moveTo>
                      <a:lnTo>
                        <a:pt x="102" y="0"/>
                      </a:lnTo>
                      <a:lnTo>
                        <a:pt x="138" y="103"/>
                      </a:lnTo>
                      <a:lnTo>
                        <a:pt x="38" y="139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: Shape 35"/>
                <p:cNvSpPr>
                  <a:spLocks/>
                </p:cNvSpPr>
                <p:nvPr/>
              </p:nvSpPr>
              <p:spPr bwMode="auto">
                <a:xfrm rot="8100000">
                  <a:off x="8144899" y="973602"/>
                  <a:ext cx="234084" cy="236013"/>
                </a:xfrm>
                <a:custGeom>
                  <a:avLst/>
                  <a:gdLst>
                    <a:gd name="T0" fmla="*/ 0 w 121"/>
                    <a:gd name="T1" fmla="*/ 12 h 122"/>
                    <a:gd name="T2" fmla="*/ 109 w 121"/>
                    <a:gd name="T3" fmla="*/ 0 h 122"/>
                    <a:gd name="T4" fmla="*/ 121 w 121"/>
                    <a:gd name="T5" fmla="*/ 110 h 122"/>
                    <a:gd name="T6" fmla="*/ 12 w 121"/>
                    <a:gd name="T7" fmla="*/ 122 h 122"/>
                    <a:gd name="T8" fmla="*/ 0 w 121"/>
                    <a:gd name="T9" fmla="*/ 12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1" h="122">
                      <a:moveTo>
                        <a:pt x="0" y="12"/>
                      </a:moveTo>
                      <a:lnTo>
                        <a:pt x="109" y="0"/>
                      </a:lnTo>
                      <a:lnTo>
                        <a:pt x="121" y="110"/>
                      </a:lnTo>
                      <a:lnTo>
                        <a:pt x="12" y="122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Rectangle 36"/>
                <p:cNvSpPr>
                  <a:spLocks/>
                </p:cNvSpPr>
                <p:nvPr/>
              </p:nvSpPr>
              <p:spPr bwMode="auto">
                <a:xfrm rot="8100000">
                  <a:off x="8693291" y="721345"/>
                  <a:ext cx="183785" cy="183781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Rectangle 37"/>
                <p:cNvSpPr>
                  <a:spLocks/>
                </p:cNvSpPr>
                <p:nvPr/>
              </p:nvSpPr>
              <p:spPr bwMode="auto">
                <a:xfrm rot="8100000">
                  <a:off x="8812870" y="489930"/>
                  <a:ext cx="179916" cy="176043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Rectangle 38"/>
                <p:cNvSpPr>
                  <a:spLocks/>
                </p:cNvSpPr>
                <p:nvPr/>
              </p:nvSpPr>
              <p:spPr bwMode="auto">
                <a:xfrm rot="8100000">
                  <a:off x="7882439" y="1401644"/>
                  <a:ext cx="251496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Freeform: Shape 39"/>
                <p:cNvSpPr>
                  <a:spLocks/>
                </p:cNvSpPr>
                <p:nvPr/>
              </p:nvSpPr>
              <p:spPr bwMode="auto">
                <a:xfrm rot="8100000">
                  <a:off x="8429249" y="641976"/>
                  <a:ext cx="216673" cy="216669"/>
                </a:xfrm>
                <a:custGeom>
                  <a:avLst/>
                  <a:gdLst>
                    <a:gd name="T0" fmla="*/ 24 w 112"/>
                    <a:gd name="T1" fmla="*/ 0 h 112"/>
                    <a:gd name="T2" fmla="*/ 112 w 112"/>
                    <a:gd name="T3" fmla="*/ 24 h 112"/>
                    <a:gd name="T4" fmla="*/ 88 w 112"/>
                    <a:gd name="T5" fmla="*/ 112 h 112"/>
                    <a:gd name="T6" fmla="*/ 0 w 112"/>
                    <a:gd name="T7" fmla="*/ 88 h 112"/>
                    <a:gd name="T8" fmla="*/ 24 w 112"/>
                    <a:gd name="T9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112">
                      <a:moveTo>
                        <a:pt x="24" y="0"/>
                      </a:moveTo>
                      <a:lnTo>
                        <a:pt x="112" y="24"/>
                      </a:lnTo>
                      <a:lnTo>
                        <a:pt x="88" y="112"/>
                      </a:lnTo>
                      <a:lnTo>
                        <a:pt x="0" y="88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Freeform: Shape 40"/>
                <p:cNvSpPr>
                  <a:spLocks/>
                </p:cNvSpPr>
                <p:nvPr/>
              </p:nvSpPr>
              <p:spPr bwMode="auto">
                <a:xfrm rot="8100000">
                  <a:off x="9111882" y="481983"/>
                  <a:ext cx="150897" cy="150894"/>
                </a:xfrm>
                <a:custGeom>
                  <a:avLst/>
                  <a:gdLst>
                    <a:gd name="T0" fmla="*/ 0 w 78"/>
                    <a:gd name="T1" fmla="*/ 16 h 78"/>
                    <a:gd name="T2" fmla="*/ 59 w 78"/>
                    <a:gd name="T3" fmla="*/ 0 h 78"/>
                    <a:gd name="T4" fmla="*/ 78 w 78"/>
                    <a:gd name="T5" fmla="*/ 59 h 78"/>
                    <a:gd name="T6" fmla="*/ 19 w 78"/>
                    <a:gd name="T7" fmla="*/ 78 h 78"/>
                    <a:gd name="T8" fmla="*/ 0 w 78"/>
                    <a:gd name="T9" fmla="*/ 16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8">
                      <a:moveTo>
                        <a:pt x="0" y="16"/>
                      </a:moveTo>
                      <a:lnTo>
                        <a:pt x="59" y="0"/>
                      </a:lnTo>
                      <a:lnTo>
                        <a:pt x="78" y="59"/>
                      </a:lnTo>
                      <a:lnTo>
                        <a:pt x="19" y="78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Rectangle 41"/>
                <p:cNvSpPr>
                  <a:spLocks/>
                </p:cNvSpPr>
                <p:nvPr/>
              </p:nvSpPr>
              <p:spPr bwMode="auto">
                <a:xfrm rot="8100000">
                  <a:off x="7671010" y="1661502"/>
                  <a:ext cx="189641" cy="232144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8" name="TextBox 10"/>
            <p:cNvSpPr txBox="1"/>
            <p:nvPr/>
          </p:nvSpPr>
          <p:spPr>
            <a:xfrm rot="2700000">
              <a:off x="3575747" y="1893001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r"/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9" name="TextBox 11"/>
            <p:cNvSpPr txBox="1"/>
            <p:nvPr/>
          </p:nvSpPr>
          <p:spPr>
            <a:xfrm rot="18900000">
              <a:off x="4828515" y="1887669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0" name="TextBox 12"/>
            <p:cNvSpPr txBox="1"/>
            <p:nvPr/>
          </p:nvSpPr>
          <p:spPr>
            <a:xfrm rot="18900000" flipH="1">
              <a:off x="3559268" y="3138624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algn="r"/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1" name="TextBox 13"/>
            <p:cNvSpPr txBox="1"/>
            <p:nvPr/>
          </p:nvSpPr>
          <p:spPr>
            <a:xfrm rot="2700000" flipH="1">
              <a:off x="4753788" y="3095154"/>
              <a:ext cx="744434" cy="190533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r>
                <a:rPr lang="zh-CN" altLang="en-US" sz="105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2" name="Freeform: Shape 84"/>
            <p:cNvSpPr/>
            <p:nvPr/>
          </p:nvSpPr>
          <p:spPr>
            <a:xfrm>
              <a:off x="4676922" y="2282687"/>
              <a:ext cx="241847" cy="241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1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Freeform: Shape 85"/>
            <p:cNvSpPr>
              <a:spLocks noChangeAspect="1"/>
            </p:cNvSpPr>
            <p:nvPr/>
          </p:nvSpPr>
          <p:spPr bwMode="auto">
            <a:xfrm>
              <a:off x="4679276" y="2751228"/>
              <a:ext cx="241959" cy="206673"/>
            </a:xfrm>
            <a:custGeom>
              <a:avLst/>
              <a:gdLst>
                <a:gd name="T0" fmla="*/ 48 w 48"/>
                <a:gd name="T1" fmla="*/ 38 h 41"/>
                <a:gd name="T2" fmla="*/ 45 w 48"/>
                <a:gd name="T3" fmla="*/ 41 h 41"/>
                <a:gd name="T4" fmla="*/ 37 w 48"/>
                <a:gd name="T5" fmla="*/ 41 h 41"/>
                <a:gd name="T6" fmla="*/ 34 w 48"/>
                <a:gd name="T7" fmla="*/ 38 h 41"/>
                <a:gd name="T8" fmla="*/ 34 w 48"/>
                <a:gd name="T9" fmla="*/ 30 h 41"/>
                <a:gd name="T10" fmla="*/ 37 w 48"/>
                <a:gd name="T11" fmla="*/ 27 h 41"/>
                <a:gd name="T12" fmla="*/ 39 w 48"/>
                <a:gd name="T13" fmla="*/ 27 h 41"/>
                <a:gd name="T14" fmla="*/ 39 w 48"/>
                <a:gd name="T15" fmla="*/ 22 h 41"/>
                <a:gd name="T16" fmla="*/ 25 w 48"/>
                <a:gd name="T17" fmla="*/ 22 h 41"/>
                <a:gd name="T18" fmla="*/ 25 w 48"/>
                <a:gd name="T19" fmla="*/ 27 h 41"/>
                <a:gd name="T20" fmla="*/ 28 w 48"/>
                <a:gd name="T21" fmla="*/ 27 h 41"/>
                <a:gd name="T22" fmla="*/ 31 w 48"/>
                <a:gd name="T23" fmla="*/ 30 h 41"/>
                <a:gd name="T24" fmla="*/ 31 w 48"/>
                <a:gd name="T25" fmla="*/ 38 h 41"/>
                <a:gd name="T26" fmla="*/ 28 w 48"/>
                <a:gd name="T27" fmla="*/ 41 h 41"/>
                <a:gd name="T28" fmla="*/ 19 w 48"/>
                <a:gd name="T29" fmla="*/ 41 h 41"/>
                <a:gd name="T30" fmla="*/ 17 w 48"/>
                <a:gd name="T31" fmla="*/ 38 h 41"/>
                <a:gd name="T32" fmla="*/ 17 w 48"/>
                <a:gd name="T33" fmla="*/ 30 h 41"/>
                <a:gd name="T34" fmla="*/ 19 w 48"/>
                <a:gd name="T35" fmla="*/ 27 h 41"/>
                <a:gd name="T36" fmla="*/ 22 w 48"/>
                <a:gd name="T37" fmla="*/ 27 h 41"/>
                <a:gd name="T38" fmla="*/ 22 w 48"/>
                <a:gd name="T39" fmla="*/ 22 h 41"/>
                <a:gd name="T40" fmla="*/ 8 w 48"/>
                <a:gd name="T41" fmla="*/ 22 h 41"/>
                <a:gd name="T42" fmla="*/ 8 w 48"/>
                <a:gd name="T43" fmla="*/ 27 h 41"/>
                <a:gd name="T44" fmla="*/ 11 w 48"/>
                <a:gd name="T45" fmla="*/ 27 h 41"/>
                <a:gd name="T46" fmla="*/ 13 w 48"/>
                <a:gd name="T47" fmla="*/ 30 h 41"/>
                <a:gd name="T48" fmla="*/ 13 w 48"/>
                <a:gd name="T49" fmla="*/ 38 h 41"/>
                <a:gd name="T50" fmla="*/ 11 w 48"/>
                <a:gd name="T51" fmla="*/ 41 h 41"/>
                <a:gd name="T52" fmla="*/ 2 w 48"/>
                <a:gd name="T53" fmla="*/ 41 h 41"/>
                <a:gd name="T54" fmla="*/ 0 w 48"/>
                <a:gd name="T55" fmla="*/ 38 h 41"/>
                <a:gd name="T56" fmla="*/ 0 w 48"/>
                <a:gd name="T57" fmla="*/ 30 h 41"/>
                <a:gd name="T58" fmla="*/ 2 w 48"/>
                <a:gd name="T59" fmla="*/ 27 h 41"/>
                <a:gd name="T60" fmla="*/ 5 w 48"/>
                <a:gd name="T61" fmla="*/ 27 h 41"/>
                <a:gd name="T62" fmla="*/ 5 w 48"/>
                <a:gd name="T63" fmla="*/ 22 h 41"/>
                <a:gd name="T64" fmla="*/ 8 w 48"/>
                <a:gd name="T65" fmla="*/ 19 h 41"/>
                <a:gd name="T66" fmla="*/ 22 w 48"/>
                <a:gd name="T67" fmla="*/ 19 h 41"/>
                <a:gd name="T68" fmla="*/ 22 w 48"/>
                <a:gd name="T69" fmla="*/ 13 h 41"/>
                <a:gd name="T70" fmla="*/ 19 w 48"/>
                <a:gd name="T71" fmla="*/ 13 h 41"/>
                <a:gd name="T72" fmla="*/ 17 w 48"/>
                <a:gd name="T73" fmla="*/ 11 h 41"/>
                <a:gd name="T74" fmla="*/ 17 w 48"/>
                <a:gd name="T75" fmla="*/ 2 h 41"/>
                <a:gd name="T76" fmla="*/ 19 w 48"/>
                <a:gd name="T77" fmla="*/ 0 h 41"/>
                <a:gd name="T78" fmla="*/ 28 w 48"/>
                <a:gd name="T79" fmla="*/ 0 h 41"/>
                <a:gd name="T80" fmla="*/ 31 w 48"/>
                <a:gd name="T81" fmla="*/ 2 h 41"/>
                <a:gd name="T82" fmla="*/ 31 w 48"/>
                <a:gd name="T83" fmla="*/ 11 h 41"/>
                <a:gd name="T84" fmla="*/ 28 w 48"/>
                <a:gd name="T85" fmla="*/ 13 h 41"/>
                <a:gd name="T86" fmla="*/ 25 w 48"/>
                <a:gd name="T87" fmla="*/ 13 h 41"/>
                <a:gd name="T88" fmla="*/ 25 w 48"/>
                <a:gd name="T89" fmla="*/ 19 h 41"/>
                <a:gd name="T90" fmla="*/ 39 w 48"/>
                <a:gd name="T91" fmla="*/ 19 h 41"/>
                <a:gd name="T92" fmla="*/ 43 w 48"/>
                <a:gd name="T93" fmla="*/ 22 h 41"/>
                <a:gd name="T94" fmla="*/ 43 w 48"/>
                <a:gd name="T95" fmla="*/ 27 h 41"/>
                <a:gd name="T96" fmla="*/ 45 w 48"/>
                <a:gd name="T97" fmla="*/ 27 h 41"/>
                <a:gd name="T98" fmla="*/ 48 w 48"/>
                <a:gd name="T99" fmla="*/ 30 h 41"/>
                <a:gd name="T100" fmla="*/ 48 w 48"/>
                <a:gd name="T101" fmla="*/ 3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8" h="41">
                  <a:moveTo>
                    <a:pt x="48" y="38"/>
                  </a:moveTo>
                  <a:cubicBezTo>
                    <a:pt x="48" y="40"/>
                    <a:pt x="47" y="41"/>
                    <a:pt x="45" y="41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5" y="41"/>
                    <a:pt x="34" y="40"/>
                    <a:pt x="34" y="3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28"/>
                    <a:pt x="35" y="27"/>
                    <a:pt x="37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9" y="27"/>
                    <a:pt x="31" y="28"/>
                    <a:pt x="31" y="30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40"/>
                    <a:pt x="29" y="41"/>
                    <a:pt x="28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8" y="41"/>
                    <a:pt x="17" y="40"/>
                    <a:pt x="17" y="3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28"/>
                    <a:pt x="18" y="27"/>
                    <a:pt x="19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8"/>
                    <a:pt x="13" y="30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40"/>
                    <a:pt x="12" y="41"/>
                    <a:pt x="1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1" y="41"/>
                    <a:pt x="0" y="40"/>
                    <a:pt x="0" y="3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0"/>
                    <a:pt x="6" y="19"/>
                    <a:pt x="8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8" y="13"/>
                    <a:pt x="17" y="12"/>
                    <a:pt x="17" y="1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1"/>
                    <a:pt x="18" y="0"/>
                    <a:pt x="1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1" y="1"/>
                    <a:pt x="31" y="2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2"/>
                    <a:pt x="29" y="13"/>
                    <a:pt x="28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1" y="19"/>
                    <a:pt x="43" y="20"/>
                    <a:pt x="43" y="22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7" y="27"/>
                    <a:pt x="48" y="28"/>
                    <a:pt x="48" y="30"/>
                  </a:cubicBezTo>
                  <a:lnTo>
                    <a:pt x="48" y="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: Shape 86"/>
            <p:cNvSpPr>
              <a:spLocks/>
            </p:cNvSpPr>
            <p:nvPr/>
          </p:nvSpPr>
          <p:spPr bwMode="auto">
            <a:xfrm>
              <a:off x="4161343" y="2737990"/>
              <a:ext cx="253157" cy="253157"/>
            </a:xfrm>
            <a:custGeom>
              <a:avLst/>
              <a:gdLst>
                <a:gd name="T0" fmla="*/ 116 w 232"/>
                <a:gd name="T1" fmla="*/ 0 h 232"/>
                <a:gd name="T2" fmla="*/ 0 w 232"/>
                <a:gd name="T3" fmla="*/ 116 h 232"/>
                <a:gd name="T4" fmla="*/ 116 w 232"/>
                <a:gd name="T5" fmla="*/ 232 h 232"/>
                <a:gd name="T6" fmla="*/ 232 w 232"/>
                <a:gd name="T7" fmla="*/ 116 h 232"/>
                <a:gd name="T8" fmla="*/ 116 w 232"/>
                <a:gd name="T9" fmla="*/ 0 h 232"/>
                <a:gd name="T10" fmla="*/ 129 w 232"/>
                <a:gd name="T11" fmla="*/ 208 h 232"/>
                <a:gd name="T12" fmla="*/ 129 w 232"/>
                <a:gd name="T13" fmla="*/ 190 h 232"/>
                <a:gd name="T14" fmla="*/ 117 w 232"/>
                <a:gd name="T15" fmla="*/ 178 h 232"/>
                <a:gd name="T16" fmla="*/ 105 w 232"/>
                <a:gd name="T17" fmla="*/ 190 h 232"/>
                <a:gd name="T18" fmla="*/ 105 w 232"/>
                <a:gd name="T19" fmla="*/ 208 h 232"/>
                <a:gd name="T20" fmla="*/ 25 w 232"/>
                <a:gd name="T21" fmla="*/ 129 h 232"/>
                <a:gd name="T22" fmla="*/ 42 w 232"/>
                <a:gd name="T23" fmla="*/ 129 h 232"/>
                <a:gd name="T24" fmla="*/ 53 w 232"/>
                <a:gd name="T25" fmla="*/ 117 h 232"/>
                <a:gd name="T26" fmla="*/ 42 w 232"/>
                <a:gd name="T27" fmla="*/ 105 h 232"/>
                <a:gd name="T28" fmla="*/ 24 w 232"/>
                <a:gd name="T29" fmla="*/ 105 h 232"/>
                <a:gd name="T30" fmla="*/ 104 w 232"/>
                <a:gd name="T31" fmla="*/ 25 h 232"/>
                <a:gd name="T32" fmla="*/ 104 w 232"/>
                <a:gd name="T33" fmla="*/ 41 h 232"/>
                <a:gd name="T34" fmla="*/ 116 w 232"/>
                <a:gd name="T35" fmla="*/ 53 h 232"/>
                <a:gd name="T36" fmla="*/ 128 w 232"/>
                <a:gd name="T37" fmla="*/ 41 h 232"/>
                <a:gd name="T38" fmla="*/ 128 w 232"/>
                <a:gd name="T39" fmla="*/ 25 h 232"/>
                <a:gd name="T40" fmla="*/ 208 w 232"/>
                <a:gd name="T41" fmla="*/ 104 h 232"/>
                <a:gd name="T42" fmla="*/ 190 w 232"/>
                <a:gd name="T43" fmla="*/ 104 h 232"/>
                <a:gd name="T44" fmla="*/ 179 w 232"/>
                <a:gd name="T45" fmla="*/ 116 h 232"/>
                <a:gd name="T46" fmla="*/ 190 w 232"/>
                <a:gd name="T47" fmla="*/ 128 h 232"/>
                <a:gd name="T48" fmla="*/ 208 w 232"/>
                <a:gd name="T49" fmla="*/ 128 h 232"/>
                <a:gd name="T50" fmla="*/ 129 w 232"/>
                <a:gd name="T51" fmla="*/ 208 h 232"/>
                <a:gd name="T52" fmla="*/ 124 w 232"/>
                <a:gd name="T53" fmla="*/ 94 h 232"/>
                <a:gd name="T54" fmla="*/ 70 w 232"/>
                <a:gd name="T55" fmla="*/ 69 h 232"/>
                <a:gd name="T56" fmla="*/ 94 w 232"/>
                <a:gd name="T57" fmla="*/ 124 h 232"/>
                <a:gd name="T58" fmla="*/ 109 w 232"/>
                <a:gd name="T59" fmla="*/ 138 h 232"/>
                <a:gd name="T60" fmla="*/ 163 w 232"/>
                <a:gd name="T61" fmla="*/ 163 h 232"/>
                <a:gd name="T62" fmla="*/ 138 w 232"/>
                <a:gd name="T63" fmla="*/ 108 h 232"/>
                <a:gd name="T64" fmla="*/ 124 w 232"/>
                <a:gd name="T65" fmla="*/ 94 h 232"/>
                <a:gd name="T66" fmla="*/ 123 w 232"/>
                <a:gd name="T67" fmla="*/ 123 h 232"/>
                <a:gd name="T68" fmla="*/ 110 w 232"/>
                <a:gd name="T69" fmla="*/ 123 h 232"/>
                <a:gd name="T70" fmla="*/ 110 w 232"/>
                <a:gd name="T71" fmla="*/ 109 h 232"/>
                <a:gd name="T72" fmla="*/ 123 w 232"/>
                <a:gd name="T73" fmla="*/ 109 h 232"/>
                <a:gd name="T74" fmla="*/ 123 w 232"/>
                <a:gd name="T75" fmla="*/ 12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232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80"/>
                    <a:pt x="52" y="232"/>
                    <a:pt x="116" y="232"/>
                  </a:cubicBezTo>
                  <a:cubicBezTo>
                    <a:pt x="180" y="232"/>
                    <a:pt x="232" y="180"/>
                    <a:pt x="232" y="116"/>
                  </a:cubicBezTo>
                  <a:cubicBezTo>
                    <a:pt x="232" y="52"/>
                    <a:pt x="180" y="0"/>
                    <a:pt x="116" y="0"/>
                  </a:cubicBezTo>
                  <a:close/>
                  <a:moveTo>
                    <a:pt x="129" y="208"/>
                  </a:moveTo>
                  <a:cubicBezTo>
                    <a:pt x="129" y="190"/>
                    <a:pt x="129" y="190"/>
                    <a:pt x="129" y="190"/>
                  </a:cubicBezTo>
                  <a:cubicBezTo>
                    <a:pt x="129" y="183"/>
                    <a:pt x="123" y="178"/>
                    <a:pt x="117" y="178"/>
                  </a:cubicBezTo>
                  <a:cubicBezTo>
                    <a:pt x="110" y="178"/>
                    <a:pt x="105" y="183"/>
                    <a:pt x="105" y="190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63" y="203"/>
                    <a:pt x="30" y="170"/>
                    <a:pt x="25" y="129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48" y="129"/>
                    <a:pt x="53" y="123"/>
                    <a:pt x="53" y="117"/>
                  </a:cubicBezTo>
                  <a:cubicBezTo>
                    <a:pt x="53" y="110"/>
                    <a:pt x="48" y="105"/>
                    <a:pt x="42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9" y="63"/>
                    <a:pt x="63" y="30"/>
                    <a:pt x="104" y="25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7"/>
                    <a:pt x="109" y="53"/>
                    <a:pt x="116" y="53"/>
                  </a:cubicBezTo>
                  <a:cubicBezTo>
                    <a:pt x="122" y="53"/>
                    <a:pt x="128" y="47"/>
                    <a:pt x="128" y="41"/>
                  </a:cubicBezTo>
                  <a:cubicBezTo>
                    <a:pt x="128" y="25"/>
                    <a:pt x="128" y="25"/>
                    <a:pt x="128" y="25"/>
                  </a:cubicBezTo>
                  <a:cubicBezTo>
                    <a:pt x="169" y="30"/>
                    <a:pt x="202" y="63"/>
                    <a:pt x="208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4" y="104"/>
                    <a:pt x="179" y="109"/>
                    <a:pt x="179" y="116"/>
                  </a:cubicBezTo>
                  <a:cubicBezTo>
                    <a:pt x="179" y="122"/>
                    <a:pt x="184" y="128"/>
                    <a:pt x="190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3" y="169"/>
                    <a:pt x="170" y="202"/>
                    <a:pt x="129" y="208"/>
                  </a:cubicBezTo>
                  <a:close/>
                  <a:moveTo>
                    <a:pt x="124" y="94"/>
                  </a:moveTo>
                  <a:cubicBezTo>
                    <a:pt x="70" y="69"/>
                    <a:pt x="70" y="69"/>
                    <a:pt x="70" y="69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7" y="129"/>
                    <a:pt x="103" y="136"/>
                    <a:pt x="109" y="138"/>
                  </a:cubicBezTo>
                  <a:cubicBezTo>
                    <a:pt x="163" y="163"/>
                    <a:pt x="163" y="163"/>
                    <a:pt x="163" y="163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6" y="103"/>
                    <a:pt x="130" y="96"/>
                    <a:pt x="124" y="94"/>
                  </a:cubicBezTo>
                  <a:close/>
                  <a:moveTo>
                    <a:pt x="123" y="123"/>
                  </a:moveTo>
                  <a:cubicBezTo>
                    <a:pt x="119" y="126"/>
                    <a:pt x="113" y="126"/>
                    <a:pt x="110" y="123"/>
                  </a:cubicBezTo>
                  <a:cubicBezTo>
                    <a:pt x="106" y="119"/>
                    <a:pt x="106" y="113"/>
                    <a:pt x="110" y="109"/>
                  </a:cubicBezTo>
                  <a:cubicBezTo>
                    <a:pt x="113" y="106"/>
                    <a:pt x="119" y="106"/>
                    <a:pt x="123" y="109"/>
                  </a:cubicBezTo>
                  <a:cubicBezTo>
                    <a:pt x="127" y="113"/>
                    <a:pt x="127" y="119"/>
                    <a:pt x="123" y="1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Freeform: Shape 87"/>
            <p:cNvSpPr>
              <a:spLocks noChangeAspect="1"/>
            </p:cNvSpPr>
            <p:nvPr/>
          </p:nvSpPr>
          <p:spPr bwMode="auto">
            <a:xfrm>
              <a:off x="4171249" y="2274342"/>
              <a:ext cx="226837" cy="241959"/>
            </a:xfrm>
            <a:custGeom>
              <a:avLst/>
              <a:gdLst>
                <a:gd name="T0" fmla="*/ 41 w 45"/>
                <a:gd name="T1" fmla="*/ 48 h 48"/>
                <a:gd name="T2" fmla="*/ 0 w 45"/>
                <a:gd name="T3" fmla="*/ 44 h 48"/>
                <a:gd name="T4" fmla="*/ 3 w 45"/>
                <a:gd name="T5" fmla="*/ 7 h 48"/>
                <a:gd name="T6" fmla="*/ 7 w 45"/>
                <a:gd name="T7" fmla="*/ 4 h 48"/>
                <a:gd name="T8" fmla="*/ 13 w 45"/>
                <a:gd name="T9" fmla="*/ 0 h 48"/>
                <a:gd name="T10" fmla="*/ 17 w 45"/>
                <a:gd name="T11" fmla="*/ 7 h 48"/>
                <a:gd name="T12" fmla="*/ 27 w 45"/>
                <a:gd name="T13" fmla="*/ 4 h 48"/>
                <a:gd name="T14" fmla="*/ 33 w 45"/>
                <a:gd name="T15" fmla="*/ 0 h 48"/>
                <a:gd name="T16" fmla="*/ 38 w 45"/>
                <a:gd name="T17" fmla="*/ 7 h 48"/>
                <a:gd name="T18" fmla="*/ 45 w 45"/>
                <a:gd name="T19" fmla="*/ 10 h 48"/>
                <a:gd name="T20" fmla="*/ 11 w 45"/>
                <a:gd name="T21" fmla="*/ 25 h 48"/>
                <a:gd name="T22" fmla="*/ 3 w 45"/>
                <a:gd name="T23" fmla="*/ 17 h 48"/>
                <a:gd name="T24" fmla="*/ 11 w 45"/>
                <a:gd name="T25" fmla="*/ 25 h 48"/>
                <a:gd name="T26" fmla="*/ 11 w 45"/>
                <a:gd name="T27" fmla="*/ 26 h 48"/>
                <a:gd name="T28" fmla="*/ 3 w 45"/>
                <a:gd name="T29" fmla="*/ 35 h 48"/>
                <a:gd name="T30" fmla="*/ 11 w 45"/>
                <a:gd name="T31" fmla="*/ 44 h 48"/>
                <a:gd name="T32" fmla="*/ 3 w 45"/>
                <a:gd name="T33" fmla="*/ 37 h 48"/>
                <a:gd name="T34" fmla="*/ 11 w 45"/>
                <a:gd name="T35" fmla="*/ 44 h 48"/>
                <a:gd name="T36" fmla="*/ 13 w 45"/>
                <a:gd name="T37" fmla="*/ 3 h 48"/>
                <a:gd name="T38" fmla="*/ 10 w 45"/>
                <a:gd name="T39" fmla="*/ 4 h 48"/>
                <a:gd name="T40" fmla="*/ 11 w 45"/>
                <a:gd name="T41" fmla="*/ 13 h 48"/>
                <a:gd name="T42" fmla="*/ 14 w 45"/>
                <a:gd name="T43" fmla="*/ 12 h 48"/>
                <a:gd name="T44" fmla="*/ 21 w 45"/>
                <a:gd name="T45" fmla="*/ 25 h 48"/>
                <a:gd name="T46" fmla="*/ 13 w 45"/>
                <a:gd name="T47" fmla="*/ 17 h 48"/>
                <a:gd name="T48" fmla="*/ 21 w 45"/>
                <a:gd name="T49" fmla="*/ 25 h 48"/>
                <a:gd name="T50" fmla="*/ 21 w 45"/>
                <a:gd name="T51" fmla="*/ 26 h 48"/>
                <a:gd name="T52" fmla="*/ 13 w 45"/>
                <a:gd name="T53" fmla="*/ 35 h 48"/>
                <a:gd name="T54" fmla="*/ 21 w 45"/>
                <a:gd name="T55" fmla="*/ 44 h 48"/>
                <a:gd name="T56" fmla="*/ 13 w 45"/>
                <a:gd name="T57" fmla="*/ 37 h 48"/>
                <a:gd name="T58" fmla="*/ 21 w 45"/>
                <a:gd name="T59" fmla="*/ 44 h 48"/>
                <a:gd name="T60" fmla="*/ 32 w 45"/>
                <a:gd name="T61" fmla="*/ 17 h 48"/>
                <a:gd name="T62" fmla="*/ 23 w 45"/>
                <a:gd name="T63" fmla="*/ 25 h 48"/>
                <a:gd name="T64" fmla="*/ 32 w 45"/>
                <a:gd name="T65" fmla="*/ 35 h 48"/>
                <a:gd name="T66" fmla="*/ 23 w 45"/>
                <a:gd name="T67" fmla="*/ 26 h 48"/>
                <a:gd name="T68" fmla="*/ 32 w 45"/>
                <a:gd name="T69" fmla="*/ 35 h 48"/>
                <a:gd name="T70" fmla="*/ 32 w 45"/>
                <a:gd name="T71" fmla="*/ 37 h 48"/>
                <a:gd name="T72" fmla="*/ 23 w 45"/>
                <a:gd name="T73" fmla="*/ 44 h 48"/>
                <a:gd name="T74" fmla="*/ 34 w 45"/>
                <a:gd name="T75" fmla="*/ 4 h 48"/>
                <a:gd name="T76" fmla="*/ 32 w 45"/>
                <a:gd name="T77" fmla="*/ 3 h 48"/>
                <a:gd name="T78" fmla="*/ 31 w 45"/>
                <a:gd name="T79" fmla="*/ 12 h 48"/>
                <a:gd name="T80" fmla="*/ 33 w 45"/>
                <a:gd name="T81" fmla="*/ 13 h 48"/>
                <a:gd name="T82" fmla="*/ 34 w 45"/>
                <a:gd name="T83" fmla="*/ 4 h 48"/>
                <a:gd name="T84" fmla="*/ 41 w 45"/>
                <a:gd name="T85" fmla="*/ 17 h 48"/>
                <a:gd name="T86" fmla="*/ 33 w 45"/>
                <a:gd name="T87" fmla="*/ 25 h 48"/>
                <a:gd name="T88" fmla="*/ 41 w 45"/>
                <a:gd name="T89" fmla="*/ 35 h 48"/>
                <a:gd name="T90" fmla="*/ 33 w 45"/>
                <a:gd name="T91" fmla="*/ 26 h 48"/>
                <a:gd name="T92" fmla="*/ 41 w 45"/>
                <a:gd name="T93" fmla="*/ 35 h 48"/>
                <a:gd name="T94" fmla="*/ 41 w 45"/>
                <a:gd name="T95" fmla="*/ 37 h 48"/>
                <a:gd name="T96" fmla="*/ 33 w 45"/>
                <a:gd name="T97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5" h="48">
                  <a:moveTo>
                    <a:pt x="45" y="44"/>
                  </a:moveTo>
                  <a:cubicBezTo>
                    <a:pt x="45" y="46"/>
                    <a:pt x="43" y="48"/>
                    <a:pt x="41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1" y="48"/>
                    <a:pt x="0" y="46"/>
                    <a:pt x="0" y="4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9" y="0"/>
                    <a:pt x="11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7" y="2"/>
                    <a:pt x="17" y="4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9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6" y="0"/>
                    <a:pt x="38" y="2"/>
                    <a:pt x="38" y="4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3" y="7"/>
                    <a:pt x="45" y="8"/>
                    <a:pt x="45" y="10"/>
                  </a:cubicBezTo>
                  <a:lnTo>
                    <a:pt x="45" y="44"/>
                  </a:lnTo>
                  <a:close/>
                  <a:moveTo>
                    <a:pt x="11" y="25"/>
                  </a:moveTo>
                  <a:cubicBezTo>
                    <a:pt x="11" y="17"/>
                    <a:pt x="11" y="17"/>
                    <a:pt x="11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11" y="25"/>
                  </a:lnTo>
                  <a:close/>
                  <a:moveTo>
                    <a:pt x="11" y="35"/>
                  </a:moveTo>
                  <a:cubicBezTo>
                    <a:pt x="11" y="26"/>
                    <a:pt x="11" y="26"/>
                    <a:pt x="11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35"/>
                    <a:pt x="3" y="35"/>
                    <a:pt x="3" y="35"/>
                  </a:cubicBezTo>
                  <a:lnTo>
                    <a:pt x="11" y="35"/>
                  </a:lnTo>
                  <a:close/>
                  <a:moveTo>
                    <a:pt x="11" y="44"/>
                  </a:moveTo>
                  <a:cubicBezTo>
                    <a:pt x="11" y="37"/>
                    <a:pt x="11" y="37"/>
                    <a:pt x="11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44"/>
                    <a:pt x="3" y="44"/>
                    <a:pt x="3" y="44"/>
                  </a:cubicBezTo>
                  <a:lnTo>
                    <a:pt x="11" y="44"/>
                  </a:lnTo>
                  <a:close/>
                  <a:moveTo>
                    <a:pt x="14" y="4"/>
                  </a:moveTo>
                  <a:cubicBezTo>
                    <a:pt x="14" y="4"/>
                    <a:pt x="13" y="3"/>
                    <a:pt x="13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4"/>
                    <a:pt x="10" y="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1" y="13"/>
                    <a:pt x="11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2"/>
                    <a:pt x="14" y="12"/>
                  </a:cubicBezTo>
                  <a:lnTo>
                    <a:pt x="14" y="4"/>
                  </a:lnTo>
                  <a:close/>
                  <a:moveTo>
                    <a:pt x="21" y="25"/>
                  </a:moveTo>
                  <a:cubicBezTo>
                    <a:pt x="21" y="17"/>
                    <a:pt x="21" y="17"/>
                    <a:pt x="21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25"/>
                    <a:pt x="13" y="25"/>
                    <a:pt x="13" y="25"/>
                  </a:cubicBezTo>
                  <a:lnTo>
                    <a:pt x="21" y="25"/>
                  </a:lnTo>
                  <a:close/>
                  <a:moveTo>
                    <a:pt x="21" y="35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35"/>
                    <a:pt x="13" y="35"/>
                    <a:pt x="13" y="35"/>
                  </a:cubicBezTo>
                  <a:lnTo>
                    <a:pt x="21" y="35"/>
                  </a:lnTo>
                  <a:close/>
                  <a:moveTo>
                    <a:pt x="21" y="44"/>
                  </a:moveTo>
                  <a:cubicBezTo>
                    <a:pt x="21" y="37"/>
                    <a:pt x="21" y="37"/>
                    <a:pt x="21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44"/>
                    <a:pt x="13" y="44"/>
                    <a:pt x="13" y="44"/>
                  </a:cubicBezTo>
                  <a:lnTo>
                    <a:pt x="21" y="44"/>
                  </a:lnTo>
                  <a:close/>
                  <a:moveTo>
                    <a:pt x="32" y="25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25"/>
                    <a:pt x="23" y="25"/>
                    <a:pt x="23" y="25"/>
                  </a:cubicBezTo>
                  <a:lnTo>
                    <a:pt x="32" y="25"/>
                  </a:lnTo>
                  <a:close/>
                  <a:moveTo>
                    <a:pt x="32" y="35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3" y="35"/>
                    <a:pt x="23" y="35"/>
                    <a:pt x="23" y="35"/>
                  </a:cubicBezTo>
                  <a:lnTo>
                    <a:pt x="32" y="35"/>
                  </a:lnTo>
                  <a:close/>
                  <a:moveTo>
                    <a:pt x="32" y="44"/>
                  </a:moveTo>
                  <a:cubicBezTo>
                    <a:pt x="32" y="37"/>
                    <a:pt x="32" y="37"/>
                    <a:pt x="3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44"/>
                    <a:pt x="23" y="44"/>
                    <a:pt x="23" y="44"/>
                  </a:cubicBezTo>
                  <a:lnTo>
                    <a:pt x="32" y="44"/>
                  </a:lnTo>
                  <a:close/>
                  <a:moveTo>
                    <a:pt x="34" y="4"/>
                  </a:moveTo>
                  <a:cubicBezTo>
                    <a:pt x="34" y="4"/>
                    <a:pt x="34" y="3"/>
                    <a:pt x="33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3"/>
                    <a:pt x="31" y="4"/>
                    <a:pt x="31" y="4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2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3"/>
                    <a:pt x="34" y="12"/>
                    <a:pt x="34" y="12"/>
                  </a:cubicBezTo>
                  <a:lnTo>
                    <a:pt x="34" y="4"/>
                  </a:lnTo>
                  <a:close/>
                  <a:moveTo>
                    <a:pt x="41" y="25"/>
                  </a:moveTo>
                  <a:cubicBezTo>
                    <a:pt x="41" y="17"/>
                    <a:pt x="41" y="17"/>
                    <a:pt x="41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25"/>
                    <a:pt x="33" y="25"/>
                    <a:pt x="33" y="25"/>
                  </a:cubicBezTo>
                  <a:lnTo>
                    <a:pt x="41" y="25"/>
                  </a:lnTo>
                  <a:close/>
                  <a:moveTo>
                    <a:pt x="41" y="35"/>
                  </a:moveTo>
                  <a:cubicBezTo>
                    <a:pt x="41" y="26"/>
                    <a:pt x="41" y="26"/>
                    <a:pt x="41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35"/>
                    <a:pt x="33" y="35"/>
                    <a:pt x="33" y="35"/>
                  </a:cubicBezTo>
                  <a:lnTo>
                    <a:pt x="41" y="35"/>
                  </a:lnTo>
                  <a:close/>
                  <a:moveTo>
                    <a:pt x="41" y="44"/>
                  </a:moveTo>
                  <a:cubicBezTo>
                    <a:pt x="41" y="37"/>
                    <a:pt x="41" y="37"/>
                    <a:pt x="41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44"/>
                    <a:pt x="33" y="44"/>
                    <a:pt x="33" y="44"/>
                  </a:cubicBezTo>
                  <a:lnTo>
                    <a:pt x="41" y="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" name="Group 88"/>
          <p:cNvGrpSpPr/>
          <p:nvPr/>
        </p:nvGrpSpPr>
        <p:grpSpPr>
          <a:xfrm>
            <a:off x="980602" y="1968499"/>
            <a:ext cx="7209801" cy="1604637"/>
            <a:chOff x="1307468" y="2624665"/>
            <a:chExt cx="9613068" cy="2139516"/>
          </a:xfrm>
        </p:grpSpPr>
        <p:grpSp>
          <p:nvGrpSpPr>
            <p:cNvPr id="17" name="Group 89"/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27" name="Group 99"/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29" name="Group 101"/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33" name="TextBox 105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34" name="Rectangle 106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  <p:grpSp>
              <p:nvGrpSpPr>
                <p:cNvPr id="30" name="Group 102"/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31" name="TextBox 103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32" name="Rectangle 104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</p:grpSp>
          <p:cxnSp>
            <p:nvCxnSpPr>
              <p:cNvPr id="28" name="Straight Connector 100"/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90"/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19" name="Group 91"/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21" name="Group 93"/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5" name="TextBox 97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 dirty="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6" name="Rectangle 98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  <p:grpSp>
              <p:nvGrpSpPr>
                <p:cNvPr id="22" name="Group 94"/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3" name="TextBox 95"/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4" name="Rectangle 96"/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单击添加标题</a:t>
                    </a:r>
                  </a:p>
                </p:txBody>
              </p:sp>
            </p:grpSp>
          </p:grpSp>
          <p:cxnSp>
            <p:nvCxnSpPr>
              <p:cNvPr id="20" name="Straight Connector 92"/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DA649260-5BF7-4633-A817-64A5BE4D3CDF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93" name="TextBox 86">
              <a:extLst>
                <a:ext uri="{FF2B5EF4-FFF2-40B4-BE49-F238E27FC236}">
                  <a16:creationId xmlns:a16="http://schemas.microsoft.com/office/drawing/2014/main" id="{6F37F691-6C7A-4C60-B8E5-DE6375D10D50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3B8BCB8-957E-4569-8A96-284CA500D55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735022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0"/>
          <p:cNvSpPr>
            <a:spLocks/>
          </p:cNvSpPr>
          <p:nvPr/>
        </p:nvSpPr>
        <p:spPr bwMode="auto">
          <a:xfrm>
            <a:off x="542170" y="4441643"/>
            <a:ext cx="8076377" cy="0"/>
          </a:xfrm>
          <a:prstGeom prst="line">
            <a:avLst/>
          </a:prstGeom>
          <a:noFill/>
          <a:ln w="12700" cap="flat">
            <a:solidFill>
              <a:srgbClr val="B3B3B3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525452" y="702113"/>
            <a:ext cx="4033863" cy="240934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" name="TextBox 14"/>
          <p:cNvSpPr txBox="1">
            <a:spLocks/>
          </p:cNvSpPr>
          <p:nvPr/>
        </p:nvSpPr>
        <p:spPr>
          <a:xfrm>
            <a:off x="525452" y="3127343"/>
            <a:ext cx="4033863" cy="1188781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algn="ctr"/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TextBox 15"/>
          <p:cNvSpPr txBox="1">
            <a:spLocks/>
          </p:cNvSpPr>
          <p:nvPr/>
        </p:nvSpPr>
        <p:spPr>
          <a:xfrm>
            <a:off x="4584684" y="701857"/>
            <a:ext cx="4033863" cy="1188781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algn="ctr"/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525452" y="701858"/>
            <a:ext cx="4033863" cy="240959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9" name="Rectangle 2"/>
          <p:cNvSpPr/>
          <p:nvPr/>
        </p:nvSpPr>
        <p:spPr>
          <a:xfrm>
            <a:off x="4579691" y="1912404"/>
            <a:ext cx="4033863" cy="240372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66925" y="880749"/>
            <a:ext cx="2669381" cy="83099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sp>
        <p:nvSpPr>
          <p:cNvPr id="13" name="矩形 12"/>
          <p:cNvSpPr/>
          <p:nvPr/>
        </p:nvSpPr>
        <p:spPr>
          <a:xfrm>
            <a:off x="1207693" y="3306235"/>
            <a:ext cx="2669381" cy="83099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08FF0A0-3693-4B5C-9FB0-EB74C6FC5814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18" name="TextBox 86">
              <a:extLst>
                <a:ext uri="{FF2B5EF4-FFF2-40B4-BE49-F238E27FC236}">
                  <a16:creationId xmlns:a16="http://schemas.microsoft.com/office/drawing/2014/main" id="{CF300D7C-91F2-4BF1-AB6A-E3E55D2D6C02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830C9A3-170B-4DBC-A004-BD33CD90CB7B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4560353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6"/>
          <p:cNvGrpSpPr/>
          <p:nvPr/>
        </p:nvGrpSpPr>
        <p:grpSpPr>
          <a:xfrm>
            <a:off x="3347691" y="1718155"/>
            <a:ext cx="2453525" cy="2138573"/>
            <a:chOff x="4463233" y="1047093"/>
            <a:chExt cx="3271367" cy="2851430"/>
          </a:xfrm>
        </p:grpSpPr>
        <p:sp>
          <p:nvSpPr>
            <p:cNvPr id="45" name="Freeform: Shape 27"/>
            <p:cNvSpPr>
              <a:spLocks/>
            </p:cNvSpPr>
            <p:nvPr/>
          </p:nvSpPr>
          <p:spPr bwMode="auto">
            <a:xfrm>
              <a:off x="7418351" y="2972240"/>
              <a:ext cx="254036" cy="176270"/>
            </a:xfrm>
            <a:custGeom>
              <a:avLst/>
              <a:gdLst>
                <a:gd name="T0" fmla="*/ 20 w 140"/>
                <a:gd name="T1" fmla="*/ 23 h 98"/>
                <a:gd name="T2" fmla="*/ 62 w 140"/>
                <a:gd name="T3" fmla="*/ 56 h 98"/>
                <a:gd name="T4" fmla="*/ 67 w 140"/>
                <a:gd name="T5" fmla="*/ 53 h 98"/>
                <a:gd name="T6" fmla="*/ 90 w 140"/>
                <a:gd name="T7" fmla="*/ 12 h 98"/>
                <a:gd name="T8" fmla="*/ 101 w 140"/>
                <a:gd name="T9" fmla="*/ 2 h 98"/>
                <a:gd name="T10" fmla="*/ 107 w 140"/>
                <a:gd name="T11" fmla="*/ 22 h 98"/>
                <a:gd name="T12" fmla="*/ 107 w 140"/>
                <a:gd name="T13" fmla="*/ 22 h 98"/>
                <a:gd name="T14" fmla="*/ 106 w 140"/>
                <a:gd name="T15" fmla="*/ 25 h 98"/>
                <a:gd name="T16" fmla="*/ 105 w 140"/>
                <a:gd name="T17" fmla="*/ 26 h 98"/>
                <a:gd name="T18" fmla="*/ 98 w 140"/>
                <a:gd name="T19" fmla="*/ 42 h 98"/>
                <a:gd name="T20" fmla="*/ 124 w 140"/>
                <a:gd name="T21" fmla="*/ 23 h 98"/>
                <a:gd name="T22" fmla="*/ 134 w 140"/>
                <a:gd name="T23" fmla="*/ 33 h 98"/>
                <a:gd name="T24" fmla="*/ 95 w 140"/>
                <a:gd name="T25" fmla="*/ 75 h 98"/>
                <a:gd name="T26" fmla="*/ 9 w 140"/>
                <a:gd name="T27" fmla="*/ 69 h 98"/>
                <a:gd name="T28" fmla="*/ 20 w 140"/>
                <a:gd name="T29" fmla="*/ 2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98">
                  <a:moveTo>
                    <a:pt x="20" y="23"/>
                  </a:moveTo>
                  <a:cubicBezTo>
                    <a:pt x="20" y="23"/>
                    <a:pt x="51" y="59"/>
                    <a:pt x="62" y="56"/>
                  </a:cubicBezTo>
                  <a:cubicBezTo>
                    <a:pt x="64" y="56"/>
                    <a:pt x="65" y="55"/>
                    <a:pt x="67" y="53"/>
                  </a:cubicBezTo>
                  <a:cubicBezTo>
                    <a:pt x="67" y="53"/>
                    <a:pt x="88" y="16"/>
                    <a:pt x="90" y="12"/>
                  </a:cubicBezTo>
                  <a:cubicBezTo>
                    <a:pt x="93" y="6"/>
                    <a:pt x="97" y="0"/>
                    <a:pt x="101" y="2"/>
                  </a:cubicBezTo>
                  <a:cubicBezTo>
                    <a:pt x="101" y="2"/>
                    <a:pt x="115" y="4"/>
                    <a:pt x="107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23"/>
                    <a:pt x="106" y="24"/>
                    <a:pt x="106" y="25"/>
                  </a:cubicBezTo>
                  <a:cubicBezTo>
                    <a:pt x="105" y="25"/>
                    <a:pt x="105" y="26"/>
                    <a:pt x="105" y="26"/>
                  </a:cubicBezTo>
                  <a:cubicBezTo>
                    <a:pt x="102" y="33"/>
                    <a:pt x="100" y="38"/>
                    <a:pt x="98" y="42"/>
                  </a:cubicBezTo>
                  <a:cubicBezTo>
                    <a:pt x="101" y="40"/>
                    <a:pt x="118" y="22"/>
                    <a:pt x="124" y="23"/>
                  </a:cubicBezTo>
                  <a:cubicBezTo>
                    <a:pt x="124" y="23"/>
                    <a:pt x="140" y="24"/>
                    <a:pt x="134" y="33"/>
                  </a:cubicBezTo>
                  <a:cubicBezTo>
                    <a:pt x="129" y="42"/>
                    <a:pt x="95" y="75"/>
                    <a:pt x="95" y="75"/>
                  </a:cubicBezTo>
                  <a:cubicBezTo>
                    <a:pt x="95" y="75"/>
                    <a:pt x="19" y="98"/>
                    <a:pt x="9" y="69"/>
                  </a:cubicBezTo>
                  <a:cubicBezTo>
                    <a:pt x="0" y="40"/>
                    <a:pt x="20" y="23"/>
                    <a:pt x="20" y="23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Freeform: Shape 28"/>
            <p:cNvSpPr>
              <a:spLocks/>
            </p:cNvSpPr>
            <p:nvPr/>
          </p:nvSpPr>
          <p:spPr bwMode="auto">
            <a:xfrm>
              <a:off x="7214431" y="2880648"/>
              <a:ext cx="520169" cy="338715"/>
            </a:xfrm>
            <a:custGeom>
              <a:avLst/>
              <a:gdLst>
                <a:gd name="T0" fmla="*/ 244 w 288"/>
                <a:gd name="T1" fmla="*/ 139 h 187"/>
                <a:gd name="T2" fmla="*/ 286 w 288"/>
                <a:gd name="T3" fmla="*/ 127 h 187"/>
                <a:gd name="T4" fmla="*/ 270 w 288"/>
                <a:gd name="T5" fmla="*/ 112 h 187"/>
                <a:gd name="T6" fmla="*/ 163 w 288"/>
                <a:gd name="T7" fmla="*/ 121 h 187"/>
                <a:gd name="T8" fmla="*/ 143 w 288"/>
                <a:gd name="T9" fmla="*/ 71 h 187"/>
                <a:gd name="T10" fmla="*/ 162 w 288"/>
                <a:gd name="T11" fmla="*/ 4 h 187"/>
                <a:gd name="T12" fmla="*/ 145 w 288"/>
                <a:gd name="T13" fmla="*/ 14 h 187"/>
                <a:gd name="T14" fmla="*/ 77 w 288"/>
                <a:gd name="T15" fmla="*/ 86 h 187"/>
                <a:gd name="T16" fmla="*/ 55 w 288"/>
                <a:gd name="T17" fmla="*/ 83 h 187"/>
                <a:gd name="T18" fmla="*/ 0 w 288"/>
                <a:gd name="T19" fmla="*/ 143 h 187"/>
                <a:gd name="T20" fmla="*/ 74 w 288"/>
                <a:gd name="T21" fmla="*/ 183 h 187"/>
                <a:gd name="T22" fmla="*/ 244 w 288"/>
                <a:gd name="T23" fmla="*/ 13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187">
                  <a:moveTo>
                    <a:pt x="244" y="139"/>
                  </a:moveTo>
                  <a:cubicBezTo>
                    <a:pt x="286" y="127"/>
                    <a:pt x="286" y="127"/>
                    <a:pt x="286" y="127"/>
                  </a:cubicBezTo>
                  <a:cubicBezTo>
                    <a:pt x="286" y="127"/>
                    <a:pt x="288" y="111"/>
                    <a:pt x="270" y="112"/>
                  </a:cubicBezTo>
                  <a:cubicBezTo>
                    <a:pt x="251" y="114"/>
                    <a:pt x="172" y="127"/>
                    <a:pt x="163" y="121"/>
                  </a:cubicBezTo>
                  <a:cubicBezTo>
                    <a:pt x="154" y="116"/>
                    <a:pt x="133" y="89"/>
                    <a:pt x="143" y="71"/>
                  </a:cubicBezTo>
                  <a:cubicBezTo>
                    <a:pt x="154" y="52"/>
                    <a:pt x="183" y="21"/>
                    <a:pt x="162" y="4"/>
                  </a:cubicBezTo>
                  <a:cubicBezTo>
                    <a:pt x="162" y="4"/>
                    <a:pt x="154" y="0"/>
                    <a:pt x="145" y="14"/>
                  </a:cubicBezTo>
                  <a:cubicBezTo>
                    <a:pt x="136" y="29"/>
                    <a:pt x="90" y="85"/>
                    <a:pt x="77" y="86"/>
                  </a:cubicBezTo>
                  <a:cubicBezTo>
                    <a:pt x="64" y="87"/>
                    <a:pt x="55" y="83"/>
                    <a:pt x="55" y="8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40" y="187"/>
                    <a:pt x="74" y="183"/>
                  </a:cubicBezTo>
                  <a:cubicBezTo>
                    <a:pt x="107" y="179"/>
                    <a:pt x="244" y="139"/>
                    <a:pt x="244" y="139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Freeform: Shape 29"/>
            <p:cNvSpPr>
              <a:spLocks/>
            </p:cNvSpPr>
            <p:nvPr/>
          </p:nvSpPr>
          <p:spPr bwMode="auto">
            <a:xfrm>
              <a:off x="5944249" y="1753901"/>
              <a:ext cx="309336" cy="235027"/>
            </a:xfrm>
            <a:custGeom>
              <a:avLst/>
              <a:gdLst>
                <a:gd name="T0" fmla="*/ 0 w 179"/>
                <a:gd name="T1" fmla="*/ 0 h 136"/>
                <a:gd name="T2" fmla="*/ 0 w 179"/>
                <a:gd name="T3" fmla="*/ 79 h 136"/>
                <a:gd name="T4" fmla="*/ 87 w 179"/>
                <a:gd name="T5" fmla="*/ 136 h 136"/>
                <a:gd name="T6" fmla="*/ 179 w 179"/>
                <a:gd name="T7" fmla="*/ 79 h 136"/>
                <a:gd name="T8" fmla="*/ 179 w 179"/>
                <a:gd name="T9" fmla="*/ 0 h 136"/>
                <a:gd name="T10" fmla="*/ 0 w 179"/>
                <a:gd name="T11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Freeform: Shape 30"/>
            <p:cNvSpPr>
              <a:spLocks/>
            </p:cNvSpPr>
            <p:nvPr/>
          </p:nvSpPr>
          <p:spPr bwMode="auto">
            <a:xfrm>
              <a:off x="5944249" y="1753901"/>
              <a:ext cx="309336" cy="235027"/>
            </a:xfrm>
            <a:custGeom>
              <a:avLst/>
              <a:gdLst>
                <a:gd name="T0" fmla="*/ 0 w 179"/>
                <a:gd name="T1" fmla="*/ 0 h 136"/>
                <a:gd name="T2" fmla="*/ 0 w 179"/>
                <a:gd name="T3" fmla="*/ 79 h 136"/>
                <a:gd name="T4" fmla="*/ 87 w 179"/>
                <a:gd name="T5" fmla="*/ 136 h 136"/>
                <a:gd name="T6" fmla="*/ 179 w 179"/>
                <a:gd name="T7" fmla="*/ 79 h 136"/>
                <a:gd name="T8" fmla="*/ 179 w 179"/>
                <a:gd name="T9" fmla="*/ 0 h 136"/>
                <a:gd name="T10" fmla="*/ 0 w 179"/>
                <a:gd name="T11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6">
                  <a:moveTo>
                    <a:pt x="0" y="0"/>
                  </a:moveTo>
                  <a:lnTo>
                    <a:pt x="0" y="79"/>
                  </a:lnTo>
                  <a:lnTo>
                    <a:pt x="87" y="136"/>
                  </a:lnTo>
                  <a:lnTo>
                    <a:pt x="179" y="79"/>
                  </a:lnTo>
                  <a:lnTo>
                    <a:pt x="17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Freeform: Shape 31"/>
            <p:cNvSpPr>
              <a:spLocks/>
            </p:cNvSpPr>
            <p:nvPr/>
          </p:nvSpPr>
          <p:spPr bwMode="auto">
            <a:xfrm>
              <a:off x="5944249" y="1753901"/>
              <a:ext cx="309336" cy="190095"/>
            </a:xfrm>
            <a:custGeom>
              <a:avLst/>
              <a:gdLst>
                <a:gd name="T0" fmla="*/ 0 w 179"/>
                <a:gd name="T1" fmla="*/ 0 h 110"/>
                <a:gd name="T2" fmla="*/ 0 w 179"/>
                <a:gd name="T3" fmla="*/ 79 h 110"/>
                <a:gd name="T4" fmla="*/ 49 w 179"/>
                <a:gd name="T5" fmla="*/ 110 h 110"/>
                <a:gd name="T6" fmla="*/ 179 w 179"/>
                <a:gd name="T7" fmla="*/ 30 h 110"/>
                <a:gd name="T8" fmla="*/ 179 w 179"/>
                <a:gd name="T9" fmla="*/ 0 h 110"/>
                <a:gd name="T10" fmla="*/ 0 w 179"/>
                <a:gd name="T11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10">
                  <a:moveTo>
                    <a:pt x="0" y="0"/>
                  </a:moveTo>
                  <a:lnTo>
                    <a:pt x="0" y="79"/>
                  </a:lnTo>
                  <a:lnTo>
                    <a:pt x="49" y="110"/>
                  </a:lnTo>
                  <a:lnTo>
                    <a:pt x="179" y="30"/>
                  </a:lnTo>
                  <a:lnTo>
                    <a:pt x="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Freeform: Shape 32"/>
            <p:cNvSpPr>
              <a:spLocks/>
            </p:cNvSpPr>
            <p:nvPr/>
          </p:nvSpPr>
          <p:spPr bwMode="auto">
            <a:xfrm>
              <a:off x="5790444" y="1140413"/>
              <a:ext cx="616945" cy="729275"/>
            </a:xfrm>
            <a:custGeom>
              <a:avLst/>
              <a:gdLst>
                <a:gd name="T0" fmla="*/ 320 w 340"/>
                <a:gd name="T1" fmla="*/ 172 h 403"/>
                <a:gd name="T2" fmla="*/ 303 w 340"/>
                <a:gd name="T3" fmla="*/ 174 h 403"/>
                <a:gd name="T4" fmla="*/ 170 w 340"/>
                <a:gd name="T5" fmla="*/ 0 h 403"/>
                <a:gd name="T6" fmla="*/ 37 w 340"/>
                <a:gd name="T7" fmla="*/ 174 h 403"/>
                <a:gd name="T8" fmla="*/ 20 w 340"/>
                <a:gd name="T9" fmla="*/ 172 h 403"/>
                <a:gd name="T10" fmla="*/ 49 w 340"/>
                <a:gd name="T11" fmla="*/ 266 h 403"/>
                <a:gd name="T12" fmla="*/ 93 w 340"/>
                <a:gd name="T13" fmla="*/ 359 h 403"/>
                <a:gd name="T14" fmla="*/ 170 w 340"/>
                <a:gd name="T15" fmla="*/ 403 h 403"/>
                <a:gd name="T16" fmla="*/ 249 w 340"/>
                <a:gd name="T17" fmla="*/ 353 h 403"/>
                <a:gd name="T18" fmla="*/ 291 w 340"/>
                <a:gd name="T19" fmla="*/ 266 h 403"/>
                <a:gd name="T20" fmla="*/ 320 w 340"/>
                <a:gd name="T21" fmla="*/ 17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0" h="403">
                  <a:moveTo>
                    <a:pt x="320" y="172"/>
                  </a:moveTo>
                  <a:cubicBezTo>
                    <a:pt x="320" y="172"/>
                    <a:pt x="309" y="158"/>
                    <a:pt x="303" y="174"/>
                  </a:cubicBezTo>
                  <a:cubicBezTo>
                    <a:pt x="303" y="174"/>
                    <a:pt x="340" y="0"/>
                    <a:pt x="170" y="0"/>
                  </a:cubicBezTo>
                  <a:cubicBezTo>
                    <a:pt x="0" y="0"/>
                    <a:pt x="37" y="174"/>
                    <a:pt x="37" y="174"/>
                  </a:cubicBezTo>
                  <a:cubicBezTo>
                    <a:pt x="31" y="158"/>
                    <a:pt x="20" y="172"/>
                    <a:pt x="20" y="172"/>
                  </a:cubicBezTo>
                  <a:cubicBezTo>
                    <a:pt x="10" y="259"/>
                    <a:pt x="49" y="266"/>
                    <a:pt x="49" y="266"/>
                  </a:cubicBezTo>
                  <a:cubicBezTo>
                    <a:pt x="49" y="266"/>
                    <a:pt x="49" y="314"/>
                    <a:pt x="93" y="359"/>
                  </a:cubicBezTo>
                  <a:cubicBezTo>
                    <a:pt x="137" y="403"/>
                    <a:pt x="170" y="403"/>
                    <a:pt x="170" y="403"/>
                  </a:cubicBezTo>
                  <a:cubicBezTo>
                    <a:pt x="170" y="403"/>
                    <a:pt x="205" y="397"/>
                    <a:pt x="249" y="353"/>
                  </a:cubicBezTo>
                  <a:cubicBezTo>
                    <a:pt x="293" y="309"/>
                    <a:pt x="291" y="266"/>
                    <a:pt x="291" y="266"/>
                  </a:cubicBezTo>
                  <a:cubicBezTo>
                    <a:pt x="291" y="266"/>
                    <a:pt x="330" y="259"/>
                    <a:pt x="320" y="17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Freeform: Shape 33"/>
            <p:cNvSpPr>
              <a:spLocks/>
            </p:cNvSpPr>
            <p:nvPr/>
          </p:nvSpPr>
          <p:spPr bwMode="auto">
            <a:xfrm>
              <a:off x="4613582" y="2398498"/>
              <a:ext cx="509801" cy="260950"/>
            </a:xfrm>
            <a:custGeom>
              <a:avLst/>
              <a:gdLst>
                <a:gd name="T0" fmla="*/ 110 w 282"/>
                <a:gd name="T1" fmla="*/ 1 h 144"/>
                <a:gd name="T2" fmla="*/ 179 w 282"/>
                <a:gd name="T3" fmla="*/ 21 h 144"/>
                <a:gd name="T4" fmla="*/ 239 w 282"/>
                <a:gd name="T5" fmla="*/ 46 h 144"/>
                <a:gd name="T6" fmla="*/ 256 w 282"/>
                <a:gd name="T7" fmla="*/ 68 h 144"/>
                <a:gd name="T8" fmla="*/ 282 w 282"/>
                <a:gd name="T9" fmla="*/ 88 h 144"/>
                <a:gd name="T10" fmla="*/ 223 w 282"/>
                <a:gd name="T11" fmla="*/ 144 h 144"/>
                <a:gd name="T12" fmla="*/ 196 w 282"/>
                <a:gd name="T13" fmla="*/ 129 h 144"/>
                <a:gd name="T14" fmla="*/ 83 w 282"/>
                <a:gd name="T15" fmla="*/ 102 h 144"/>
                <a:gd name="T16" fmla="*/ 1 w 282"/>
                <a:gd name="T17" fmla="*/ 10 h 144"/>
                <a:gd name="T18" fmla="*/ 4 w 282"/>
                <a:gd name="T19" fmla="*/ 1 h 144"/>
                <a:gd name="T20" fmla="*/ 34 w 282"/>
                <a:gd name="T21" fmla="*/ 16 h 144"/>
                <a:gd name="T22" fmla="*/ 80 w 282"/>
                <a:gd name="T23" fmla="*/ 62 h 144"/>
                <a:gd name="T24" fmla="*/ 35 w 282"/>
                <a:gd name="T25" fmla="*/ 10 h 144"/>
                <a:gd name="T26" fmla="*/ 35 w 282"/>
                <a:gd name="T27" fmla="*/ 1 h 144"/>
                <a:gd name="T28" fmla="*/ 66 w 282"/>
                <a:gd name="T29" fmla="*/ 15 h 144"/>
                <a:gd name="T30" fmla="*/ 146 w 282"/>
                <a:gd name="T31" fmla="*/ 67 h 144"/>
                <a:gd name="T32" fmla="*/ 162 w 282"/>
                <a:gd name="T33" fmla="*/ 45 h 144"/>
                <a:gd name="T34" fmla="*/ 127 w 282"/>
                <a:gd name="T35" fmla="*/ 36 h 144"/>
                <a:gd name="T36" fmla="*/ 110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9" y="21"/>
                  </a:cubicBezTo>
                  <a:cubicBezTo>
                    <a:pt x="193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3" y="131"/>
                    <a:pt x="196" y="129"/>
                  </a:cubicBezTo>
                  <a:cubicBezTo>
                    <a:pt x="189" y="127"/>
                    <a:pt x="91" y="108"/>
                    <a:pt x="83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1" y="2"/>
                    <a:pt x="4" y="1"/>
                  </a:cubicBezTo>
                  <a:cubicBezTo>
                    <a:pt x="7" y="1"/>
                    <a:pt x="20" y="0"/>
                    <a:pt x="34" y="16"/>
                  </a:cubicBezTo>
                  <a:cubicBezTo>
                    <a:pt x="47" y="32"/>
                    <a:pt x="80" y="62"/>
                    <a:pt x="80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"/>
                    <a:pt x="35" y="1"/>
                  </a:cubicBezTo>
                  <a:cubicBezTo>
                    <a:pt x="37" y="1"/>
                    <a:pt x="51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2" y="45"/>
                    <a:pt x="162" y="45"/>
                  </a:cubicBezTo>
                  <a:cubicBezTo>
                    <a:pt x="162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Freeform: Shape 34"/>
            <p:cNvSpPr>
              <a:spLocks/>
            </p:cNvSpPr>
            <p:nvPr/>
          </p:nvSpPr>
          <p:spPr bwMode="auto">
            <a:xfrm>
              <a:off x="4786396" y="1529243"/>
              <a:ext cx="153804" cy="255765"/>
            </a:xfrm>
            <a:custGeom>
              <a:avLst/>
              <a:gdLst>
                <a:gd name="T0" fmla="*/ 85 w 85"/>
                <a:gd name="T1" fmla="*/ 101 h 141"/>
                <a:gd name="T2" fmla="*/ 34 w 85"/>
                <a:gd name="T3" fmla="*/ 82 h 141"/>
                <a:gd name="T4" fmla="*/ 34 w 85"/>
                <a:gd name="T5" fmla="*/ 77 h 141"/>
                <a:gd name="T6" fmla="*/ 56 w 85"/>
                <a:gd name="T7" fmla="*/ 35 h 141"/>
                <a:gd name="T8" fmla="*/ 58 w 85"/>
                <a:gd name="T9" fmla="*/ 20 h 141"/>
                <a:gd name="T10" fmla="*/ 38 w 85"/>
                <a:gd name="T11" fmla="*/ 27 h 141"/>
                <a:gd name="T12" fmla="*/ 38 w 85"/>
                <a:gd name="T13" fmla="*/ 27 h 141"/>
                <a:gd name="T14" fmla="*/ 37 w 85"/>
                <a:gd name="T15" fmla="*/ 29 h 141"/>
                <a:gd name="T16" fmla="*/ 36 w 85"/>
                <a:gd name="T17" fmla="*/ 30 h 141"/>
                <a:gd name="T18" fmla="*/ 26 w 85"/>
                <a:gd name="T19" fmla="*/ 45 h 141"/>
                <a:gd name="T20" fmla="*/ 28 w 85"/>
                <a:gd name="T21" fmla="*/ 13 h 141"/>
                <a:gd name="T22" fmla="*/ 14 w 85"/>
                <a:gd name="T23" fmla="*/ 9 h 141"/>
                <a:gd name="T24" fmla="*/ 0 w 85"/>
                <a:gd name="T25" fmla="*/ 65 h 141"/>
                <a:gd name="T26" fmla="*/ 52 w 85"/>
                <a:gd name="T27" fmla="*/ 134 h 141"/>
                <a:gd name="T28" fmla="*/ 85 w 85"/>
                <a:gd name="T29" fmla="*/ 10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" h="141">
                  <a:moveTo>
                    <a:pt x="85" y="101"/>
                  </a:moveTo>
                  <a:cubicBezTo>
                    <a:pt x="85" y="101"/>
                    <a:pt x="38" y="93"/>
                    <a:pt x="34" y="82"/>
                  </a:cubicBezTo>
                  <a:cubicBezTo>
                    <a:pt x="34" y="81"/>
                    <a:pt x="33" y="79"/>
                    <a:pt x="34" y="77"/>
                  </a:cubicBezTo>
                  <a:cubicBezTo>
                    <a:pt x="34" y="77"/>
                    <a:pt x="53" y="39"/>
                    <a:pt x="56" y="35"/>
                  </a:cubicBezTo>
                  <a:cubicBezTo>
                    <a:pt x="60" y="30"/>
                    <a:pt x="62" y="23"/>
                    <a:pt x="58" y="20"/>
                  </a:cubicBezTo>
                  <a:cubicBezTo>
                    <a:pt x="58" y="20"/>
                    <a:pt x="50" y="10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7" y="28"/>
                    <a:pt x="37" y="29"/>
                  </a:cubicBezTo>
                  <a:cubicBezTo>
                    <a:pt x="37" y="29"/>
                    <a:pt x="36" y="30"/>
                    <a:pt x="36" y="30"/>
                  </a:cubicBezTo>
                  <a:cubicBezTo>
                    <a:pt x="32" y="36"/>
                    <a:pt x="29" y="41"/>
                    <a:pt x="26" y="45"/>
                  </a:cubicBezTo>
                  <a:cubicBezTo>
                    <a:pt x="27" y="41"/>
                    <a:pt x="32" y="17"/>
                    <a:pt x="28" y="13"/>
                  </a:cubicBezTo>
                  <a:cubicBezTo>
                    <a:pt x="28" y="13"/>
                    <a:pt x="19" y="0"/>
                    <a:pt x="14" y="9"/>
                  </a:cubicBezTo>
                  <a:cubicBezTo>
                    <a:pt x="10" y="19"/>
                    <a:pt x="0" y="65"/>
                    <a:pt x="0" y="65"/>
                  </a:cubicBezTo>
                  <a:cubicBezTo>
                    <a:pt x="0" y="65"/>
                    <a:pt x="22" y="141"/>
                    <a:pt x="52" y="134"/>
                  </a:cubicBezTo>
                  <a:cubicBezTo>
                    <a:pt x="81" y="126"/>
                    <a:pt x="85" y="101"/>
                    <a:pt x="85" y="101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Freeform: Shape 35"/>
            <p:cNvSpPr>
              <a:spLocks/>
            </p:cNvSpPr>
            <p:nvPr/>
          </p:nvSpPr>
          <p:spPr bwMode="auto">
            <a:xfrm>
              <a:off x="4708629" y="1511962"/>
              <a:ext cx="323161" cy="470054"/>
            </a:xfrm>
            <a:custGeom>
              <a:avLst/>
              <a:gdLst>
                <a:gd name="T0" fmla="*/ 12 w 178"/>
                <a:gd name="T1" fmla="*/ 52 h 260"/>
                <a:gd name="T2" fmla="*/ 0 w 178"/>
                <a:gd name="T3" fmla="*/ 11 h 260"/>
                <a:gd name="T4" fmla="*/ 21 w 178"/>
                <a:gd name="T5" fmla="*/ 16 h 260"/>
                <a:gd name="T6" fmla="*/ 71 w 178"/>
                <a:gd name="T7" fmla="*/ 111 h 260"/>
                <a:gd name="T8" fmla="*/ 124 w 178"/>
                <a:gd name="T9" fmla="*/ 100 h 260"/>
                <a:gd name="T10" fmla="*/ 170 w 178"/>
                <a:gd name="T11" fmla="*/ 48 h 260"/>
                <a:gd name="T12" fmla="*/ 171 w 178"/>
                <a:gd name="T13" fmla="*/ 68 h 260"/>
                <a:gd name="T14" fmla="*/ 147 w 178"/>
                <a:gd name="T15" fmla="*/ 164 h 260"/>
                <a:gd name="T16" fmla="*/ 161 w 178"/>
                <a:gd name="T17" fmla="*/ 181 h 260"/>
                <a:gd name="T18" fmla="*/ 141 w 178"/>
                <a:gd name="T19" fmla="*/ 260 h 260"/>
                <a:gd name="T20" fmla="*/ 67 w 178"/>
                <a:gd name="T21" fmla="*/ 220 h 260"/>
                <a:gd name="T22" fmla="*/ 12 w 178"/>
                <a:gd name="T23" fmla="*/ 52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8" h="260">
                  <a:moveTo>
                    <a:pt x="12" y="5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2" y="0"/>
                    <a:pt x="21" y="16"/>
                  </a:cubicBezTo>
                  <a:cubicBezTo>
                    <a:pt x="30" y="32"/>
                    <a:pt x="62" y="107"/>
                    <a:pt x="71" y="111"/>
                  </a:cubicBezTo>
                  <a:cubicBezTo>
                    <a:pt x="81" y="116"/>
                    <a:pt x="114" y="119"/>
                    <a:pt x="124" y="100"/>
                  </a:cubicBezTo>
                  <a:cubicBezTo>
                    <a:pt x="134" y="81"/>
                    <a:pt x="145" y="40"/>
                    <a:pt x="170" y="48"/>
                  </a:cubicBezTo>
                  <a:cubicBezTo>
                    <a:pt x="170" y="48"/>
                    <a:pt x="178" y="53"/>
                    <a:pt x="171" y="68"/>
                  </a:cubicBezTo>
                  <a:cubicBezTo>
                    <a:pt x="163" y="83"/>
                    <a:pt x="141" y="153"/>
                    <a:pt x="147" y="164"/>
                  </a:cubicBezTo>
                  <a:cubicBezTo>
                    <a:pt x="153" y="175"/>
                    <a:pt x="161" y="181"/>
                    <a:pt x="161" y="181"/>
                  </a:cubicBezTo>
                  <a:cubicBezTo>
                    <a:pt x="141" y="260"/>
                    <a:pt x="141" y="260"/>
                    <a:pt x="141" y="260"/>
                  </a:cubicBezTo>
                  <a:cubicBezTo>
                    <a:pt x="141" y="260"/>
                    <a:pt x="82" y="250"/>
                    <a:pt x="67" y="220"/>
                  </a:cubicBezTo>
                  <a:cubicBezTo>
                    <a:pt x="52" y="189"/>
                    <a:pt x="12" y="52"/>
                    <a:pt x="12" y="5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Freeform: Shape 36"/>
            <p:cNvSpPr>
              <a:spLocks/>
            </p:cNvSpPr>
            <p:nvPr/>
          </p:nvSpPr>
          <p:spPr bwMode="auto">
            <a:xfrm>
              <a:off x="7257635" y="1529243"/>
              <a:ext cx="153804" cy="255765"/>
            </a:xfrm>
            <a:custGeom>
              <a:avLst/>
              <a:gdLst>
                <a:gd name="T0" fmla="*/ 0 w 85"/>
                <a:gd name="T1" fmla="*/ 101 h 141"/>
                <a:gd name="T2" fmla="*/ 51 w 85"/>
                <a:gd name="T3" fmla="*/ 82 h 141"/>
                <a:gd name="T4" fmla="*/ 51 w 85"/>
                <a:gd name="T5" fmla="*/ 77 h 141"/>
                <a:gd name="T6" fmla="*/ 29 w 85"/>
                <a:gd name="T7" fmla="*/ 35 h 141"/>
                <a:gd name="T8" fmla="*/ 27 w 85"/>
                <a:gd name="T9" fmla="*/ 20 h 141"/>
                <a:gd name="T10" fmla="*/ 47 w 85"/>
                <a:gd name="T11" fmla="*/ 27 h 141"/>
                <a:gd name="T12" fmla="*/ 47 w 85"/>
                <a:gd name="T13" fmla="*/ 27 h 141"/>
                <a:gd name="T14" fmla="*/ 48 w 85"/>
                <a:gd name="T15" fmla="*/ 29 h 141"/>
                <a:gd name="T16" fmla="*/ 49 w 85"/>
                <a:gd name="T17" fmla="*/ 30 h 141"/>
                <a:gd name="T18" fmla="*/ 59 w 85"/>
                <a:gd name="T19" fmla="*/ 45 h 141"/>
                <a:gd name="T20" fmla="*/ 57 w 85"/>
                <a:gd name="T21" fmla="*/ 13 h 141"/>
                <a:gd name="T22" fmla="*/ 71 w 85"/>
                <a:gd name="T23" fmla="*/ 9 h 141"/>
                <a:gd name="T24" fmla="*/ 85 w 85"/>
                <a:gd name="T25" fmla="*/ 65 h 141"/>
                <a:gd name="T26" fmla="*/ 33 w 85"/>
                <a:gd name="T27" fmla="*/ 134 h 141"/>
                <a:gd name="T28" fmla="*/ 0 w 85"/>
                <a:gd name="T29" fmla="*/ 10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" h="141">
                  <a:moveTo>
                    <a:pt x="0" y="101"/>
                  </a:moveTo>
                  <a:cubicBezTo>
                    <a:pt x="0" y="101"/>
                    <a:pt x="47" y="93"/>
                    <a:pt x="51" y="82"/>
                  </a:cubicBezTo>
                  <a:cubicBezTo>
                    <a:pt x="51" y="81"/>
                    <a:pt x="52" y="79"/>
                    <a:pt x="51" y="77"/>
                  </a:cubicBezTo>
                  <a:cubicBezTo>
                    <a:pt x="51" y="77"/>
                    <a:pt x="32" y="39"/>
                    <a:pt x="29" y="35"/>
                  </a:cubicBezTo>
                  <a:cubicBezTo>
                    <a:pt x="25" y="30"/>
                    <a:pt x="23" y="23"/>
                    <a:pt x="27" y="20"/>
                  </a:cubicBezTo>
                  <a:cubicBezTo>
                    <a:pt x="27" y="20"/>
                    <a:pt x="36" y="10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8" y="28"/>
                    <a:pt x="48" y="29"/>
                  </a:cubicBezTo>
                  <a:cubicBezTo>
                    <a:pt x="48" y="29"/>
                    <a:pt x="49" y="30"/>
                    <a:pt x="49" y="30"/>
                  </a:cubicBezTo>
                  <a:cubicBezTo>
                    <a:pt x="53" y="36"/>
                    <a:pt x="56" y="41"/>
                    <a:pt x="59" y="45"/>
                  </a:cubicBezTo>
                  <a:cubicBezTo>
                    <a:pt x="58" y="41"/>
                    <a:pt x="53" y="17"/>
                    <a:pt x="57" y="13"/>
                  </a:cubicBezTo>
                  <a:cubicBezTo>
                    <a:pt x="57" y="13"/>
                    <a:pt x="66" y="0"/>
                    <a:pt x="71" y="9"/>
                  </a:cubicBezTo>
                  <a:cubicBezTo>
                    <a:pt x="75" y="19"/>
                    <a:pt x="85" y="65"/>
                    <a:pt x="85" y="65"/>
                  </a:cubicBezTo>
                  <a:cubicBezTo>
                    <a:pt x="85" y="65"/>
                    <a:pt x="63" y="141"/>
                    <a:pt x="33" y="134"/>
                  </a:cubicBezTo>
                  <a:cubicBezTo>
                    <a:pt x="4" y="126"/>
                    <a:pt x="0" y="101"/>
                    <a:pt x="0" y="101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Freeform: Shape 37"/>
            <p:cNvSpPr>
              <a:spLocks/>
            </p:cNvSpPr>
            <p:nvPr/>
          </p:nvSpPr>
          <p:spPr bwMode="auto">
            <a:xfrm>
              <a:off x="7167771" y="1511962"/>
              <a:ext cx="321434" cy="470054"/>
            </a:xfrm>
            <a:custGeom>
              <a:avLst/>
              <a:gdLst>
                <a:gd name="T0" fmla="*/ 166 w 178"/>
                <a:gd name="T1" fmla="*/ 52 h 260"/>
                <a:gd name="T2" fmla="*/ 178 w 178"/>
                <a:gd name="T3" fmla="*/ 11 h 260"/>
                <a:gd name="T4" fmla="*/ 157 w 178"/>
                <a:gd name="T5" fmla="*/ 16 h 260"/>
                <a:gd name="T6" fmla="*/ 107 w 178"/>
                <a:gd name="T7" fmla="*/ 111 h 260"/>
                <a:gd name="T8" fmla="*/ 54 w 178"/>
                <a:gd name="T9" fmla="*/ 100 h 260"/>
                <a:gd name="T10" fmla="*/ 8 w 178"/>
                <a:gd name="T11" fmla="*/ 48 h 260"/>
                <a:gd name="T12" fmla="*/ 7 w 178"/>
                <a:gd name="T13" fmla="*/ 68 h 260"/>
                <a:gd name="T14" fmla="*/ 31 w 178"/>
                <a:gd name="T15" fmla="*/ 164 h 260"/>
                <a:gd name="T16" fmla="*/ 17 w 178"/>
                <a:gd name="T17" fmla="*/ 181 h 260"/>
                <a:gd name="T18" fmla="*/ 37 w 178"/>
                <a:gd name="T19" fmla="*/ 260 h 260"/>
                <a:gd name="T20" fmla="*/ 111 w 178"/>
                <a:gd name="T21" fmla="*/ 220 h 260"/>
                <a:gd name="T22" fmla="*/ 166 w 178"/>
                <a:gd name="T23" fmla="*/ 52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8" h="260">
                  <a:moveTo>
                    <a:pt x="166" y="52"/>
                  </a:move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66" y="0"/>
                    <a:pt x="157" y="16"/>
                  </a:cubicBezTo>
                  <a:cubicBezTo>
                    <a:pt x="149" y="32"/>
                    <a:pt x="116" y="107"/>
                    <a:pt x="107" y="111"/>
                  </a:cubicBezTo>
                  <a:cubicBezTo>
                    <a:pt x="97" y="116"/>
                    <a:pt x="64" y="119"/>
                    <a:pt x="54" y="100"/>
                  </a:cubicBezTo>
                  <a:cubicBezTo>
                    <a:pt x="44" y="81"/>
                    <a:pt x="33" y="40"/>
                    <a:pt x="8" y="48"/>
                  </a:cubicBezTo>
                  <a:cubicBezTo>
                    <a:pt x="8" y="48"/>
                    <a:pt x="0" y="53"/>
                    <a:pt x="7" y="68"/>
                  </a:cubicBezTo>
                  <a:cubicBezTo>
                    <a:pt x="15" y="83"/>
                    <a:pt x="37" y="153"/>
                    <a:pt x="31" y="164"/>
                  </a:cubicBezTo>
                  <a:cubicBezTo>
                    <a:pt x="25" y="175"/>
                    <a:pt x="17" y="181"/>
                    <a:pt x="17" y="181"/>
                  </a:cubicBezTo>
                  <a:cubicBezTo>
                    <a:pt x="37" y="260"/>
                    <a:pt x="37" y="260"/>
                    <a:pt x="37" y="260"/>
                  </a:cubicBezTo>
                  <a:cubicBezTo>
                    <a:pt x="37" y="260"/>
                    <a:pt x="96" y="250"/>
                    <a:pt x="111" y="220"/>
                  </a:cubicBezTo>
                  <a:cubicBezTo>
                    <a:pt x="126" y="189"/>
                    <a:pt x="166" y="52"/>
                    <a:pt x="166" y="52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Freeform: Shape 38"/>
            <p:cNvSpPr>
              <a:spLocks/>
            </p:cNvSpPr>
            <p:nvPr/>
          </p:nvSpPr>
          <p:spPr bwMode="auto">
            <a:xfrm>
              <a:off x="7167771" y="1836852"/>
              <a:ext cx="179726" cy="131339"/>
            </a:xfrm>
            <a:custGeom>
              <a:avLst/>
              <a:gdLst>
                <a:gd name="T0" fmla="*/ 0 w 104"/>
                <a:gd name="T1" fmla="*/ 17 h 76"/>
                <a:gd name="T2" fmla="*/ 17 w 104"/>
                <a:gd name="T3" fmla="*/ 0 h 76"/>
                <a:gd name="T4" fmla="*/ 104 w 104"/>
                <a:gd name="T5" fmla="*/ 56 h 76"/>
                <a:gd name="T6" fmla="*/ 81 w 104"/>
                <a:gd name="T7" fmla="*/ 76 h 76"/>
                <a:gd name="T8" fmla="*/ 0 w 104"/>
                <a:gd name="T9" fmla="*/ 1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76">
                  <a:moveTo>
                    <a:pt x="0" y="17"/>
                  </a:moveTo>
                  <a:lnTo>
                    <a:pt x="17" y="0"/>
                  </a:lnTo>
                  <a:lnTo>
                    <a:pt x="104" y="56"/>
                  </a:lnTo>
                  <a:lnTo>
                    <a:pt x="81" y="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Freeform: Shape 39"/>
            <p:cNvSpPr>
              <a:spLocks/>
            </p:cNvSpPr>
            <p:nvPr/>
          </p:nvSpPr>
          <p:spPr bwMode="auto">
            <a:xfrm>
              <a:off x="4850336" y="1836852"/>
              <a:ext cx="181454" cy="131339"/>
            </a:xfrm>
            <a:custGeom>
              <a:avLst/>
              <a:gdLst>
                <a:gd name="T0" fmla="*/ 105 w 105"/>
                <a:gd name="T1" fmla="*/ 17 h 76"/>
                <a:gd name="T2" fmla="*/ 87 w 105"/>
                <a:gd name="T3" fmla="*/ 0 h 76"/>
                <a:gd name="T4" fmla="*/ 0 w 105"/>
                <a:gd name="T5" fmla="*/ 56 h 76"/>
                <a:gd name="T6" fmla="*/ 23 w 105"/>
                <a:gd name="T7" fmla="*/ 76 h 76"/>
                <a:gd name="T8" fmla="*/ 105 w 105"/>
                <a:gd name="T9" fmla="*/ 1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76">
                  <a:moveTo>
                    <a:pt x="105" y="17"/>
                  </a:moveTo>
                  <a:lnTo>
                    <a:pt x="87" y="0"/>
                  </a:lnTo>
                  <a:lnTo>
                    <a:pt x="0" y="56"/>
                  </a:lnTo>
                  <a:lnTo>
                    <a:pt x="23" y="76"/>
                  </a:lnTo>
                  <a:lnTo>
                    <a:pt x="105" y="17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" name="Freeform: Shape 40"/>
            <p:cNvSpPr>
              <a:spLocks/>
            </p:cNvSpPr>
            <p:nvPr/>
          </p:nvSpPr>
          <p:spPr bwMode="auto">
            <a:xfrm>
              <a:off x="4853792" y="1848950"/>
              <a:ext cx="1100824" cy="489064"/>
            </a:xfrm>
            <a:custGeom>
              <a:avLst/>
              <a:gdLst>
                <a:gd name="T0" fmla="*/ 608 w 608"/>
                <a:gd name="T1" fmla="*/ 234 h 270"/>
                <a:gd name="T2" fmla="*/ 482 w 608"/>
                <a:gd name="T3" fmla="*/ 79 h 270"/>
                <a:gd name="T4" fmla="*/ 255 w 608"/>
                <a:gd name="T5" fmla="*/ 123 h 270"/>
                <a:gd name="T6" fmla="*/ 97 w 608"/>
                <a:gd name="T7" fmla="*/ 0 h 270"/>
                <a:gd name="T8" fmla="*/ 0 w 608"/>
                <a:gd name="T9" fmla="*/ 62 h 270"/>
                <a:gd name="T10" fmla="*/ 259 w 608"/>
                <a:gd name="T11" fmla="*/ 268 h 270"/>
                <a:gd name="T12" fmla="*/ 261 w 608"/>
                <a:gd name="T13" fmla="*/ 268 h 270"/>
                <a:gd name="T14" fmla="*/ 608 w 608"/>
                <a:gd name="T15" fmla="*/ 2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8" h="270">
                  <a:moveTo>
                    <a:pt x="608" y="234"/>
                  </a:moveTo>
                  <a:cubicBezTo>
                    <a:pt x="482" y="79"/>
                    <a:pt x="482" y="79"/>
                    <a:pt x="482" y="79"/>
                  </a:cubicBezTo>
                  <a:cubicBezTo>
                    <a:pt x="255" y="123"/>
                    <a:pt x="255" y="123"/>
                    <a:pt x="255" y="123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2"/>
                    <a:pt x="220" y="270"/>
                    <a:pt x="259" y="268"/>
                  </a:cubicBezTo>
                  <a:cubicBezTo>
                    <a:pt x="260" y="268"/>
                    <a:pt x="261" y="268"/>
                    <a:pt x="261" y="268"/>
                  </a:cubicBezTo>
                  <a:lnTo>
                    <a:pt x="608" y="23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9" name="Freeform: Shape 41"/>
            <p:cNvSpPr>
              <a:spLocks/>
            </p:cNvSpPr>
            <p:nvPr/>
          </p:nvSpPr>
          <p:spPr bwMode="auto">
            <a:xfrm>
              <a:off x="6243216" y="1848950"/>
              <a:ext cx="1100824" cy="489064"/>
            </a:xfrm>
            <a:custGeom>
              <a:avLst/>
              <a:gdLst>
                <a:gd name="T0" fmla="*/ 0 w 608"/>
                <a:gd name="T1" fmla="*/ 234 h 270"/>
                <a:gd name="T2" fmla="*/ 126 w 608"/>
                <a:gd name="T3" fmla="*/ 79 h 270"/>
                <a:gd name="T4" fmla="*/ 353 w 608"/>
                <a:gd name="T5" fmla="*/ 123 h 270"/>
                <a:gd name="T6" fmla="*/ 511 w 608"/>
                <a:gd name="T7" fmla="*/ 0 h 270"/>
                <a:gd name="T8" fmla="*/ 608 w 608"/>
                <a:gd name="T9" fmla="*/ 62 h 270"/>
                <a:gd name="T10" fmla="*/ 349 w 608"/>
                <a:gd name="T11" fmla="*/ 268 h 270"/>
                <a:gd name="T12" fmla="*/ 347 w 608"/>
                <a:gd name="T13" fmla="*/ 268 h 270"/>
                <a:gd name="T14" fmla="*/ 0 w 608"/>
                <a:gd name="T15" fmla="*/ 2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8" h="270">
                  <a:moveTo>
                    <a:pt x="0" y="234"/>
                  </a:moveTo>
                  <a:cubicBezTo>
                    <a:pt x="126" y="79"/>
                    <a:pt x="126" y="79"/>
                    <a:pt x="126" y="79"/>
                  </a:cubicBezTo>
                  <a:cubicBezTo>
                    <a:pt x="353" y="123"/>
                    <a:pt x="353" y="123"/>
                    <a:pt x="353" y="123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608" y="62"/>
                    <a:pt x="608" y="62"/>
                    <a:pt x="608" y="62"/>
                  </a:cubicBezTo>
                  <a:cubicBezTo>
                    <a:pt x="608" y="62"/>
                    <a:pt x="388" y="270"/>
                    <a:pt x="349" y="268"/>
                  </a:cubicBezTo>
                  <a:cubicBezTo>
                    <a:pt x="348" y="268"/>
                    <a:pt x="347" y="268"/>
                    <a:pt x="347" y="268"/>
                  </a:cubicBezTo>
                  <a:lnTo>
                    <a:pt x="0" y="23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Freeform: Shape 42"/>
            <p:cNvSpPr>
              <a:spLocks/>
            </p:cNvSpPr>
            <p:nvPr/>
          </p:nvSpPr>
          <p:spPr bwMode="auto">
            <a:xfrm>
              <a:off x="4525446" y="2972240"/>
              <a:ext cx="254036" cy="176270"/>
            </a:xfrm>
            <a:custGeom>
              <a:avLst/>
              <a:gdLst>
                <a:gd name="T0" fmla="*/ 120 w 140"/>
                <a:gd name="T1" fmla="*/ 23 h 98"/>
                <a:gd name="T2" fmla="*/ 78 w 140"/>
                <a:gd name="T3" fmla="*/ 56 h 98"/>
                <a:gd name="T4" fmla="*/ 73 w 140"/>
                <a:gd name="T5" fmla="*/ 53 h 98"/>
                <a:gd name="T6" fmla="*/ 50 w 140"/>
                <a:gd name="T7" fmla="*/ 12 h 98"/>
                <a:gd name="T8" fmla="*/ 39 w 140"/>
                <a:gd name="T9" fmla="*/ 2 h 98"/>
                <a:gd name="T10" fmla="*/ 33 w 140"/>
                <a:gd name="T11" fmla="*/ 22 h 98"/>
                <a:gd name="T12" fmla="*/ 33 w 140"/>
                <a:gd name="T13" fmla="*/ 22 h 98"/>
                <a:gd name="T14" fmla="*/ 34 w 140"/>
                <a:gd name="T15" fmla="*/ 25 h 98"/>
                <a:gd name="T16" fmla="*/ 35 w 140"/>
                <a:gd name="T17" fmla="*/ 26 h 98"/>
                <a:gd name="T18" fmla="*/ 42 w 140"/>
                <a:gd name="T19" fmla="*/ 42 h 98"/>
                <a:gd name="T20" fmla="*/ 16 w 140"/>
                <a:gd name="T21" fmla="*/ 23 h 98"/>
                <a:gd name="T22" fmla="*/ 6 w 140"/>
                <a:gd name="T23" fmla="*/ 33 h 98"/>
                <a:gd name="T24" fmla="*/ 45 w 140"/>
                <a:gd name="T25" fmla="*/ 75 h 98"/>
                <a:gd name="T26" fmla="*/ 131 w 140"/>
                <a:gd name="T27" fmla="*/ 69 h 98"/>
                <a:gd name="T28" fmla="*/ 120 w 140"/>
                <a:gd name="T29" fmla="*/ 23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0" h="98">
                  <a:moveTo>
                    <a:pt x="120" y="23"/>
                  </a:moveTo>
                  <a:cubicBezTo>
                    <a:pt x="120" y="23"/>
                    <a:pt x="89" y="59"/>
                    <a:pt x="78" y="56"/>
                  </a:cubicBezTo>
                  <a:cubicBezTo>
                    <a:pt x="76" y="56"/>
                    <a:pt x="75" y="55"/>
                    <a:pt x="73" y="53"/>
                  </a:cubicBezTo>
                  <a:cubicBezTo>
                    <a:pt x="73" y="53"/>
                    <a:pt x="52" y="16"/>
                    <a:pt x="50" y="12"/>
                  </a:cubicBezTo>
                  <a:cubicBezTo>
                    <a:pt x="47" y="6"/>
                    <a:pt x="43" y="0"/>
                    <a:pt x="39" y="2"/>
                  </a:cubicBezTo>
                  <a:cubicBezTo>
                    <a:pt x="39" y="2"/>
                    <a:pt x="25" y="4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4" y="23"/>
                    <a:pt x="34" y="24"/>
                    <a:pt x="34" y="25"/>
                  </a:cubicBezTo>
                  <a:cubicBezTo>
                    <a:pt x="35" y="25"/>
                    <a:pt x="35" y="26"/>
                    <a:pt x="35" y="26"/>
                  </a:cubicBezTo>
                  <a:cubicBezTo>
                    <a:pt x="38" y="33"/>
                    <a:pt x="40" y="38"/>
                    <a:pt x="42" y="42"/>
                  </a:cubicBezTo>
                  <a:cubicBezTo>
                    <a:pt x="39" y="40"/>
                    <a:pt x="22" y="22"/>
                    <a:pt x="16" y="23"/>
                  </a:cubicBezTo>
                  <a:cubicBezTo>
                    <a:pt x="16" y="23"/>
                    <a:pt x="0" y="24"/>
                    <a:pt x="6" y="33"/>
                  </a:cubicBezTo>
                  <a:cubicBezTo>
                    <a:pt x="11" y="42"/>
                    <a:pt x="45" y="75"/>
                    <a:pt x="45" y="75"/>
                  </a:cubicBezTo>
                  <a:cubicBezTo>
                    <a:pt x="45" y="75"/>
                    <a:pt x="121" y="98"/>
                    <a:pt x="131" y="69"/>
                  </a:cubicBezTo>
                  <a:cubicBezTo>
                    <a:pt x="140" y="40"/>
                    <a:pt x="120" y="23"/>
                    <a:pt x="120" y="23"/>
                  </a:cubicBezTo>
                  <a:close/>
                </a:path>
              </a:pathLst>
            </a:custGeom>
            <a:solidFill>
              <a:srgbClr val="F7B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1" name="Freeform: Shape 43"/>
            <p:cNvSpPr>
              <a:spLocks/>
            </p:cNvSpPr>
            <p:nvPr/>
          </p:nvSpPr>
          <p:spPr bwMode="auto">
            <a:xfrm>
              <a:off x="4463233" y="2880648"/>
              <a:ext cx="520169" cy="338715"/>
            </a:xfrm>
            <a:custGeom>
              <a:avLst/>
              <a:gdLst>
                <a:gd name="T0" fmla="*/ 44 w 288"/>
                <a:gd name="T1" fmla="*/ 139 h 187"/>
                <a:gd name="T2" fmla="*/ 2 w 288"/>
                <a:gd name="T3" fmla="*/ 127 h 187"/>
                <a:gd name="T4" fmla="*/ 18 w 288"/>
                <a:gd name="T5" fmla="*/ 112 h 187"/>
                <a:gd name="T6" fmla="*/ 125 w 288"/>
                <a:gd name="T7" fmla="*/ 121 h 187"/>
                <a:gd name="T8" fmla="*/ 145 w 288"/>
                <a:gd name="T9" fmla="*/ 71 h 187"/>
                <a:gd name="T10" fmla="*/ 126 w 288"/>
                <a:gd name="T11" fmla="*/ 4 h 187"/>
                <a:gd name="T12" fmla="*/ 143 w 288"/>
                <a:gd name="T13" fmla="*/ 14 h 187"/>
                <a:gd name="T14" fmla="*/ 211 w 288"/>
                <a:gd name="T15" fmla="*/ 86 h 187"/>
                <a:gd name="T16" fmla="*/ 233 w 288"/>
                <a:gd name="T17" fmla="*/ 83 h 187"/>
                <a:gd name="T18" fmla="*/ 288 w 288"/>
                <a:gd name="T19" fmla="*/ 143 h 187"/>
                <a:gd name="T20" fmla="*/ 214 w 288"/>
                <a:gd name="T21" fmla="*/ 183 h 187"/>
                <a:gd name="T22" fmla="*/ 44 w 288"/>
                <a:gd name="T23" fmla="*/ 139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8" h="187">
                  <a:moveTo>
                    <a:pt x="44" y="139"/>
                  </a:moveTo>
                  <a:cubicBezTo>
                    <a:pt x="2" y="127"/>
                    <a:pt x="2" y="127"/>
                    <a:pt x="2" y="127"/>
                  </a:cubicBezTo>
                  <a:cubicBezTo>
                    <a:pt x="2" y="127"/>
                    <a:pt x="0" y="111"/>
                    <a:pt x="18" y="112"/>
                  </a:cubicBezTo>
                  <a:cubicBezTo>
                    <a:pt x="37" y="114"/>
                    <a:pt x="116" y="127"/>
                    <a:pt x="125" y="121"/>
                  </a:cubicBezTo>
                  <a:cubicBezTo>
                    <a:pt x="134" y="116"/>
                    <a:pt x="155" y="89"/>
                    <a:pt x="145" y="71"/>
                  </a:cubicBezTo>
                  <a:cubicBezTo>
                    <a:pt x="134" y="52"/>
                    <a:pt x="105" y="21"/>
                    <a:pt x="126" y="4"/>
                  </a:cubicBezTo>
                  <a:cubicBezTo>
                    <a:pt x="126" y="4"/>
                    <a:pt x="134" y="0"/>
                    <a:pt x="143" y="14"/>
                  </a:cubicBezTo>
                  <a:cubicBezTo>
                    <a:pt x="152" y="29"/>
                    <a:pt x="198" y="85"/>
                    <a:pt x="211" y="86"/>
                  </a:cubicBezTo>
                  <a:cubicBezTo>
                    <a:pt x="224" y="87"/>
                    <a:pt x="233" y="83"/>
                    <a:pt x="233" y="83"/>
                  </a:cubicBezTo>
                  <a:cubicBezTo>
                    <a:pt x="288" y="143"/>
                    <a:pt x="288" y="143"/>
                    <a:pt x="288" y="143"/>
                  </a:cubicBezTo>
                  <a:cubicBezTo>
                    <a:pt x="288" y="143"/>
                    <a:pt x="248" y="187"/>
                    <a:pt x="214" y="183"/>
                  </a:cubicBezTo>
                  <a:cubicBezTo>
                    <a:pt x="181" y="179"/>
                    <a:pt x="44" y="139"/>
                    <a:pt x="44" y="139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Freeform: Shape 44"/>
            <p:cNvSpPr>
              <a:spLocks/>
            </p:cNvSpPr>
            <p:nvPr/>
          </p:nvSpPr>
          <p:spPr bwMode="auto">
            <a:xfrm>
              <a:off x="4881443" y="3018900"/>
              <a:ext cx="50115" cy="190095"/>
            </a:xfrm>
            <a:custGeom>
              <a:avLst/>
              <a:gdLst>
                <a:gd name="T0" fmla="*/ 24 w 29"/>
                <a:gd name="T1" fmla="*/ 0 h 110"/>
                <a:gd name="T2" fmla="*/ 0 w 29"/>
                <a:gd name="T3" fmla="*/ 7 h 110"/>
                <a:gd name="T4" fmla="*/ 0 w 29"/>
                <a:gd name="T5" fmla="*/ 110 h 110"/>
                <a:gd name="T6" fmla="*/ 29 w 29"/>
                <a:gd name="T7" fmla="*/ 101 h 110"/>
                <a:gd name="T8" fmla="*/ 24 w 29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10">
                  <a:moveTo>
                    <a:pt x="24" y="0"/>
                  </a:moveTo>
                  <a:lnTo>
                    <a:pt x="0" y="7"/>
                  </a:lnTo>
                  <a:lnTo>
                    <a:pt x="0" y="110"/>
                  </a:lnTo>
                  <a:lnTo>
                    <a:pt x="29" y="101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Freeform: Shape 45"/>
            <p:cNvSpPr>
              <a:spLocks/>
            </p:cNvSpPr>
            <p:nvPr/>
          </p:nvSpPr>
          <p:spPr bwMode="auto">
            <a:xfrm>
              <a:off x="4905637" y="2529837"/>
              <a:ext cx="1024786" cy="689528"/>
            </a:xfrm>
            <a:custGeom>
              <a:avLst/>
              <a:gdLst>
                <a:gd name="T0" fmla="*/ 566 w 566"/>
                <a:gd name="T1" fmla="*/ 14 h 381"/>
                <a:gd name="T2" fmla="*/ 393 w 566"/>
                <a:gd name="T3" fmla="*/ 0 h 381"/>
                <a:gd name="T4" fmla="*/ 270 w 566"/>
                <a:gd name="T5" fmla="*/ 158 h 381"/>
                <a:gd name="T6" fmla="*/ 1 w 566"/>
                <a:gd name="T7" fmla="*/ 267 h 381"/>
                <a:gd name="T8" fmla="*/ 0 w 566"/>
                <a:gd name="T9" fmla="*/ 381 h 381"/>
                <a:gd name="T10" fmla="*/ 314 w 566"/>
                <a:gd name="T11" fmla="*/ 275 h 381"/>
                <a:gd name="T12" fmla="*/ 315 w 566"/>
                <a:gd name="T13" fmla="*/ 273 h 381"/>
                <a:gd name="T14" fmla="*/ 566 w 566"/>
                <a:gd name="T15" fmla="*/ 14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6" h="381">
                  <a:moveTo>
                    <a:pt x="566" y="14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270" y="158"/>
                    <a:pt x="270" y="158"/>
                    <a:pt x="270" y="158"/>
                  </a:cubicBezTo>
                  <a:cubicBezTo>
                    <a:pt x="1" y="267"/>
                    <a:pt x="1" y="267"/>
                    <a:pt x="1" y="267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0" y="381"/>
                    <a:pt x="294" y="309"/>
                    <a:pt x="314" y="275"/>
                  </a:cubicBezTo>
                  <a:cubicBezTo>
                    <a:pt x="314" y="274"/>
                    <a:pt x="315" y="274"/>
                    <a:pt x="315" y="273"/>
                  </a:cubicBezTo>
                  <a:lnTo>
                    <a:pt x="566" y="1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Freeform: Shape 46"/>
            <p:cNvSpPr>
              <a:spLocks/>
            </p:cNvSpPr>
            <p:nvPr/>
          </p:nvSpPr>
          <p:spPr bwMode="auto">
            <a:xfrm>
              <a:off x="7266275" y="3018900"/>
              <a:ext cx="50115" cy="190095"/>
            </a:xfrm>
            <a:custGeom>
              <a:avLst/>
              <a:gdLst>
                <a:gd name="T0" fmla="*/ 5 w 29"/>
                <a:gd name="T1" fmla="*/ 0 h 110"/>
                <a:gd name="T2" fmla="*/ 29 w 29"/>
                <a:gd name="T3" fmla="*/ 7 h 110"/>
                <a:gd name="T4" fmla="*/ 29 w 29"/>
                <a:gd name="T5" fmla="*/ 110 h 110"/>
                <a:gd name="T6" fmla="*/ 0 w 29"/>
                <a:gd name="T7" fmla="*/ 101 h 110"/>
                <a:gd name="T8" fmla="*/ 5 w 29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10">
                  <a:moveTo>
                    <a:pt x="5" y="0"/>
                  </a:moveTo>
                  <a:lnTo>
                    <a:pt x="29" y="7"/>
                  </a:lnTo>
                  <a:lnTo>
                    <a:pt x="29" y="110"/>
                  </a:lnTo>
                  <a:lnTo>
                    <a:pt x="0" y="10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5" name="Freeform: Shape 47"/>
            <p:cNvSpPr>
              <a:spLocks/>
            </p:cNvSpPr>
            <p:nvPr/>
          </p:nvSpPr>
          <p:spPr bwMode="auto">
            <a:xfrm>
              <a:off x="6267410" y="2529837"/>
              <a:ext cx="1024786" cy="689528"/>
            </a:xfrm>
            <a:custGeom>
              <a:avLst/>
              <a:gdLst>
                <a:gd name="T0" fmla="*/ 0 w 566"/>
                <a:gd name="T1" fmla="*/ 14 h 381"/>
                <a:gd name="T2" fmla="*/ 173 w 566"/>
                <a:gd name="T3" fmla="*/ 0 h 381"/>
                <a:gd name="T4" fmla="*/ 296 w 566"/>
                <a:gd name="T5" fmla="*/ 158 h 381"/>
                <a:gd name="T6" fmla="*/ 565 w 566"/>
                <a:gd name="T7" fmla="*/ 267 h 381"/>
                <a:gd name="T8" fmla="*/ 566 w 566"/>
                <a:gd name="T9" fmla="*/ 381 h 381"/>
                <a:gd name="T10" fmla="*/ 252 w 566"/>
                <a:gd name="T11" fmla="*/ 275 h 381"/>
                <a:gd name="T12" fmla="*/ 251 w 566"/>
                <a:gd name="T13" fmla="*/ 273 h 381"/>
                <a:gd name="T14" fmla="*/ 0 w 566"/>
                <a:gd name="T15" fmla="*/ 14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6" h="381">
                  <a:moveTo>
                    <a:pt x="0" y="14"/>
                  </a:moveTo>
                  <a:cubicBezTo>
                    <a:pt x="173" y="0"/>
                    <a:pt x="173" y="0"/>
                    <a:pt x="173" y="0"/>
                  </a:cubicBezTo>
                  <a:cubicBezTo>
                    <a:pt x="296" y="158"/>
                    <a:pt x="296" y="158"/>
                    <a:pt x="296" y="158"/>
                  </a:cubicBezTo>
                  <a:cubicBezTo>
                    <a:pt x="565" y="267"/>
                    <a:pt x="565" y="267"/>
                    <a:pt x="565" y="267"/>
                  </a:cubicBezTo>
                  <a:cubicBezTo>
                    <a:pt x="566" y="381"/>
                    <a:pt x="566" y="381"/>
                    <a:pt x="566" y="381"/>
                  </a:cubicBezTo>
                  <a:cubicBezTo>
                    <a:pt x="566" y="381"/>
                    <a:pt x="272" y="309"/>
                    <a:pt x="252" y="275"/>
                  </a:cubicBezTo>
                  <a:cubicBezTo>
                    <a:pt x="252" y="274"/>
                    <a:pt x="251" y="274"/>
                    <a:pt x="251" y="273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6" name="Freeform: Shape 48"/>
            <p:cNvSpPr>
              <a:spLocks/>
            </p:cNvSpPr>
            <p:nvPr/>
          </p:nvSpPr>
          <p:spPr bwMode="auto">
            <a:xfrm>
              <a:off x="4606669" y="2398498"/>
              <a:ext cx="511529" cy="260950"/>
            </a:xfrm>
            <a:custGeom>
              <a:avLst/>
              <a:gdLst>
                <a:gd name="T0" fmla="*/ 110 w 282"/>
                <a:gd name="T1" fmla="*/ 1 h 144"/>
                <a:gd name="T2" fmla="*/ 178 w 282"/>
                <a:gd name="T3" fmla="*/ 21 h 144"/>
                <a:gd name="T4" fmla="*/ 239 w 282"/>
                <a:gd name="T5" fmla="*/ 46 h 144"/>
                <a:gd name="T6" fmla="*/ 256 w 282"/>
                <a:gd name="T7" fmla="*/ 68 h 144"/>
                <a:gd name="T8" fmla="*/ 282 w 282"/>
                <a:gd name="T9" fmla="*/ 88 h 144"/>
                <a:gd name="T10" fmla="*/ 223 w 282"/>
                <a:gd name="T11" fmla="*/ 144 h 144"/>
                <a:gd name="T12" fmla="*/ 196 w 282"/>
                <a:gd name="T13" fmla="*/ 129 h 144"/>
                <a:gd name="T14" fmla="*/ 82 w 282"/>
                <a:gd name="T15" fmla="*/ 102 h 144"/>
                <a:gd name="T16" fmla="*/ 1 w 282"/>
                <a:gd name="T17" fmla="*/ 10 h 144"/>
                <a:gd name="T18" fmla="*/ 3 w 282"/>
                <a:gd name="T19" fmla="*/ 1 h 144"/>
                <a:gd name="T20" fmla="*/ 33 w 282"/>
                <a:gd name="T21" fmla="*/ 16 h 144"/>
                <a:gd name="T22" fmla="*/ 79 w 282"/>
                <a:gd name="T23" fmla="*/ 62 h 144"/>
                <a:gd name="T24" fmla="*/ 35 w 282"/>
                <a:gd name="T25" fmla="*/ 10 h 144"/>
                <a:gd name="T26" fmla="*/ 35 w 282"/>
                <a:gd name="T27" fmla="*/ 1 h 144"/>
                <a:gd name="T28" fmla="*/ 66 w 282"/>
                <a:gd name="T29" fmla="*/ 15 h 144"/>
                <a:gd name="T30" fmla="*/ 146 w 282"/>
                <a:gd name="T31" fmla="*/ 67 h 144"/>
                <a:gd name="T32" fmla="*/ 161 w 282"/>
                <a:gd name="T33" fmla="*/ 45 h 144"/>
                <a:gd name="T34" fmla="*/ 127 w 282"/>
                <a:gd name="T35" fmla="*/ 36 h 144"/>
                <a:gd name="T36" fmla="*/ 110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10" y="1"/>
                  </a:moveTo>
                  <a:cubicBezTo>
                    <a:pt x="110" y="1"/>
                    <a:pt x="165" y="19"/>
                    <a:pt x="178" y="21"/>
                  </a:cubicBezTo>
                  <a:cubicBezTo>
                    <a:pt x="192" y="23"/>
                    <a:pt x="223" y="27"/>
                    <a:pt x="239" y="46"/>
                  </a:cubicBezTo>
                  <a:cubicBezTo>
                    <a:pt x="256" y="64"/>
                    <a:pt x="250" y="63"/>
                    <a:pt x="256" y="68"/>
                  </a:cubicBezTo>
                  <a:cubicBezTo>
                    <a:pt x="262" y="72"/>
                    <a:pt x="282" y="88"/>
                    <a:pt x="282" y="88"/>
                  </a:cubicBezTo>
                  <a:cubicBezTo>
                    <a:pt x="223" y="144"/>
                    <a:pt x="223" y="144"/>
                    <a:pt x="223" y="144"/>
                  </a:cubicBezTo>
                  <a:cubicBezTo>
                    <a:pt x="223" y="144"/>
                    <a:pt x="202" y="131"/>
                    <a:pt x="196" y="129"/>
                  </a:cubicBezTo>
                  <a:cubicBezTo>
                    <a:pt x="189" y="127"/>
                    <a:pt x="90" y="108"/>
                    <a:pt x="82" y="102"/>
                  </a:cubicBezTo>
                  <a:cubicBezTo>
                    <a:pt x="75" y="97"/>
                    <a:pt x="2" y="13"/>
                    <a:pt x="1" y="10"/>
                  </a:cubicBezTo>
                  <a:cubicBezTo>
                    <a:pt x="0" y="7"/>
                    <a:pt x="0" y="2"/>
                    <a:pt x="3" y="1"/>
                  </a:cubicBezTo>
                  <a:cubicBezTo>
                    <a:pt x="7" y="1"/>
                    <a:pt x="20" y="0"/>
                    <a:pt x="33" y="16"/>
                  </a:cubicBezTo>
                  <a:cubicBezTo>
                    <a:pt x="47" y="32"/>
                    <a:pt x="79" y="62"/>
                    <a:pt x="79" y="62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3" y="1"/>
                    <a:pt x="35" y="1"/>
                  </a:cubicBezTo>
                  <a:cubicBezTo>
                    <a:pt x="37" y="1"/>
                    <a:pt x="50" y="0"/>
                    <a:pt x="66" y="15"/>
                  </a:cubicBezTo>
                  <a:cubicBezTo>
                    <a:pt x="82" y="30"/>
                    <a:pt x="113" y="70"/>
                    <a:pt x="146" y="67"/>
                  </a:cubicBezTo>
                  <a:cubicBezTo>
                    <a:pt x="179" y="63"/>
                    <a:pt x="161" y="45"/>
                    <a:pt x="161" y="45"/>
                  </a:cubicBezTo>
                  <a:cubicBezTo>
                    <a:pt x="161" y="45"/>
                    <a:pt x="134" y="36"/>
                    <a:pt x="127" y="36"/>
                  </a:cubicBezTo>
                  <a:cubicBezTo>
                    <a:pt x="120" y="36"/>
                    <a:pt x="101" y="20"/>
                    <a:pt x="110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7" name="Freeform: Shape 49"/>
            <p:cNvSpPr>
              <a:spLocks/>
            </p:cNvSpPr>
            <p:nvPr/>
          </p:nvSpPr>
          <p:spPr bwMode="auto">
            <a:xfrm>
              <a:off x="7079636" y="2398498"/>
              <a:ext cx="511529" cy="260950"/>
            </a:xfrm>
            <a:custGeom>
              <a:avLst/>
              <a:gdLst>
                <a:gd name="T0" fmla="*/ 172 w 282"/>
                <a:gd name="T1" fmla="*/ 1 h 144"/>
                <a:gd name="T2" fmla="*/ 104 w 282"/>
                <a:gd name="T3" fmla="*/ 21 h 144"/>
                <a:gd name="T4" fmla="*/ 43 w 282"/>
                <a:gd name="T5" fmla="*/ 46 h 144"/>
                <a:gd name="T6" fmla="*/ 26 w 282"/>
                <a:gd name="T7" fmla="*/ 68 h 144"/>
                <a:gd name="T8" fmla="*/ 0 w 282"/>
                <a:gd name="T9" fmla="*/ 88 h 144"/>
                <a:gd name="T10" fmla="*/ 59 w 282"/>
                <a:gd name="T11" fmla="*/ 144 h 144"/>
                <a:gd name="T12" fmla="*/ 86 w 282"/>
                <a:gd name="T13" fmla="*/ 129 h 144"/>
                <a:gd name="T14" fmla="*/ 200 w 282"/>
                <a:gd name="T15" fmla="*/ 102 h 144"/>
                <a:gd name="T16" fmla="*/ 281 w 282"/>
                <a:gd name="T17" fmla="*/ 10 h 144"/>
                <a:gd name="T18" fmla="*/ 279 w 282"/>
                <a:gd name="T19" fmla="*/ 1 h 144"/>
                <a:gd name="T20" fmla="*/ 249 w 282"/>
                <a:gd name="T21" fmla="*/ 16 h 144"/>
                <a:gd name="T22" fmla="*/ 203 w 282"/>
                <a:gd name="T23" fmla="*/ 62 h 144"/>
                <a:gd name="T24" fmla="*/ 247 w 282"/>
                <a:gd name="T25" fmla="*/ 10 h 144"/>
                <a:gd name="T26" fmla="*/ 247 w 282"/>
                <a:gd name="T27" fmla="*/ 1 h 144"/>
                <a:gd name="T28" fmla="*/ 216 w 282"/>
                <a:gd name="T29" fmla="*/ 15 h 144"/>
                <a:gd name="T30" fmla="*/ 136 w 282"/>
                <a:gd name="T31" fmla="*/ 67 h 144"/>
                <a:gd name="T32" fmla="*/ 121 w 282"/>
                <a:gd name="T33" fmla="*/ 45 h 144"/>
                <a:gd name="T34" fmla="*/ 155 w 282"/>
                <a:gd name="T35" fmla="*/ 36 h 144"/>
                <a:gd name="T36" fmla="*/ 172 w 282"/>
                <a:gd name="T37" fmla="*/ 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2" h="144">
                  <a:moveTo>
                    <a:pt x="172" y="1"/>
                  </a:moveTo>
                  <a:cubicBezTo>
                    <a:pt x="172" y="1"/>
                    <a:pt x="117" y="19"/>
                    <a:pt x="104" y="21"/>
                  </a:cubicBezTo>
                  <a:cubicBezTo>
                    <a:pt x="90" y="23"/>
                    <a:pt x="59" y="27"/>
                    <a:pt x="43" y="46"/>
                  </a:cubicBezTo>
                  <a:cubicBezTo>
                    <a:pt x="26" y="64"/>
                    <a:pt x="32" y="63"/>
                    <a:pt x="26" y="68"/>
                  </a:cubicBezTo>
                  <a:cubicBezTo>
                    <a:pt x="20" y="72"/>
                    <a:pt x="0" y="88"/>
                    <a:pt x="0" y="88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59" y="144"/>
                    <a:pt x="80" y="131"/>
                    <a:pt x="86" y="129"/>
                  </a:cubicBezTo>
                  <a:cubicBezTo>
                    <a:pt x="93" y="127"/>
                    <a:pt x="192" y="108"/>
                    <a:pt x="200" y="102"/>
                  </a:cubicBezTo>
                  <a:cubicBezTo>
                    <a:pt x="207" y="97"/>
                    <a:pt x="280" y="13"/>
                    <a:pt x="281" y="10"/>
                  </a:cubicBezTo>
                  <a:cubicBezTo>
                    <a:pt x="282" y="7"/>
                    <a:pt x="282" y="2"/>
                    <a:pt x="279" y="1"/>
                  </a:cubicBezTo>
                  <a:cubicBezTo>
                    <a:pt x="275" y="1"/>
                    <a:pt x="262" y="0"/>
                    <a:pt x="249" y="16"/>
                  </a:cubicBezTo>
                  <a:cubicBezTo>
                    <a:pt x="235" y="32"/>
                    <a:pt x="203" y="62"/>
                    <a:pt x="203" y="62"/>
                  </a:cubicBezTo>
                  <a:cubicBezTo>
                    <a:pt x="247" y="10"/>
                    <a:pt x="247" y="10"/>
                    <a:pt x="247" y="10"/>
                  </a:cubicBezTo>
                  <a:cubicBezTo>
                    <a:pt x="247" y="10"/>
                    <a:pt x="249" y="1"/>
                    <a:pt x="247" y="1"/>
                  </a:cubicBezTo>
                  <a:cubicBezTo>
                    <a:pt x="245" y="1"/>
                    <a:pt x="232" y="0"/>
                    <a:pt x="216" y="15"/>
                  </a:cubicBezTo>
                  <a:cubicBezTo>
                    <a:pt x="200" y="30"/>
                    <a:pt x="169" y="70"/>
                    <a:pt x="136" y="67"/>
                  </a:cubicBezTo>
                  <a:cubicBezTo>
                    <a:pt x="103" y="63"/>
                    <a:pt x="121" y="45"/>
                    <a:pt x="121" y="45"/>
                  </a:cubicBezTo>
                  <a:cubicBezTo>
                    <a:pt x="121" y="45"/>
                    <a:pt x="148" y="36"/>
                    <a:pt x="155" y="36"/>
                  </a:cubicBezTo>
                  <a:cubicBezTo>
                    <a:pt x="162" y="36"/>
                    <a:pt x="181" y="20"/>
                    <a:pt x="172" y="1"/>
                  </a:cubicBezTo>
                  <a:close/>
                </a:path>
              </a:pathLst>
            </a:custGeom>
            <a:solidFill>
              <a:srgbClr val="FDD8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8" name="Freeform: Shape 50"/>
            <p:cNvSpPr>
              <a:spLocks/>
            </p:cNvSpPr>
            <p:nvPr/>
          </p:nvSpPr>
          <p:spPr bwMode="auto">
            <a:xfrm>
              <a:off x="7007054" y="2503914"/>
              <a:ext cx="207377" cy="222931"/>
            </a:xfrm>
            <a:custGeom>
              <a:avLst/>
              <a:gdLst>
                <a:gd name="T0" fmla="*/ 0 w 120"/>
                <a:gd name="T1" fmla="*/ 28 h 129"/>
                <a:gd name="T2" fmla="*/ 50 w 120"/>
                <a:gd name="T3" fmla="*/ 0 h 129"/>
                <a:gd name="T4" fmla="*/ 120 w 120"/>
                <a:gd name="T5" fmla="*/ 102 h 129"/>
                <a:gd name="T6" fmla="*/ 74 w 120"/>
                <a:gd name="T7" fmla="*/ 129 h 129"/>
                <a:gd name="T8" fmla="*/ 0 w 120"/>
                <a:gd name="T9" fmla="*/ 2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9">
                  <a:moveTo>
                    <a:pt x="0" y="28"/>
                  </a:moveTo>
                  <a:lnTo>
                    <a:pt x="50" y="0"/>
                  </a:lnTo>
                  <a:lnTo>
                    <a:pt x="120" y="102"/>
                  </a:lnTo>
                  <a:lnTo>
                    <a:pt x="74" y="12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9" name="Freeform: Shape 51"/>
            <p:cNvSpPr>
              <a:spLocks/>
            </p:cNvSpPr>
            <p:nvPr/>
          </p:nvSpPr>
          <p:spPr bwMode="auto">
            <a:xfrm>
              <a:off x="4986860" y="2503914"/>
              <a:ext cx="207377" cy="222931"/>
            </a:xfrm>
            <a:custGeom>
              <a:avLst/>
              <a:gdLst>
                <a:gd name="T0" fmla="*/ 120 w 120"/>
                <a:gd name="T1" fmla="*/ 28 h 129"/>
                <a:gd name="T2" fmla="*/ 71 w 120"/>
                <a:gd name="T3" fmla="*/ 0 h 129"/>
                <a:gd name="T4" fmla="*/ 0 w 120"/>
                <a:gd name="T5" fmla="*/ 102 h 129"/>
                <a:gd name="T6" fmla="*/ 46 w 120"/>
                <a:gd name="T7" fmla="*/ 129 h 129"/>
                <a:gd name="T8" fmla="*/ 120 w 120"/>
                <a:gd name="T9" fmla="*/ 2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9">
                  <a:moveTo>
                    <a:pt x="120" y="28"/>
                  </a:moveTo>
                  <a:lnTo>
                    <a:pt x="71" y="0"/>
                  </a:lnTo>
                  <a:lnTo>
                    <a:pt x="0" y="102"/>
                  </a:lnTo>
                  <a:lnTo>
                    <a:pt x="46" y="129"/>
                  </a:lnTo>
                  <a:lnTo>
                    <a:pt x="120" y="28"/>
                  </a:lnTo>
                  <a:close/>
                </a:path>
              </a:pathLst>
            </a:custGeom>
            <a:solidFill>
              <a:srgbClr val="FD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0" name="Freeform: Shape 52"/>
            <p:cNvSpPr>
              <a:spLocks/>
            </p:cNvSpPr>
            <p:nvPr/>
          </p:nvSpPr>
          <p:spPr bwMode="auto">
            <a:xfrm>
              <a:off x="5031791" y="1890425"/>
              <a:ext cx="2139436" cy="1328940"/>
            </a:xfrm>
            <a:custGeom>
              <a:avLst/>
              <a:gdLst>
                <a:gd name="T0" fmla="*/ 1105 w 1182"/>
                <a:gd name="T1" fmla="*/ 339 h 734"/>
                <a:gd name="T2" fmla="*/ 1010 w 1182"/>
                <a:gd name="T3" fmla="*/ 393 h 734"/>
                <a:gd name="T4" fmla="*/ 881 w 1182"/>
                <a:gd name="T5" fmla="*/ 89 h 734"/>
                <a:gd name="T6" fmla="*/ 675 w 1182"/>
                <a:gd name="T7" fmla="*/ 0 h 734"/>
                <a:gd name="T8" fmla="*/ 590 w 1182"/>
                <a:gd name="T9" fmla="*/ 339 h 734"/>
                <a:gd name="T10" fmla="*/ 505 w 1182"/>
                <a:gd name="T11" fmla="*/ 0 h 734"/>
                <a:gd name="T12" fmla="*/ 292 w 1182"/>
                <a:gd name="T13" fmla="*/ 93 h 734"/>
                <a:gd name="T14" fmla="*/ 172 w 1182"/>
                <a:gd name="T15" fmla="*/ 393 h 734"/>
                <a:gd name="T16" fmla="*/ 77 w 1182"/>
                <a:gd name="T17" fmla="*/ 339 h 734"/>
                <a:gd name="T18" fmla="*/ 0 w 1182"/>
                <a:gd name="T19" fmla="*/ 461 h 734"/>
                <a:gd name="T20" fmla="*/ 184 w 1182"/>
                <a:gd name="T21" fmla="*/ 559 h 734"/>
                <a:gd name="T22" fmla="*/ 217 w 1182"/>
                <a:gd name="T23" fmla="*/ 540 h 734"/>
                <a:gd name="T24" fmla="*/ 353 w 1182"/>
                <a:gd name="T25" fmla="*/ 375 h 734"/>
                <a:gd name="T26" fmla="*/ 353 w 1182"/>
                <a:gd name="T27" fmla="*/ 734 h 734"/>
                <a:gd name="T28" fmla="*/ 590 w 1182"/>
                <a:gd name="T29" fmla="*/ 734 h 734"/>
                <a:gd name="T30" fmla="*/ 829 w 1182"/>
                <a:gd name="T31" fmla="*/ 734 h 734"/>
                <a:gd name="T32" fmla="*/ 829 w 1182"/>
                <a:gd name="T33" fmla="*/ 375 h 734"/>
                <a:gd name="T34" fmla="*/ 965 w 1182"/>
                <a:gd name="T35" fmla="*/ 540 h 734"/>
                <a:gd name="T36" fmla="*/ 998 w 1182"/>
                <a:gd name="T37" fmla="*/ 559 h 734"/>
                <a:gd name="T38" fmla="*/ 1182 w 1182"/>
                <a:gd name="T39" fmla="*/ 461 h 734"/>
                <a:gd name="T40" fmla="*/ 1105 w 1182"/>
                <a:gd name="T41" fmla="*/ 339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82" h="734">
                  <a:moveTo>
                    <a:pt x="1105" y="339"/>
                  </a:moveTo>
                  <a:cubicBezTo>
                    <a:pt x="1010" y="393"/>
                    <a:pt x="1010" y="393"/>
                    <a:pt x="1010" y="393"/>
                  </a:cubicBezTo>
                  <a:cubicBezTo>
                    <a:pt x="881" y="89"/>
                    <a:pt x="881" y="89"/>
                    <a:pt x="881" y="89"/>
                  </a:cubicBezTo>
                  <a:cubicBezTo>
                    <a:pt x="675" y="0"/>
                    <a:pt x="675" y="0"/>
                    <a:pt x="675" y="0"/>
                  </a:cubicBezTo>
                  <a:cubicBezTo>
                    <a:pt x="590" y="339"/>
                    <a:pt x="590" y="339"/>
                    <a:pt x="590" y="339"/>
                  </a:cubicBezTo>
                  <a:cubicBezTo>
                    <a:pt x="505" y="0"/>
                    <a:pt x="505" y="0"/>
                    <a:pt x="505" y="0"/>
                  </a:cubicBezTo>
                  <a:cubicBezTo>
                    <a:pt x="292" y="93"/>
                    <a:pt x="292" y="93"/>
                    <a:pt x="292" y="93"/>
                  </a:cubicBezTo>
                  <a:cubicBezTo>
                    <a:pt x="172" y="393"/>
                    <a:pt x="172" y="393"/>
                    <a:pt x="172" y="393"/>
                  </a:cubicBezTo>
                  <a:cubicBezTo>
                    <a:pt x="77" y="339"/>
                    <a:pt x="77" y="339"/>
                    <a:pt x="77" y="339"/>
                  </a:cubicBezTo>
                  <a:cubicBezTo>
                    <a:pt x="0" y="461"/>
                    <a:pt x="0" y="461"/>
                    <a:pt x="0" y="461"/>
                  </a:cubicBezTo>
                  <a:cubicBezTo>
                    <a:pt x="0" y="461"/>
                    <a:pt x="176" y="559"/>
                    <a:pt x="184" y="559"/>
                  </a:cubicBezTo>
                  <a:cubicBezTo>
                    <a:pt x="192" y="559"/>
                    <a:pt x="192" y="563"/>
                    <a:pt x="217" y="540"/>
                  </a:cubicBezTo>
                  <a:cubicBezTo>
                    <a:pt x="242" y="516"/>
                    <a:pt x="353" y="375"/>
                    <a:pt x="353" y="375"/>
                  </a:cubicBezTo>
                  <a:cubicBezTo>
                    <a:pt x="353" y="734"/>
                    <a:pt x="353" y="734"/>
                    <a:pt x="353" y="734"/>
                  </a:cubicBezTo>
                  <a:cubicBezTo>
                    <a:pt x="590" y="734"/>
                    <a:pt x="590" y="734"/>
                    <a:pt x="590" y="734"/>
                  </a:cubicBezTo>
                  <a:cubicBezTo>
                    <a:pt x="829" y="734"/>
                    <a:pt x="829" y="734"/>
                    <a:pt x="829" y="734"/>
                  </a:cubicBezTo>
                  <a:cubicBezTo>
                    <a:pt x="829" y="375"/>
                    <a:pt x="829" y="375"/>
                    <a:pt x="829" y="375"/>
                  </a:cubicBezTo>
                  <a:cubicBezTo>
                    <a:pt x="829" y="375"/>
                    <a:pt x="940" y="516"/>
                    <a:pt x="965" y="540"/>
                  </a:cubicBezTo>
                  <a:cubicBezTo>
                    <a:pt x="990" y="563"/>
                    <a:pt x="990" y="559"/>
                    <a:pt x="998" y="559"/>
                  </a:cubicBezTo>
                  <a:cubicBezTo>
                    <a:pt x="1006" y="559"/>
                    <a:pt x="1182" y="461"/>
                    <a:pt x="1182" y="461"/>
                  </a:cubicBezTo>
                  <a:cubicBezTo>
                    <a:pt x="1105" y="339"/>
                    <a:pt x="1105" y="339"/>
                    <a:pt x="1105" y="339"/>
                  </a:cubicBezTo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1" name="Freeform: Shape 53"/>
            <p:cNvSpPr>
              <a:spLocks/>
            </p:cNvSpPr>
            <p:nvPr/>
          </p:nvSpPr>
          <p:spPr bwMode="auto">
            <a:xfrm>
              <a:off x="5944249" y="1881784"/>
              <a:ext cx="155533" cy="622130"/>
            </a:xfrm>
            <a:custGeom>
              <a:avLst/>
              <a:gdLst>
                <a:gd name="T0" fmla="*/ 0 w 90"/>
                <a:gd name="T1" fmla="*/ 0 h 360"/>
                <a:gd name="T2" fmla="*/ 87 w 90"/>
                <a:gd name="T3" fmla="*/ 56 h 360"/>
                <a:gd name="T4" fmla="*/ 90 w 90"/>
                <a:gd name="T5" fmla="*/ 360 h 360"/>
                <a:gd name="T6" fmla="*/ 0 w 90"/>
                <a:gd name="T7" fmla="*/ 5 h 360"/>
                <a:gd name="T8" fmla="*/ 0 w 90"/>
                <a:gd name="T9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2" name="Freeform: Shape 54"/>
            <p:cNvSpPr>
              <a:spLocks/>
            </p:cNvSpPr>
            <p:nvPr/>
          </p:nvSpPr>
          <p:spPr bwMode="auto">
            <a:xfrm>
              <a:off x="5944249" y="1881784"/>
              <a:ext cx="155533" cy="622130"/>
            </a:xfrm>
            <a:custGeom>
              <a:avLst/>
              <a:gdLst>
                <a:gd name="T0" fmla="*/ 0 w 90"/>
                <a:gd name="T1" fmla="*/ 0 h 360"/>
                <a:gd name="T2" fmla="*/ 87 w 90"/>
                <a:gd name="T3" fmla="*/ 56 h 360"/>
                <a:gd name="T4" fmla="*/ 90 w 90"/>
                <a:gd name="T5" fmla="*/ 360 h 360"/>
                <a:gd name="T6" fmla="*/ 0 w 90"/>
                <a:gd name="T7" fmla="*/ 5 h 360"/>
                <a:gd name="T8" fmla="*/ 0 w 90"/>
                <a:gd name="T9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360">
                  <a:moveTo>
                    <a:pt x="0" y="0"/>
                  </a:moveTo>
                  <a:lnTo>
                    <a:pt x="87" y="56"/>
                  </a:lnTo>
                  <a:lnTo>
                    <a:pt x="90" y="360"/>
                  </a:lnTo>
                  <a:lnTo>
                    <a:pt x="0" y="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3" name="Freeform: Shape 55"/>
            <p:cNvSpPr>
              <a:spLocks/>
            </p:cNvSpPr>
            <p:nvPr/>
          </p:nvSpPr>
          <p:spPr bwMode="auto">
            <a:xfrm>
              <a:off x="6091140" y="1885240"/>
              <a:ext cx="162445" cy="618674"/>
            </a:xfrm>
            <a:custGeom>
              <a:avLst/>
              <a:gdLst>
                <a:gd name="T0" fmla="*/ 94 w 94"/>
                <a:gd name="T1" fmla="*/ 0 h 358"/>
                <a:gd name="T2" fmla="*/ 0 w 94"/>
                <a:gd name="T3" fmla="*/ 53 h 358"/>
                <a:gd name="T4" fmla="*/ 5 w 94"/>
                <a:gd name="T5" fmla="*/ 358 h 358"/>
                <a:gd name="T6" fmla="*/ 94 w 94"/>
                <a:gd name="T7" fmla="*/ 3 h 358"/>
                <a:gd name="T8" fmla="*/ 94 w 94"/>
                <a:gd name="T9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4" name="Freeform: Shape 56"/>
            <p:cNvSpPr>
              <a:spLocks/>
            </p:cNvSpPr>
            <p:nvPr/>
          </p:nvSpPr>
          <p:spPr bwMode="auto">
            <a:xfrm>
              <a:off x="6091140" y="1885240"/>
              <a:ext cx="162445" cy="618674"/>
            </a:xfrm>
            <a:custGeom>
              <a:avLst/>
              <a:gdLst>
                <a:gd name="T0" fmla="*/ 94 w 94"/>
                <a:gd name="T1" fmla="*/ 0 h 358"/>
                <a:gd name="T2" fmla="*/ 0 w 94"/>
                <a:gd name="T3" fmla="*/ 53 h 358"/>
                <a:gd name="T4" fmla="*/ 5 w 94"/>
                <a:gd name="T5" fmla="*/ 358 h 358"/>
                <a:gd name="T6" fmla="*/ 94 w 94"/>
                <a:gd name="T7" fmla="*/ 3 h 358"/>
                <a:gd name="T8" fmla="*/ 94 w 94"/>
                <a:gd name="T9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358">
                  <a:moveTo>
                    <a:pt x="94" y="0"/>
                  </a:moveTo>
                  <a:lnTo>
                    <a:pt x="0" y="53"/>
                  </a:lnTo>
                  <a:lnTo>
                    <a:pt x="5" y="358"/>
                  </a:lnTo>
                  <a:lnTo>
                    <a:pt x="94" y="3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5" name="Freeform: Shape 57"/>
            <p:cNvSpPr>
              <a:spLocks/>
            </p:cNvSpPr>
            <p:nvPr/>
          </p:nvSpPr>
          <p:spPr bwMode="auto">
            <a:xfrm>
              <a:off x="5980539" y="1976832"/>
              <a:ext cx="119241" cy="527083"/>
            </a:xfrm>
            <a:custGeom>
              <a:avLst/>
              <a:gdLst>
                <a:gd name="T0" fmla="*/ 64 w 69"/>
                <a:gd name="T1" fmla="*/ 0 h 305"/>
                <a:gd name="T2" fmla="*/ 0 w 69"/>
                <a:gd name="T3" fmla="*/ 33 h 305"/>
                <a:gd name="T4" fmla="*/ 69 w 69"/>
                <a:gd name="T5" fmla="*/ 305 h 305"/>
                <a:gd name="T6" fmla="*/ 64 w 69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6" name="Freeform: Shape 58"/>
            <p:cNvSpPr>
              <a:spLocks/>
            </p:cNvSpPr>
            <p:nvPr/>
          </p:nvSpPr>
          <p:spPr bwMode="auto">
            <a:xfrm>
              <a:off x="5980539" y="1976832"/>
              <a:ext cx="119241" cy="527083"/>
            </a:xfrm>
            <a:custGeom>
              <a:avLst/>
              <a:gdLst>
                <a:gd name="T0" fmla="*/ 64 w 69"/>
                <a:gd name="T1" fmla="*/ 0 h 305"/>
                <a:gd name="T2" fmla="*/ 0 w 69"/>
                <a:gd name="T3" fmla="*/ 33 h 305"/>
                <a:gd name="T4" fmla="*/ 69 w 69"/>
                <a:gd name="T5" fmla="*/ 305 h 305"/>
                <a:gd name="T6" fmla="*/ 64 w 69"/>
                <a:gd name="T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305">
                  <a:moveTo>
                    <a:pt x="64" y="0"/>
                  </a:moveTo>
                  <a:lnTo>
                    <a:pt x="0" y="33"/>
                  </a:lnTo>
                  <a:lnTo>
                    <a:pt x="69" y="305"/>
                  </a:lnTo>
                  <a:lnTo>
                    <a:pt x="6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7" name="Freeform: Shape 59"/>
            <p:cNvSpPr>
              <a:spLocks/>
            </p:cNvSpPr>
            <p:nvPr/>
          </p:nvSpPr>
          <p:spPr bwMode="auto">
            <a:xfrm>
              <a:off x="6091140" y="1976832"/>
              <a:ext cx="127882" cy="527083"/>
            </a:xfrm>
            <a:custGeom>
              <a:avLst/>
              <a:gdLst>
                <a:gd name="T0" fmla="*/ 0 w 74"/>
                <a:gd name="T1" fmla="*/ 0 h 305"/>
                <a:gd name="T2" fmla="*/ 0 w 74"/>
                <a:gd name="T3" fmla="*/ 0 h 305"/>
                <a:gd name="T4" fmla="*/ 5 w 74"/>
                <a:gd name="T5" fmla="*/ 305 h 305"/>
                <a:gd name="T6" fmla="*/ 74 w 74"/>
                <a:gd name="T7" fmla="*/ 28 h 305"/>
                <a:gd name="T8" fmla="*/ 0 w 74"/>
                <a:gd name="T9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8" name="Freeform: Shape 60"/>
            <p:cNvSpPr>
              <a:spLocks/>
            </p:cNvSpPr>
            <p:nvPr/>
          </p:nvSpPr>
          <p:spPr bwMode="auto">
            <a:xfrm>
              <a:off x="6091140" y="1976832"/>
              <a:ext cx="127882" cy="527083"/>
            </a:xfrm>
            <a:custGeom>
              <a:avLst/>
              <a:gdLst>
                <a:gd name="T0" fmla="*/ 0 w 74"/>
                <a:gd name="T1" fmla="*/ 0 h 305"/>
                <a:gd name="T2" fmla="*/ 0 w 74"/>
                <a:gd name="T3" fmla="*/ 0 h 305"/>
                <a:gd name="T4" fmla="*/ 5 w 74"/>
                <a:gd name="T5" fmla="*/ 305 h 305"/>
                <a:gd name="T6" fmla="*/ 74 w 74"/>
                <a:gd name="T7" fmla="*/ 28 h 305"/>
                <a:gd name="T8" fmla="*/ 0 w 74"/>
                <a:gd name="T9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305">
                  <a:moveTo>
                    <a:pt x="0" y="0"/>
                  </a:moveTo>
                  <a:lnTo>
                    <a:pt x="0" y="0"/>
                  </a:lnTo>
                  <a:lnTo>
                    <a:pt x="5" y="305"/>
                  </a:lnTo>
                  <a:lnTo>
                    <a:pt x="74" y="2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9" name="Freeform: Shape 61"/>
            <p:cNvSpPr>
              <a:spLocks/>
            </p:cNvSpPr>
            <p:nvPr/>
          </p:nvSpPr>
          <p:spPr bwMode="auto">
            <a:xfrm>
              <a:off x="6035840" y="1976832"/>
              <a:ext cx="63941" cy="527083"/>
            </a:xfrm>
            <a:custGeom>
              <a:avLst/>
              <a:gdLst>
                <a:gd name="T0" fmla="*/ 37 w 37"/>
                <a:gd name="T1" fmla="*/ 305 h 305"/>
                <a:gd name="T2" fmla="*/ 32 w 37"/>
                <a:gd name="T3" fmla="*/ 60 h 305"/>
                <a:gd name="T4" fmla="*/ 32 w 37"/>
                <a:gd name="T5" fmla="*/ 0 h 305"/>
                <a:gd name="T6" fmla="*/ 0 w 37"/>
                <a:gd name="T7" fmla="*/ 16 h 305"/>
                <a:gd name="T8" fmla="*/ 20 w 37"/>
                <a:gd name="T9" fmla="*/ 43 h 305"/>
                <a:gd name="T10" fmla="*/ 5 w 37"/>
                <a:gd name="T11" fmla="*/ 185 h 305"/>
                <a:gd name="T12" fmla="*/ 37 w 37"/>
                <a:gd name="T13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05">
                  <a:moveTo>
                    <a:pt x="37" y="305"/>
                  </a:moveTo>
                  <a:lnTo>
                    <a:pt x="32" y="60"/>
                  </a:lnTo>
                  <a:lnTo>
                    <a:pt x="32" y="0"/>
                  </a:lnTo>
                  <a:lnTo>
                    <a:pt x="0" y="16"/>
                  </a:lnTo>
                  <a:lnTo>
                    <a:pt x="20" y="43"/>
                  </a:lnTo>
                  <a:lnTo>
                    <a:pt x="5" y="185"/>
                  </a:lnTo>
                  <a:lnTo>
                    <a:pt x="37" y="3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0" name="Freeform: Shape 62"/>
            <p:cNvSpPr>
              <a:spLocks/>
            </p:cNvSpPr>
            <p:nvPr/>
          </p:nvSpPr>
          <p:spPr bwMode="auto">
            <a:xfrm>
              <a:off x="6091140" y="1976832"/>
              <a:ext cx="60484" cy="527083"/>
            </a:xfrm>
            <a:custGeom>
              <a:avLst/>
              <a:gdLst>
                <a:gd name="T0" fmla="*/ 5 w 35"/>
                <a:gd name="T1" fmla="*/ 305 h 305"/>
                <a:gd name="T2" fmla="*/ 0 w 35"/>
                <a:gd name="T3" fmla="*/ 60 h 305"/>
                <a:gd name="T4" fmla="*/ 0 w 35"/>
                <a:gd name="T5" fmla="*/ 0 h 305"/>
                <a:gd name="T6" fmla="*/ 32 w 35"/>
                <a:gd name="T7" fmla="*/ 16 h 305"/>
                <a:gd name="T8" fmla="*/ 12 w 35"/>
                <a:gd name="T9" fmla="*/ 43 h 305"/>
                <a:gd name="T10" fmla="*/ 35 w 35"/>
                <a:gd name="T11" fmla="*/ 190 h 305"/>
                <a:gd name="T12" fmla="*/ 5 w 35"/>
                <a:gd name="T13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05">
                  <a:moveTo>
                    <a:pt x="5" y="305"/>
                  </a:moveTo>
                  <a:lnTo>
                    <a:pt x="0" y="60"/>
                  </a:lnTo>
                  <a:lnTo>
                    <a:pt x="0" y="0"/>
                  </a:lnTo>
                  <a:lnTo>
                    <a:pt x="32" y="16"/>
                  </a:lnTo>
                  <a:lnTo>
                    <a:pt x="12" y="43"/>
                  </a:lnTo>
                  <a:lnTo>
                    <a:pt x="35" y="190"/>
                  </a:lnTo>
                  <a:lnTo>
                    <a:pt x="5" y="305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1" name="Freeform: Shape 63"/>
            <p:cNvSpPr>
              <a:spLocks/>
            </p:cNvSpPr>
            <p:nvPr/>
          </p:nvSpPr>
          <p:spPr bwMode="auto">
            <a:xfrm>
              <a:off x="6044481" y="1976832"/>
              <a:ext cx="55300" cy="527083"/>
            </a:xfrm>
            <a:custGeom>
              <a:avLst/>
              <a:gdLst>
                <a:gd name="T0" fmla="*/ 32 w 32"/>
                <a:gd name="T1" fmla="*/ 301 h 305"/>
                <a:gd name="T2" fmla="*/ 32 w 32"/>
                <a:gd name="T3" fmla="*/ 305 h 305"/>
                <a:gd name="T4" fmla="*/ 0 w 32"/>
                <a:gd name="T5" fmla="*/ 185 h 305"/>
                <a:gd name="T6" fmla="*/ 27 w 32"/>
                <a:gd name="T7" fmla="*/ 0 h 305"/>
                <a:gd name="T8" fmla="*/ 32 w 32"/>
                <a:gd name="T9" fmla="*/ 30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05">
                  <a:moveTo>
                    <a:pt x="32" y="301"/>
                  </a:moveTo>
                  <a:lnTo>
                    <a:pt x="32" y="305"/>
                  </a:lnTo>
                  <a:lnTo>
                    <a:pt x="0" y="185"/>
                  </a:lnTo>
                  <a:lnTo>
                    <a:pt x="27" y="0"/>
                  </a:lnTo>
                  <a:lnTo>
                    <a:pt x="32" y="30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2" name="Freeform: Shape 64"/>
            <p:cNvSpPr>
              <a:spLocks/>
            </p:cNvSpPr>
            <p:nvPr/>
          </p:nvSpPr>
          <p:spPr bwMode="auto">
            <a:xfrm>
              <a:off x="5792173" y="1881784"/>
              <a:ext cx="307609" cy="622130"/>
            </a:xfrm>
            <a:custGeom>
              <a:avLst/>
              <a:gdLst>
                <a:gd name="T0" fmla="*/ 88 w 178"/>
                <a:gd name="T1" fmla="*/ 0 h 360"/>
                <a:gd name="T2" fmla="*/ 0 w 178"/>
                <a:gd name="T3" fmla="*/ 40 h 360"/>
                <a:gd name="T4" fmla="*/ 54 w 178"/>
                <a:gd name="T5" fmla="*/ 96 h 360"/>
                <a:gd name="T6" fmla="*/ 29 w 178"/>
                <a:gd name="T7" fmla="*/ 143 h 360"/>
                <a:gd name="T8" fmla="*/ 178 w 178"/>
                <a:gd name="T9" fmla="*/ 360 h 360"/>
                <a:gd name="T10" fmla="*/ 88 w 178"/>
                <a:gd name="T11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8" h="360">
                  <a:moveTo>
                    <a:pt x="88" y="0"/>
                  </a:moveTo>
                  <a:lnTo>
                    <a:pt x="0" y="40"/>
                  </a:lnTo>
                  <a:lnTo>
                    <a:pt x="54" y="96"/>
                  </a:lnTo>
                  <a:lnTo>
                    <a:pt x="29" y="143"/>
                  </a:lnTo>
                  <a:lnTo>
                    <a:pt x="178" y="36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3" name="Freeform: Shape 65"/>
            <p:cNvSpPr>
              <a:spLocks/>
            </p:cNvSpPr>
            <p:nvPr/>
          </p:nvSpPr>
          <p:spPr bwMode="auto">
            <a:xfrm>
              <a:off x="6096325" y="1885240"/>
              <a:ext cx="305880" cy="618674"/>
            </a:xfrm>
            <a:custGeom>
              <a:avLst/>
              <a:gdLst>
                <a:gd name="T0" fmla="*/ 91 w 177"/>
                <a:gd name="T1" fmla="*/ 0 h 358"/>
                <a:gd name="T2" fmla="*/ 177 w 177"/>
                <a:gd name="T3" fmla="*/ 37 h 358"/>
                <a:gd name="T4" fmla="*/ 124 w 177"/>
                <a:gd name="T5" fmla="*/ 94 h 358"/>
                <a:gd name="T6" fmla="*/ 148 w 177"/>
                <a:gd name="T7" fmla="*/ 141 h 358"/>
                <a:gd name="T8" fmla="*/ 0 w 177"/>
                <a:gd name="T9" fmla="*/ 358 h 358"/>
                <a:gd name="T10" fmla="*/ 91 w 177"/>
                <a:gd name="T11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358">
                  <a:moveTo>
                    <a:pt x="91" y="0"/>
                  </a:moveTo>
                  <a:lnTo>
                    <a:pt x="177" y="37"/>
                  </a:lnTo>
                  <a:lnTo>
                    <a:pt x="124" y="94"/>
                  </a:lnTo>
                  <a:lnTo>
                    <a:pt x="148" y="141"/>
                  </a:lnTo>
                  <a:lnTo>
                    <a:pt x="0" y="35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4C5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4" name="Rectangle 66"/>
            <p:cNvSpPr>
              <a:spLocks/>
            </p:cNvSpPr>
            <p:nvPr/>
          </p:nvSpPr>
          <p:spPr bwMode="auto">
            <a:xfrm>
              <a:off x="5747241" y="2885833"/>
              <a:ext cx="190095" cy="44932"/>
            </a:xfrm>
            <a:prstGeom prst="rect">
              <a:avLst/>
            </a:pr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5" name="Rectangle 67"/>
            <p:cNvSpPr>
              <a:spLocks/>
            </p:cNvSpPr>
            <p:nvPr/>
          </p:nvSpPr>
          <p:spPr bwMode="auto">
            <a:xfrm>
              <a:off x="6260498" y="2885833"/>
              <a:ext cx="190095" cy="44932"/>
            </a:xfrm>
            <a:prstGeom prst="rect">
              <a:avLst/>
            </a:prstGeom>
            <a:solidFill>
              <a:srgbClr val="626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6" name="Freeform: Shape 68"/>
            <p:cNvSpPr>
              <a:spLocks/>
            </p:cNvSpPr>
            <p:nvPr/>
          </p:nvSpPr>
          <p:spPr bwMode="auto">
            <a:xfrm>
              <a:off x="5795629" y="1047093"/>
              <a:ext cx="616945" cy="494248"/>
            </a:xfrm>
            <a:custGeom>
              <a:avLst/>
              <a:gdLst>
                <a:gd name="T0" fmla="*/ 41 w 341"/>
                <a:gd name="T1" fmla="*/ 273 h 273"/>
                <a:gd name="T2" fmla="*/ 1 w 341"/>
                <a:gd name="T3" fmla="*/ 140 h 273"/>
                <a:gd name="T4" fmla="*/ 151 w 341"/>
                <a:gd name="T5" fmla="*/ 2 h 273"/>
                <a:gd name="T6" fmla="*/ 261 w 341"/>
                <a:gd name="T7" fmla="*/ 28 h 273"/>
                <a:gd name="T8" fmla="*/ 279 w 341"/>
                <a:gd name="T9" fmla="*/ 2 h 273"/>
                <a:gd name="T10" fmla="*/ 336 w 341"/>
                <a:gd name="T11" fmla="*/ 128 h 273"/>
                <a:gd name="T12" fmla="*/ 298 w 341"/>
                <a:gd name="T13" fmla="*/ 264 h 273"/>
                <a:gd name="T14" fmla="*/ 288 w 341"/>
                <a:gd name="T15" fmla="*/ 176 h 273"/>
                <a:gd name="T16" fmla="*/ 279 w 341"/>
                <a:gd name="T17" fmla="*/ 192 h 273"/>
                <a:gd name="T18" fmla="*/ 105 w 341"/>
                <a:gd name="T19" fmla="*/ 177 h 273"/>
                <a:gd name="T20" fmla="*/ 43 w 341"/>
                <a:gd name="T21" fmla="*/ 188 h 273"/>
                <a:gd name="T22" fmla="*/ 41 w 341"/>
                <a:gd name="T23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1" h="273">
                  <a:moveTo>
                    <a:pt x="41" y="273"/>
                  </a:moveTo>
                  <a:cubicBezTo>
                    <a:pt x="41" y="273"/>
                    <a:pt x="2" y="263"/>
                    <a:pt x="1" y="140"/>
                  </a:cubicBezTo>
                  <a:cubicBezTo>
                    <a:pt x="0" y="18"/>
                    <a:pt x="134" y="0"/>
                    <a:pt x="151" y="2"/>
                  </a:cubicBezTo>
                  <a:cubicBezTo>
                    <a:pt x="167" y="5"/>
                    <a:pt x="252" y="38"/>
                    <a:pt x="261" y="28"/>
                  </a:cubicBezTo>
                  <a:cubicBezTo>
                    <a:pt x="270" y="17"/>
                    <a:pt x="279" y="2"/>
                    <a:pt x="279" y="2"/>
                  </a:cubicBezTo>
                  <a:cubicBezTo>
                    <a:pt x="279" y="2"/>
                    <a:pt x="341" y="29"/>
                    <a:pt x="336" y="128"/>
                  </a:cubicBezTo>
                  <a:cubicBezTo>
                    <a:pt x="331" y="228"/>
                    <a:pt x="298" y="264"/>
                    <a:pt x="298" y="264"/>
                  </a:cubicBezTo>
                  <a:cubicBezTo>
                    <a:pt x="288" y="176"/>
                    <a:pt x="288" y="176"/>
                    <a:pt x="288" y="176"/>
                  </a:cubicBezTo>
                  <a:cubicBezTo>
                    <a:pt x="288" y="176"/>
                    <a:pt x="287" y="192"/>
                    <a:pt x="279" y="192"/>
                  </a:cubicBezTo>
                  <a:cubicBezTo>
                    <a:pt x="272" y="192"/>
                    <a:pt x="162" y="203"/>
                    <a:pt x="105" y="177"/>
                  </a:cubicBezTo>
                  <a:cubicBezTo>
                    <a:pt x="49" y="152"/>
                    <a:pt x="43" y="188"/>
                    <a:pt x="43" y="188"/>
                  </a:cubicBezTo>
                  <a:cubicBezTo>
                    <a:pt x="43" y="188"/>
                    <a:pt x="27" y="254"/>
                    <a:pt x="41" y="27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7" name="Freeform: Shape 69"/>
            <p:cNvSpPr>
              <a:spLocks/>
            </p:cNvSpPr>
            <p:nvPr/>
          </p:nvSpPr>
          <p:spPr bwMode="auto">
            <a:xfrm>
              <a:off x="5672930" y="3153694"/>
              <a:ext cx="858885" cy="217746"/>
            </a:xfrm>
            <a:custGeom>
              <a:avLst/>
              <a:gdLst>
                <a:gd name="T0" fmla="*/ 0 w 497"/>
                <a:gd name="T1" fmla="*/ 0 h 126"/>
                <a:gd name="T2" fmla="*/ 497 w 497"/>
                <a:gd name="T3" fmla="*/ 0 h 126"/>
                <a:gd name="T4" fmla="*/ 497 w 497"/>
                <a:gd name="T5" fmla="*/ 72 h 126"/>
                <a:gd name="T6" fmla="*/ 242 w 497"/>
                <a:gd name="T7" fmla="*/ 126 h 126"/>
                <a:gd name="T8" fmla="*/ 0 w 497"/>
                <a:gd name="T9" fmla="*/ 77 h 126"/>
                <a:gd name="T10" fmla="*/ 0 w 497"/>
                <a:gd name="T11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7" h="126">
                  <a:moveTo>
                    <a:pt x="0" y="0"/>
                  </a:moveTo>
                  <a:lnTo>
                    <a:pt x="497" y="0"/>
                  </a:lnTo>
                  <a:lnTo>
                    <a:pt x="497" y="72"/>
                  </a:lnTo>
                  <a:lnTo>
                    <a:pt x="242" y="126"/>
                  </a:lnTo>
                  <a:lnTo>
                    <a:pt x="0" y="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8" name="Freeform: Shape 70"/>
            <p:cNvSpPr>
              <a:spLocks/>
            </p:cNvSpPr>
            <p:nvPr/>
          </p:nvSpPr>
          <p:spPr bwMode="auto">
            <a:xfrm>
              <a:off x="5714406" y="3017172"/>
              <a:ext cx="1323755" cy="774206"/>
            </a:xfrm>
            <a:custGeom>
              <a:avLst/>
              <a:gdLst>
                <a:gd name="T0" fmla="*/ 73 w 731"/>
                <a:gd name="T1" fmla="*/ 423 h 428"/>
                <a:gd name="T2" fmla="*/ 703 w 731"/>
                <a:gd name="T3" fmla="*/ 175 h 428"/>
                <a:gd name="T4" fmla="*/ 723 w 731"/>
                <a:gd name="T5" fmla="*/ 126 h 428"/>
                <a:gd name="T6" fmla="*/ 678 w 731"/>
                <a:gd name="T7" fmla="*/ 23 h 428"/>
                <a:gd name="T8" fmla="*/ 632 w 731"/>
                <a:gd name="T9" fmla="*/ 9 h 428"/>
                <a:gd name="T10" fmla="*/ 29 w 731"/>
                <a:gd name="T11" fmla="*/ 251 h 428"/>
                <a:gd name="T12" fmla="*/ 5 w 731"/>
                <a:gd name="T13" fmla="*/ 292 h 428"/>
                <a:gd name="T14" fmla="*/ 32 w 731"/>
                <a:gd name="T15" fmla="*/ 399 h 428"/>
                <a:gd name="T16" fmla="*/ 73 w 731"/>
                <a:gd name="T17" fmla="*/ 423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1" h="428">
                  <a:moveTo>
                    <a:pt x="73" y="423"/>
                  </a:moveTo>
                  <a:cubicBezTo>
                    <a:pt x="285" y="365"/>
                    <a:pt x="496" y="282"/>
                    <a:pt x="703" y="175"/>
                  </a:cubicBezTo>
                  <a:cubicBezTo>
                    <a:pt x="722" y="165"/>
                    <a:pt x="731" y="143"/>
                    <a:pt x="723" y="126"/>
                  </a:cubicBezTo>
                  <a:cubicBezTo>
                    <a:pt x="708" y="91"/>
                    <a:pt x="693" y="57"/>
                    <a:pt x="678" y="23"/>
                  </a:cubicBezTo>
                  <a:cubicBezTo>
                    <a:pt x="670" y="6"/>
                    <a:pt x="649" y="0"/>
                    <a:pt x="632" y="9"/>
                  </a:cubicBezTo>
                  <a:cubicBezTo>
                    <a:pt x="433" y="114"/>
                    <a:pt x="231" y="194"/>
                    <a:pt x="29" y="251"/>
                  </a:cubicBezTo>
                  <a:cubicBezTo>
                    <a:pt x="11" y="256"/>
                    <a:pt x="0" y="274"/>
                    <a:pt x="5" y="292"/>
                  </a:cubicBezTo>
                  <a:cubicBezTo>
                    <a:pt x="14" y="328"/>
                    <a:pt x="23" y="363"/>
                    <a:pt x="32" y="399"/>
                  </a:cubicBezTo>
                  <a:cubicBezTo>
                    <a:pt x="36" y="417"/>
                    <a:pt x="54" y="428"/>
                    <a:pt x="73" y="42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9" name="Freeform: Shape 71"/>
            <p:cNvSpPr>
              <a:spLocks/>
            </p:cNvSpPr>
            <p:nvPr/>
          </p:nvSpPr>
          <p:spPr bwMode="auto">
            <a:xfrm>
              <a:off x="5648737" y="3504507"/>
              <a:ext cx="226386" cy="317978"/>
            </a:xfrm>
            <a:custGeom>
              <a:avLst/>
              <a:gdLst>
                <a:gd name="T0" fmla="*/ 102 w 125"/>
                <a:gd name="T1" fmla="*/ 73 h 176"/>
                <a:gd name="T2" fmla="*/ 43 w 125"/>
                <a:gd name="T3" fmla="*/ 5 h 176"/>
                <a:gd name="T4" fmla="*/ 0 w 125"/>
                <a:gd name="T5" fmla="*/ 18 h 176"/>
                <a:gd name="T6" fmla="*/ 24 w 125"/>
                <a:gd name="T7" fmla="*/ 97 h 176"/>
                <a:gd name="T8" fmla="*/ 49 w 125"/>
                <a:gd name="T9" fmla="*/ 176 h 176"/>
                <a:gd name="T10" fmla="*/ 92 w 125"/>
                <a:gd name="T11" fmla="*/ 163 h 176"/>
                <a:gd name="T12" fmla="*/ 102 w 125"/>
                <a:gd name="T13" fmla="*/ 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176">
                  <a:moveTo>
                    <a:pt x="102" y="73"/>
                  </a:moveTo>
                  <a:cubicBezTo>
                    <a:pt x="80" y="0"/>
                    <a:pt x="43" y="5"/>
                    <a:pt x="43" y="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4" y="97"/>
                    <a:pt x="24" y="97"/>
                    <a:pt x="24" y="97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92" y="163"/>
                    <a:pt x="92" y="163"/>
                    <a:pt x="92" y="163"/>
                  </a:cubicBezTo>
                  <a:cubicBezTo>
                    <a:pt x="92" y="163"/>
                    <a:pt x="125" y="145"/>
                    <a:pt x="102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0" name="Freeform: Shape 72"/>
            <p:cNvSpPr>
              <a:spLocks/>
            </p:cNvSpPr>
            <p:nvPr/>
          </p:nvSpPr>
          <p:spPr bwMode="auto">
            <a:xfrm>
              <a:off x="5529495" y="3506235"/>
              <a:ext cx="292055" cy="375007"/>
            </a:xfrm>
            <a:custGeom>
              <a:avLst/>
              <a:gdLst>
                <a:gd name="T0" fmla="*/ 57 w 162"/>
                <a:gd name="T1" fmla="*/ 207 h 207"/>
                <a:gd name="T2" fmla="*/ 0 w 162"/>
                <a:gd name="T3" fmla="*/ 24 h 207"/>
                <a:gd name="T4" fmla="*/ 27 w 162"/>
                <a:gd name="T5" fmla="*/ 16 h 207"/>
                <a:gd name="T6" fmla="*/ 147 w 162"/>
                <a:gd name="T7" fmla="*/ 79 h 207"/>
                <a:gd name="T8" fmla="*/ 84 w 162"/>
                <a:gd name="T9" fmla="*/ 199 h 207"/>
                <a:gd name="T10" fmla="*/ 57 w 162"/>
                <a:gd name="T11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2" h="207">
                  <a:moveTo>
                    <a:pt x="57" y="207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77" y="0"/>
                    <a:pt x="131" y="28"/>
                    <a:pt x="147" y="79"/>
                  </a:cubicBezTo>
                  <a:cubicBezTo>
                    <a:pt x="162" y="129"/>
                    <a:pt x="134" y="183"/>
                    <a:pt x="84" y="199"/>
                  </a:cubicBezTo>
                  <a:lnTo>
                    <a:pt x="57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1" name="Freeform: Shape 73"/>
            <p:cNvSpPr>
              <a:spLocks/>
            </p:cNvSpPr>
            <p:nvPr/>
          </p:nvSpPr>
          <p:spPr bwMode="auto">
            <a:xfrm>
              <a:off x="5500117" y="3537341"/>
              <a:ext cx="134795" cy="361182"/>
            </a:xfrm>
            <a:custGeom>
              <a:avLst/>
              <a:gdLst>
                <a:gd name="T0" fmla="*/ 64 w 78"/>
                <a:gd name="T1" fmla="*/ 209 h 209"/>
                <a:gd name="T2" fmla="*/ 0 w 78"/>
                <a:gd name="T3" fmla="*/ 5 h 209"/>
                <a:gd name="T4" fmla="*/ 14 w 78"/>
                <a:gd name="T5" fmla="*/ 0 h 209"/>
                <a:gd name="T6" fmla="*/ 78 w 78"/>
                <a:gd name="T7" fmla="*/ 205 h 209"/>
                <a:gd name="T8" fmla="*/ 64 w 78"/>
                <a:gd name="T9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209">
                  <a:moveTo>
                    <a:pt x="64" y="209"/>
                  </a:moveTo>
                  <a:lnTo>
                    <a:pt x="0" y="5"/>
                  </a:lnTo>
                  <a:lnTo>
                    <a:pt x="14" y="0"/>
                  </a:lnTo>
                  <a:lnTo>
                    <a:pt x="78" y="205"/>
                  </a:lnTo>
                  <a:lnTo>
                    <a:pt x="6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2" name="Freeform: Shape 74"/>
            <p:cNvSpPr>
              <a:spLocks/>
            </p:cNvSpPr>
            <p:nvPr/>
          </p:nvSpPr>
          <p:spPr bwMode="auto">
            <a:xfrm>
              <a:off x="5159674" y="3013716"/>
              <a:ext cx="1339307" cy="794944"/>
            </a:xfrm>
            <a:custGeom>
              <a:avLst/>
              <a:gdLst>
                <a:gd name="T0" fmla="*/ 23 w 740"/>
                <a:gd name="T1" fmla="*/ 163 h 439"/>
                <a:gd name="T2" fmla="*/ 644 w 740"/>
                <a:gd name="T3" fmla="*/ 433 h 439"/>
                <a:gd name="T4" fmla="*/ 693 w 740"/>
                <a:gd name="T5" fmla="*/ 412 h 439"/>
                <a:gd name="T6" fmla="*/ 733 w 740"/>
                <a:gd name="T7" fmla="*/ 308 h 439"/>
                <a:gd name="T8" fmla="*/ 710 w 740"/>
                <a:gd name="T9" fmla="*/ 265 h 439"/>
                <a:gd name="T10" fmla="*/ 114 w 740"/>
                <a:gd name="T11" fmla="*/ 10 h 439"/>
                <a:gd name="T12" fmla="*/ 67 w 740"/>
                <a:gd name="T13" fmla="*/ 22 h 439"/>
                <a:gd name="T14" fmla="*/ 10 w 740"/>
                <a:gd name="T15" fmla="*/ 117 h 439"/>
                <a:gd name="T16" fmla="*/ 23 w 740"/>
                <a:gd name="T17" fmla="*/ 163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0" h="439">
                  <a:moveTo>
                    <a:pt x="23" y="163"/>
                  </a:moveTo>
                  <a:cubicBezTo>
                    <a:pt x="213" y="271"/>
                    <a:pt x="421" y="362"/>
                    <a:pt x="644" y="433"/>
                  </a:cubicBezTo>
                  <a:cubicBezTo>
                    <a:pt x="663" y="439"/>
                    <a:pt x="686" y="430"/>
                    <a:pt x="693" y="412"/>
                  </a:cubicBezTo>
                  <a:cubicBezTo>
                    <a:pt x="707" y="377"/>
                    <a:pt x="720" y="343"/>
                    <a:pt x="733" y="308"/>
                  </a:cubicBezTo>
                  <a:cubicBezTo>
                    <a:pt x="740" y="290"/>
                    <a:pt x="729" y="271"/>
                    <a:pt x="710" y="265"/>
                  </a:cubicBezTo>
                  <a:cubicBezTo>
                    <a:pt x="496" y="199"/>
                    <a:pt x="297" y="112"/>
                    <a:pt x="114" y="10"/>
                  </a:cubicBezTo>
                  <a:cubicBezTo>
                    <a:pt x="97" y="0"/>
                    <a:pt x="77" y="6"/>
                    <a:pt x="67" y="22"/>
                  </a:cubicBezTo>
                  <a:cubicBezTo>
                    <a:pt x="49" y="54"/>
                    <a:pt x="30" y="85"/>
                    <a:pt x="10" y="117"/>
                  </a:cubicBezTo>
                  <a:cubicBezTo>
                    <a:pt x="0" y="132"/>
                    <a:pt x="6" y="153"/>
                    <a:pt x="23" y="163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3" name="Freeform: Shape 75"/>
            <p:cNvSpPr>
              <a:spLocks/>
            </p:cNvSpPr>
            <p:nvPr/>
          </p:nvSpPr>
          <p:spPr bwMode="auto">
            <a:xfrm>
              <a:off x="6322711" y="3504507"/>
              <a:ext cx="226386" cy="317978"/>
            </a:xfrm>
            <a:custGeom>
              <a:avLst/>
              <a:gdLst>
                <a:gd name="T0" fmla="*/ 23 w 125"/>
                <a:gd name="T1" fmla="*/ 73 h 176"/>
                <a:gd name="T2" fmla="*/ 82 w 125"/>
                <a:gd name="T3" fmla="*/ 5 h 176"/>
                <a:gd name="T4" fmla="*/ 125 w 125"/>
                <a:gd name="T5" fmla="*/ 18 h 176"/>
                <a:gd name="T6" fmla="*/ 101 w 125"/>
                <a:gd name="T7" fmla="*/ 97 h 176"/>
                <a:gd name="T8" fmla="*/ 76 w 125"/>
                <a:gd name="T9" fmla="*/ 176 h 176"/>
                <a:gd name="T10" fmla="*/ 33 w 125"/>
                <a:gd name="T11" fmla="*/ 163 h 176"/>
                <a:gd name="T12" fmla="*/ 23 w 125"/>
                <a:gd name="T13" fmla="*/ 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176">
                  <a:moveTo>
                    <a:pt x="23" y="73"/>
                  </a:moveTo>
                  <a:cubicBezTo>
                    <a:pt x="45" y="0"/>
                    <a:pt x="82" y="5"/>
                    <a:pt x="82" y="5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76" y="176"/>
                    <a:pt x="76" y="176"/>
                    <a:pt x="76" y="176"/>
                  </a:cubicBezTo>
                  <a:cubicBezTo>
                    <a:pt x="33" y="163"/>
                    <a:pt x="33" y="163"/>
                    <a:pt x="33" y="163"/>
                  </a:cubicBezTo>
                  <a:cubicBezTo>
                    <a:pt x="33" y="163"/>
                    <a:pt x="0" y="145"/>
                    <a:pt x="23" y="73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4" name="Freeform: Shape 76"/>
            <p:cNvSpPr>
              <a:spLocks/>
            </p:cNvSpPr>
            <p:nvPr/>
          </p:nvSpPr>
          <p:spPr bwMode="auto">
            <a:xfrm>
              <a:off x="6376284" y="3506235"/>
              <a:ext cx="292055" cy="375007"/>
            </a:xfrm>
            <a:custGeom>
              <a:avLst/>
              <a:gdLst>
                <a:gd name="T0" fmla="*/ 105 w 162"/>
                <a:gd name="T1" fmla="*/ 207 h 207"/>
                <a:gd name="T2" fmla="*/ 162 w 162"/>
                <a:gd name="T3" fmla="*/ 24 h 207"/>
                <a:gd name="T4" fmla="*/ 135 w 162"/>
                <a:gd name="T5" fmla="*/ 16 h 207"/>
                <a:gd name="T6" fmla="*/ 15 w 162"/>
                <a:gd name="T7" fmla="*/ 79 h 207"/>
                <a:gd name="T8" fmla="*/ 78 w 162"/>
                <a:gd name="T9" fmla="*/ 199 h 207"/>
                <a:gd name="T10" fmla="*/ 105 w 162"/>
                <a:gd name="T11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2" h="207">
                  <a:moveTo>
                    <a:pt x="105" y="207"/>
                  </a:moveTo>
                  <a:cubicBezTo>
                    <a:pt x="162" y="24"/>
                    <a:pt x="162" y="24"/>
                    <a:pt x="162" y="24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85" y="0"/>
                    <a:pt x="31" y="28"/>
                    <a:pt x="15" y="79"/>
                  </a:cubicBezTo>
                  <a:cubicBezTo>
                    <a:pt x="0" y="129"/>
                    <a:pt x="28" y="183"/>
                    <a:pt x="78" y="199"/>
                  </a:cubicBezTo>
                  <a:lnTo>
                    <a:pt x="105" y="20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5" name="Freeform: Shape 77"/>
            <p:cNvSpPr>
              <a:spLocks/>
            </p:cNvSpPr>
            <p:nvPr/>
          </p:nvSpPr>
          <p:spPr bwMode="auto">
            <a:xfrm>
              <a:off x="6562923" y="3537341"/>
              <a:ext cx="134795" cy="361182"/>
            </a:xfrm>
            <a:custGeom>
              <a:avLst/>
              <a:gdLst>
                <a:gd name="T0" fmla="*/ 14 w 78"/>
                <a:gd name="T1" fmla="*/ 209 h 209"/>
                <a:gd name="T2" fmla="*/ 78 w 78"/>
                <a:gd name="T3" fmla="*/ 5 h 209"/>
                <a:gd name="T4" fmla="*/ 64 w 78"/>
                <a:gd name="T5" fmla="*/ 0 h 209"/>
                <a:gd name="T6" fmla="*/ 0 w 78"/>
                <a:gd name="T7" fmla="*/ 205 h 209"/>
                <a:gd name="T8" fmla="*/ 14 w 78"/>
                <a:gd name="T9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209">
                  <a:moveTo>
                    <a:pt x="14" y="209"/>
                  </a:moveTo>
                  <a:lnTo>
                    <a:pt x="78" y="5"/>
                  </a:lnTo>
                  <a:lnTo>
                    <a:pt x="64" y="0"/>
                  </a:lnTo>
                  <a:lnTo>
                    <a:pt x="0" y="205"/>
                  </a:lnTo>
                  <a:lnTo>
                    <a:pt x="14" y="20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6" name="Rectangle 78"/>
            <p:cNvSpPr>
              <a:spLocks/>
            </p:cNvSpPr>
            <p:nvPr/>
          </p:nvSpPr>
          <p:spPr bwMode="auto">
            <a:xfrm>
              <a:off x="6016831" y="3153694"/>
              <a:ext cx="164173" cy="41475"/>
            </a:xfrm>
            <a:prstGeom prst="rect">
              <a:avLst/>
            </a:prstGeom>
            <a:solidFill>
              <a:srgbClr val="B9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7" name="Freeform: Shape 79"/>
            <p:cNvSpPr>
              <a:spLocks/>
            </p:cNvSpPr>
            <p:nvPr/>
          </p:nvSpPr>
          <p:spPr bwMode="auto">
            <a:xfrm>
              <a:off x="5702309" y="3145054"/>
              <a:ext cx="397472" cy="93320"/>
            </a:xfrm>
            <a:custGeom>
              <a:avLst/>
              <a:gdLst>
                <a:gd name="T0" fmla="*/ 230 w 230"/>
                <a:gd name="T1" fmla="*/ 0 h 54"/>
                <a:gd name="T2" fmla="*/ 169 w 230"/>
                <a:gd name="T3" fmla="*/ 54 h 54"/>
                <a:gd name="T4" fmla="*/ 0 w 230"/>
                <a:gd name="T5" fmla="*/ 5 h 54"/>
                <a:gd name="T6" fmla="*/ 230 w 230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0" h="54">
                  <a:moveTo>
                    <a:pt x="230" y="0"/>
                  </a:moveTo>
                  <a:lnTo>
                    <a:pt x="169" y="54"/>
                  </a:lnTo>
                  <a:lnTo>
                    <a:pt x="0" y="5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8" name="Freeform: Shape 80"/>
            <p:cNvSpPr>
              <a:spLocks/>
            </p:cNvSpPr>
            <p:nvPr/>
          </p:nvSpPr>
          <p:spPr bwMode="auto">
            <a:xfrm>
              <a:off x="6099781" y="3145054"/>
              <a:ext cx="395743" cy="93320"/>
            </a:xfrm>
            <a:custGeom>
              <a:avLst/>
              <a:gdLst>
                <a:gd name="T0" fmla="*/ 0 w 229"/>
                <a:gd name="T1" fmla="*/ 0 h 54"/>
                <a:gd name="T2" fmla="*/ 60 w 229"/>
                <a:gd name="T3" fmla="*/ 54 h 54"/>
                <a:gd name="T4" fmla="*/ 229 w 229"/>
                <a:gd name="T5" fmla="*/ 5 h 54"/>
                <a:gd name="T6" fmla="*/ 0 w 229"/>
                <a:gd name="T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54">
                  <a:moveTo>
                    <a:pt x="0" y="0"/>
                  </a:moveTo>
                  <a:lnTo>
                    <a:pt x="60" y="54"/>
                  </a:lnTo>
                  <a:lnTo>
                    <a:pt x="22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539750" y="1538009"/>
            <a:ext cx="8067701" cy="2430747"/>
            <a:chOff x="539750" y="1538009"/>
            <a:chExt cx="8067701" cy="2430747"/>
          </a:xfrm>
        </p:grpSpPr>
        <p:grpSp>
          <p:nvGrpSpPr>
            <p:cNvPr id="2" name="组合 1"/>
            <p:cNvGrpSpPr/>
            <p:nvPr/>
          </p:nvGrpSpPr>
          <p:grpSpPr>
            <a:xfrm>
              <a:off x="539750" y="1538009"/>
              <a:ext cx="2762968" cy="2430747"/>
              <a:chOff x="539750" y="1538009"/>
              <a:chExt cx="2762968" cy="2430747"/>
            </a:xfrm>
          </p:grpSpPr>
          <p:sp>
            <p:nvSpPr>
              <p:cNvPr id="4" name="Rectangle 5"/>
              <p:cNvSpPr/>
              <p:nvPr/>
            </p:nvSpPr>
            <p:spPr>
              <a:xfrm>
                <a:off x="2764897" y="1538009"/>
                <a:ext cx="537821" cy="53782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" name="Freeform: Shape 6"/>
              <p:cNvSpPr>
                <a:spLocks/>
              </p:cNvSpPr>
              <p:nvPr/>
            </p:nvSpPr>
            <p:spPr bwMode="auto">
              <a:xfrm>
                <a:off x="2901618" y="1662979"/>
                <a:ext cx="263966" cy="266721"/>
              </a:xfrm>
              <a:custGeom>
                <a:avLst/>
                <a:gdLst>
                  <a:gd name="T0" fmla="*/ 138 w 306"/>
                  <a:gd name="T1" fmla="*/ 226 h 309"/>
                  <a:gd name="T2" fmla="*/ 149 w 306"/>
                  <a:gd name="T3" fmla="*/ 229 h 309"/>
                  <a:gd name="T4" fmla="*/ 198 w 306"/>
                  <a:gd name="T5" fmla="*/ 216 h 309"/>
                  <a:gd name="T6" fmla="*/ 226 w 306"/>
                  <a:gd name="T7" fmla="*/ 169 h 309"/>
                  <a:gd name="T8" fmla="*/ 215 w 306"/>
                  <a:gd name="T9" fmla="*/ 147 h 309"/>
                  <a:gd name="T10" fmla="*/ 171 w 306"/>
                  <a:gd name="T11" fmla="*/ 209 h 309"/>
                  <a:gd name="T12" fmla="*/ 138 w 306"/>
                  <a:gd name="T13" fmla="*/ 226 h 309"/>
                  <a:gd name="T14" fmla="*/ 80 w 306"/>
                  <a:gd name="T15" fmla="*/ 107 h 309"/>
                  <a:gd name="T16" fmla="*/ 142 w 306"/>
                  <a:gd name="T17" fmla="*/ 15 h 309"/>
                  <a:gd name="T18" fmla="*/ 164 w 306"/>
                  <a:gd name="T19" fmla="*/ 16 h 309"/>
                  <a:gd name="T20" fmla="*/ 225 w 306"/>
                  <a:gd name="T21" fmla="*/ 107 h 309"/>
                  <a:gd name="T22" fmla="*/ 241 w 306"/>
                  <a:gd name="T23" fmla="*/ 153 h 309"/>
                  <a:gd name="T24" fmla="*/ 193 w 306"/>
                  <a:gd name="T25" fmla="*/ 237 h 309"/>
                  <a:gd name="T26" fmla="*/ 112 w 306"/>
                  <a:gd name="T27" fmla="*/ 237 h 309"/>
                  <a:gd name="T28" fmla="*/ 65 w 306"/>
                  <a:gd name="T29" fmla="*/ 153 h 309"/>
                  <a:gd name="T30" fmla="*/ 80 w 306"/>
                  <a:gd name="T31" fmla="*/ 107 h 309"/>
                  <a:gd name="T32" fmla="*/ 153 w 306"/>
                  <a:gd name="T33" fmla="*/ 277 h 309"/>
                  <a:gd name="T34" fmla="*/ 238 w 306"/>
                  <a:gd name="T35" fmla="*/ 257 h 309"/>
                  <a:gd name="T36" fmla="*/ 237 w 306"/>
                  <a:gd name="T37" fmla="*/ 226 h 309"/>
                  <a:gd name="T38" fmla="*/ 234 w 306"/>
                  <a:gd name="T39" fmla="*/ 224 h 309"/>
                  <a:gd name="T40" fmla="*/ 246 w 306"/>
                  <a:gd name="T41" fmla="*/ 205 h 309"/>
                  <a:gd name="T42" fmla="*/ 295 w 306"/>
                  <a:gd name="T43" fmla="*/ 260 h 309"/>
                  <a:gd name="T44" fmla="*/ 252 w 306"/>
                  <a:gd name="T45" fmla="*/ 294 h 309"/>
                  <a:gd name="T46" fmla="*/ 153 w 306"/>
                  <a:gd name="T47" fmla="*/ 309 h 309"/>
                  <a:gd name="T48" fmla="*/ 53 w 306"/>
                  <a:gd name="T49" fmla="*/ 294 h 309"/>
                  <a:gd name="T50" fmla="*/ 10 w 306"/>
                  <a:gd name="T51" fmla="*/ 260 h 309"/>
                  <a:gd name="T52" fmla="*/ 60 w 306"/>
                  <a:gd name="T53" fmla="*/ 205 h 309"/>
                  <a:gd name="T54" fmla="*/ 71 w 306"/>
                  <a:gd name="T55" fmla="*/ 224 h 309"/>
                  <a:gd name="T56" fmla="*/ 69 w 306"/>
                  <a:gd name="T57" fmla="*/ 226 h 309"/>
                  <a:gd name="T58" fmla="*/ 67 w 306"/>
                  <a:gd name="T59" fmla="*/ 257 h 309"/>
                  <a:gd name="T60" fmla="*/ 153 w 306"/>
                  <a:gd name="T61" fmla="*/ 277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06" h="309">
                    <a:moveTo>
                      <a:pt x="138" y="226"/>
                    </a:moveTo>
                    <a:cubicBezTo>
                      <a:pt x="141" y="227"/>
                      <a:pt x="145" y="229"/>
                      <a:pt x="149" y="229"/>
                    </a:cubicBezTo>
                    <a:cubicBezTo>
                      <a:pt x="164" y="232"/>
                      <a:pt x="182" y="227"/>
                      <a:pt x="198" y="216"/>
                    </a:cubicBezTo>
                    <a:cubicBezTo>
                      <a:pt x="215" y="204"/>
                      <a:pt x="226" y="186"/>
                      <a:pt x="226" y="169"/>
                    </a:cubicBezTo>
                    <a:cubicBezTo>
                      <a:pt x="226" y="160"/>
                      <a:pt x="220" y="151"/>
                      <a:pt x="215" y="147"/>
                    </a:cubicBezTo>
                    <a:cubicBezTo>
                      <a:pt x="210" y="170"/>
                      <a:pt x="193" y="193"/>
                      <a:pt x="171" y="209"/>
                    </a:cubicBezTo>
                    <a:cubicBezTo>
                      <a:pt x="160" y="216"/>
                      <a:pt x="149" y="222"/>
                      <a:pt x="138" y="226"/>
                    </a:cubicBezTo>
                    <a:close/>
                    <a:moveTo>
                      <a:pt x="80" y="107"/>
                    </a:moveTo>
                    <a:cubicBezTo>
                      <a:pt x="98" y="76"/>
                      <a:pt x="122" y="47"/>
                      <a:pt x="142" y="15"/>
                    </a:cubicBezTo>
                    <a:cubicBezTo>
                      <a:pt x="151" y="1"/>
                      <a:pt x="154" y="0"/>
                      <a:pt x="164" y="16"/>
                    </a:cubicBezTo>
                    <a:cubicBezTo>
                      <a:pt x="183" y="47"/>
                      <a:pt x="207" y="76"/>
                      <a:pt x="225" y="107"/>
                    </a:cubicBezTo>
                    <a:cubicBezTo>
                      <a:pt x="234" y="122"/>
                      <a:pt x="241" y="138"/>
                      <a:pt x="241" y="153"/>
                    </a:cubicBezTo>
                    <a:cubicBezTo>
                      <a:pt x="241" y="190"/>
                      <a:pt x="221" y="222"/>
                      <a:pt x="193" y="237"/>
                    </a:cubicBezTo>
                    <a:cubicBezTo>
                      <a:pt x="167" y="251"/>
                      <a:pt x="137" y="251"/>
                      <a:pt x="112" y="237"/>
                    </a:cubicBezTo>
                    <a:cubicBezTo>
                      <a:pt x="84" y="221"/>
                      <a:pt x="65" y="190"/>
                      <a:pt x="65" y="153"/>
                    </a:cubicBezTo>
                    <a:cubicBezTo>
                      <a:pt x="65" y="138"/>
                      <a:pt x="71" y="122"/>
                      <a:pt x="80" y="107"/>
                    </a:cubicBezTo>
                    <a:close/>
                    <a:moveTo>
                      <a:pt x="153" y="277"/>
                    </a:moveTo>
                    <a:cubicBezTo>
                      <a:pt x="178" y="277"/>
                      <a:pt x="218" y="273"/>
                      <a:pt x="238" y="257"/>
                    </a:cubicBezTo>
                    <a:cubicBezTo>
                      <a:pt x="251" y="247"/>
                      <a:pt x="250" y="236"/>
                      <a:pt x="237" y="226"/>
                    </a:cubicBezTo>
                    <a:cubicBezTo>
                      <a:pt x="236" y="226"/>
                      <a:pt x="235" y="225"/>
                      <a:pt x="234" y="224"/>
                    </a:cubicBezTo>
                    <a:cubicBezTo>
                      <a:pt x="239" y="218"/>
                      <a:pt x="243" y="212"/>
                      <a:pt x="246" y="205"/>
                    </a:cubicBezTo>
                    <a:cubicBezTo>
                      <a:pt x="267" y="213"/>
                      <a:pt x="306" y="232"/>
                      <a:pt x="295" y="260"/>
                    </a:cubicBezTo>
                    <a:cubicBezTo>
                      <a:pt x="289" y="277"/>
                      <a:pt x="268" y="288"/>
                      <a:pt x="252" y="294"/>
                    </a:cubicBezTo>
                    <a:cubicBezTo>
                      <a:pt x="225" y="304"/>
                      <a:pt x="189" y="309"/>
                      <a:pt x="153" y="309"/>
                    </a:cubicBezTo>
                    <a:cubicBezTo>
                      <a:pt x="116" y="309"/>
                      <a:pt x="80" y="304"/>
                      <a:pt x="53" y="294"/>
                    </a:cubicBezTo>
                    <a:cubicBezTo>
                      <a:pt x="38" y="288"/>
                      <a:pt x="16" y="277"/>
                      <a:pt x="10" y="260"/>
                    </a:cubicBezTo>
                    <a:cubicBezTo>
                      <a:pt x="0" y="232"/>
                      <a:pt x="38" y="213"/>
                      <a:pt x="60" y="205"/>
                    </a:cubicBezTo>
                    <a:cubicBezTo>
                      <a:pt x="63" y="212"/>
                      <a:pt x="67" y="218"/>
                      <a:pt x="71" y="224"/>
                    </a:cubicBezTo>
                    <a:cubicBezTo>
                      <a:pt x="70" y="225"/>
                      <a:pt x="70" y="226"/>
                      <a:pt x="69" y="226"/>
                    </a:cubicBezTo>
                    <a:cubicBezTo>
                      <a:pt x="56" y="236"/>
                      <a:pt x="54" y="247"/>
                      <a:pt x="67" y="257"/>
                    </a:cubicBezTo>
                    <a:cubicBezTo>
                      <a:pt x="88" y="273"/>
                      <a:pt x="128" y="277"/>
                      <a:pt x="153" y="27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" name="Freeform: Shape 7"/>
              <p:cNvSpPr>
                <a:spLocks/>
              </p:cNvSpPr>
              <p:nvPr/>
            </p:nvSpPr>
            <p:spPr bwMode="auto">
              <a:xfrm rot="5400000">
                <a:off x="2764117" y="1536634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7" name="Group 1"/>
              <p:cNvGrpSpPr/>
              <p:nvPr/>
            </p:nvGrpSpPr>
            <p:grpSpPr>
              <a:xfrm>
                <a:off x="539750" y="1544788"/>
                <a:ext cx="2039575" cy="567683"/>
                <a:chOff x="719667" y="2059717"/>
                <a:chExt cx="2719433" cy="756911"/>
              </a:xfrm>
            </p:grpSpPr>
            <p:sp>
              <p:nvSpPr>
                <p:cNvPr id="99" name="TextBox 18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5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100" name="Rectangle 19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sp>
            <p:nvSpPr>
              <p:cNvPr id="18" name="Rectangle 104"/>
              <p:cNvSpPr/>
              <p:nvPr/>
            </p:nvSpPr>
            <p:spPr>
              <a:xfrm>
                <a:off x="2764897" y="2469817"/>
                <a:ext cx="537821" cy="5378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" name="Freeform: Shape 105"/>
              <p:cNvSpPr>
                <a:spLocks/>
              </p:cNvSpPr>
              <p:nvPr/>
            </p:nvSpPr>
            <p:spPr bwMode="auto">
              <a:xfrm>
                <a:off x="2916653" y="2602642"/>
                <a:ext cx="247650" cy="254794"/>
              </a:xfrm>
              <a:custGeom>
                <a:avLst/>
                <a:gdLst>
                  <a:gd name="T0" fmla="*/ 26 w 88"/>
                  <a:gd name="T1" fmla="*/ 68 h 90"/>
                  <a:gd name="T2" fmla="*/ 8 w 88"/>
                  <a:gd name="T3" fmla="*/ 86 h 90"/>
                  <a:gd name="T4" fmla="*/ 1 w 88"/>
                  <a:gd name="T5" fmla="*/ 89 h 90"/>
                  <a:gd name="T6" fmla="*/ 4 w 88"/>
                  <a:gd name="T7" fmla="*/ 82 h 90"/>
                  <a:gd name="T8" fmla="*/ 21 w 88"/>
                  <a:gd name="T9" fmla="*/ 64 h 90"/>
                  <a:gd name="T10" fmla="*/ 0 w 88"/>
                  <a:gd name="T11" fmla="*/ 44 h 90"/>
                  <a:gd name="T12" fmla="*/ 23 w 88"/>
                  <a:gd name="T13" fmla="*/ 44 h 90"/>
                  <a:gd name="T14" fmla="*/ 54 w 88"/>
                  <a:gd name="T15" fmla="*/ 16 h 90"/>
                  <a:gd name="T16" fmla="*/ 49 w 88"/>
                  <a:gd name="T17" fmla="*/ 12 h 90"/>
                  <a:gd name="T18" fmla="*/ 49 w 88"/>
                  <a:gd name="T19" fmla="*/ 3 h 90"/>
                  <a:gd name="T20" fmla="*/ 58 w 88"/>
                  <a:gd name="T21" fmla="*/ 2 h 90"/>
                  <a:gd name="T22" fmla="*/ 86 w 88"/>
                  <a:gd name="T23" fmla="*/ 29 h 90"/>
                  <a:gd name="T24" fmla="*/ 86 w 88"/>
                  <a:gd name="T25" fmla="*/ 38 h 90"/>
                  <a:gd name="T26" fmla="*/ 77 w 88"/>
                  <a:gd name="T27" fmla="*/ 38 h 90"/>
                  <a:gd name="T28" fmla="*/ 72 w 88"/>
                  <a:gd name="T29" fmla="*/ 34 h 90"/>
                  <a:gd name="T30" fmla="*/ 45 w 88"/>
                  <a:gd name="T31" fmla="*/ 66 h 90"/>
                  <a:gd name="T32" fmla="*/ 46 w 88"/>
                  <a:gd name="T33" fmla="*/ 88 h 90"/>
                  <a:gd name="T34" fmla="*/ 26 w 88"/>
                  <a:gd name="T35" fmla="*/ 68 h 90"/>
                  <a:gd name="T36" fmla="*/ 55 w 88"/>
                  <a:gd name="T37" fmla="*/ 31 h 90"/>
                  <a:gd name="T38" fmla="*/ 55 w 88"/>
                  <a:gd name="T39" fmla="*/ 26 h 90"/>
                  <a:gd name="T40" fmla="*/ 55 w 88"/>
                  <a:gd name="T41" fmla="*/ 26 h 90"/>
                  <a:gd name="T42" fmla="*/ 51 w 88"/>
                  <a:gd name="T43" fmla="*/ 26 h 90"/>
                  <a:gd name="T44" fmla="*/ 32 w 88"/>
                  <a:gd name="T45" fmla="*/ 43 h 90"/>
                  <a:gd name="T46" fmla="*/ 32 w 88"/>
                  <a:gd name="T47" fmla="*/ 48 h 90"/>
                  <a:gd name="T48" fmla="*/ 32 w 88"/>
                  <a:gd name="T49" fmla="*/ 48 h 90"/>
                  <a:gd name="T50" fmla="*/ 37 w 88"/>
                  <a:gd name="T51" fmla="*/ 48 h 90"/>
                  <a:gd name="T52" fmla="*/ 55 w 88"/>
                  <a:gd name="T53" fmla="*/ 31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8" h="90">
                    <a:moveTo>
                      <a:pt x="26" y="68"/>
                    </a:moveTo>
                    <a:cubicBezTo>
                      <a:pt x="8" y="86"/>
                      <a:pt x="8" y="86"/>
                      <a:pt x="8" y="86"/>
                    </a:cubicBezTo>
                    <a:cubicBezTo>
                      <a:pt x="6" y="89"/>
                      <a:pt x="3" y="90"/>
                      <a:pt x="1" y="89"/>
                    </a:cubicBezTo>
                    <a:cubicBezTo>
                      <a:pt x="0" y="88"/>
                      <a:pt x="1" y="84"/>
                      <a:pt x="4" y="8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" y="41"/>
                      <a:pt x="13" y="41"/>
                      <a:pt x="23" y="44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7" y="9"/>
                      <a:pt x="47" y="5"/>
                      <a:pt x="49" y="3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8" y="31"/>
                      <a:pt x="88" y="35"/>
                      <a:pt x="86" y="38"/>
                    </a:cubicBezTo>
                    <a:cubicBezTo>
                      <a:pt x="83" y="40"/>
                      <a:pt x="79" y="41"/>
                      <a:pt x="77" y="38"/>
                    </a:cubicBezTo>
                    <a:cubicBezTo>
                      <a:pt x="72" y="34"/>
                      <a:pt x="72" y="34"/>
                      <a:pt x="72" y="34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9" y="76"/>
                      <a:pt x="49" y="86"/>
                      <a:pt x="46" y="88"/>
                    </a:cubicBezTo>
                    <a:lnTo>
                      <a:pt x="26" y="68"/>
                    </a:lnTo>
                    <a:close/>
                    <a:moveTo>
                      <a:pt x="55" y="31"/>
                    </a:moveTo>
                    <a:cubicBezTo>
                      <a:pt x="57" y="30"/>
                      <a:pt x="57" y="28"/>
                      <a:pt x="55" y="26"/>
                    </a:cubicBezTo>
                    <a:cubicBezTo>
                      <a:pt x="55" y="26"/>
                      <a:pt x="55" y="26"/>
                      <a:pt x="55" y="26"/>
                    </a:cubicBezTo>
                    <a:cubicBezTo>
                      <a:pt x="54" y="25"/>
                      <a:pt x="52" y="25"/>
                      <a:pt x="51" y="26"/>
                    </a:cubicBezTo>
                    <a:cubicBezTo>
                      <a:pt x="32" y="43"/>
                      <a:pt x="32" y="43"/>
                      <a:pt x="32" y="43"/>
                    </a:cubicBezTo>
                    <a:cubicBezTo>
                      <a:pt x="31" y="45"/>
                      <a:pt x="31" y="47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9"/>
                      <a:pt x="35" y="49"/>
                      <a:pt x="37" y="48"/>
                    </a:cubicBezTo>
                    <a:lnTo>
                      <a:pt x="55" y="3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0" name="Freeform: Shape 103"/>
              <p:cNvSpPr>
                <a:spLocks/>
              </p:cNvSpPr>
              <p:nvPr/>
            </p:nvSpPr>
            <p:spPr bwMode="auto">
              <a:xfrm rot="5400000">
                <a:off x="2764117" y="2473288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1" name="Rectangle 109"/>
              <p:cNvSpPr/>
              <p:nvPr/>
            </p:nvSpPr>
            <p:spPr>
              <a:xfrm>
                <a:off x="2764897" y="3377991"/>
                <a:ext cx="537821" cy="53782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" name="Freeform: Shape 110"/>
              <p:cNvSpPr/>
              <p:nvPr/>
            </p:nvSpPr>
            <p:spPr>
              <a:xfrm>
                <a:off x="2874856" y="3487527"/>
                <a:ext cx="310283" cy="2909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93" h="21440" extrusionOk="0">
                    <a:moveTo>
                      <a:pt x="20097" y="14373"/>
                    </a:moveTo>
                    <a:lnTo>
                      <a:pt x="15990" y="12571"/>
                    </a:lnTo>
                    <a:lnTo>
                      <a:pt x="16463" y="14008"/>
                    </a:lnTo>
                    <a:cubicBezTo>
                      <a:pt x="16439" y="15532"/>
                      <a:pt x="13726" y="16745"/>
                      <a:pt x="10496" y="16745"/>
                    </a:cubicBezTo>
                    <a:cubicBezTo>
                      <a:pt x="7268" y="16745"/>
                      <a:pt x="4553" y="15532"/>
                      <a:pt x="4529" y="14008"/>
                    </a:cubicBezTo>
                    <a:lnTo>
                      <a:pt x="5002" y="12571"/>
                    </a:lnTo>
                    <a:lnTo>
                      <a:pt x="895" y="14373"/>
                    </a:lnTo>
                    <a:cubicBezTo>
                      <a:pt x="-255" y="14878"/>
                      <a:pt x="-304" y="15814"/>
                      <a:pt x="789" y="16451"/>
                    </a:cubicBezTo>
                    <a:lnTo>
                      <a:pt x="8511" y="20962"/>
                    </a:lnTo>
                    <a:cubicBezTo>
                      <a:pt x="9602" y="21600"/>
                      <a:pt x="11390" y="21600"/>
                      <a:pt x="12481" y="20962"/>
                    </a:cubicBezTo>
                    <a:lnTo>
                      <a:pt x="20205" y="16451"/>
                    </a:lnTo>
                    <a:cubicBezTo>
                      <a:pt x="21296" y="15814"/>
                      <a:pt x="21247" y="14878"/>
                      <a:pt x="20097" y="14373"/>
                    </a:cubicBezTo>
                    <a:close/>
                    <a:moveTo>
                      <a:pt x="10496" y="5209"/>
                    </a:moveTo>
                    <a:cubicBezTo>
                      <a:pt x="11724" y="5209"/>
                      <a:pt x="12866" y="4796"/>
                      <a:pt x="13199" y="4152"/>
                    </a:cubicBezTo>
                    <a:cubicBezTo>
                      <a:pt x="12739" y="2744"/>
                      <a:pt x="12343" y="1535"/>
                      <a:pt x="12094" y="773"/>
                    </a:cubicBezTo>
                    <a:cubicBezTo>
                      <a:pt x="11927" y="264"/>
                      <a:pt x="11175" y="0"/>
                      <a:pt x="10496" y="0"/>
                    </a:cubicBezTo>
                    <a:cubicBezTo>
                      <a:pt x="9817" y="0"/>
                      <a:pt x="9065" y="264"/>
                      <a:pt x="8898" y="773"/>
                    </a:cubicBezTo>
                    <a:cubicBezTo>
                      <a:pt x="8649" y="1535"/>
                      <a:pt x="8253" y="2744"/>
                      <a:pt x="7792" y="4152"/>
                    </a:cubicBezTo>
                    <a:cubicBezTo>
                      <a:pt x="8126" y="4796"/>
                      <a:pt x="9268" y="5209"/>
                      <a:pt x="10496" y="5209"/>
                    </a:cubicBezTo>
                    <a:close/>
                    <a:moveTo>
                      <a:pt x="10496" y="13197"/>
                    </a:moveTo>
                    <a:cubicBezTo>
                      <a:pt x="13109" y="13197"/>
                      <a:pt x="15296" y="12229"/>
                      <a:pt x="15429" y="10966"/>
                    </a:cubicBezTo>
                    <a:cubicBezTo>
                      <a:pt x="15041" y="9779"/>
                      <a:pt x="14617" y="8484"/>
                      <a:pt x="14201" y="7211"/>
                    </a:cubicBezTo>
                    <a:cubicBezTo>
                      <a:pt x="13911" y="8118"/>
                      <a:pt x="12316" y="8759"/>
                      <a:pt x="10496" y="8759"/>
                    </a:cubicBezTo>
                    <a:cubicBezTo>
                      <a:pt x="8678" y="8759"/>
                      <a:pt x="7081" y="8118"/>
                      <a:pt x="6791" y="7211"/>
                    </a:cubicBezTo>
                    <a:cubicBezTo>
                      <a:pt x="6375" y="8484"/>
                      <a:pt x="5951" y="9779"/>
                      <a:pt x="5563" y="10966"/>
                    </a:cubicBezTo>
                    <a:cubicBezTo>
                      <a:pt x="5696" y="12229"/>
                      <a:pt x="7883" y="13197"/>
                      <a:pt x="10496" y="13197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Freeform: Shape 108"/>
              <p:cNvSpPr>
                <a:spLocks/>
              </p:cNvSpPr>
              <p:nvPr/>
            </p:nvSpPr>
            <p:spPr bwMode="auto">
              <a:xfrm rot="5400000">
                <a:off x="2764117" y="3378403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24" name="Group 101"/>
              <p:cNvGrpSpPr/>
              <p:nvPr/>
            </p:nvGrpSpPr>
            <p:grpSpPr>
              <a:xfrm>
                <a:off x="539750" y="2506823"/>
                <a:ext cx="2039575" cy="567683"/>
                <a:chOff x="719667" y="2059717"/>
                <a:chExt cx="2719433" cy="756911"/>
              </a:xfrm>
            </p:grpSpPr>
            <p:sp>
              <p:nvSpPr>
                <p:cNvPr id="37" name="TextBox 102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2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8" name="Rectangle 106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5" name="Group 107"/>
              <p:cNvGrpSpPr/>
              <p:nvPr/>
            </p:nvGrpSpPr>
            <p:grpSpPr>
              <a:xfrm>
                <a:off x="539750" y="3401073"/>
                <a:ext cx="2039575" cy="567683"/>
                <a:chOff x="719667" y="2059717"/>
                <a:chExt cx="2719433" cy="756911"/>
              </a:xfrm>
            </p:grpSpPr>
            <p:sp>
              <p:nvSpPr>
                <p:cNvPr id="35" name="TextBox 111"/>
                <p:cNvSpPr txBox="1"/>
                <p:nvPr/>
              </p:nvSpPr>
              <p:spPr>
                <a:xfrm>
                  <a:off x="2207994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b" anchorCtr="0">
                  <a:normAutofit fontScale="92500" lnSpcReduction="20000"/>
                </a:bodyPr>
                <a:lstStyle/>
                <a:p>
                  <a:pPr algn="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1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6" name="Rectangle 112"/>
                <p:cNvSpPr/>
                <p:nvPr/>
              </p:nvSpPr>
              <p:spPr>
                <a:xfrm>
                  <a:off x="719667" y="2308797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t" anchorCtr="0">
                  <a:normAutofit fontScale="92500"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 dirty="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</p:grpSp>
        <p:grpSp>
          <p:nvGrpSpPr>
            <p:cNvPr id="102" name="组合 101"/>
            <p:cNvGrpSpPr/>
            <p:nvPr/>
          </p:nvGrpSpPr>
          <p:grpSpPr>
            <a:xfrm>
              <a:off x="5863691" y="1538009"/>
              <a:ext cx="2743760" cy="2378811"/>
              <a:chOff x="5863691" y="1538009"/>
              <a:chExt cx="2743760" cy="2378811"/>
            </a:xfrm>
          </p:grpSpPr>
          <p:sp>
            <p:nvSpPr>
              <p:cNvPr id="9" name="Rectangle 82"/>
              <p:cNvSpPr/>
              <p:nvPr/>
            </p:nvSpPr>
            <p:spPr>
              <a:xfrm>
                <a:off x="5865314" y="1538009"/>
                <a:ext cx="537821" cy="53782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0" name="Group 83"/>
              <p:cNvGrpSpPr/>
              <p:nvPr/>
            </p:nvGrpSpPr>
            <p:grpSpPr>
              <a:xfrm>
                <a:off x="5983883" y="1675422"/>
                <a:ext cx="315912" cy="242888"/>
                <a:chOff x="2849564" y="3636963"/>
                <a:chExt cx="315912" cy="242888"/>
              </a:xfrm>
              <a:solidFill>
                <a:schemeClr val="bg2"/>
              </a:solidFill>
            </p:grpSpPr>
            <p:sp>
              <p:nvSpPr>
                <p:cNvPr id="43" name="Freeform: Shape 85"/>
                <p:cNvSpPr>
                  <a:spLocks/>
                </p:cNvSpPr>
                <p:nvPr/>
              </p:nvSpPr>
              <p:spPr bwMode="auto">
                <a:xfrm>
                  <a:off x="2849564" y="3671888"/>
                  <a:ext cx="298450" cy="207963"/>
                </a:xfrm>
                <a:custGeom>
                  <a:avLst/>
                  <a:gdLst>
                    <a:gd name="T0" fmla="*/ 103 w 112"/>
                    <a:gd name="T1" fmla="*/ 78 h 78"/>
                    <a:gd name="T2" fmla="*/ 9 w 112"/>
                    <a:gd name="T3" fmla="*/ 78 h 78"/>
                    <a:gd name="T4" fmla="*/ 0 w 112"/>
                    <a:gd name="T5" fmla="*/ 69 h 78"/>
                    <a:gd name="T6" fmla="*/ 0 w 112"/>
                    <a:gd name="T7" fmla="*/ 8 h 78"/>
                    <a:gd name="T8" fmla="*/ 9 w 112"/>
                    <a:gd name="T9" fmla="*/ 0 h 78"/>
                    <a:gd name="T10" fmla="*/ 42 w 112"/>
                    <a:gd name="T11" fmla="*/ 0 h 78"/>
                    <a:gd name="T12" fmla="*/ 46 w 112"/>
                    <a:gd name="T13" fmla="*/ 4 h 78"/>
                    <a:gd name="T14" fmla="*/ 42 w 112"/>
                    <a:gd name="T15" fmla="*/ 8 h 78"/>
                    <a:gd name="T16" fmla="*/ 9 w 112"/>
                    <a:gd name="T17" fmla="*/ 8 h 78"/>
                    <a:gd name="T18" fmla="*/ 8 w 112"/>
                    <a:gd name="T19" fmla="*/ 8 h 78"/>
                    <a:gd name="T20" fmla="*/ 8 w 112"/>
                    <a:gd name="T21" fmla="*/ 69 h 78"/>
                    <a:gd name="T22" fmla="*/ 9 w 112"/>
                    <a:gd name="T23" fmla="*/ 70 h 78"/>
                    <a:gd name="T24" fmla="*/ 103 w 112"/>
                    <a:gd name="T25" fmla="*/ 70 h 78"/>
                    <a:gd name="T26" fmla="*/ 104 w 112"/>
                    <a:gd name="T27" fmla="*/ 69 h 78"/>
                    <a:gd name="T28" fmla="*/ 104 w 112"/>
                    <a:gd name="T29" fmla="*/ 43 h 78"/>
                    <a:gd name="T30" fmla="*/ 108 w 112"/>
                    <a:gd name="T31" fmla="*/ 39 h 78"/>
                    <a:gd name="T32" fmla="*/ 112 w 112"/>
                    <a:gd name="T33" fmla="*/ 43 h 78"/>
                    <a:gd name="T34" fmla="*/ 112 w 112"/>
                    <a:gd name="T35" fmla="*/ 69 h 78"/>
                    <a:gd name="T36" fmla="*/ 103 w 112"/>
                    <a:gd name="T37" fmla="*/ 78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2" h="78">
                      <a:moveTo>
                        <a:pt x="103" y="78"/>
                      </a:moveTo>
                      <a:cubicBezTo>
                        <a:pt x="9" y="78"/>
                        <a:pt x="9" y="78"/>
                        <a:pt x="9" y="78"/>
                      </a:cubicBezTo>
                      <a:cubicBezTo>
                        <a:pt x="4" y="78"/>
                        <a:pt x="0" y="74"/>
                        <a:pt x="0" y="6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4" y="0"/>
                        <a:pt x="9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4" y="0"/>
                        <a:pt x="46" y="1"/>
                        <a:pt x="46" y="4"/>
                      </a:cubicBezTo>
                      <a:cubicBezTo>
                        <a:pt x="46" y="6"/>
                        <a:pt x="44" y="8"/>
                        <a:pt x="42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70"/>
                        <a:pt x="8" y="70"/>
                        <a:pt x="9" y="70"/>
                      </a:cubicBezTo>
                      <a:cubicBezTo>
                        <a:pt x="103" y="70"/>
                        <a:pt x="103" y="70"/>
                        <a:pt x="103" y="70"/>
                      </a:cubicBezTo>
                      <a:cubicBezTo>
                        <a:pt x="103" y="70"/>
                        <a:pt x="104" y="70"/>
                        <a:pt x="104" y="69"/>
                      </a:cubicBezTo>
                      <a:cubicBezTo>
                        <a:pt x="104" y="43"/>
                        <a:pt x="104" y="43"/>
                        <a:pt x="104" y="43"/>
                      </a:cubicBezTo>
                      <a:cubicBezTo>
                        <a:pt x="104" y="41"/>
                        <a:pt x="105" y="39"/>
                        <a:pt x="108" y="39"/>
                      </a:cubicBezTo>
                      <a:cubicBezTo>
                        <a:pt x="110" y="39"/>
                        <a:pt x="112" y="41"/>
                        <a:pt x="112" y="43"/>
                      </a:cubicBezTo>
                      <a:cubicBezTo>
                        <a:pt x="112" y="69"/>
                        <a:pt x="112" y="69"/>
                        <a:pt x="112" y="69"/>
                      </a:cubicBezTo>
                      <a:cubicBezTo>
                        <a:pt x="112" y="74"/>
                        <a:pt x="108" y="78"/>
                        <a:pt x="103" y="7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Freeform: Shape 86"/>
                <p:cNvSpPr>
                  <a:spLocks/>
                </p:cNvSpPr>
                <p:nvPr/>
              </p:nvSpPr>
              <p:spPr bwMode="auto">
                <a:xfrm>
                  <a:off x="2943226" y="3636963"/>
                  <a:ext cx="222250" cy="200025"/>
                </a:xfrm>
                <a:custGeom>
                  <a:avLst/>
                  <a:gdLst>
                    <a:gd name="T0" fmla="*/ 46 w 83"/>
                    <a:gd name="T1" fmla="*/ 58 h 75"/>
                    <a:gd name="T2" fmla="*/ 83 w 83"/>
                    <a:gd name="T3" fmla="*/ 29 h 75"/>
                    <a:gd name="T4" fmla="*/ 46 w 83"/>
                    <a:gd name="T5" fmla="*/ 0 h 75"/>
                    <a:gd name="T6" fmla="*/ 46 w 83"/>
                    <a:gd name="T7" fmla="*/ 20 h 75"/>
                    <a:gd name="T8" fmla="*/ 0 w 83"/>
                    <a:gd name="T9" fmla="*/ 75 h 75"/>
                    <a:gd name="T10" fmla="*/ 46 w 83"/>
                    <a:gd name="T11" fmla="*/ 40 h 75"/>
                    <a:gd name="T12" fmla="*/ 46 w 83"/>
                    <a:gd name="T13" fmla="*/ 5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75">
                      <a:moveTo>
                        <a:pt x="46" y="58"/>
                      </a:moveTo>
                      <a:cubicBezTo>
                        <a:pt x="83" y="29"/>
                        <a:pt x="83" y="29"/>
                        <a:pt x="83" y="29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20"/>
                        <a:pt x="46" y="20"/>
                        <a:pt x="46" y="20"/>
                      </a:cubicBezTo>
                      <a:cubicBezTo>
                        <a:pt x="10" y="21"/>
                        <a:pt x="0" y="38"/>
                        <a:pt x="0" y="75"/>
                      </a:cubicBezTo>
                      <a:cubicBezTo>
                        <a:pt x="15" y="43"/>
                        <a:pt x="30" y="41"/>
                        <a:pt x="46" y="40"/>
                      </a:cubicBezTo>
                      <a:cubicBezTo>
                        <a:pt x="46" y="58"/>
                        <a:pt x="46" y="58"/>
                        <a:pt x="46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Freeform: Shape 84"/>
              <p:cNvSpPr>
                <a:spLocks/>
              </p:cNvSpPr>
              <p:nvPr/>
            </p:nvSpPr>
            <p:spPr bwMode="auto">
              <a:xfrm rot="5400000">
                <a:off x="5865067" y="1536634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2" name="Rectangle 90"/>
              <p:cNvSpPr/>
              <p:nvPr/>
            </p:nvSpPr>
            <p:spPr>
              <a:xfrm>
                <a:off x="5865314" y="2469817"/>
                <a:ext cx="537821" cy="53782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" name="Freeform: Shape 91"/>
              <p:cNvSpPr/>
              <p:nvPr/>
            </p:nvSpPr>
            <p:spPr>
              <a:xfrm>
                <a:off x="5981126" y="2608287"/>
                <a:ext cx="287349" cy="2471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32" h="21446" extrusionOk="0">
                    <a:moveTo>
                      <a:pt x="9262" y="7207"/>
                    </a:moveTo>
                    <a:lnTo>
                      <a:pt x="14475" y="11108"/>
                    </a:lnTo>
                    <a:cubicBezTo>
                      <a:pt x="14915" y="11436"/>
                      <a:pt x="15500" y="11301"/>
                      <a:pt x="15796" y="10800"/>
                    </a:cubicBezTo>
                    <a:lnTo>
                      <a:pt x="21160" y="1771"/>
                    </a:lnTo>
                    <a:cubicBezTo>
                      <a:pt x="21464" y="1257"/>
                      <a:pt x="21354" y="555"/>
                      <a:pt x="20913" y="200"/>
                    </a:cubicBezTo>
                    <a:cubicBezTo>
                      <a:pt x="20472" y="-154"/>
                      <a:pt x="19869" y="-26"/>
                      <a:pt x="19564" y="487"/>
                    </a:cubicBezTo>
                    <a:lnTo>
                      <a:pt x="14734" y="8618"/>
                    </a:lnTo>
                    <a:lnTo>
                      <a:pt x="9490" y="4694"/>
                    </a:lnTo>
                    <a:cubicBezTo>
                      <a:pt x="9273" y="4532"/>
                      <a:pt x="9010" y="4478"/>
                      <a:pt x="8757" y="4541"/>
                    </a:cubicBezTo>
                    <a:cubicBezTo>
                      <a:pt x="8505" y="4607"/>
                      <a:pt x="8285" y="4785"/>
                      <a:pt x="8147" y="5039"/>
                    </a:cubicBezTo>
                    <a:lnTo>
                      <a:pt x="152" y="19712"/>
                    </a:lnTo>
                    <a:cubicBezTo>
                      <a:pt x="-136" y="20237"/>
                      <a:pt x="-2" y="20936"/>
                      <a:pt x="450" y="21269"/>
                    </a:cubicBezTo>
                    <a:cubicBezTo>
                      <a:pt x="611" y="21389"/>
                      <a:pt x="791" y="21446"/>
                      <a:pt x="969" y="21446"/>
                    </a:cubicBezTo>
                    <a:cubicBezTo>
                      <a:pt x="1290" y="21446"/>
                      <a:pt x="1604" y="21260"/>
                      <a:pt x="1788" y="20921"/>
                    </a:cubicBezTo>
                    <a:cubicBezTo>
                      <a:pt x="1788" y="20921"/>
                      <a:pt x="9262" y="7207"/>
                      <a:pt x="9262" y="7207"/>
                    </a:cubicBezTo>
                    <a:close/>
                    <a:moveTo>
                      <a:pt x="19712" y="12707"/>
                    </a:moveTo>
                    <a:lnTo>
                      <a:pt x="14952" y="17715"/>
                    </a:lnTo>
                    <a:lnTo>
                      <a:pt x="9355" y="12653"/>
                    </a:lnTo>
                    <a:cubicBezTo>
                      <a:pt x="9249" y="12556"/>
                      <a:pt x="9125" y="12487"/>
                      <a:pt x="8994" y="12450"/>
                    </a:cubicBezTo>
                    <a:lnTo>
                      <a:pt x="8249" y="12234"/>
                    </a:lnTo>
                    <a:lnTo>
                      <a:pt x="7154" y="14242"/>
                    </a:lnTo>
                    <a:lnTo>
                      <a:pt x="8327" y="14582"/>
                    </a:lnTo>
                    <a:lnTo>
                      <a:pt x="14404" y="20078"/>
                    </a:lnTo>
                    <a:cubicBezTo>
                      <a:pt x="14580" y="20237"/>
                      <a:pt x="14789" y="20317"/>
                      <a:pt x="14999" y="20317"/>
                    </a:cubicBezTo>
                    <a:cubicBezTo>
                      <a:pt x="15232" y="20317"/>
                      <a:pt x="15466" y="20218"/>
                      <a:pt x="15650" y="20026"/>
                    </a:cubicBezTo>
                    <a:lnTo>
                      <a:pt x="21012" y="14382"/>
                    </a:lnTo>
                    <a:cubicBezTo>
                      <a:pt x="21410" y="13963"/>
                      <a:pt x="21441" y="13250"/>
                      <a:pt x="21081" y="12788"/>
                    </a:cubicBezTo>
                    <a:cubicBezTo>
                      <a:pt x="20722" y="12325"/>
                      <a:pt x="20109" y="12289"/>
                      <a:pt x="19712" y="12707"/>
                    </a:cubicBezTo>
                    <a:close/>
                    <a:moveTo>
                      <a:pt x="735" y="12382"/>
                    </a:moveTo>
                    <a:lnTo>
                      <a:pt x="2190" y="12804"/>
                    </a:lnTo>
                    <a:lnTo>
                      <a:pt x="3284" y="10795"/>
                    </a:lnTo>
                    <a:lnTo>
                      <a:pt x="1204" y="10192"/>
                    </a:lnTo>
                    <a:cubicBezTo>
                      <a:pt x="683" y="10040"/>
                      <a:pt x="158" y="10410"/>
                      <a:pt x="28" y="11015"/>
                    </a:cubicBezTo>
                    <a:cubicBezTo>
                      <a:pt x="-100" y="11620"/>
                      <a:pt x="216" y="12231"/>
                      <a:pt x="735" y="12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4" name="Freeform: Shape 89"/>
              <p:cNvSpPr>
                <a:spLocks/>
              </p:cNvSpPr>
              <p:nvPr/>
            </p:nvSpPr>
            <p:spPr bwMode="auto">
              <a:xfrm rot="5400000">
                <a:off x="5865067" y="2473288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5" name="Rectangle 95"/>
              <p:cNvSpPr/>
              <p:nvPr/>
            </p:nvSpPr>
            <p:spPr>
              <a:xfrm>
                <a:off x="5865314" y="3377991"/>
                <a:ext cx="537821" cy="537821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6" name="Group 96"/>
              <p:cNvGrpSpPr/>
              <p:nvPr/>
            </p:nvGrpSpPr>
            <p:grpSpPr>
              <a:xfrm>
                <a:off x="5979026" y="3529372"/>
                <a:ext cx="310485" cy="236411"/>
                <a:chOff x="2070649" y="1631036"/>
                <a:chExt cx="723379" cy="550800"/>
              </a:xfrm>
              <a:solidFill>
                <a:schemeClr val="bg1"/>
              </a:solidFill>
            </p:grpSpPr>
            <p:sp>
              <p:nvSpPr>
                <p:cNvPr id="39" name="Oval 97"/>
                <p:cNvSpPr>
                  <a:spLocks/>
                </p:cNvSpPr>
                <p:nvPr/>
              </p:nvSpPr>
              <p:spPr bwMode="auto">
                <a:xfrm>
                  <a:off x="2344840" y="2015709"/>
                  <a:ext cx="165321" cy="1661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: Shape 98"/>
                <p:cNvSpPr>
                  <a:spLocks/>
                </p:cNvSpPr>
                <p:nvPr/>
              </p:nvSpPr>
              <p:spPr bwMode="auto">
                <a:xfrm>
                  <a:off x="2228712" y="1861679"/>
                  <a:ext cx="405641" cy="169353"/>
                </a:xfrm>
                <a:custGeom>
                  <a:avLst/>
                  <a:gdLst>
                    <a:gd name="T0" fmla="*/ 105 w 213"/>
                    <a:gd name="T1" fmla="*/ 31 h 89"/>
                    <a:gd name="T2" fmla="*/ 191 w 213"/>
                    <a:gd name="T3" fmla="*/ 89 h 89"/>
                    <a:gd name="T4" fmla="*/ 213 w 213"/>
                    <a:gd name="T5" fmla="*/ 64 h 89"/>
                    <a:gd name="T6" fmla="*/ 105 w 213"/>
                    <a:gd name="T7" fmla="*/ 0 h 89"/>
                    <a:gd name="T8" fmla="*/ 0 w 213"/>
                    <a:gd name="T9" fmla="*/ 58 h 89"/>
                    <a:gd name="T10" fmla="*/ 21 w 213"/>
                    <a:gd name="T11" fmla="*/ 82 h 89"/>
                    <a:gd name="T12" fmla="*/ 105 w 213"/>
                    <a:gd name="T13" fmla="*/ 31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13" h="89">
                      <a:moveTo>
                        <a:pt x="105" y="31"/>
                      </a:moveTo>
                      <a:cubicBezTo>
                        <a:pt x="144" y="31"/>
                        <a:pt x="177" y="54"/>
                        <a:pt x="191" y="89"/>
                      </a:cubicBezTo>
                      <a:cubicBezTo>
                        <a:pt x="213" y="64"/>
                        <a:pt x="213" y="64"/>
                        <a:pt x="213" y="64"/>
                      </a:cubicBezTo>
                      <a:cubicBezTo>
                        <a:pt x="192" y="26"/>
                        <a:pt x="152" y="0"/>
                        <a:pt x="105" y="0"/>
                      </a:cubicBezTo>
                      <a:cubicBezTo>
                        <a:pt x="61" y="0"/>
                        <a:pt x="22" y="23"/>
                        <a:pt x="0" y="58"/>
                      </a:cubicBezTo>
                      <a:cubicBezTo>
                        <a:pt x="21" y="82"/>
                        <a:pt x="21" y="82"/>
                        <a:pt x="21" y="82"/>
                      </a:cubicBezTo>
                      <a:cubicBezTo>
                        <a:pt x="37" y="51"/>
                        <a:pt x="68" y="31"/>
                        <a:pt x="105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99"/>
                <p:cNvSpPr>
                  <a:spLocks/>
                </p:cNvSpPr>
                <p:nvPr/>
              </p:nvSpPr>
              <p:spPr bwMode="auto">
                <a:xfrm>
                  <a:off x="2157745" y="1749583"/>
                  <a:ext cx="549187" cy="195966"/>
                </a:xfrm>
                <a:custGeom>
                  <a:avLst/>
                  <a:gdLst>
                    <a:gd name="T0" fmla="*/ 142 w 288"/>
                    <a:gd name="T1" fmla="*/ 34 h 103"/>
                    <a:gd name="T2" fmla="*/ 264 w 288"/>
                    <a:gd name="T3" fmla="*/ 103 h 103"/>
                    <a:gd name="T4" fmla="*/ 288 w 288"/>
                    <a:gd name="T5" fmla="*/ 76 h 103"/>
                    <a:gd name="T6" fmla="*/ 142 w 288"/>
                    <a:gd name="T7" fmla="*/ 0 h 103"/>
                    <a:gd name="T8" fmla="*/ 0 w 288"/>
                    <a:gd name="T9" fmla="*/ 71 h 103"/>
                    <a:gd name="T10" fmla="*/ 23 w 288"/>
                    <a:gd name="T11" fmla="*/ 97 h 103"/>
                    <a:gd name="T12" fmla="*/ 142 w 288"/>
                    <a:gd name="T13" fmla="*/ 34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88" h="103">
                      <a:moveTo>
                        <a:pt x="142" y="34"/>
                      </a:moveTo>
                      <a:cubicBezTo>
                        <a:pt x="194" y="34"/>
                        <a:pt x="239" y="62"/>
                        <a:pt x="264" y="103"/>
                      </a:cubicBezTo>
                      <a:cubicBezTo>
                        <a:pt x="288" y="76"/>
                        <a:pt x="288" y="76"/>
                        <a:pt x="288" y="76"/>
                      </a:cubicBezTo>
                      <a:cubicBezTo>
                        <a:pt x="256" y="30"/>
                        <a:pt x="202" y="0"/>
                        <a:pt x="142" y="0"/>
                      </a:cubicBezTo>
                      <a:cubicBezTo>
                        <a:pt x="84" y="0"/>
                        <a:pt x="32" y="28"/>
                        <a:pt x="0" y="71"/>
                      </a:cubicBezTo>
                      <a:cubicBezTo>
                        <a:pt x="23" y="97"/>
                        <a:pt x="23" y="97"/>
                        <a:pt x="23" y="97"/>
                      </a:cubicBezTo>
                      <a:cubicBezTo>
                        <a:pt x="49" y="59"/>
                        <a:pt x="93" y="34"/>
                        <a:pt x="142" y="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: Shape 100"/>
                <p:cNvSpPr>
                  <a:spLocks/>
                </p:cNvSpPr>
                <p:nvPr/>
              </p:nvSpPr>
              <p:spPr bwMode="auto">
                <a:xfrm>
                  <a:off x="2070649" y="1631036"/>
                  <a:ext cx="723379" cy="229030"/>
                </a:xfrm>
                <a:custGeom>
                  <a:avLst/>
                  <a:gdLst>
                    <a:gd name="T0" fmla="*/ 188 w 380"/>
                    <a:gd name="T1" fmla="*/ 36 h 120"/>
                    <a:gd name="T2" fmla="*/ 355 w 380"/>
                    <a:gd name="T3" fmla="*/ 120 h 120"/>
                    <a:gd name="T4" fmla="*/ 380 w 380"/>
                    <a:gd name="T5" fmla="*/ 93 h 120"/>
                    <a:gd name="T6" fmla="*/ 188 w 380"/>
                    <a:gd name="T7" fmla="*/ 0 h 120"/>
                    <a:gd name="T8" fmla="*/ 0 w 380"/>
                    <a:gd name="T9" fmla="*/ 88 h 120"/>
                    <a:gd name="T10" fmla="*/ 25 w 380"/>
                    <a:gd name="T11" fmla="*/ 115 h 120"/>
                    <a:gd name="T12" fmla="*/ 188 w 380"/>
                    <a:gd name="T13" fmla="*/ 3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0" h="120">
                      <a:moveTo>
                        <a:pt x="188" y="36"/>
                      </a:moveTo>
                      <a:cubicBezTo>
                        <a:pt x="256" y="36"/>
                        <a:pt x="317" y="69"/>
                        <a:pt x="355" y="120"/>
                      </a:cubicBezTo>
                      <a:cubicBezTo>
                        <a:pt x="380" y="93"/>
                        <a:pt x="380" y="93"/>
                        <a:pt x="380" y="93"/>
                      </a:cubicBezTo>
                      <a:cubicBezTo>
                        <a:pt x="335" y="36"/>
                        <a:pt x="266" y="0"/>
                        <a:pt x="188" y="0"/>
                      </a:cubicBezTo>
                      <a:cubicBezTo>
                        <a:pt x="113" y="0"/>
                        <a:pt x="45" y="34"/>
                        <a:pt x="0" y="88"/>
                      </a:cubicBezTo>
                      <a:cubicBezTo>
                        <a:pt x="25" y="115"/>
                        <a:pt x="25" y="115"/>
                        <a:pt x="25" y="115"/>
                      </a:cubicBezTo>
                      <a:cubicBezTo>
                        <a:pt x="63" y="67"/>
                        <a:pt x="122" y="36"/>
                        <a:pt x="188" y="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7" name="Freeform: Shape 94"/>
              <p:cNvSpPr>
                <a:spLocks/>
              </p:cNvSpPr>
              <p:nvPr/>
            </p:nvSpPr>
            <p:spPr bwMode="auto">
              <a:xfrm rot="5400000">
                <a:off x="5865067" y="3380227"/>
                <a:ext cx="534243" cy="536996"/>
              </a:xfrm>
              <a:custGeom>
                <a:avLst/>
                <a:gdLst>
                  <a:gd name="T0" fmla="*/ 388 w 388"/>
                  <a:gd name="T1" fmla="*/ 390 h 390"/>
                  <a:gd name="T2" fmla="*/ 0 w 388"/>
                  <a:gd name="T3" fmla="*/ 0 h 390"/>
                  <a:gd name="T4" fmla="*/ 388 w 388"/>
                  <a:gd name="T5" fmla="*/ 0 h 390"/>
                  <a:gd name="T6" fmla="*/ 388 w 388"/>
                  <a:gd name="T7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8" h="390">
                    <a:moveTo>
                      <a:pt x="388" y="390"/>
                    </a:moveTo>
                    <a:lnTo>
                      <a:pt x="0" y="0"/>
                    </a:lnTo>
                    <a:lnTo>
                      <a:pt x="388" y="0"/>
                    </a:lnTo>
                    <a:lnTo>
                      <a:pt x="388" y="39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29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26" name="Group 113"/>
              <p:cNvGrpSpPr/>
              <p:nvPr/>
            </p:nvGrpSpPr>
            <p:grpSpPr>
              <a:xfrm>
                <a:off x="6567876" y="1544788"/>
                <a:ext cx="2039575" cy="515747"/>
                <a:chOff x="719667" y="2059717"/>
                <a:chExt cx="2719433" cy="687662"/>
              </a:xfrm>
            </p:grpSpPr>
            <p:sp>
              <p:nvSpPr>
                <p:cNvPr id="33" name="TextBox 114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3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4" name="Rectangle 115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7" name="Group 116"/>
              <p:cNvGrpSpPr/>
              <p:nvPr/>
            </p:nvGrpSpPr>
            <p:grpSpPr>
              <a:xfrm>
                <a:off x="6567876" y="2502946"/>
                <a:ext cx="2039575" cy="515747"/>
                <a:chOff x="719667" y="2059717"/>
                <a:chExt cx="2719433" cy="687662"/>
              </a:xfrm>
            </p:grpSpPr>
            <p:sp>
              <p:nvSpPr>
                <p:cNvPr id="31" name="TextBox 117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6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2" name="Rectangle 118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  <p:grpSp>
            <p:nvGrpSpPr>
              <p:cNvPr id="28" name="Group 119"/>
              <p:cNvGrpSpPr/>
              <p:nvPr/>
            </p:nvGrpSpPr>
            <p:grpSpPr>
              <a:xfrm>
                <a:off x="6567876" y="3401073"/>
                <a:ext cx="2039575" cy="515747"/>
                <a:chOff x="719667" y="2059717"/>
                <a:chExt cx="2719433" cy="687662"/>
              </a:xfrm>
            </p:grpSpPr>
            <p:sp>
              <p:nvSpPr>
                <p:cNvPr id="29" name="TextBox 120"/>
                <p:cNvSpPr txBox="1"/>
                <p:nvPr/>
              </p:nvSpPr>
              <p:spPr>
                <a:xfrm>
                  <a:off x="719667" y="2059717"/>
                  <a:ext cx="123110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 anchorCtr="0">
                  <a:normAutofit fontScale="92500" lnSpcReduction="20000"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600" b="1">
                      <a:solidFill>
                        <a:schemeClr val="accent4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</a:p>
              </p:txBody>
            </p:sp>
            <p:sp>
              <p:nvSpPr>
                <p:cNvPr id="30" name="Rectangle 121"/>
                <p:cNvSpPr/>
                <p:nvPr/>
              </p:nvSpPr>
              <p:spPr>
                <a:xfrm>
                  <a:off x="719667" y="2239548"/>
                  <a:ext cx="2719433" cy="507831"/>
                </a:xfrm>
                <a:prstGeom prst="rect">
                  <a:avLst/>
                </a:prstGeom>
              </p:spPr>
              <p:txBody>
                <a:bodyPr wrap="square" lIns="0" tIns="0" rIns="0" bIns="0" anchor="ctr" anchorCtr="0">
                  <a:normAutofit fontScale="92500"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</a:p>
              </p:txBody>
            </p:sp>
          </p:grp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7E727024-9877-41DB-8B42-07DA33134FC5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105" name="TextBox 86">
              <a:extLst>
                <a:ext uri="{FF2B5EF4-FFF2-40B4-BE49-F238E27FC236}">
                  <a16:creationId xmlns:a16="http://schemas.microsoft.com/office/drawing/2014/main" id="{E0323432-D78B-4595-91D0-0A70D1ACF13E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09442190-4B64-413A-932D-C52896D753C2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9280530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剪去单角的矩形 3"/>
          <p:cNvSpPr/>
          <p:nvPr/>
        </p:nvSpPr>
        <p:spPr>
          <a:xfrm>
            <a:off x="2776435" y="987574"/>
            <a:ext cx="4038759" cy="3150470"/>
          </a:xfrm>
          <a:prstGeom prst="snip1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31640" y="1704989"/>
            <a:ext cx="1819297" cy="2686418"/>
            <a:chOff x="1764836" y="2477342"/>
            <a:chExt cx="2425729" cy="3581891"/>
          </a:xfrm>
        </p:grpSpPr>
        <p:sp>
          <p:nvSpPr>
            <p:cNvPr id="15" name="任意多边形 17"/>
            <p:cNvSpPr>
              <a:spLocks/>
            </p:cNvSpPr>
            <p:nvPr/>
          </p:nvSpPr>
          <p:spPr bwMode="auto">
            <a:xfrm>
              <a:off x="2968020" y="3687440"/>
              <a:ext cx="793825" cy="698399"/>
            </a:xfrm>
            <a:custGeom>
              <a:avLst/>
              <a:gdLst>
                <a:gd name="T0" fmla="*/ 57 w 382"/>
                <a:gd name="T1" fmla="*/ 0 h 337"/>
                <a:gd name="T2" fmla="*/ 201 w 382"/>
                <a:gd name="T3" fmla="*/ 227 h 337"/>
                <a:gd name="T4" fmla="*/ 308 w 382"/>
                <a:gd name="T5" fmla="*/ 11 h 337"/>
                <a:gd name="T6" fmla="*/ 382 w 382"/>
                <a:gd name="T7" fmla="*/ 48 h 337"/>
                <a:gd name="T8" fmla="*/ 249 w 382"/>
                <a:gd name="T9" fmla="*/ 314 h 337"/>
                <a:gd name="T10" fmla="*/ 220 w 382"/>
                <a:gd name="T11" fmla="*/ 336 h 337"/>
                <a:gd name="T12" fmla="*/ 212 w 382"/>
                <a:gd name="T13" fmla="*/ 337 h 337"/>
                <a:gd name="T14" fmla="*/ 186 w 382"/>
                <a:gd name="T15" fmla="*/ 328 h 337"/>
                <a:gd name="T16" fmla="*/ 0 w 382"/>
                <a:gd name="T17" fmla="*/ 120 h 337"/>
                <a:gd name="T18" fmla="*/ 57 w 382"/>
                <a:gd name="T1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2" h="337">
                  <a:moveTo>
                    <a:pt x="57" y="0"/>
                  </a:moveTo>
                  <a:cubicBezTo>
                    <a:pt x="201" y="227"/>
                    <a:pt x="201" y="227"/>
                    <a:pt x="201" y="227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82" y="48"/>
                    <a:pt x="382" y="48"/>
                    <a:pt x="382" y="48"/>
                  </a:cubicBezTo>
                  <a:cubicBezTo>
                    <a:pt x="249" y="314"/>
                    <a:pt x="249" y="314"/>
                    <a:pt x="249" y="314"/>
                  </a:cubicBezTo>
                  <a:cubicBezTo>
                    <a:pt x="243" y="326"/>
                    <a:pt x="233" y="334"/>
                    <a:pt x="220" y="336"/>
                  </a:cubicBezTo>
                  <a:cubicBezTo>
                    <a:pt x="218" y="337"/>
                    <a:pt x="215" y="337"/>
                    <a:pt x="212" y="337"/>
                  </a:cubicBezTo>
                  <a:cubicBezTo>
                    <a:pt x="203" y="337"/>
                    <a:pt x="193" y="334"/>
                    <a:pt x="186" y="328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矩形 15"/>
            <p:cNvSpPr>
              <a:spLocks/>
            </p:cNvSpPr>
            <p:nvPr/>
          </p:nvSpPr>
          <p:spPr bwMode="auto">
            <a:xfrm>
              <a:off x="2367811" y="3525632"/>
              <a:ext cx="349891" cy="89893"/>
            </a:xfrm>
            <a:prstGeom prst="rect">
              <a:avLst/>
            </a:prstGeom>
            <a:solidFill>
              <a:srgbClr val="E0B4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任意多边形 19"/>
            <p:cNvSpPr>
              <a:spLocks/>
            </p:cNvSpPr>
            <p:nvPr/>
          </p:nvSpPr>
          <p:spPr bwMode="auto">
            <a:xfrm>
              <a:off x="2035898" y="2727659"/>
              <a:ext cx="615421" cy="860207"/>
            </a:xfrm>
            <a:custGeom>
              <a:avLst/>
              <a:gdLst>
                <a:gd name="T0" fmla="*/ 280 w 296"/>
                <a:gd name="T1" fmla="*/ 287 h 415"/>
                <a:gd name="T2" fmla="*/ 256 w 296"/>
                <a:gd name="T3" fmla="*/ 275 h 415"/>
                <a:gd name="T4" fmla="*/ 256 w 296"/>
                <a:gd name="T5" fmla="*/ 30 h 415"/>
                <a:gd name="T6" fmla="*/ 296 w 296"/>
                <a:gd name="T7" fmla="*/ 0 h 415"/>
                <a:gd name="T8" fmla="*/ 241 w 296"/>
                <a:gd name="T9" fmla="*/ 0 h 415"/>
                <a:gd name="T10" fmla="*/ 59 w 296"/>
                <a:gd name="T11" fmla="*/ 0 h 415"/>
                <a:gd name="T12" fmla="*/ 52 w 296"/>
                <a:gd name="T13" fmla="*/ 158 h 415"/>
                <a:gd name="T14" fmla="*/ 51 w 296"/>
                <a:gd name="T15" fmla="*/ 160 h 415"/>
                <a:gd name="T16" fmla="*/ 0 w 296"/>
                <a:gd name="T17" fmla="*/ 208 h 415"/>
                <a:gd name="T18" fmla="*/ 51 w 296"/>
                <a:gd name="T19" fmla="*/ 255 h 415"/>
                <a:gd name="T20" fmla="*/ 54 w 296"/>
                <a:gd name="T21" fmla="*/ 255 h 415"/>
                <a:gd name="T22" fmla="*/ 54 w 296"/>
                <a:gd name="T23" fmla="*/ 256 h 415"/>
                <a:gd name="T24" fmla="*/ 54 w 296"/>
                <a:gd name="T25" fmla="*/ 256 h 415"/>
                <a:gd name="T26" fmla="*/ 195 w 296"/>
                <a:gd name="T27" fmla="*/ 413 h 415"/>
                <a:gd name="T28" fmla="*/ 195 w 296"/>
                <a:gd name="T29" fmla="*/ 413 h 415"/>
                <a:gd name="T30" fmla="*/ 241 w 296"/>
                <a:gd name="T31" fmla="*/ 413 h 415"/>
                <a:gd name="T32" fmla="*/ 256 w 296"/>
                <a:gd name="T33" fmla="*/ 414 h 415"/>
                <a:gd name="T34" fmla="*/ 256 w 296"/>
                <a:gd name="T35" fmla="*/ 302 h 415"/>
                <a:gd name="T36" fmla="*/ 280 w 296"/>
                <a:gd name="T37" fmla="*/ 287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6" h="415">
                  <a:moveTo>
                    <a:pt x="280" y="287"/>
                  </a:moveTo>
                  <a:cubicBezTo>
                    <a:pt x="256" y="275"/>
                    <a:pt x="256" y="275"/>
                    <a:pt x="256" y="275"/>
                  </a:cubicBezTo>
                  <a:cubicBezTo>
                    <a:pt x="256" y="30"/>
                    <a:pt x="256" y="30"/>
                    <a:pt x="256" y="30"/>
                  </a:cubicBezTo>
                  <a:cubicBezTo>
                    <a:pt x="256" y="30"/>
                    <a:pt x="272" y="24"/>
                    <a:pt x="296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4" y="83"/>
                    <a:pt x="52" y="158"/>
                  </a:cubicBezTo>
                  <a:cubicBezTo>
                    <a:pt x="52" y="158"/>
                    <a:pt x="51" y="160"/>
                    <a:pt x="51" y="160"/>
                  </a:cubicBezTo>
                  <a:cubicBezTo>
                    <a:pt x="22" y="160"/>
                    <a:pt x="0" y="182"/>
                    <a:pt x="0" y="208"/>
                  </a:cubicBezTo>
                  <a:cubicBezTo>
                    <a:pt x="0" y="234"/>
                    <a:pt x="22" y="255"/>
                    <a:pt x="51" y="255"/>
                  </a:cubicBezTo>
                  <a:cubicBezTo>
                    <a:pt x="52" y="255"/>
                    <a:pt x="53" y="256"/>
                    <a:pt x="54" y="255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54" y="256"/>
                    <a:pt x="104" y="380"/>
                    <a:pt x="195" y="413"/>
                  </a:cubicBezTo>
                  <a:cubicBezTo>
                    <a:pt x="195" y="413"/>
                    <a:pt x="195" y="413"/>
                    <a:pt x="195" y="413"/>
                  </a:cubicBezTo>
                  <a:cubicBezTo>
                    <a:pt x="206" y="415"/>
                    <a:pt x="241" y="413"/>
                    <a:pt x="241" y="413"/>
                  </a:cubicBezTo>
                  <a:cubicBezTo>
                    <a:pt x="241" y="413"/>
                    <a:pt x="247" y="413"/>
                    <a:pt x="256" y="414"/>
                  </a:cubicBezTo>
                  <a:cubicBezTo>
                    <a:pt x="256" y="302"/>
                    <a:pt x="256" y="302"/>
                    <a:pt x="256" y="302"/>
                  </a:cubicBezTo>
                  <a:lnTo>
                    <a:pt x="280" y="287"/>
                  </a:ln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任意多边形 20"/>
            <p:cNvSpPr>
              <a:spLocks/>
            </p:cNvSpPr>
            <p:nvPr/>
          </p:nvSpPr>
          <p:spPr bwMode="auto">
            <a:xfrm>
              <a:off x="2591852" y="3575419"/>
              <a:ext cx="60851" cy="11064"/>
            </a:xfrm>
            <a:custGeom>
              <a:avLst/>
              <a:gdLst>
                <a:gd name="T0" fmla="*/ 19 w 29"/>
                <a:gd name="T1" fmla="*/ 4 h 5"/>
                <a:gd name="T2" fmla="*/ 29 w 29"/>
                <a:gd name="T3" fmla="*/ 0 h 5"/>
                <a:gd name="T4" fmla="*/ 0 w 29"/>
                <a:gd name="T5" fmla="*/ 5 h 5"/>
                <a:gd name="T6" fmla="*/ 19 w 29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5">
                  <a:moveTo>
                    <a:pt x="19" y="4"/>
                  </a:moveTo>
                  <a:cubicBezTo>
                    <a:pt x="22" y="3"/>
                    <a:pt x="25" y="1"/>
                    <a:pt x="29" y="0"/>
                  </a:cubicBezTo>
                  <a:cubicBezTo>
                    <a:pt x="17" y="2"/>
                    <a:pt x="7" y="4"/>
                    <a:pt x="0" y="5"/>
                  </a:cubicBezTo>
                  <a:cubicBezTo>
                    <a:pt x="7" y="5"/>
                    <a:pt x="15" y="5"/>
                    <a:pt x="19" y="4"/>
                  </a:cubicBez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任意多边形 21"/>
            <p:cNvSpPr>
              <a:spLocks/>
            </p:cNvSpPr>
            <p:nvPr/>
          </p:nvSpPr>
          <p:spPr bwMode="auto">
            <a:xfrm>
              <a:off x="2561427" y="2727659"/>
              <a:ext cx="475742" cy="858824"/>
            </a:xfrm>
            <a:custGeom>
              <a:avLst/>
              <a:gdLst>
                <a:gd name="T0" fmla="*/ 175 w 229"/>
                <a:gd name="T1" fmla="*/ 256 h 414"/>
                <a:gd name="T2" fmla="*/ 178 w 229"/>
                <a:gd name="T3" fmla="*/ 256 h 414"/>
                <a:gd name="T4" fmla="*/ 229 w 229"/>
                <a:gd name="T5" fmla="*/ 209 h 414"/>
                <a:gd name="T6" fmla="*/ 178 w 229"/>
                <a:gd name="T7" fmla="*/ 162 h 414"/>
                <a:gd name="T8" fmla="*/ 176 w 229"/>
                <a:gd name="T9" fmla="*/ 158 h 414"/>
                <a:gd name="T10" fmla="*/ 170 w 229"/>
                <a:gd name="T11" fmla="*/ 0 h 414"/>
                <a:gd name="T12" fmla="*/ 43 w 229"/>
                <a:gd name="T13" fmla="*/ 0 h 414"/>
                <a:gd name="T14" fmla="*/ 0 w 229"/>
                <a:gd name="T15" fmla="*/ 30 h 414"/>
                <a:gd name="T16" fmla="*/ 0 w 229"/>
                <a:gd name="T17" fmla="*/ 414 h 414"/>
                <a:gd name="T18" fmla="*/ 13 w 229"/>
                <a:gd name="T19" fmla="*/ 414 h 414"/>
                <a:gd name="T20" fmla="*/ 43 w 229"/>
                <a:gd name="T21" fmla="*/ 409 h 414"/>
                <a:gd name="T22" fmla="*/ 175 w 229"/>
                <a:gd name="T23" fmla="*/ 256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9" h="414">
                  <a:moveTo>
                    <a:pt x="175" y="256"/>
                  </a:moveTo>
                  <a:cubicBezTo>
                    <a:pt x="176" y="256"/>
                    <a:pt x="177" y="256"/>
                    <a:pt x="178" y="256"/>
                  </a:cubicBezTo>
                  <a:cubicBezTo>
                    <a:pt x="206" y="256"/>
                    <a:pt x="229" y="235"/>
                    <a:pt x="229" y="209"/>
                  </a:cubicBezTo>
                  <a:cubicBezTo>
                    <a:pt x="229" y="183"/>
                    <a:pt x="206" y="162"/>
                    <a:pt x="178" y="162"/>
                  </a:cubicBezTo>
                  <a:cubicBezTo>
                    <a:pt x="177" y="162"/>
                    <a:pt x="177" y="158"/>
                    <a:pt x="176" y="158"/>
                  </a:cubicBezTo>
                  <a:cubicBezTo>
                    <a:pt x="175" y="83"/>
                    <a:pt x="170" y="0"/>
                    <a:pt x="17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24"/>
                    <a:pt x="0" y="30"/>
                    <a:pt x="0" y="30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4" y="414"/>
                    <a:pt x="9" y="414"/>
                    <a:pt x="13" y="414"/>
                  </a:cubicBezTo>
                  <a:cubicBezTo>
                    <a:pt x="21" y="413"/>
                    <a:pt x="32" y="411"/>
                    <a:pt x="43" y="409"/>
                  </a:cubicBezTo>
                  <a:cubicBezTo>
                    <a:pt x="128" y="371"/>
                    <a:pt x="175" y="256"/>
                    <a:pt x="175" y="256"/>
                  </a:cubicBezTo>
                  <a:close/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任意多边形 22"/>
            <p:cNvSpPr>
              <a:spLocks/>
            </p:cNvSpPr>
            <p:nvPr/>
          </p:nvSpPr>
          <p:spPr bwMode="auto">
            <a:xfrm>
              <a:off x="2517172" y="4697008"/>
              <a:ext cx="318083" cy="1273715"/>
            </a:xfrm>
            <a:custGeom>
              <a:avLst/>
              <a:gdLst>
                <a:gd name="T0" fmla="*/ 65 w 230"/>
                <a:gd name="T1" fmla="*/ 921 h 921"/>
                <a:gd name="T2" fmla="*/ 199 w 230"/>
                <a:gd name="T3" fmla="*/ 921 h 921"/>
                <a:gd name="T4" fmla="*/ 230 w 230"/>
                <a:gd name="T5" fmla="*/ 0 h 921"/>
                <a:gd name="T6" fmla="*/ 0 w 230"/>
                <a:gd name="T7" fmla="*/ 0 h 921"/>
                <a:gd name="T8" fmla="*/ 65 w 230"/>
                <a:gd name="T9" fmla="*/ 92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921">
                  <a:moveTo>
                    <a:pt x="65" y="921"/>
                  </a:moveTo>
                  <a:lnTo>
                    <a:pt x="199" y="921"/>
                  </a:lnTo>
                  <a:lnTo>
                    <a:pt x="230" y="0"/>
                  </a:lnTo>
                  <a:lnTo>
                    <a:pt x="0" y="0"/>
                  </a:lnTo>
                  <a:lnTo>
                    <a:pt x="65" y="921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任意多边形 23"/>
            <p:cNvSpPr>
              <a:spLocks/>
            </p:cNvSpPr>
            <p:nvPr/>
          </p:nvSpPr>
          <p:spPr bwMode="auto">
            <a:xfrm>
              <a:off x="2250258" y="4697008"/>
              <a:ext cx="316700" cy="1273715"/>
            </a:xfrm>
            <a:custGeom>
              <a:avLst/>
              <a:gdLst>
                <a:gd name="T0" fmla="*/ 165 w 229"/>
                <a:gd name="T1" fmla="*/ 921 h 921"/>
                <a:gd name="T2" fmla="*/ 31 w 229"/>
                <a:gd name="T3" fmla="*/ 921 h 921"/>
                <a:gd name="T4" fmla="*/ 0 w 229"/>
                <a:gd name="T5" fmla="*/ 0 h 921"/>
                <a:gd name="T6" fmla="*/ 229 w 229"/>
                <a:gd name="T7" fmla="*/ 0 h 921"/>
                <a:gd name="T8" fmla="*/ 165 w 229"/>
                <a:gd name="T9" fmla="*/ 92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" h="921">
                  <a:moveTo>
                    <a:pt x="165" y="921"/>
                  </a:moveTo>
                  <a:lnTo>
                    <a:pt x="31" y="921"/>
                  </a:lnTo>
                  <a:lnTo>
                    <a:pt x="0" y="0"/>
                  </a:lnTo>
                  <a:lnTo>
                    <a:pt x="229" y="0"/>
                  </a:lnTo>
                  <a:lnTo>
                    <a:pt x="165" y="921"/>
                  </a:lnTo>
                  <a:close/>
                </a:path>
              </a:pathLst>
            </a:custGeom>
            <a:solidFill>
              <a:srgbClr val="2D2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>
              <a:spLocks/>
            </p:cNvSpPr>
            <p:nvPr/>
          </p:nvSpPr>
          <p:spPr bwMode="auto">
            <a:xfrm>
              <a:off x="2222599" y="3687440"/>
              <a:ext cx="629251" cy="612655"/>
            </a:xfrm>
            <a:prstGeom prst="rect">
              <a:avLst/>
            </a:prstGeom>
            <a:solidFill>
              <a:srgbClr val="E8E1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>
              <a:spLocks/>
            </p:cNvSpPr>
            <p:nvPr/>
          </p:nvSpPr>
          <p:spPr bwMode="auto">
            <a:xfrm>
              <a:off x="2457703" y="3615526"/>
              <a:ext cx="159041" cy="89893"/>
            </a:xfrm>
            <a:prstGeom prst="rect">
              <a:avLst/>
            </a:pr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任意多边形 26"/>
            <p:cNvSpPr>
              <a:spLocks/>
            </p:cNvSpPr>
            <p:nvPr/>
          </p:nvSpPr>
          <p:spPr bwMode="auto">
            <a:xfrm>
              <a:off x="2441108" y="3687440"/>
              <a:ext cx="193616" cy="1009568"/>
            </a:xfrm>
            <a:custGeom>
              <a:avLst/>
              <a:gdLst>
                <a:gd name="T0" fmla="*/ 0 w 140"/>
                <a:gd name="T1" fmla="*/ 670 h 730"/>
                <a:gd name="T2" fmla="*/ 70 w 140"/>
                <a:gd name="T3" fmla="*/ 730 h 730"/>
                <a:gd name="T4" fmla="*/ 140 w 140"/>
                <a:gd name="T5" fmla="*/ 670 h 730"/>
                <a:gd name="T6" fmla="*/ 90 w 140"/>
                <a:gd name="T7" fmla="*/ 0 h 730"/>
                <a:gd name="T8" fmla="*/ 49 w 140"/>
                <a:gd name="T9" fmla="*/ 0 h 730"/>
                <a:gd name="T10" fmla="*/ 0 w 140"/>
                <a:gd name="T11" fmla="*/ 67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" h="730">
                  <a:moveTo>
                    <a:pt x="0" y="670"/>
                  </a:moveTo>
                  <a:lnTo>
                    <a:pt x="70" y="730"/>
                  </a:lnTo>
                  <a:lnTo>
                    <a:pt x="140" y="670"/>
                  </a:lnTo>
                  <a:lnTo>
                    <a:pt x="90" y="0"/>
                  </a:lnTo>
                  <a:lnTo>
                    <a:pt x="49" y="0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任意多边形 27"/>
            <p:cNvSpPr>
              <a:spLocks/>
            </p:cNvSpPr>
            <p:nvPr/>
          </p:nvSpPr>
          <p:spPr bwMode="auto">
            <a:xfrm>
              <a:off x="2587703" y="3615526"/>
              <a:ext cx="181169" cy="123084"/>
            </a:xfrm>
            <a:custGeom>
              <a:avLst/>
              <a:gdLst>
                <a:gd name="T0" fmla="*/ 29 w 131"/>
                <a:gd name="T1" fmla="*/ 89 h 89"/>
                <a:gd name="T2" fmla="*/ 131 w 131"/>
                <a:gd name="T3" fmla="*/ 52 h 89"/>
                <a:gd name="T4" fmla="*/ 131 w 131"/>
                <a:gd name="T5" fmla="*/ 0 h 89"/>
                <a:gd name="T6" fmla="*/ 0 w 131"/>
                <a:gd name="T7" fmla="*/ 0 h 89"/>
                <a:gd name="T8" fmla="*/ 29 w 131"/>
                <a:gd name="T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89">
                  <a:moveTo>
                    <a:pt x="29" y="89"/>
                  </a:moveTo>
                  <a:lnTo>
                    <a:pt x="131" y="52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29" y="89"/>
                  </a:lnTo>
                  <a:close/>
                </a:path>
              </a:pathLst>
            </a:custGeom>
            <a:solidFill>
              <a:srgbClr val="F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任意多边形 28"/>
            <p:cNvSpPr>
              <a:spLocks/>
            </p:cNvSpPr>
            <p:nvPr/>
          </p:nvSpPr>
          <p:spPr bwMode="auto">
            <a:xfrm>
              <a:off x="2305577" y="3615526"/>
              <a:ext cx="181169" cy="123084"/>
            </a:xfrm>
            <a:custGeom>
              <a:avLst/>
              <a:gdLst>
                <a:gd name="T0" fmla="*/ 102 w 131"/>
                <a:gd name="T1" fmla="*/ 89 h 89"/>
                <a:gd name="T2" fmla="*/ 0 w 131"/>
                <a:gd name="T3" fmla="*/ 52 h 89"/>
                <a:gd name="T4" fmla="*/ 0 w 131"/>
                <a:gd name="T5" fmla="*/ 0 h 89"/>
                <a:gd name="T6" fmla="*/ 131 w 131"/>
                <a:gd name="T7" fmla="*/ 0 h 89"/>
                <a:gd name="T8" fmla="*/ 102 w 131"/>
                <a:gd name="T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89">
                  <a:moveTo>
                    <a:pt x="102" y="89"/>
                  </a:moveTo>
                  <a:lnTo>
                    <a:pt x="0" y="52"/>
                  </a:lnTo>
                  <a:lnTo>
                    <a:pt x="0" y="0"/>
                  </a:lnTo>
                  <a:lnTo>
                    <a:pt x="131" y="0"/>
                  </a:lnTo>
                  <a:lnTo>
                    <a:pt x="102" y="89"/>
                  </a:lnTo>
                  <a:close/>
                </a:path>
              </a:pathLst>
            </a:custGeom>
            <a:solidFill>
              <a:srgbClr val="F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任意多边形 29"/>
            <p:cNvSpPr>
              <a:spLocks/>
            </p:cNvSpPr>
            <p:nvPr/>
          </p:nvSpPr>
          <p:spPr bwMode="auto">
            <a:xfrm>
              <a:off x="1764836" y="3687440"/>
              <a:ext cx="380316" cy="1143716"/>
            </a:xfrm>
            <a:custGeom>
              <a:avLst/>
              <a:gdLst>
                <a:gd name="T0" fmla="*/ 116 w 183"/>
                <a:gd name="T1" fmla="*/ 545 h 552"/>
                <a:gd name="T2" fmla="*/ 37 w 183"/>
                <a:gd name="T3" fmla="*/ 552 h 552"/>
                <a:gd name="T4" fmla="*/ 108 w 183"/>
                <a:gd name="T5" fmla="*/ 0 h 552"/>
                <a:gd name="T6" fmla="*/ 183 w 183"/>
                <a:gd name="T7" fmla="*/ 20 h 552"/>
                <a:gd name="T8" fmla="*/ 116 w 183"/>
                <a:gd name="T9" fmla="*/ 545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3" h="552">
                  <a:moveTo>
                    <a:pt x="116" y="545"/>
                  </a:moveTo>
                  <a:cubicBezTo>
                    <a:pt x="90" y="547"/>
                    <a:pt x="63" y="550"/>
                    <a:pt x="37" y="552"/>
                  </a:cubicBezTo>
                  <a:cubicBezTo>
                    <a:pt x="0" y="366"/>
                    <a:pt x="24" y="177"/>
                    <a:pt x="108" y="0"/>
                  </a:cubicBezTo>
                  <a:cubicBezTo>
                    <a:pt x="133" y="7"/>
                    <a:pt x="158" y="13"/>
                    <a:pt x="183" y="20"/>
                  </a:cubicBezTo>
                  <a:cubicBezTo>
                    <a:pt x="104" y="188"/>
                    <a:pt x="81" y="368"/>
                    <a:pt x="116" y="545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 30"/>
            <p:cNvSpPr>
              <a:spLocks/>
            </p:cNvSpPr>
            <p:nvPr/>
          </p:nvSpPr>
          <p:spPr bwMode="auto">
            <a:xfrm>
              <a:off x="1843665" y="4817326"/>
              <a:ext cx="222658" cy="163190"/>
            </a:xfrm>
            <a:custGeom>
              <a:avLst/>
              <a:gdLst>
                <a:gd name="T0" fmla="*/ 89 w 107"/>
                <a:gd name="T1" fmla="*/ 9 h 79"/>
                <a:gd name="T2" fmla="*/ 79 w 107"/>
                <a:gd name="T3" fmla="*/ 5 h 79"/>
                <a:gd name="T4" fmla="*/ 77 w 107"/>
                <a:gd name="T5" fmla="*/ 0 h 79"/>
                <a:gd name="T6" fmla="*/ 1 w 107"/>
                <a:gd name="T7" fmla="*/ 7 h 79"/>
                <a:gd name="T8" fmla="*/ 1 w 107"/>
                <a:gd name="T9" fmla="*/ 27 h 79"/>
                <a:gd name="T10" fmla="*/ 49 w 107"/>
                <a:gd name="T11" fmla="*/ 77 h 79"/>
                <a:gd name="T12" fmla="*/ 84 w 107"/>
                <a:gd name="T13" fmla="*/ 30 h 79"/>
                <a:gd name="T14" fmla="*/ 103 w 107"/>
                <a:gd name="T15" fmla="*/ 29 h 79"/>
                <a:gd name="T16" fmla="*/ 89 w 107"/>
                <a:gd name="T17" fmla="*/ 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7" h="79">
                  <a:moveTo>
                    <a:pt x="89" y="9"/>
                  </a:moveTo>
                  <a:cubicBezTo>
                    <a:pt x="86" y="7"/>
                    <a:pt x="82" y="6"/>
                    <a:pt x="79" y="5"/>
                  </a:cubicBezTo>
                  <a:cubicBezTo>
                    <a:pt x="78" y="3"/>
                    <a:pt x="78" y="1"/>
                    <a:pt x="77" y="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14"/>
                    <a:pt x="0" y="20"/>
                    <a:pt x="1" y="27"/>
                  </a:cubicBezTo>
                  <a:cubicBezTo>
                    <a:pt x="5" y="57"/>
                    <a:pt x="26" y="79"/>
                    <a:pt x="49" y="77"/>
                  </a:cubicBezTo>
                  <a:cubicBezTo>
                    <a:pt x="70" y="75"/>
                    <a:pt x="84" y="55"/>
                    <a:pt x="84" y="30"/>
                  </a:cubicBezTo>
                  <a:cubicBezTo>
                    <a:pt x="92" y="32"/>
                    <a:pt x="100" y="32"/>
                    <a:pt x="103" y="29"/>
                  </a:cubicBezTo>
                  <a:cubicBezTo>
                    <a:pt x="107" y="24"/>
                    <a:pt x="101" y="15"/>
                    <a:pt x="89" y="9"/>
                  </a:cubicBezTo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 31"/>
            <p:cNvSpPr>
              <a:spLocks/>
            </p:cNvSpPr>
            <p:nvPr/>
          </p:nvSpPr>
          <p:spPr bwMode="auto">
            <a:xfrm>
              <a:off x="2507490" y="3687440"/>
              <a:ext cx="579464" cy="1182439"/>
            </a:xfrm>
            <a:custGeom>
              <a:avLst/>
              <a:gdLst>
                <a:gd name="T0" fmla="*/ 50 w 279"/>
                <a:gd name="T1" fmla="*/ 571 h 571"/>
                <a:gd name="T2" fmla="*/ 50 w 279"/>
                <a:gd name="T3" fmla="*/ 571 h 571"/>
                <a:gd name="T4" fmla="*/ 48 w 279"/>
                <a:gd name="T5" fmla="*/ 571 h 571"/>
                <a:gd name="T6" fmla="*/ 1 w 279"/>
                <a:gd name="T7" fmla="*/ 536 h 571"/>
                <a:gd name="T8" fmla="*/ 0 w 279"/>
                <a:gd name="T9" fmla="*/ 536 h 571"/>
                <a:gd name="T10" fmla="*/ 0 w 279"/>
                <a:gd name="T11" fmla="*/ 281 h 571"/>
                <a:gd name="T12" fmla="*/ 124 w 279"/>
                <a:gd name="T13" fmla="*/ 0 h 571"/>
                <a:gd name="T14" fmla="*/ 279 w 279"/>
                <a:gd name="T15" fmla="*/ 0 h 571"/>
                <a:gd name="T16" fmla="*/ 218 w 279"/>
                <a:gd name="T17" fmla="*/ 281 h 571"/>
                <a:gd name="T18" fmla="*/ 218 w 279"/>
                <a:gd name="T19" fmla="*/ 571 h 571"/>
                <a:gd name="T20" fmla="*/ 50 w 279"/>
                <a:gd name="T21" fmla="*/ 57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9" h="571">
                  <a:moveTo>
                    <a:pt x="50" y="571"/>
                  </a:moveTo>
                  <a:cubicBezTo>
                    <a:pt x="50" y="571"/>
                    <a:pt x="50" y="571"/>
                    <a:pt x="50" y="571"/>
                  </a:cubicBezTo>
                  <a:cubicBezTo>
                    <a:pt x="50" y="571"/>
                    <a:pt x="49" y="571"/>
                    <a:pt x="48" y="571"/>
                  </a:cubicBezTo>
                  <a:cubicBezTo>
                    <a:pt x="24" y="571"/>
                    <a:pt x="4" y="556"/>
                    <a:pt x="1" y="536"/>
                  </a:cubicBezTo>
                  <a:cubicBezTo>
                    <a:pt x="0" y="536"/>
                    <a:pt x="0" y="536"/>
                    <a:pt x="0" y="536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279" y="0"/>
                    <a:pt x="279" y="0"/>
                    <a:pt x="279" y="0"/>
                  </a:cubicBezTo>
                  <a:cubicBezTo>
                    <a:pt x="218" y="281"/>
                    <a:pt x="218" y="281"/>
                    <a:pt x="218" y="281"/>
                  </a:cubicBezTo>
                  <a:cubicBezTo>
                    <a:pt x="218" y="571"/>
                    <a:pt x="218" y="571"/>
                    <a:pt x="218" y="571"/>
                  </a:cubicBezTo>
                  <a:lnTo>
                    <a:pt x="50" y="57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 32"/>
            <p:cNvSpPr>
              <a:spLocks/>
            </p:cNvSpPr>
            <p:nvPr/>
          </p:nvSpPr>
          <p:spPr bwMode="auto">
            <a:xfrm>
              <a:off x="2507490" y="3648717"/>
              <a:ext cx="401061" cy="620953"/>
            </a:xfrm>
            <a:custGeom>
              <a:avLst/>
              <a:gdLst>
                <a:gd name="T0" fmla="*/ 155 w 290"/>
                <a:gd name="T1" fmla="*/ 224 h 449"/>
                <a:gd name="T2" fmla="*/ 0 w 290"/>
                <a:gd name="T3" fmla="*/ 449 h 449"/>
                <a:gd name="T4" fmla="*/ 195 w 290"/>
                <a:gd name="T5" fmla="*/ 0 h 449"/>
                <a:gd name="T6" fmla="*/ 290 w 290"/>
                <a:gd name="T7" fmla="*/ 28 h 449"/>
                <a:gd name="T8" fmla="*/ 227 w 290"/>
                <a:gd name="T9" fmla="*/ 119 h 449"/>
                <a:gd name="T10" fmla="*/ 159 w 290"/>
                <a:gd name="T11" fmla="*/ 217 h 449"/>
                <a:gd name="T12" fmla="*/ 155 w 290"/>
                <a:gd name="T13" fmla="*/ 224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449">
                  <a:moveTo>
                    <a:pt x="155" y="224"/>
                  </a:moveTo>
                  <a:lnTo>
                    <a:pt x="0" y="449"/>
                  </a:lnTo>
                  <a:lnTo>
                    <a:pt x="195" y="0"/>
                  </a:lnTo>
                  <a:lnTo>
                    <a:pt x="290" y="28"/>
                  </a:lnTo>
                  <a:lnTo>
                    <a:pt x="227" y="119"/>
                  </a:lnTo>
                  <a:lnTo>
                    <a:pt x="159" y="217"/>
                  </a:lnTo>
                  <a:lnTo>
                    <a:pt x="155" y="224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 33"/>
            <p:cNvSpPr>
              <a:spLocks/>
            </p:cNvSpPr>
            <p:nvPr/>
          </p:nvSpPr>
          <p:spPr bwMode="auto">
            <a:xfrm>
              <a:off x="1987494" y="3687440"/>
              <a:ext cx="579464" cy="1182439"/>
            </a:xfrm>
            <a:custGeom>
              <a:avLst/>
              <a:gdLst>
                <a:gd name="T0" fmla="*/ 228 w 279"/>
                <a:gd name="T1" fmla="*/ 571 h 571"/>
                <a:gd name="T2" fmla="*/ 229 w 279"/>
                <a:gd name="T3" fmla="*/ 571 h 571"/>
                <a:gd name="T4" fmla="*/ 231 w 279"/>
                <a:gd name="T5" fmla="*/ 571 h 571"/>
                <a:gd name="T6" fmla="*/ 278 w 279"/>
                <a:gd name="T7" fmla="*/ 536 h 571"/>
                <a:gd name="T8" fmla="*/ 279 w 279"/>
                <a:gd name="T9" fmla="*/ 536 h 571"/>
                <a:gd name="T10" fmla="*/ 279 w 279"/>
                <a:gd name="T11" fmla="*/ 281 h 571"/>
                <a:gd name="T12" fmla="*/ 155 w 279"/>
                <a:gd name="T13" fmla="*/ 0 h 571"/>
                <a:gd name="T14" fmla="*/ 0 w 279"/>
                <a:gd name="T15" fmla="*/ 0 h 571"/>
                <a:gd name="T16" fmla="*/ 61 w 279"/>
                <a:gd name="T17" fmla="*/ 281 h 571"/>
                <a:gd name="T18" fmla="*/ 61 w 279"/>
                <a:gd name="T19" fmla="*/ 571 h 571"/>
                <a:gd name="T20" fmla="*/ 228 w 279"/>
                <a:gd name="T21" fmla="*/ 57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9" h="571">
                  <a:moveTo>
                    <a:pt x="228" y="571"/>
                  </a:moveTo>
                  <a:cubicBezTo>
                    <a:pt x="229" y="571"/>
                    <a:pt x="229" y="571"/>
                    <a:pt x="229" y="571"/>
                  </a:cubicBezTo>
                  <a:cubicBezTo>
                    <a:pt x="229" y="571"/>
                    <a:pt x="230" y="571"/>
                    <a:pt x="231" y="571"/>
                  </a:cubicBezTo>
                  <a:cubicBezTo>
                    <a:pt x="255" y="571"/>
                    <a:pt x="275" y="556"/>
                    <a:pt x="278" y="536"/>
                  </a:cubicBezTo>
                  <a:cubicBezTo>
                    <a:pt x="279" y="536"/>
                    <a:pt x="279" y="536"/>
                    <a:pt x="279" y="536"/>
                  </a:cubicBezTo>
                  <a:cubicBezTo>
                    <a:pt x="279" y="281"/>
                    <a:pt x="279" y="281"/>
                    <a:pt x="279" y="28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281"/>
                    <a:pt x="61" y="281"/>
                    <a:pt x="61" y="281"/>
                  </a:cubicBezTo>
                  <a:cubicBezTo>
                    <a:pt x="61" y="571"/>
                    <a:pt x="61" y="571"/>
                    <a:pt x="61" y="571"/>
                  </a:cubicBezTo>
                  <a:lnTo>
                    <a:pt x="228" y="57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 34"/>
            <p:cNvSpPr>
              <a:spLocks/>
            </p:cNvSpPr>
            <p:nvPr/>
          </p:nvSpPr>
          <p:spPr bwMode="auto">
            <a:xfrm>
              <a:off x="2165897" y="3648717"/>
              <a:ext cx="401061" cy="620953"/>
            </a:xfrm>
            <a:custGeom>
              <a:avLst/>
              <a:gdLst>
                <a:gd name="T0" fmla="*/ 0 w 290"/>
                <a:gd name="T1" fmla="*/ 28 h 449"/>
                <a:gd name="T2" fmla="*/ 95 w 290"/>
                <a:gd name="T3" fmla="*/ 0 h 449"/>
                <a:gd name="T4" fmla="*/ 290 w 290"/>
                <a:gd name="T5" fmla="*/ 449 h 449"/>
                <a:gd name="T6" fmla="*/ 64 w 290"/>
                <a:gd name="T7" fmla="*/ 119 h 449"/>
                <a:gd name="T8" fmla="*/ 0 w 290"/>
                <a:gd name="T9" fmla="*/ 2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" h="449">
                  <a:moveTo>
                    <a:pt x="0" y="28"/>
                  </a:moveTo>
                  <a:lnTo>
                    <a:pt x="95" y="0"/>
                  </a:lnTo>
                  <a:lnTo>
                    <a:pt x="290" y="449"/>
                  </a:lnTo>
                  <a:lnTo>
                    <a:pt x="64" y="119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任意多边形 35"/>
            <p:cNvSpPr>
              <a:spLocks/>
            </p:cNvSpPr>
            <p:nvPr/>
          </p:nvSpPr>
          <p:spPr bwMode="auto">
            <a:xfrm>
              <a:off x="2077387" y="3135635"/>
              <a:ext cx="59467" cy="60851"/>
            </a:xfrm>
            <a:custGeom>
              <a:avLst/>
              <a:gdLst>
                <a:gd name="T0" fmla="*/ 7 w 29"/>
                <a:gd name="T1" fmla="*/ 22 h 29"/>
                <a:gd name="T2" fmla="*/ 22 w 29"/>
                <a:gd name="T3" fmla="*/ 7 h 29"/>
                <a:gd name="T4" fmla="*/ 29 w 29"/>
                <a:gd name="T5" fmla="*/ 9 h 29"/>
                <a:gd name="T6" fmla="*/ 15 w 29"/>
                <a:gd name="T7" fmla="*/ 0 h 29"/>
                <a:gd name="T8" fmla="*/ 0 w 29"/>
                <a:gd name="T9" fmla="*/ 15 h 29"/>
                <a:gd name="T10" fmla="*/ 8 w 29"/>
                <a:gd name="T11" fmla="*/ 29 h 29"/>
                <a:gd name="T12" fmla="*/ 7 w 29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9">
                  <a:moveTo>
                    <a:pt x="7" y="22"/>
                  </a:moveTo>
                  <a:cubicBezTo>
                    <a:pt x="7" y="14"/>
                    <a:pt x="13" y="7"/>
                    <a:pt x="22" y="7"/>
                  </a:cubicBezTo>
                  <a:cubicBezTo>
                    <a:pt x="24" y="7"/>
                    <a:pt x="27" y="7"/>
                    <a:pt x="29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7" y="25"/>
                    <a:pt x="7" y="22"/>
                  </a:cubicBezTo>
                </a:path>
              </a:pathLst>
            </a:custGeom>
            <a:solidFill>
              <a:srgbClr val="D3AB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任意多边形 36"/>
            <p:cNvSpPr>
              <a:spLocks/>
            </p:cNvSpPr>
            <p:nvPr/>
          </p:nvSpPr>
          <p:spPr bwMode="auto">
            <a:xfrm>
              <a:off x="2934828" y="3135635"/>
              <a:ext cx="58085" cy="60851"/>
            </a:xfrm>
            <a:custGeom>
              <a:avLst/>
              <a:gdLst>
                <a:gd name="T0" fmla="*/ 22 w 28"/>
                <a:gd name="T1" fmla="*/ 22 h 29"/>
                <a:gd name="T2" fmla="*/ 7 w 28"/>
                <a:gd name="T3" fmla="*/ 7 h 29"/>
                <a:gd name="T4" fmla="*/ 0 w 28"/>
                <a:gd name="T5" fmla="*/ 9 h 29"/>
                <a:gd name="T6" fmla="*/ 13 w 28"/>
                <a:gd name="T7" fmla="*/ 0 h 29"/>
                <a:gd name="T8" fmla="*/ 28 w 28"/>
                <a:gd name="T9" fmla="*/ 15 h 29"/>
                <a:gd name="T10" fmla="*/ 20 w 28"/>
                <a:gd name="T11" fmla="*/ 29 h 29"/>
                <a:gd name="T12" fmla="*/ 22 w 28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9">
                  <a:moveTo>
                    <a:pt x="22" y="22"/>
                  </a:moveTo>
                  <a:cubicBezTo>
                    <a:pt x="22" y="14"/>
                    <a:pt x="15" y="7"/>
                    <a:pt x="7" y="7"/>
                  </a:cubicBezTo>
                  <a:cubicBezTo>
                    <a:pt x="4" y="7"/>
                    <a:pt x="2" y="7"/>
                    <a:pt x="0" y="9"/>
                  </a:cubicBezTo>
                  <a:cubicBezTo>
                    <a:pt x="2" y="4"/>
                    <a:pt x="7" y="0"/>
                    <a:pt x="13" y="0"/>
                  </a:cubicBezTo>
                  <a:cubicBezTo>
                    <a:pt x="22" y="0"/>
                    <a:pt x="28" y="7"/>
                    <a:pt x="28" y="15"/>
                  </a:cubicBezTo>
                  <a:cubicBezTo>
                    <a:pt x="28" y="21"/>
                    <a:pt x="25" y="26"/>
                    <a:pt x="20" y="29"/>
                  </a:cubicBezTo>
                  <a:cubicBezTo>
                    <a:pt x="21" y="27"/>
                    <a:pt x="22" y="25"/>
                    <a:pt x="22" y="22"/>
                  </a:cubicBezTo>
                </a:path>
              </a:pathLst>
            </a:custGeom>
            <a:solidFill>
              <a:srgbClr val="DDAA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任意多边形 37"/>
            <p:cNvSpPr>
              <a:spLocks/>
            </p:cNvSpPr>
            <p:nvPr/>
          </p:nvSpPr>
          <p:spPr bwMode="auto">
            <a:xfrm>
              <a:off x="2070472" y="3135635"/>
              <a:ext cx="58085" cy="60851"/>
            </a:xfrm>
            <a:custGeom>
              <a:avLst/>
              <a:gdLst>
                <a:gd name="T0" fmla="*/ 6 w 28"/>
                <a:gd name="T1" fmla="*/ 22 h 29"/>
                <a:gd name="T2" fmla="*/ 21 w 28"/>
                <a:gd name="T3" fmla="*/ 7 h 29"/>
                <a:gd name="T4" fmla="*/ 28 w 28"/>
                <a:gd name="T5" fmla="*/ 9 h 29"/>
                <a:gd name="T6" fmla="*/ 15 w 28"/>
                <a:gd name="T7" fmla="*/ 0 h 29"/>
                <a:gd name="T8" fmla="*/ 0 w 28"/>
                <a:gd name="T9" fmla="*/ 15 h 29"/>
                <a:gd name="T10" fmla="*/ 8 w 28"/>
                <a:gd name="T11" fmla="*/ 29 h 29"/>
                <a:gd name="T12" fmla="*/ 6 w 28"/>
                <a:gd name="T13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9">
                  <a:moveTo>
                    <a:pt x="6" y="22"/>
                  </a:moveTo>
                  <a:cubicBezTo>
                    <a:pt x="6" y="14"/>
                    <a:pt x="13" y="7"/>
                    <a:pt x="21" y="7"/>
                  </a:cubicBezTo>
                  <a:cubicBezTo>
                    <a:pt x="24" y="7"/>
                    <a:pt x="26" y="7"/>
                    <a:pt x="28" y="9"/>
                  </a:cubicBezTo>
                  <a:cubicBezTo>
                    <a:pt x="26" y="4"/>
                    <a:pt x="21" y="0"/>
                    <a:pt x="15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21"/>
                    <a:pt x="3" y="26"/>
                    <a:pt x="8" y="29"/>
                  </a:cubicBezTo>
                  <a:cubicBezTo>
                    <a:pt x="7" y="27"/>
                    <a:pt x="6" y="25"/>
                    <a:pt x="6" y="22"/>
                  </a:cubicBezTo>
                </a:path>
              </a:pathLst>
            </a:custGeom>
            <a:solidFill>
              <a:srgbClr val="DDAA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任意多边形 38"/>
            <p:cNvSpPr>
              <a:spLocks/>
            </p:cNvSpPr>
            <p:nvPr/>
          </p:nvSpPr>
          <p:spPr bwMode="auto">
            <a:xfrm>
              <a:off x="2089833" y="2477342"/>
              <a:ext cx="885101" cy="636166"/>
            </a:xfrm>
            <a:custGeom>
              <a:avLst/>
              <a:gdLst>
                <a:gd name="T0" fmla="*/ 421 w 426"/>
                <a:gd name="T1" fmla="*/ 130 h 307"/>
                <a:gd name="T2" fmla="*/ 109 w 426"/>
                <a:gd name="T3" fmla="*/ 21 h 307"/>
                <a:gd name="T4" fmla="*/ 122 w 426"/>
                <a:gd name="T5" fmla="*/ 2 h 307"/>
                <a:gd name="T6" fmla="*/ 59 w 426"/>
                <a:gd name="T7" fmla="*/ 42 h 307"/>
                <a:gd name="T8" fmla="*/ 49 w 426"/>
                <a:gd name="T9" fmla="*/ 50 h 307"/>
                <a:gd name="T10" fmla="*/ 48 w 426"/>
                <a:gd name="T11" fmla="*/ 51 h 307"/>
                <a:gd name="T12" fmla="*/ 49 w 426"/>
                <a:gd name="T13" fmla="*/ 51 h 307"/>
                <a:gd name="T14" fmla="*/ 33 w 426"/>
                <a:gd name="T15" fmla="*/ 105 h 307"/>
                <a:gd name="T16" fmla="*/ 28 w 426"/>
                <a:gd name="T17" fmla="*/ 290 h 307"/>
                <a:gd name="T18" fmla="*/ 28 w 426"/>
                <a:gd name="T19" fmla="*/ 291 h 307"/>
                <a:gd name="T20" fmla="*/ 31 w 426"/>
                <a:gd name="T21" fmla="*/ 299 h 307"/>
                <a:gd name="T22" fmla="*/ 37 w 426"/>
                <a:gd name="T23" fmla="*/ 288 h 307"/>
                <a:gd name="T24" fmla="*/ 44 w 426"/>
                <a:gd name="T25" fmla="*/ 244 h 307"/>
                <a:gd name="T26" fmla="*/ 64 w 426"/>
                <a:gd name="T27" fmla="*/ 159 h 307"/>
                <a:gd name="T28" fmla="*/ 70 w 426"/>
                <a:gd name="T29" fmla="*/ 160 h 307"/>
                <a:gd name="T30" fmla="*/ 313 w 426"/>
                <a:gd name="T31" fmla="*/ 202 h 307"/>
                <a:gd name="T32" fmla="*/ 303 w 426"/>
                <a:gd name="T33" fmla="*/ 193 h 307"/>
                <a:gd name="T34" fmla="*/ 352 w 426"/>
                <a:gd name="T35" fmla="*/ 179 h 307"/>
                <a:gd name="T36" fmla="*/ 370 w 426"/>
                <a:gd name="T37" fmla="*/ 176 h 307"/>
                <a:gd name="T38" fmla="*/ 379 w 426"/>
                <a:gd name="T39" fmla="*/ 189 h 307"/>
                <a:gd name="T40" fmla="*/ 387 w 426"/>
                <a:gd name="T41" fmla="*/ 227 h 307"/>
                <a:gd name="T42" fmla="*/ 399 w 426"/>
                <a:gd name="T43" fmla="*/ 307 h 307"/>
                <a:gd name="T44" fmla="*/ 407 w 426"/>
                <a:gd name="T45" fmla="*/ 299 h 307"/>
                <a:gd name="T46" fmla="*/ 419 w 426"/>
                <a:gd name="T47" fmla="*/ 197 h 307"/>
                <a:gd name="T48" fmla="*/ 421 w 426"/>
                <a:gd name="T49" fmla="*/ 13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6" h="307">
                  <a:moveTo>
                    <a:pt x="421" y="130"/>
                  </a:moveTo>
                  <a:cubicBezTo>
                    <a:pt x="388" y="0"/>
                    <a:pt x="187" y="9"/>
                    <a:pt x="109" y="21"/>
                  </a:cubicBezTo>
                  <a:cubicBezTo>
                    <a:pt x="108" y="14"/>
                    <a:pt x="122" y="2"/>
                    <a:pt x="122" y="2"/>
                  </a:cubicBezTo>
                  <a:cubicBezTo>
                    <a:pt x="92" y="15"/>
                    <a:pt x="70" y="32"/>
                    <a:pt x="59" y="42"/>
                  </a:cubicBezTo>
                  <a:cubicBezTo>
                    <a:pt x="55" y="45"/>
                    <a:pt x="52" y="47"/>
                    <a:pt x="49" y="50"/>
                  </a:cubicBezTo>
                  <a:cubicBezTo>
                    <a:pt x="49" y="51"/>
                    <a:pt x="48" y="51"/>
                    <a:pt x="48" y="51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2" y="69"/>
                    <a:pt x="30" y="88"/>
                    <a:pt x="33" y="105"/>
                  </a:cubicBezTo>
                  <a:cubicBezTo>
                    <a:pt x="12" y="146"/>
                    <a:pt x="0" y="206"/>
                    <a:pt x="28" y="290"/>
                  </a:cubicBezTo>
                  <a:cubicBezTo>
                    <a:pt x="28" y="291"/>
                    <a:pt x="28" y="291"/>
                    <a:pt x="28" y="291"/>
                  </a:cubicBezTo>
                  <a:cubicBezTo>
                    <a:pt x="29" y="294"/>
                    <a:pt x="30" y="296"/>
                    <a:pt x="31" y="299"/>
                  </a:cubicBezTo>
                  <a:cubicBezTo>
                    <a:pt x="37" y="288"/>
                    <a:pt x="37" y="288"/>
                    <a:pt x="37" y="288"/>
                  </a:cubicBezTo>
                  <a:cubicBezTo>
                    <a:pt x="37" y="288"/>
                    <a:pt x="40" y="268"/>
                    <a:pt x="44" y="244"/>
                  </a:cubicBezTo>
                  <a:cubicBezTo>
                    <a:pt x="64" y="159"/>
                    <a:pt x="64" y="159"/>
                    <a:pt x="64" y="159"/>
                  </a:cubicBezTo>
                  <a:cubicBezTo>
                    <a:pt x="64" y="159"/>
                    <a:pt x="66" y="159"/>
                    <a:pt x="70" y="160"/>
                  </a:cubicBezTo>
                  <a:cubicBezTo>
                    <a:pt x="118" y="178"/>
                    <a:pt x="207" y="203"/>
                    <a:pt x="313" y="202"/>
                  </a:cubicBezTo>
                  <a:cubicBezTo>
                    <a:pt x="303" y="193"/>
                    <a:pt x="303" y="193"/>
                    <a:pt x="303" y="193"/>
                  </a:cubicBezTo>
                  <a:cubicBezTo>
                    <a:pt x="303" y="193"/>
                    <a:pt x="325" y="188"/>
                    <a:pt x="352" y="179"/>
                  </a:cubicBezTo>
                  <a:cubicBezTo>
                    <a:pt x="358" y="178"/>
                    <a:pt x="364" y="177"/>
                    <a:pt x="370" y="176"/>
                  </a:cubicBezTo>
                  <a:cubicBezTo>
                    <a:pt x="379" y="189"/>
                    <a:pt x="379" y="189"/>
                    <a:pt x="379" y="189"/>
                  </a:cubicBezTo>
                  <a:cubicBezTo>
                    <a:pt x="379" y="189"/>
                    <a:pt x="384" y="215"/>
                    <a:pt x="387" y="227"/>
                  </a:cubicBezTo>
                  <a:cubicBezTo>
                    <a:pt x="389" y="238"/>
                    <a:pt x="399" y="307"/>
                    <a:pt x="399" y="307"/>
                  </a:cubicBezTo>
                  <a:cubicBezTo>
                    <a:pt x="407" y="299"/>
                    <a:pt x="407" y="299"/>
                    <a:pt x="407" y="299"/>
                  </a:cubicBezTo>
                  <a:cubicBezTo>
                    <a:pt x="407" y="299"/>
                    <a:pt x="418" y="216"/>
                    <a:pt x="419" y="197"/>
                  </a:cubicBezTo>
                  <a:cubicBezTo>
                    <a:pt x="419" y="180"/>
                    <a:pt x="426" y="142"/>
                    <a:pt x="421" y="130"/>
                  </a:cubicBezTo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任意多边形 39"/>
            <p:cNvSpPr>
              <a:spLocks/>
            </p:cNvSpPr>
            <p:nvPr/>
          </p:nvSpPr>
          <p:spPr bwMode="auto">
            <a:xfrm>
              <a:off x="2131323" y="5936149"/>
              <a:ext cx="347125" cy="123084"/>
            </a:xfrm>
            <a:custGeom>
              <a:avLst/>
              <a:gdLst>
                <a:gd name="T0" fmla="*/ 87 w 167"/>
                <a:gd name="T1" fmla="*/ 1 h 60"/>
                <a:gd name="T2" fmla="*/ 84 w 167"/>
                <a:gd name="T3" fmla="*/ 0 h 60"/>
                <a:gd name="T4" fmla="*/ 80 w 167"/>
                <a:gd name="T5" fmla="*/ 1 h 60"/>
                <a:gd name="T6" fmla="*/ 78 w 167"/>
                <a:gd name="T7" fmla="*/ 1 h 60"/>
                <a:gd name="T8" fmla="*/ 78 w 167"/>
                <a:gd name="T9" fmla="*/ 1 h 60"/>
                <a:gd name="T10" fmla="*/ 0 w 167"/>
                <a:gd name="T11" fmla="*/ 60 h 60"/>
                <a:gd name="T12" fmla="*/ 167 w 167"/>
                <a:gd name="T13" fmla="*/ 60 h 60"/>
                <a:gd name="T14" fmla="*/ 167 w 167"/>
                <a:gd name="T15" fmla="*/ 1 h 60"/>
                <a:gd name="T16" fmla="*/ 87 w 167"/>
                <a:gd name="T17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60">
                  <a:moveTo>
                    <a:pt x="87" y="1"/>
                  </a:moveTo>
                  <a:cubicBezTo>
                    <a:pt x="86" y="1"/>
                    <a:pt x="85" y="0"/>
                    <a:pt x="84" y="0"/>
                  </a:cubicBezTo>
                  <a:cubicBezTo>
                    <a:pt x="82" y="0"/>
                    <a:pt x="81" y="1"/>
                    <a:pt x="80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35" y="3"/>
                    <a:pt x="0" y="28"/>
                    <a:pt x="0" y="60"/>
                  </a:cubicBezTo>
                  <a:cubicBezTo>
                    <a:pt x="167" y="60"/>
                    <a:pt x="167" y="60"/>
                    <a:pt x="167" y="60"/>
                  </a:cubicBezTo>
                  <a:cubicBezTo>
                    <a:pt x="167" y="1"/>
                    <a:pt x="167" y="1"/>
                    <a:pt x="167" y="1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3738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任意多边形 40"/>
            <p:cNvSpPr>
              <a:spLocks/>
            </p:cNvSpPr>
            <p:nvPr/>
          </p:nvSpPr>
          <p:spPr bwMode="auto">
            <a:xfrm>
              <a:off x="2607064" y="5936149"/>
              <a:ext cx="347125" cy="123084"/>
            </a:xfrm>
            <a:custGeom>
              <a:avLst/>
              <a:gdLst>
                <a:gd name="T0" fmla="*/ 80 w 167"/>
                <a:gd name="T1" fmla="*/ 1 h 60"/>
                <a:gd name="T2" fmla="*/ 84 w 167"/>
                <a:gd name="T3" fmla="*/ 0 h 60"/>
                <a:gd name="T4" fmla="*/ 87 w 167"/>
                <a:gd name="T5" fmla="*/ 1 h 60"/>
                <a:gd name="T6" fmla="*/ 89 w 167"/>
                <a:gd name="T7" fmla="*/ 1 h 60"/>
                <a:gd name="T8" fmla="*/ 89 w 167"/>
                <a:gd name="T9" fmla="*/ 1 h 60"/>
                <a:gd name="T10" fmla="*/ 167 w 167"/>
                <a:gd name="T11" fmla="*/ 60 h 60"/>
                <a:gd name="T12" fmla="*/ 0 w 167"/>
                <a:gd name="T13" fmla="*/ 60 h 60"/>
                <a:gd name="T14" fmla="*/ 0 w 167"/>
                <a:gd name="T15" fmla="*/ 1 h 60"/>
                <a:gd name="T16" fmla="*/ 80 w 167"/>
                <a:gd name="T17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60">
                  <a:moveTo>
                    <a:pt x="80" y="1"/>
                  </a:moveTo>
                  <a:cubicBezTo>
                    <a:pt x="81" y="1"/>
                    <a:pt x="83" y="0"/>
                    <a:pt x="84" y="0"/>
                  </a:cubicBezTo>
                  <a:cubicBezTo>
                    <a:pt x="85" y="0"/>
                    <a:pt x="86" y="1"/>
                    <a:pt x="87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133" y="3"/>
                    <a:pt x="167" y="28"/>
                    <a:pt x="167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rgbClr val="2D2E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任意多边形 41"/>
            <p:cNvSpPr>
              <a:spLocks/>
            </p:cNvSpPr>
            <p:nvPr/>
          </p:nvSpPr>
          <p:spPr bwMode="auto">
            <a:xfrm>
              <a:off x="2638873" y="4514456"/>
              <a:ext cx="315317" cy="74680"/>
            </a:xfrm>
            <a:custGeom>
              <a:avLst/>
              <a:gdLst>
                <a:gd name="T0" fmla="*/ 9 w 152"/>
                <a:gd name="T1" fmla="*/ 36 h 36"/>
                <a:gd name="T2" fmla="*/ 143 w 152"/>
                <a:gd name="T3" fmla="*/ 36 h 36"/>
                <a:gd name="T4" fmla="*/ 152 w 152"/>
                <a:gd name="T5" fmla="*/ 27 h 36"/>
                <a:gd name="T6" fmla="*/ 152 w 152"/>
                <a:gd name="T7" fmla="*/ 9 h 36"/>
                <a:gd name="T8" fmla="*/ 143 w 152"/>
                <a:gd name="T9" fmla="*/ 0 h 36"/>
                <a:gd name="T10" fmla="*/ 9 w 152"/>
                <a:gd name="T11" fmla="*/ 0 h 36"/>
                <a:gd name="T12" fmla="*/ 0 w 152"/>
                <a:gd name="T13" fmla="*/ 9 h 36"/>
                <a:gd name="T14" fmla="*/ 0 w 152"/>
                <a:gd name="T15" fmla="*/ 27 h 36"/>
                <a:gd name="T16" fmla="*/ 9 w 152"/>
                <a:gd name="T1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任意多边形 42"/>
            <p:cNvSpPr>
              <a:spLocks/>
            </p:cNvSpPr>
            <p:nvPr/>
          </p:nvSpPr>
          <p:spPr bwMode="auto">
            <a:xfrm>
              <a:off x="2120259" y="4514456"/>
              <a:ext cx="316700" cy="74680"/>
            </a:xfrm>
            <a:custGeom>
              <a:avLst/>
              <a:gdLst>
                <a:gd name="T0" fmla="*/ 9 w 152"/>
                <a:gd name="T1" fmla="*/ 36 h 36"/>
                <a:gd name="T2" fmla="*/ 143 w 152"/>
                <a:gd name="T3" fmla="*/ 36 h 36"/>
                <a:gd name="T4" fmla="*/ 152 w 152"/>
                <a:gd name="T5" fmla="*/ 27 h 36"/>
                <a:gd name="T6" fmla="*/ 152 w 152"/>
                <a:gd name="T7" fmla="*/ 9 h 36"/>
                <a:gd name="T8" fmla="*/ 143 w 152"/>
                <a:gd name="T9" fmla="*/ 0 h 36"/>
                <a:gd name="T10" fmla="*/ 9 w 152"/>
                <a:gd name="T11" fmla="*/ 0 h 36"/>
                <a:gd name="T12" fmla="*/ 0 w 152"/>
                <a:gd name="T13" fmla="*/ 9 h 36"/>
                <a:gd name="T14" fmla="*/ 0 w 152"/>
                <a:gd name="T15" fmla="*/ 27 h 36"/>
                <a:gd name="T16" fmla="*/ 9 w 152"/>
                <a:gd name="T1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36">
                  <a:moveTo>
                    <a:pt x="9" y="36"/>
                  </a:moveTo>
                  <a:cubicBezTo>
                    <a:pt x="143" y="36"/>
                    <a:pt x="143" y="36"/>
                    <a:pt x="143" y="36"/>
                  </a:cubicBezTo>
                  <a:cubicBezTo>
                    <a:pt x="148" y="36"/>
                    <a:pt x="152" y="32"/>
                    <a:pt x="152" y="27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2" y="4"/>
                    <a:pt x="148" y="0"/>
                    <a:pt x="14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2"/>
                    <a:pt x="4" y="36"/>
                    <a:pt x="9" y="36"/>
                  </a:cubicBezTo>
                </a:path>
              </a:pathLst>
            </a:custGeom>
            <a:solidFill>
              <a:srgbClr val="2B2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任意多边形 43"/>
            <p:cNvSpPr>
              <a:spLocks/>
            </p:cNvSpPr>
            <p:nvPr/>
          </p:nvSpPr>
          <p:spPr bwMode="auto">
            <a:xfrm>
              <a:off x="3620781" y="3627972"/>
              <a:ext cx="569784" cy="154893"/>
            </a:xfrm>
            <a:custGeom>
              <a:avLst/>
              <a:gdLst>
                <a:gd name="T0" fmla="*/ 236 w 274"/>
                <a:gd name="T1" fmla="*/ 14 h 75"/>
                <a:gd name="T2" fmla="*/ 124 w 274"/>
                <a:gd name="T3" fmla="*/ 12 h 75"/>
                <a:gd name="T4" fmla="*/ 122 w 274"/>
                <a:gd name="T5" fmla="*/ 2 h 75"/>
                <a:gd name="T6" fmla="*/ 72 w 274"/>
                <a:gd name="T7" fmla="*/ 13 h 75"/>
                <a:gd name="T8" fmla="*/ 46 w 274"/>
                <a:gd name="T9" fmla="*/ 14 h 75"/>
                <a:gd name="T10" fmla="*/ 0 w 274"/>
                <a:gd name="T11" fmla="*/ 45 h 75"/>
                <a:gd name="T12" fmla="*/ 58 w 274"/>
                <a:gd name="T13" fmla="*/ 75 h 75"/>
                <a:gd name="T14" fmla="*/ 186 w 274"/>
                <a:gd name="T15" fmla="*/ 45 h 75"/>
                <a:gd name="T16" fmla="*/ 236 w 274"/>
                <a:gd name="T17" fmla="*/ 14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4" h="75">
                  <a:moveTo>
                    <a:pt x="236" y="14"/>
                  </a:moveTo>
                  <a:cubicBezTo>
                    <a:pt x="236" y="14"/>
                    <a:pt x="178" y="12"/>
                    <a:pt x="124" y="12"/>
                  </a:cubicBezTo>
                  <a:cubicBezTo>
                    <a:pt x="129" y="8"/>
                    <a:pt x="133" y="3"/>
                    <a:pt x="122" y="2"/>
                  </a:cubicBezTo>
                  <a:cubicBezTo>
                    <a:pt x="109" y="0"/>
                    <a:pt x="88" y="7"/>
                    <a:pt x="72" y="13"/>
                  </a:cubicBezTo>
                  <a:cubicBezTo>
                    <a:pt x="62" y="13"/>
                    <a:pt x="53" y="13"/>
                    <a:pt x="46" y="14"/>
                  </a:cubicBezTo>
                  <a:cubicBezTo>
                    <a:pt x="0" y="18"/>
                    <a:pt x="0" y="45"/>
                    <a:pt x="0" y="4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98" y="55"/>
                    <a:pt x="186" y="45"/>
                  </a:cubicBezTo>
                  <a:cubicBezTo>
                    <a:pt x="274" y="36"/>
                    <a:pt x="236" y="14"/>
                    <a:pt x="236" y="14"/>
                  </a:cubicBezTo>
                </a:path>
              </a:pathLst>
            </a:custGeom>
            <a:solidFill>
              <a:srgbClr val="F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任意多边形 44"/>
            <p:cNvSpPr>
              <a:spLocks/>
            </p:cNvSpPr>
            <p:nvPr/>
          </p:nvSpPr>
          <p:spPr bwMode="auto">
            <a:xfrm>
              <a:off x="2450789" y="3229677"/>
              <a:ext cx="107872" cy="99574"/>
            </a:xfrm>
            <a:custGeom>
              <a:avLst/>
              <a:gdLst>
                <a:gd name="T0" fmla="*/ 52 w 52"/>
                <a:gd name="T1" fmla="*/ 4 h 48"/>
                <a:gd name="T2" fmla="*/ 5 w 52"/>
                <a:gd name="T3" fmla="*/ 24 h 48"/>
                <a:gd name="T4" fmla="*/ 40 w 52"/>
                <a:gd name="T5" fmla="*/ 48 h 48"/>
                <a:gd name="T6" fmla="*/ 52 w 52"/>
                <a:gd name="T7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48">
                  <a:moveTo>
                    <a:pt x="52" y="4"/>
                  </a:moveTo>
                  <a:cubicBezTo>
                    <a:pt x="29" y="0"/>
                    <a:pt x="10" y="8"/>
                    <a:pt x="5" y="24"/>
                  </a:cubicBezTo>
                  <a:cubicBezTo>
                    <a:pt x="0" y="40"/>
                    <a:pt x="21" y="46"/>
                    <a:pt x="40" y="48"/>
                  </a:cubicBezTo>
                  <a:cubicBezTo>
                    <a:pt x="4" y="38"/>
                    <a:pt x="26" y="2"/>
                    <a:pt x="52" y="4"/>
                  </a:cubicBezTo>
                  <a:close/>
                </a:path>
              </a:pathLst>
            </a:custGeom>
            <a:solidFill>
              <a:srgbClr val="FF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任意多边形 45"/>
            <p:cNvSpPr>
              <a:spLocks/>
            </p:cNvSpPr>
            <p:nvPr/>
          </p:nvSpPr>
          <p:spPr bwMode="auto">
            <a:xfrm>
              <a:off x="2250258" y="2971062"/>
              <a:ext cx="154893" cy="37340"/>
            </a:xfrm>
            <a:custGeom>
              <a:avLst/>
              <a:gdLst>
                <a:gd name="T0" fmla="*/ 6 w 75"/>
                <a:gd name="T1" fmla="*/ 18 h 18"/>
                <a:gd name="T2" fmla="*/ 1 w 75"/>
                <a:gd name="T3" fmla="*/ 15 h 18"/>
                <a:gd name="T4" fmla="*/ 3 w 75"/>
                <a:gd name="T5" fmla="*/ 8 h 18"/>
                <a:gd name="T6" fmla="*/ 71 w 75"/>
                <a:gd name="T7" fmla="*/ 7 h 18"/>
                <a:gd name="T8" fmla="*/ 73 w 75"/>
                <a:gd name="T9" fmla="*/ 14 h 18"/>
                <a:gd name="T10" fmla="*/ 67 w 75"/>
                <a:gd name="T11" fmla="*/ 16 h 18"/>
                <a:gd name="T12" fmla="*/ 8 w 75"/>
                <a:gd name="T13" fmla="*/ 18 h 18"/>
                <a:gd name="T14" fmla="*/ 6 w 75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" h="18">
                  <a:moveTo>
                    <a:pt x="6" y="18"/>
                  </a:moveTo>
                  <a:cubicBezTo>
                    <a:pt x="4" y="18"/>
                    <a:pt x="2" y="17"/>
                    <a:pt x="1" y="15"/>
                  </a:cubicBezTo>
                  <a:cubicBezTo>
                    <a:pt x="0" y="12"/>
                    <a:pt x="1" y="9"/>
                    <a:pt x="3" y="8"/>
                  </a:cubicBezTo>
                  <a:cubicBezTo>
                    <a:pt x="18" y="1"/>
                    <a:pt x="57" y="0"/>
                    <a:pt x="71" y="7"/>
                  </a:cubicBezTo>
                  <a:cubicBezTo>
                    <a:pt x="73" y="8"/>
                    <a:pt x="75" y="11"/>
                    <a:pt x="73" y="14"/>
                  </a:cubicBezTo>
                  <a:cubicBezTo>
                    <a:pt x="72" y="16"/>
                    <a:pt x="69" y="17"/>
                    <a:pt x="67" y="16"/>
                  </a:cubicBezTo>
                  <a:cubicBezTo>
                    <a:pt x="56" y="12"/>
                    <a:pt x="21" y="12"/>
                    <a:pt x="8" y="18"/>
                  </a:cubicBezTo>
                  <a:cubicBezTo>
                    <a:pt x="7" y="18"/>
                    <a:pt x="6" y="18"/>
                    <a:pt x="6" y="18"/>
                  </a:cubicBezTo>
                  <a:close/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椭圆 43"/>
            <p:cNvSpPr>
              <a:spLocks/>
            </p:cNvSpPr>
            <p:nvPr/>
          </p:nvSpPr>
          <p:spPr bwMode="auto">
            <a:xfrm>
              <a:off x="2262705" y="3065104"/>
              <a:ext cx="149361" cy="1521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任意多边形 47"/>
            <p:cNvSpPr>
              <a:spLocks/>
            </p:cNvSpPr>
            <p:nvPr/>
          </p:nvSpPr>
          <p:spPr bwMode="auto">
            <a:xfrm>
              <a:off x="2667915" y="2971062"/>
              <a:ext cx="154893" cy="37340"/>
            </a:xfrm>
            <a:custGeom>
              <a:avLst/>
              <a:gdLst>
                <a:gd name="T0" fmla="*/ 69 w 75"/>
                <a:gd name="T1" fmla="*/ 18 h 18"/>
                <a:gd name="T2" fmla="*/ 74 w 75"/>
                <a:gd name="T3" fmla="*/ 15 h 18"/>
                <a:gd name="T4" fmla="*/ 71 w 75"/>
                <a:gd name="T5" fmla="*/ 8 h 18"/>
                <a:gd name="T6" fmla="*/ 4 w 75"/>
                <a:gd name="T7" fmla="*/ 7 h 18"/>
                <a:gd name="T8" fmla="*/ 1 w 75"/>
                <a:gd name="T9" fmla="*/ 14 h 18"/>
                <a:gd name="T10" fmla="*/ 8 w 75"/>
                <a:gd name="T11" fmla="*/ 16 h 18"/>
                <a:gd name="T12" fmla="*/ 67 w 75"/>
                <a:gd name="T13" fmla="*/ 18 h 18"/>
                <a:gd name="T14" fmla="*/ 69 w 75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" h="18">
                  <a:moveTo>
                    <a:pt x="69" y="18"/>
                  </a:moveTo>
                  <a:cubicBezTo>
                    <a:pt x="71" y="18"/>
                    <a:pt x="73" y="17"/>
                    <a:pt x="74" y="15"/>
                  </a:cubicBezTo>
                  <a:cubicBezTo>
                    <a:pt x="75" y="12"/>
                    <a:pt x="74" y="9"/>
                    <a:pt x="71" y="8"/>
                  </a:cubicBezTo>
                  <a:cubicBezTo>
                    <a:pt x="56" y="1"/>
                    <a:pt x="18" y="0"/>
                    <a:pt x="4" y="7"/>
                  </a:cubicBezTo>
                  <a:cubicBezTo>
                    <a:pt x="1" y="8"/>
                    <a:pt x="0" y="11"/>
                    <a:pt x="1" y="14"/>
                  </a:cubicBezTo>
                  <a:cubicBezTo>
                    <a:pt x="2" y="16"/>
                    <a:pt x="5" y="17"/>
                    <a:pt x="8" y="16"/>
                  </a:cubicBezTo>
                  <a:cubicBezTo>
                    <a:pt x="18" y="12"/>
                    <a:pt x="54" y="12"/>
                    <a:pt x="67" y="18"/>
                  </a:cubicBezTo>
                  <a:cubicBezTo>
                    <a:pt x="67" y="18"/>
                    <a:pt x="68" y="18"/>
                    <a:pt x="69" y="18"/>
                  </a:cubicBezTo>
                  <a:close/>
                </a:path>
              </a:pathLst>
            </a:custGeom>
            <a:solidFill>
              <a:srgbClr val="753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椭圆 45"/>
            <p:cNvSpPr>
              <a:spLocks/>
            </p:cNvSpPr>
            <p:nvPr/>
          </p:nvSpPr>
          <p:spPr bwMode="auto">
            <a:xfrm>
              <a:off x="2661000" y="3065104"/>
              <a:ext cx="149361" cy="1521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2300368" y="3099550"/>
              <a:ext cx="86002" cy="86002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椭圆 47"/>
            <p:cNvSpPr>
              <a:spLocks/>
            </p:cNvSpPr>
            <p:nvPr/>
          </p:nvSpPr>
          <p:spPr bwMode="auto">
            <a:xfrm>
              <a:off x="2713553" y="3105209"/>
              <a:ext cx="20744" cy="207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2686296" y="3099550"/>
              <a:ext cx="86002" cy="86002"/>
            </a:xfrm>
            <a:prstGeom prst="ellipse">
              <a:avLst/>
            </a:prstGeom>
            <a:solidFill>
              <a:srgbClr val="664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任意多边形 52"/>
            <p:cNvSpPr>
              <a:spLocks/>
            </p:cNvSpPr>
            <p:nvPr/>
          </p:nvSpPr>
          <p:spPr bwMode="auto">
            <a:xfrm>
              <a:off x="2132706" y="3018083"/>
              <a:ext cx="809037" cy="250317"/>
            </a:xfrm>
            <a:custGeom>
              <a:avLst/>
              <a:gdLst>
                <a:gd name="T0" fmla="*/ 385 w 389"/>
                <a:gd name="T1" fmla="*/ 7 h 121"/>
                <a:gd name="T2" fmla="*/ 354 w 389"/>
                <a:gd name="T3" fmla="*/ 7 h 121"/>
                <a:gd name="T4" fmla="*/ 243 w 389"/>
                <a:gd name="T5" fmla="*/ 14 h 121"/>
                <a:gd name="T6" fmla="*/ 194 w 389"/>
                <a:gd name="T7" fmla="*/ 18 h 121"/>
                <a:gd name="T8" fmla="*/ 146 w 389"/>
                <a:gd name="T9" fmla="*/ 14 h 121"/>
                <a:gd name="T10" fmla="*/ 35 w 389"/>
                <a:gd name="T11" fmla="*/ 7 h 121"/>
                <a:gd name="T12" fmla="*/ 4 w 389"/>
                <a:gd name="T13" fmla="*/ 7 h 121"/>
                <a:gd name="T14" fmla="*/ 4 w 389"/>
                <a:gd name="T15" fmla="*/ 34 h 121"/>
                <a:gd name="T16" fmla="*/ 13 w 389"/>
                <a:gd name="T17" fmla="*/ 40 h 121"/>
                <a:gd name="T18" fmla="*/ 23 w 389"/>
                <a:gd name="T19" fmla="*/ 81 h 121"/>
                <a:gd name="T20" fmla="*/ 38 w 389"/>
                <a:gd name="T21" fmla="*/ 105 h 121"/>
                <a:gd name="T22" fmla="*/ 61 w 389"/>
                <a:gd name="T23" fmla="*/ 117 h 121"/>
                <a:gd name="T24" fmla="*/ 128 w 389"/>
                <a:gd name="T25" fmla="*/ 111 h 121"/>
                <a:gd name="T26" fmla="*/ 167 w 389"/>
                <a:gd name="T27" fmla="*/ 58 h 121"/>
                <a:gd name="T28" fmla="*/ 191 w 389"/>
                <a:gd name="T29" fmla="*/ 35 h 121"/>
                <a:gd name="T30" fmla="*/ 193 w 389"/>
                <a:gd name="T31" fmla="*/ 35 h 121"/>
                <a:gd name="T32" fmla="*/ 198 w 389"/>
                <a:gd name="T33" fmla="*/ 35 h 121"/>
                <a:gd name="T34" fmla="*/ 222 w 389"/>
                <a:gd name="T35" fmla="*/ 58 h 121"/>
                <a:gd name="T36" fmla="*/ 261 w 389"/>
                <a:gd name="T37" fmla="*/ 111 h 121"/>
                <a:gd name="T38" fmla="*/ 328 w 389"/>
                <a:gd name="T39" fmla="*/ 117 h 121"/>
                <a:gd name="T40" fmla="*/ 350 w 389"/>
                <a:gd name="T41" fmla="*/ 105 h 121"/>
                <a:gd name="T42" fmla="*/ 366 w 389"/>
                <a:gd name="T43" fmla="*/ 81 h 121"/>
                <a:gd name="T44" fmla="*/ 376 w 389"/>
                <a:gd name="T45" fmla="*/ 40 h 121"/>
                <a:gd name="T46" fmla="*/ 385 w 389"/>
                <a:gd name="T47" fmla="*/ 34 h 121"/>
                <a:gd name="T48" fmla="*/ 385 w 389"/>
                <a:gd name="T49" fmla="*/ 7 h 121"/>
                <a:gd name="T50" fmla="*/ 156 w 389"/>
                <a:gd name="T51" fmla="*/ 58 h 121"/>
                <a:gd name="T52" fmla="*/ 121 w 389"/>
                <a:gd name="T53" fmla="*/ 106 h 121"/>
                <a:gd name="T54" fmla="*/ 56 w 389"/>
                <a:gd name="T55" fmla="*/ 108 h 121"/>
                <a:gd name="T56" fmla="*/ 25 w 389"/>
                <a:gd name="T57" fmla="*/ 27 h 121"/>
                <a:gd name="T58" fmla="*/ 85 w 389"/>
                <a:gd name="T59" fmla="*/ 15 h 121"/>
                <a:gd name="T60" fmla="*/ 142 w 389"/>
                <a:gd name="T61" fmla="*/ 21 h 121"/>
                <a:gd name="T62" fmla="*/ 156 w 389"/>
                <a:gd name="T63" fmla="*/ 58 h 121"/>
                <a:gd name="T64" fmla="*/ 333 w 389"/>
                <a:gd name="T65" fmla="*/ 108 h 121"/>
                <a:gd name="T66" fmla="*/ 268 w 389"/>
                <a:gd name="T67" fmla="*/ 106 h 121"/>
                <a:gd name="T68" fmla="*/ 233 w 389"/>
                <a:gd name="T69" fmla="*/ 58 h 121"/>
                <a:gd name="T70" fmla="*/ 246 w 389"/>
                <a:gd name="T71" fmla="*/ 21 h 121"/>
                <a:gd name="T72" fmla="*/ 304 w 389"/>
                <a:gd name="T73" fmla="*/ 15 h 121"/>
                <a:gd name="T74" fmla="*/ 364 w 389"/>
                <a:gd name="T75" fmla="*/ 27 h 121"/>
                <a:gd name="T76" fmla="*/ 333 w 389"/>
                <a:gd name="T77" fmla="*/ 10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89" h="121">
                  <a:moveTo>
                    <a:pt x="385" y="7"/>
                  </a:moveTo>
                  <a:cubicBezTo>
                    <a:pt x="385" y="7"/>
                    <a:pt x="362" y="7"/>
                    <a:pt x="354" y="7"/>
                  </a:cubicBezTo>
                  <a:cubicBezTo>
                    <a:pt x="346" y="8"/>
                    <a:pt x="310" y="0"/>
                    <a:pt x="243" y="14"/>
                  </a:cubicBezTo>
                  <a:cubicBezTo>
                    <a:pt x="243" y="14"/>
                    <a:pt x="222" y="18"/>
                    <a:pt x="194" y="18"/>
                  </a:cubicBezTo>
                  <a:cubicBezTo>
                    <a:pt x="167" y="18"/>
                    <a:pt x="146" y="14"/>
                    <a:pt x="146" y="14"/>
                  </a:cubicBezTo>
                  <a:cubicBezTo>
                    <a:pt x="79" y="0"/>
                    <a:pt x="43" y="8"/>
                    <a:pt x="35" y="7"/>
                  </a:cubicBezTo>
                  <a:cubicBezTo>
                    <a:pt x="26" y="7"/>
                    <a:pt x="4" y="7"/>
                    <a:pt x="4" y="7"/>
                  </a:cubicBezTo>
                  <a:cubicBezTo>
                    <a:pt x="0" y="21"/>
                    <a:pt x="3" y="33"/>
                    <a:pt x="4" y="34"/>
                  </a:cubicBezTo>
                  <a:cubicBezTo>
                    <a:pt x="5" y="34"/>
                    <a:pt x="9" y="34"/>
                    <a:pt x="13" y="40"/>
                  </a:cubicBezTo>
                  <a:cubicBezTo>
                    <a:pt x="17" y="46"/>
                    <a:pt x="17" y="62"/>
                    <a:pt x="23" y="81"/>
                  </a:cubicBezTo>
                  <a:cubicBezTo>
                    <a:pt x="26" y="90"/>
                    <a:pt x="32" y="99"/>
                    <a:pt x="38" y="105"/>
                  </a:cubicBezTo>
                  <a:cubicBezTo>
                    <a:pt x="46" y="112"/>
                    <a:pt x="55" y="115"/>
                    <a:pt x="61" y="117"/>
                  </a:cubicBezTo>
                  <a:cubicBezTo>
                    <a:pt x="72" y="119"/>
                    <a:pt x="106" y="121"/>
                    <a:pt x="128" y="111"/>
                  </a:cubicBezTo>
                  <a:cubicBezTo>
                    <a:pt x="149" y="101"/>
                    <a:pt x="159" y="80"/>
                    <a:pt x="167" y="58"/>
                  </a:cubicBezTo>
                  <a:cubicBezTo>
                    <a:pt x="175" y="36"/>
                    <a:pt x="191" y="35"/>
                    <a:pt x="191" y="35"/>
                  </a:cubicBezTo>
                  <a:cubicBezTo>
                    <a:pt x="191" y="35"/>
                    <a:pt x="191" y="35"/>
                    <a:pt x="193" y="35"/>
                  </a:cubicBezTo>
                  <a:cubicBezTo>
                    <a:pt x="196" y="35"/>
                    <a:pt x="198" y="35"/>
                    <a:pt x="198" y="35"/>
                  </a:cubicBezTo>
                  <a:cubicBezTo>
                    <a:pt x="198" y="35"/>
                    <a:pt x="214" y="36"/>
                    <a:pt x="222" y="58"/>
                  </a:cubicBezTo>
                  <a:cubicBezTo>
                    <a:pt x="230" y="80"/>
                    <a:pt x="240" y="101"/>
                    <a:pt x="261" y="111"/>
                  </a:cubicBezTo>
                  <a:cubicBezTo>
                    <a:pt x="282" y="121"/>
                    <a:pt x="317" y="119"/>
                    <a:pt x="328" y="117"/>
                  </a:cubicBezTo>
                  <a:cubicBezTo>
                    <a:pt x="334" y="115"/>
                    <a:pt x="343" y="112"/>
                    <a:pt x="350" y="105"/>
                  </a:cubicBezTo>
                  <a:cubicBezTo>
                    <a:pt x="357" y="99"/>
                    <a:pt x="363" y="90"/>
                    <a:pt x="366" y="81"/>
                  </a:cubicBezTo>
                  <a:cubicBezTo>
                    <a:pt x="371" y="62"/>
                    <a:pt x="372" y="46"/>
                    <a:pt x="376" y="40"/>
                  </a:cubicBezTo>
                  <a:cubicBezTo>
                    <a:pt x="379" y="34"/>
                    <a:pt x="384" y="34"/>
                    <a:pt x="385" y="34"/>
                  </a:cubicBezTo>
                  <a:cubicBezTo>
                    <a:pt x="386" y="33"/>
                    <a:pt x="389" y="21"/>
                    <a:pt x="385" y="7"/>
                  </a:cubicBezTo>
                  <a:moveTo>
                    <a:pt x="156" y="58"/>
                  </a:moveTo>
                  <a:cubicBezTo>
                    <a:pt x="154" y="70"/>
                    <a:pt x="145" y="98"/>
                    <a:pt x="121" y="106"/>
                  </a:cubicBezTo>
                  <a:cubicBezTo>
                    <a:pt x="84" y="119"/>
                    <a:pt x="56" y="108"/>
                    <a:pt x="56" y="108"/>
                  </a:cubicBezTo>
                  <a:cubicBezTo>
                    <a:pt x="27" y="100"/>
                    <a:pt x="19" y="40"/>
                    <a:pt x="25" y="27"/>
                  </a:cubicBezTo>
                  <a:cubicBezTo>
                    <a:pt x="31" y="15"/>
                    <a:pt x="49" y="15"/>
                    <a:pt x="85" y="15"/>
                  </a:cubicBezTo>
                  <a:cubicBezTo>
                    <a:pt x="121" y="15"/>
                    <a:pt x="142" y="21"/>
                    <a:pt x="142" y="21"/>
                  </a:cubicBezTo>
                  <a:cubicBezTo>
                    <a:pt x="161" y="27"/>
                    <a:pt x="158" y="46"/>
                    <a:pt x="156" y="58"/>
                  </a:cubicBezTo>
                  <a:moveTo>
                    <a:pt x="333" y="108"/>
                  </a:moveTo>
                  <a:cubicBezTo>
                    <a:pt x="333" y="108"/>
                    <a:pt x="305" y="119"/>
                    <a:pt x="268" y="106"/>
                  </a:cubicBezTo>
                  <a:cubicBezTo>
                    <a:pt x="244" y="98"/>
                    <a:pt x="235" y="70"/>
                    <a:pt x="233" y="58"/>
                  </a:cubicBezTo>
                  <a:cubicBezTo>
                    <a:pt x="231" y="46"/>
                    <a:pt x="228" y="27"/>
                    <a:pt x="246" y="21"/>
                  </a:cubicBezTo>
                  <a:cubicBezTo>
                    <a:pt x="246" y="21"/>
                    <a:pt x="268" y="15"/>
                    <a:pt x="304" y="15"/>
                  </a:cubicBezTo>
                  <a:cubicBezTo>
                    <a:pt x="340" y="15"/>
                    <a:pt x="358" y="15"/>
                    <a:pt x="364" y="27"/>
                  </a:cubicBezTo>
                  <a:cubicBezTo>
                    <a:pt x="370" y="40"/>
                    <a:pt x="361" y="100"/>
                    <a:pt x="333" y="108"/>
                  </a:cubicBezTo>
                </a:path>
              </a:pathLst>
            </a:custGeom>
            <a:solidFill>
              <a:srgbClr val="043A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092644" y="987574"/>
            <a:ext cx="3722550" cy="2818120"/>
            <a:chOff x="3092644" y="987574"/>
            <a:chExt cx="3722550" cy="2818120"/>
          </a:xfrm>
        </p:grpSpPr>
        <p:sp>
          <p:nvSpPr>
            <p:cNvPr id="5" name="直角三角形 4"/>
            <p:cNvSpPr/>
            <p:nvPr/>
          </p:nvSpPr>
          <p:spPr>
            <a:xfrm>
              <a:off x="6284766" y="987574"/>
              <a:ext cx="530428" cy="527518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092644" y="1846421"/>
              <a:ext cx="3425516" cy="306302"/>
              <a:chOff x="3688885" y="2119502"/>
              <a:chExt cx="4567355" cy="408403"/>
            </a:xfrm>
          </p:grpSpPr>
          <p:sp>
            <p:nvSpPr>
              <p:cNvPr id="60" name="圆角矩形 4"/>
              <p:cNvSpPr/>
              <p:nvPr/>
            </p:nvSpPr>
            <p:spPr>
              <a:xfrm>
                <a:off x="3688885" y="2119502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61" name="任意多边形 5"/>
              <p:cNvSpPr/>
              <p:nvPr/>
            </p:nvSpPr>
            <p:spPr>
              <a:xfrm>
                <a:off x="3688885" y="2119502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任意多边形 13"/>
              <p:cNvSpPr>
                <a:spLocks/>
              </p:cNvSpPr>
              <p:nvPr/>
            </p:nvSpPr>
            <p:spPr bwMode="auto">
              <a:xfrm>
                <a:off x="3852133" y="2192581"/>
                <a:ext cx="224340" cy="224340"/>
              </a:xfrm>
              <a:custGeom>
                <a:avLst/>
                <a:gdLst>
                  <a:gd name="T0" fmla="*/ 223 w 228"/>
                  <a:gd name="T1" fmla="*/ 95 h 228"/>
                  <a:gd name="T2" fmla="*/ 196 w 228"/>
                  <a:gd name="T3" fmla="*/ 90 h 228"/>
                  <a:gd name="T4" fmla="*/ 189 w 228"/>
                  <a:gd name="T5" fmla="*/ 74 h 228"/>
                  <a:gd name="T6" fmla="*/ 205 w 228"/>
                  <a:gd name="T7" fmla="*/ 50 h 228"/>
                  <a:gd name="T8" fmla="*/ 205 w 228"/>
                  <a:gd name="T9" fmla="*/ 43 h 228"/>
                  <a:gd name="T10" fmla="*/ 185 w 228"/>
                  <a:gd name="T11" fmla="*/ 24 h 228"/>
                  <a:gd name="T12" fmla="*/ 178 w 228"/>
                  <a:gd name="T13" fmla="*/ 23 h 228"/>
                  <a:gd name="T14" fmla="*/ 155 w 228"/>
                  <a:gd name="T15" fmla="*/ 39 h 228"/>
                  <a:gd name="T16" fmla="*/ 138 w 228"/>
                  <a:gd name="T17" fmla="*/ 32 h 228"/>
                  <a:gd name="T18" fmla="*/ 133 w 228"/>
                  <a:gd name="T19" fmla="*/ 5 h 228"/>
                  <a:gd name="T20" fmla="*/ 127 w 228"/>
                  <a:gd name="T21" fmla="*/ 0 h 228"/>
                  <a:gd name="T22" fmla="*/ 100 w 228"/>
                  <a:gd name="T23" fmla="*/ 0 h 228"/>
                  <a:gd name="T24" fmla="*/ 94 w 228"/>
                  <a:gd name="T25" fmla="*/ 5 h 228"/>
                  <a:gd name="T26" fmla="*/ 89 w 228"/>
                  <a:gd name="T27" fmla="*/ 32 h 228"/>
                  <a:gd name="T28" fmla="*/ 73 w 228"/>
                  <a:gd name="T29" fmla="*/ 39 h 228"/>
                  <a:gd name="T30" fmla="*/ 50 w 228"/>
                  <a:gd name="T31" fmla="*/ 23 h 228"/>
                  <a:gd name="T32" fmla="*/ 43 w 228"/>
                  <a:gd name="T33" fmla="*/ 24 h 228"/>
                  <a:gd name="T34" fmla="*/ 23 w 228"/>
                  <a:gd name="T35" fmla="*/ 43 h 228"/>
                  <a:gd name="T36" fmla="*/ 23 w 228"/>
                  <a:gd name="T37" fmla="*/ 51 h 228"/>
                  <a:gd name="T38" fmla="*/ 39 w 228"/>
                  <a:gd name="T39" fmla="*/ 74 h 228"/>
                  <a:gd name="T40" fmla="*/ 32 w 228"/>
                  <a:gd name="T41" fmla="*/ 90 h 228"/>
                  <a:gd name="T42" fmla="*/ 5 w 228"/>
                  <a:gd name="T43" fmla="*/ 95 h 228"/>
                  <a:gd name="T44" fmla="*/ 0 w 228"/>
                  <a:gd name="T45" fmla="*/ 100 h 228"/>
                  <a:gd name="T46" fmla="*/ 0 w 228"/>
                  <a:gd name="T47" fmla="*/ 128 h 228"/>
                  <a:gd name="T48" fmla="*/ 5 w 228"/>
                  <a:gd name="T49" fmla="*/ 134 h 228"/>
                  <a:gd name="T50" fmla="*/ 32 w 228"/>
                  <a:gd name="T51" fmla="*/ 139 h 228"/>
                  <a:gd name="T52" fmla="*/ 39 w 228"/>
                  <a:gd name="T53" fmla="*/ 155 h 228"/>
                  <a:gd name="T54" fmla="*/ 23 w 228"/>
                  <a:gd name="T55" fmla="*/ 178 h 228"/>
                  <a:gd name="T56" fmla="*/ 24 w 228"/>
                  <a:gd name="T57" fmla="*/ 185 h 228"/>
                  <a:gd name="T58" fmla="*/ 43 w 228"/>
                  <a:gd name="T59" fmla="*/ 204 h 228"/>
                  <a:gd name="T60" fmla="*/ 51 w 228"/>
                  <a:gd name="T61" fmla="*/ 205 h 228"/>
                  <a:gd name="T62" fmla="*/ 73 w 228"/>
                  <a:gd name="T63" fmla="*/ 189 h 228"/>
                  <a:gd name="T64" fmla="*/ 89 w 228"/>
                  <a:gd name="T65" fmla="*/ 196 h 228"/>
                  <a:gd name="T66" fmla="*/ 94 w 228"/>
                  <a:gd name="T67" fmla="*/ 223 h 228"/>
                  <a:gd name="T68" fmla="*/ 100 w 228"/>
                  <a:gd name="T69" fmla="*/ 228 h 228"/>
                  <a:gd name="T70" fmla="*/ 127 w 228"/>
                  <a:gd name="T71" fmla="*/ 228 h 228"/>
                  <a:gd name="T72" fmla="*/ 133 w 228"/>
                  <a:gd name="T73" fmla="*/ 223 h 228"/>
                  <a:gd name="T74" fmla="*/ 138 w 228"/>
                  <a:gd name="T75" fmla="*/ 196 h 228"/>
                  <a:gd name="T76" fmla="*/ 154 w 228"/>
                  <a:gd name="T77" fmla="*/ 190 h 228"/>
                  <a:gd name="T78" fmla="*/ 177 w 228"/>
                  <a:gd name="T79" fmla="*/ 205 h 228"/>
                  <a:gd name="T80" fmla="*/ 185 w 228"/>
                  <a:gd name="T81" fmla="*/ 205 h 228"/>
                  <a:gd name="T82" fmla="*/ 204 w 228"/>
                  <a:gd name="T83" fmla="*/ 185 h 228"/>
                  <a:gd name="T84" fmla="*/ 205 w 228"/>
                  <a:gd name="T85" fmla="*/ 178 h 228"/>
                  <a:gd name="T86" fmla="*/ 189 w 228"/>
                  <a:gd name="T87" fmla="*/ 155 h 228"/>
                  <a:gd name="T88" fmla="*/ 196 w 228"/>
                  <a:gd name="T89" fmla="*/ 139 h 228"/>
                  <a:gd name="T90" fmla="*/ 223 w 228"/>
                  <a:gd name="T91" fmla="*/ 134 h 228"/>
                  <a:gd name="T92" fmla="*/ 228 w 228"/>
                  <a:gd name="T93" fmla="*/ 128 h 228"/>
                  <a:gd name="T94" fmla="*/ 228 w 228"/>
                  <a:gd name="T95" fmla="*/ 100 h 228"/>
                  <a:gd name="T96" fmla="*/ 223 w 228"/>
                  <a:gd name="T97" fmla="*/ 95 h 228"/>
                  <a:gd name="T98" fmla="*/ 114 w 228"/>
                  <a:gd name="T99" fmla="*/ 149 h 228"/>
                  <a:gd name="T100" fmla="*/ 79 w 228"/>
                  <a:gd name="T101" fmla="*/ 114 h 228"/>
                  <a:gd name="T102" fmla="*/ 114 w 228"/>
                  <a:gd name="T103" fmla="*/ 79 h 228"/>
                  <a:gd name="T104" fmla="*/ 149 w 228"/>
                  <a:gd name="T105" fmla="*/ 114 h 228"/>
                  <a:gd name="T106" fmla="*/ 114 w 228"/>
                  <a:gd name="T107" fmla="*/ 149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28" h="228">
                    <a:moveTo>
                      <a:pt x="223" y="95"/>
                    </a:moveTo>
                    <a:cubicBezTo>
                      <a:pt x="196" y="90"/>
                      <a:pt x="196" y="90"/>
                      <a:pt x="196" y="90"/>
                    </a:cubicBezTo>
                    <a:cubicBezTo>
                      <a:pt x="194" y="84"/>
                      <a:pt x="192" y="79"/>
                      <a:pt x="189" y="74"/>
                    </a:cubicBezTo>
                    <a:cubicBezTo>
                      <a:pt x="205" y="50"/>
                      <a:pt x="205" y="50"/>
                      <a:pt x="205" y="50"/>
                    </a:cubicBezTo>
                    <a:cubicBezTo>
                      <a:pt x="207" y="48"/>
                      <a:pt x="206" y="45"/>
                      <a:pt x="205" y="43"/>
                    </a:cubicBezTo>
                    <a:cubicBezTo>
                      <a:pt x="185" y="24"/>
                      <a:pt x="185" y="24"/>
                      <a:pt x="185" y="24"/>
                    </a:cubicBezTo>
                    <a:cubicBezTo>
                      <a:pt x="183" y="22"/>
                      <a:pt x="180" y="21"/>
                      <a:pt x="178" y="23"/>
                    </a:cubicBezTo>
                    <a:cubicBezTo>
                      <a:pt x="155" y="39"/>
                      <a:pt x="155" y="39"/>
                      <a:pt x="155" y="39"/>
                    </a:cubicBezTo>
                    <a:cubicBezTo>
                      <a:pt x="149" y="36"/>
                      <a:pt x="144" y="34"/>
                      <a:pt x="138" y="32"/>
                    </a:cubicBezTo>
                    <a:cubicBezTo>
                      <a:pt x="133" y="5"/>
                      <a:pt x="133" y="5"/>
                      <a:pt x="133" y="5"/>
                    </a:cubicBezTo>
                    <a:cubicBezTo>
                      <a:pt x="133" y="2"/>
                      <a:pt x="130" y="0"/>
                      <a:pt x="127" y="0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7" y="0"/>
                      <a:pt x="95" y="2"/>
                      <a:pt x="94" y="5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3" y="34"/>
                      <a:pt x="78" y="36"/>
                      <a:pt x="73" y="39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8" y="22"/>
                      <a:pt x="45" y="22"/>
                      <a:pt x="43" y="24"/>
                    </a:cubicBezTo>
                    <a:cubicBezTo>
                      <a:pt x="23" y="43"/>
                      <a:pt x="23" y="43"/>
                      <a:pt x="23" y="43"/>
                    </a:cubicBezTo>
                    <a:cubicBezTo>
                      <a:pt x="22" y="45"/>
                      <a:pt x="21" y="49"/>
                      <a:pt x="23" y="5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6" y="79"/>
                      <a:pt x="34" y="84"/>
                      <a:pt x="32" y="90"/>
                    </a:cubicBezTo>
                    <a:cubicBezTo>
                      <a:pt x="5" y="95"/>
                      <a:pt x="5" y="95"/>
                      <a:pt x="5" y="95"/>
                    </a:cubicBezTo>
                    <a:cubicBezTo>
                      <a:pt x="2" y="95"/>
                      <a:pt x="0" y="98"/>
                      <a:pt x="0" y="100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1"/>
                      <a:pt x="2" y="133"/>
                      <a:pt x="5" y="134"/>
                    </a:cubicBezTo>
                    <a:cubicBezTo>
                      <a:pt x="32" y="139"/>
                      <a:pt x="32" y="139"/>
                      <a:pt x="32" y="139"/>
                    </a:cubicBezTo>
                    <a:cubicBezTo>
                      <a:pt x="34" y="144"/>
                      <a:pt x="36" y="150"/>
                      <a:pt x="39" y="155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22" y="180"/>
                      <a:pt x="22" y="183"/>
                      <a:pt x="24" y="185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5" y="206"/>
                      <a:pt x="48" y="207"/>
                      <a:pt x="51" y="205"/>
                    </a:cubicBezTo>
                    <a:cubicBezTo>
                      <a:pt x="73" y="189"/>
                      <a:pt x="73" y="189"/>
                      <a:pt x="73" y="189"/>
                    </a:cubicBezTo>
                    <a:cubicBezTo>
                      <a:pt x="78" y="192"/>
                      <a:pt x="84" y="194"/>
                      <a:pt x="89" y="196"/>
                    </a:cubicBezTo>
                    <a:cubicBezTo>
                      <a:pt x="94" y="223"/>
                      <a:pt x="94" y="223"/>
                      <a:pt x="94" y="223"/>
                    </a:cubicBezTo>
                    <a:cubicBezTo>
                      <a:pt x="95" y="226"/>
                      <a:pt x="97" y="228"/>
                      <a:pt x="100" y="228"/>
                    </a:cubicBezTo>
                    <a:cubicBezTo>
                      <a:pt x="127" y="228"/>
                      <a:pt x="127" y="228"/>
                      <a:pt x="127" y="228"/>
                    </a:cubicBezTo>
                    <a:cubicBezTo>
                      <a:pt x="130" y="228"/>
                      <a:pt x="133" y="226"/>
                      <a:pt x="133" y="223"/>
                    </a:cubicBezTo>
                    <a:cubicBezTo>
                      <a:pt x="138" y="196"/>
                      <a:pt x="138" y="196"/>
                      <a:pt x="138" y="196"/>
                    </a:cubicBezTo>
                    <a:cubicBezTo>
                      <a:pt x="144" y="194"/>
                      <a:pt x="149" y="192"/>
                      <a:pt x="154" y="190"/>
                    </a:cubicBezTo>
                    <a:cubicBezTo>
                      <a:pt x="177" y="205"/>
                      <a:pt x="177" y="205"/>
                      <a:pt x="177" y="205"/>
                    </a:cubicBezTo>
                    <a:cubicBezTo>
                      <a:pt x="180" y="207"/>
                      <a:pt x="183" y="207"/>
                      <a:pt x="185" y="205"/>
                    </a:cubicBezTo>
                    <a:cubicBezTo>
                      <a:pt x="204" y="185"/>
                      <a:pt x="204" y="185"/>
                      <a:pt x="204" y="185"/>
                    </a:cubicBezTo>
                    <a:cubicBezTo>
                      <a:pt x="206" y="183"/>
                      <a:pt x="206" y="180"/>
                      <a:pt x="205" y="178"/>
                    </a:cubicBezTo>
                    <a:cubicBezTo>
                      <a:pt x="189" y="155"/>
                      <a:pt x="189" y="155"/>
                      <a:pt x="189" y="155"/>
                    </a:cubicBezTo>
                    <a:cubicBezTo>
                      <a:pt x="192" y="150"/>
                      <a:pt x="194" y="144"/>
                      <a:pt x="196" y="139"/>
                    </a:cubicBezTo>
                    <a:cubicBezTo>
                      <a:pt x="223" y="134"/>
                      <a:pt x="223" y="134"/>
                      <a:pt x="223" y="134"/>
                    </a:cubicBezTo>
                    <a:cubicBezTo>
                      <a:pt x="226" y="133"/>
                      <a:pt x="228" y="131"/>
                      <a:pt x="228" y="128"/>
                    </a:cubicBezTo>
                    <a:cubicBezTo>
                      <a:pt x="228" y="100"/>
                      <a:pt x="228" y="100"/>
                      <a:pt x="228" y="100"/>
                    </a:cubicBezTo>
                    <a:cubicBezTo>
                      <a:pt x="228" y="98"/>
                      <a:pt x="226" y="95"/>
                      <a:pt x="223" y="95"/>
                    </a:cubicBezTo>
                    <a:close/>
                    <a:moveTo>
                      <a:pt x="114" y="149"/>
                    </a:moveTo>
                    <a:cubicBezTo>
                      <a:pt x="95" y="149"/>
                      <a:pt x="79" y="133"/>
                      <a:pt x="79" y="114"/>
                    </a:cubicBezTo>
                    <a:cubicBezTo>
                      <a:pt x="79" y="95"/>
                      <a:pt x="95" y="79"/>
                      <a:pt x="114" y="79"/>
                    </a:cubicBezTo>
                    <a:cubicBezTo>
                      <a:pt x="133" y="79"/>
                      <a:pt x="149" y="95"/>
                      <a:pt x="149" y="114"/>
                    </a:cubicBezTo>
                    <a:cubicBezTo>
                      <a:pt x="149" y="133"/>
                      <a:pt x="133" y="149"/>
                      <a:pt x="114" y="14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3092644" y="3093943"/>
              <a:ext cx="3425516" cy="306302"/>
              <a:chOff x="3688885" y="3782865"/>
              <a:chExt cx="4567355" cy="408403"/>
            </a:xfrm>
          </p:grpSpPr>
          <p:sp>
            <p:nvSpPr>
              <p:cNvPr id="57" name="圆角矩形 10"/>
              <p:cNvSpPr/>
              <p:nvPr/>
            </p:nvSpPr>
            <p:spPr>
              <a:xfrm>
                <a:off x="3688885" y="3782865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8" name="任意多边形 11"/>
              <p:cNvSpPr/>
              <p:nvPr/>
            </p:nvSpPr>
            <p:spPr>
              <a:xfrm>
                <a:off x="3688885" y="3782865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任意多边形 14"/>
              <p:cNvSpPr>
                <a:spLocks/>
              </p:cNvSpPr>
              <p:nvPr/>
            </p:nvSpPr>
            <p:spPr bwMode="auto">
              <a:xfrm>
                <a:off x="3852133" y="3874896"/>
                <a:ext cx="224340" cy="224340"/>
              </a:xfrm>
              <a:custGeom>
                <a:avLst/>
                <a:gdLst>
                  <a:gd name="T0" fmla="*/ 130 w 236"/>
                  <a:gd name="T1" fmla="*/ 1 h 236"/>
                  <a:gd name="T2" fmla="*/ 118 w 236"/>
                  <a:gd name="T3" fmla="*/ 0 h 236"/>
                  <a:gd name="T4" fmla="*/ 30 w 236"/>
                  <a:gd name="T5" fmla="*/ 40 h 236"/>
                  <a:gd name="T6" fmla="*/ 68 w 236"/>
                  <a:gd name="T7" fmla="*/ 105 h 236"/>
                  <a:gd name="T8" fmla="*/ 130 w 236"/>
                  <a:gd name="T9" fmla="*/ 1 h 236"/>
                  <a:gd name="T10" fmla="*/ 20 w 236"/>
                  <a:gd name="T11" fmla="*/ 52 h 236"/>
                  <a:gd name="T12" fmla="*/ 0 w 236"/>
                  <a:gd name="T13" fmla="*/ 118 h 236"/>
                  <a:gd name="T14" fmla="*/ 5 w 236"/>
                  <a:gd name="T15" fmla="*/ 153 h 236"/>
                  <a:gd name="T16" fmla="*/ 81 w 236"/>
                  <a:gd name="T17" fmla="*/ 153 h 236"/>
                  <a:gd name="T18" fmla="*/ 20 w 236"/>
                  <a:gd name="T19" fmla="*/ 52 h 236"/>
                  <a:gd name="T20" fmla="*/ 225 w 236"/>
                  <a:gd name="T21" fmla="*/ 68 h 236"/>
                  <a:gd name="T22" fmla="*/ 145 w 236"/>
                  <a:gd name="T23" fmla="*/ 3 h 236"/>
                  <a:gd name="T24" fmla="*/ 106 w 236"/>
                  <a:gd name="T25" fmla="*/ 68 h 236"/>
                  <a:gd name="T26" fmla="*/ 225 w 236"/>
                  <a:gd name="T27" fmla="*/ 68 h 236"/>
                  <a:gd name="T28" fmla="*/ 130 w 236"/>
                  <a:gd name="T29" fmla="*/ 167 h 236"/>
                  <a:gd name="T30" fmla="*/ 11 w 236"/>
                  <a:gd name="T31" fmla="*/ 167 h 236"/>
                  <a:gd name="T32" fmla="*/ 96 w 236"/>
                  <a:gd name="T33" fmla="*/ 234 h 236"/>
                  <a:gd name="T34" fmla="*/ 93 w 236"/>
                  <a:gd name="T35" fmla="*/ 232 h 236"/>
                  <a:gd name="T36" fmla="*/ 130 w 236"/>
                  <a:gd name="T37" fmla="*/ 167 h 236"/>
                  <a:gd name="T38" fmla="*/ 230 w 236"/>
                  <a:gd name="T39" fmla="*/ 82 h 236"/>
                  <a:gd name="T40" fmla="*/ 155 w 236"/>
                  <a:gd name="T41" fmla="*/ 82 h 236"/>
                  <a:gd name="T42" fmla="*/ 215 w 236"/>
                  <a:gd name="T43" fmla="*/ 186 h 236"/>
                  <a:gd name="T44" fmla="*/ 236 w 236"/>
                  <a:gd name="T45" fmla="*/ 118 h 236"/>
                  <a:gd name="T46" fmla="*/ 230 w 236"/>
                  <a:gd name="T47" fmla="*/ 82 h 236"/>
                  <a:gd name="T48" fmla="*/ 108 w 236"/>
                  <a:gd name="T49" fmla="*/ 236 h 236"/>
                  <a:gd name="T50" fmla="*/ 118 w 236"/>
                  <a:gd name="T51" fmla="*/ 236 h 236"/>
                  <a:gd name="T52" fmla="*/ 205 w 236"/>
                  <a:gd name="T53" fmla="*/ 198 h 236"/>
                  <a:gd name="T54" fmla="*/ 167 w 236"/>
                  <a:gd name="T55" fmla="*/ 132 h 236"/>
                  <a:gd name="T56" fmla="*/ 108 w 236"/>
                  <a:gd name="T57" fmla="*/ 236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6" h="236">
                    <a:moveTo>
                      <a:pt x="130" y="1"/>
                    </a:moveTo>
                    <a:cubicBezTo>
                      <a:pt x="126" y="0"/>
                      <a:pt x="122" y="0"/>
                      <a:pt x="118" y="0"/>
                    </a:cubicBezTo>
                    <a:cubicBezTo>
                      <a:pt x="83" y="0"/>
                      <a:pt x="51" y="16"/>
                      <a:pt x="30" y="40"/>
                    </a:cubicBezTo>
                    <a:cubicBezTo>
                      <a:pt x="68" y="105"/>
                      <a:pt x="68" y="105"/>
                      <a:pt x="68" y="105"/>
                    </a:cubicBezTo>
                    <a:lnTo>
                      <a:pt x="130" y="1"/>
                    </a:lnTo>
                    <a:close/>
                    <a:moveTo>
                      <a:pt x="20" y="52"/>
                    </a:moveTo>
                    <a:cubicBezTo>
                      <a:pt x="7" y="71"/>
                      <a:pt x="0" y="94"/>
                      <a:pt x="0" y="118"/>
                    </a:cubicBezTo>
                    <a:cubicBezTo>
                      <a:pt x="0" y="130"/>
                      <a:pt x="2" y="142"/>
                      <a:pt x="5" y="153"/>
                    </a:cubicBezTo>
                    <a:cubicBezTo>
                      <a:pt x="81" y="153"/>
                      <a:pt x="81" y="153"/>
                      <a:pt x="81" y="153"/>
                    </a:cubicBezTo>
                    <a:lnTo>
                      <a:pt x="20" y="52"/>
                    </a:lnTo>
                    <a:close/>
                    <a:moveTo>
                      <a:pt x="225" y="68"/>
                    </a:moveTo>
                    <a:cubicBezTo>
                      <a:pt x="210" y="36"/>
                      <a:pt x="180" y="11"/>
                      <a:pt x="145" y="3"/>
                    </a:cubicBezTo>
                    <a:cubicBezTo>
                      <a:pt x="106" y="68"/>
                      <a:pt x="106" y="68"/>
                      <a:pt x="106" y="68"/>
                    </a:cubicBezTo>
                    <a:lnTo>
                      <a:pt x="225" y="68"/>
                    </a:lnTo>
                    <a:close/>
                    <a:moveTo>
                      <a:pt x="130" y="167"/>
                    </a:moveTo>
                    <a:cubicBezTo>
                      <a:pt x="11" y="167"/>
                      <a:pt x="11" y="167"/>
                      <a:pt x="11" y="167"/>
                    </a:cubicBezTo>
                    <a:cubicBezTo>
                      <a:pt x="26" y="201"/>
                      <a:pt x="58" y="227"/>
                      <a:pt x="96" y="234"/>
                    </a:cubicBezTo>
                    <a:cubicBezTo>
                      <a:pt x="93" y="232"/>
                      <a:pt x="93" y="232"/>
                      <a:pt x="93" y="232"/>
                    </a:cubicBezTo>
                    <a:lnTo>
                      <a:pt x="130" y="167"/>
                    </a:lnTo>
                    <a:close/>
                    <a:moveTo>
                      <a:pt x="230" y="82"/>
                    </a:moveTo>
                    <a:cubicBezTo>
                      <a:pt x="155" y="82"/>
                      <a:pt x="155" y="82"/>
                      <a:pt x="155" y="82"/>
                    </a:cubicBezTo>
                    <a:cubicBezTo>
                      <a:pt x="215" y="186"/>
                      <a:pt x="215" y="186"/>
                      <a:pt x="215" y="186"/>
                    </a:cubicBezTo>
                    <a:cubicBezTo>
                      <a:pt x="228" y="167"/>
                      <a:pt x="236" y="143"/>
                      <a:pt x="236" y="118"/>
                    </a:cubicBezTo>
                    <a:cubicBezTo>
                      <a:pt x="236" y="106"/>
                      <a:pt x="234" y="94"/>
                      <a:pt x="230" y="82"/>
                    </a:cubicBezTo>
                    <a:close/>
                    <a:moveTo>
                      <a:pt x="108" y="236"/>
                    </a:moveTo>
                    <a:cubicBezTo>
                      <a:pt x="111" y="236"/>
                      <a:pt x="115" y="236"/>
                      <a:pt x="118" y="236"/>
                    </a:cubicBezTo>
                    <a:cubicBezTo>
                      <a:pt x="152" y="236"/>
                      <a:pt x="183" y="221"/>
                      <a:pt x="205" y="198"/>
                    </a:cubicBezTo>
                    <a:cubicBezTo>
                      <a:pt x="167" y="132"/>
                      <a:pt x="167" y="132"/>
                      <a:pt x="167" y="132"/>
                    </a:cubicBezTo>
                    <a:lnTo>
                      <a:pt x="108" y="23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092644" y="2678102"/>
              <a:ext cx="3425516" cy="306302"/>
              <a:chOff x="3688885" y="3228410"/>
              <a:chExt cx="4567355" cy="408403"/>
            </a:xfrm>
          </p:grpSpPr>
          <p:sp>
            <p:nvSpPr>
              <p:cNvPr id="54" name="圆角矩形 8"/>
              <p:cNvSpPr/>
              <p:nvPr/>
            </p:nvSpPr>
            <p:spPr>
              <a:xfrm>
                <a:off x="3688885" y="3228410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5" name="任意多边形 9"/>
              <p:cNvSpPr/>
              <p:nvPr/>
            </p:nvSpPr>
            <p:spPr>
              <a:xfrm>
                <a:off x="3688885" y="3228410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任意多边形 15"/>
              <p:cNvSpPr>
                <a:spLocks/>
              </p:cNvSpPr>
              <p:nvPr/>
            </p:nvSpPr>
            <p:spPr bwMode="auto">
              <a:xfrm>
                <a:off x="3859934" y="3301725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092644" y="2262261"/>
              <a:ext cx="3425516" cy="306302"/>
              <a:chOff x="3688885" y="2673956"/>
              <a:chExt cx="4567355" cy="408403"/>
            </a:xfrm>
          </p:grpSpPr>
          <p:sp>
            <p:nvSpPr>
              <p:cNvPr id="51" name="圆角矩形 6"/>
              <p:cNvSpPr/>
              <p:nvPr/>
            </p:nvSpPr>
            <p:spPr>
              <a:xfrm>
                <a:off x="3688885" y="2673956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52" name="任意多边形 7"/>
              <p:cNvSpPr/>
              <p:nvPr/>
            </p:nvSpPr>
            <p:spPr>
              <a:xfrm>
                <a:off x="3688885" y="2673956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任意多边形 16"/>
              <p:cNvSpPr>
                <a:spLocks/>
              </p:cNvSpPr>
              <p:nvPr/>
            </p:nvSpPr>
            <p:spPr bwMode="auto">
              <a:xfrm>
                <a:off x="3859934" y="2759964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24 w 236"/>
                  <a:gd name="T11" fmla="*/ 56 h 236"/>
                  <a:gd name="T12" fmla="*/ 144 w 236"/>
                  <a:gd name="T13" fmla="*/ 46 h 236"/>
                  <a:gd name="T14" fmla="*/ 137 w 236"/>
                  <a:gd name="T15" fmla="*/ 67 h 236"/>
                  <a:gd name="T16" fmla="*/ 117 w 236"/>
                  <a:gd name="T17" fmla="*/ 77 h 236"/>
                  <a:gd name="T18" fmla="*/ 124 w 236"/>
                  <a:gd name="T19" fmla="*/ 56 h 236"/>
                  <a:gd name="T20" fmla="*/ 162 w 236"/>
                  <a:gd name="T21" fmla="*/ 164 h 236"/>
                  <a:gd name="T22" fmla="*/ 142 w 236"/>
                  <a:gd name="T23" fmla="*/ 181 h 236"/>
                  <a:gd name="T24" fmla="*/ 119 w 236"/>
                  <a:gd name="T25" fmla="*/ 175 h 236"/>
                  <a:gd name="T26" fmla="*/ 97 w 236"/>
                  <a:gd name="T27" fmla="*/ 181 h 236"/>
                  <a:gd name="T28" fmla="*/ 76 w 236"/>
                  <a:gd name="T29" fmla="*/ 164 h 236"/>
                  <a:gd name="T30" fmla="*/ 67 w 236"/>
                  <a:gd name="T31" fmla="*/ 96 h 236"/>
                  <a:gd name="T32" fmla="*/ 95 w 236"/>
                  <a:gd name="T33" fmla="*/ 79 h 236"/>
                  <a:gd name="T34" fmla="*/ 118 w 236"/>
                  <a:gd name="T35" fmla="*/ 85 h 236"/>
                  <a:gd name="T36" fmla="*/ 143 w 236"/>
                  <a:gd name="T37" fmla="*/ 79 h 236"/>
                  <a:gd name="T38" fmla="*/ 168 w 236"/>
                  <a:gd name="T39" fmla="*/ 92 h 236"/>
                  <a:gd name="T40" fmla="*/ 154 w 236"/>
                  <a:gd name="T41" fmla="*/ 118 h 236"/>
                  <a:gd name="T42" fmla="*/ 172 w 236"/>
                  <a:gd name="T43" fmla="*/ 145 h 236"/>
                  <a:gd name="T44" fmla="*/ 162 w 236"/>
                  <a:gd name="T45" fmla="*/ 16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24" y="56"/>
                    </a:moveTo>
                    <a:cubicBezTo>
                      <a:pt x="129" y="50"/>
                      <a:pt x="137" y="46"/>
                      <a:pt x="144" y="46"/>
                    </a:cubicBezTo>
                    <a:cubicBezTo>
                      <a:pt x="144" y="54"/>
                      <a:pt x="141" y="62"/>
                      <a:pt x="137" y="67"/>
                    </a:cubicBezTo>
                    <a:cubicBezTo>
                      <a:pt x="132" y="73"/>
                      <a:pt x="124" y="78"/>
                      <a:pt x="117" y="77"/>
                    </a:cubicBezTo>
                    <a:cubicBezTo>
                      <a:pt x="115" y="69"/>
                      <a:pt x="119" y="61"/>
                      <a:pt x="124" y="56"/>
                    </a:cubicBezTo>
                    <a:close/>
                    <a:moveTo>
                      <a:pt x="162" y="164"/>
                    </a:moveTo>
                    <a:cubicBezTo>
                      <a:pt x="157" y="172"/>
                      <a:pt x="151" y="180"/>
                      <a:pt x="142" y="181"/>
                    </a:cubicBezTo>
                    <a:cubicBezTo>
                      <a:pt x="133" y="181"/>
                      <a:pt x="130" y="175"/>
                      <a:pt x="119" y="175"/>
                    </a:cubicBezTo>
                    <a:cubicBezTo>
                      <a:pt x="109" y="175"/>
                      <a:pt x="106" y="180"/>
                      <a:pt x="97" y="181"/>
                    </a:cubicBezTo>
                    <a:cubicBezTo>
                      <a:pt x="88" y="181"/>
                      <a:pt x="82" y="172"/>
                      <a:pt x="76" y="164"/>
                    </a:cubicBezTo>
                    <a:cubicBezTo>
                      <a:pt x="64" y="147"/>
                      <a:pt x="55" y="116"/>
                      <a:pt x="67" y="96"/>
                    </a:cubicBezTo>
                    <a:cubicBezTo>
                      <a:pt x="73" y="85"/>
                      <a:pt x="84" y="79"/>
                      <a:pt x="95" y="79"/>
                    </a:cubicBezTo>
                    <a:cubicBezTo>
                      <a:pt x="104" y="79"/>
                      <a:pt x="112" y="85"/>
                      <a:pt x="118" y="85"/>
                    </a:cubicBezTo>
                    <a:cubicBezTo>
                      <a:pt x="123" y="85"/>
                      <a:pt x="133" y="77"/>
                      <a:pt x="143" y="79"/>
                    </a:cubicBezTo>
                    <a:cubicBezTo>
                      <a:pt x="148" y="79"/>
                      <a:pt x="160" y="80"/>
                      <a:pt x="168" y="92"/>
                    </a:cubicBezTo>
                    <a:cubicBezTo>
                      <a:pt x="167" y="92"/>
                      <a:pt x="153" y="100"/>
                      <a:pt x="154" y="118"/>
                    </a:cubicBezTo>
                    <a:cubicBezTo>
                      <a:pt x="154" y="138"/>
                      <a:pt x="171" y="145"/>
                      <a:pt x="172" y="145"/>
                    </a:cubicBezTo>
                    <a:cubicBezTo>
                      <a:pt x="171" y="145"/>
                      <a:pt x="169" y="155"/>
                      <a:pt x="162" y="16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092644" y="3499392"/>
              <a:ext cx="3425516" cy="306302"/>
              <a:chOff x="3688885" y="3228410"/>
              <a:chExt cx="4567355" cy="408403"/>
            </a:xfrm>
          </p:grpSpPr>
          <p:sp>
            <p:nvSpPr>
              <p:cNvPr id="12" name="圆角矩形 63"/>
              <p:cNvSpPr/>
              <p:nvPr/>
            </p:nvSpPr>
            <p:spPr>
              <a:xfrm>
                <a:off x="3688885" y="3228410"/>
                <a:ext cx="4567355" cy="408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0" anchor="ctr"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此部分内容作为文字排版占位显示 （建议使用主题字体）</a:t>
                </a:r>
              </a:p>
            </p:txBody>
          </p:sp>
          <p:sp>
            <p:nvSpPr>
              <p:cNvPr id="13" name="任意多边形 64"/>
              <p:cNvSpPr/>
              <p:nvPr/>
            </p:nvSpPr>
            <p:spPr>
              <a:xfrm>
                <a:off x="3688885" y="3228410"/>
                <a:ext cx="550836" cy="408403"/>
              </a:xfrm>
              <a:custGeom>
                <a:avLst/>
                <a:gdLst>
                  <a:gd name="connsiteX0" fmla="*/ 80296 w 649782"/>
                  <a:gd name="connsiteY0" fmla="*/ 0 h 481764"/>
                  <a:gd name="connsiteX1" fmla="*/ 649782 w 649782"/>
                  <a:gd name="connsiteY1" fmla="*/ 0 h 481764"/>
                  <a:gd name="connsiteX2" fmla="*/ 649782 w 649782"/>
                  <a:gd name="connsiteY2" fmla="*/ 481764 h 481764"/>
                  <a:gd name="connsiteX3" fmla="*/ 80296 w 649782"/>
                  <a:gd name="connsiteY3" fmla="*/ 481764 h 481764"/>
                  <a:gd name="connsiteX4" fmla="*/ 0 w 649782"/>
                  <a:gd name="connsiteY4" fmla="*/ 401468 h 481764"/>
                  <a:gd name="connsiteX5" fmla="*/ 0 w 649782"/>
                  <a:gd name="connsiteY5" fmla="*/ 80296 h 481764"/>
                  <a:gd name="connsiteX6" fmla="*/ 80296 w 649782"/>
                  <a:gd name="connsiteY6" fmla="*/ 0 h 48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9782" h="481764">
                    <a:moveTo>
                      <a:pt x="80296" y="0"/>
                    </a:moveTo>
                    <a:lnTo>
                      <a:pt x="649782" y="0"/>
                    </a:lnTo>
                    <a:lnTo>
                      <a:pt x="649782" y="481764"/>
                    </a:lnTo>
                    <a:lnTo>
                      <a:pt x="80296" y="481764"/>
                    </a:lnTo>
                    <a:cubicBezTo>
                      <a:pt x="35950" y="481764"/>
                      <a:pt x="0" y="445814"/>
                      <a:pt x="0" y="401468"/>
                    </a:cubicBezTo>
                    <a:lnTo>
                      <a:pt x="0" y="80296"/>
                    </a:lnTo>
                    <a:cubicBezTo>
                      <a:pt x="0" y="35950"/>
                      <a:pt x="35950" y="0"/>
                      <a:pt x="80296" y="0"/>
                    </a:cubicBezTo>
                    <a:close/>
                  </a:path>
                </a:pathLst>
              </a:custGeom>
              <a:solidFill>
                <a:schemeClr val="accent5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" name="任意多边形 65"/>
              <p:cNvSpPr>
                <a:spLocks/>
              </p:cNvSpPr>
              <p:nvPr/>
            </p:nvSpPr>
            <p:spPr bwMode="auto">
              <a:xfrm>
                <a:off x="3859934" y="3301725"/>
                <a:ext cx="224340" cy="224340"/>
              </a:xfrm>
              <a:custGeom>
                <a:avLst/>
                <a:gdLst>
                  <a:gd name="T0" fmla="*/ 118 w 236"/>
                  <a:gd name="T1" fmla="*/ 0 h 236"/>
                  <a:gd name="T2" fmla="*/ 0 w 236"/>
                  <a:gd name="T3" fmla="*/ 118 h 236"/>
                  <a:gd name="T4" fmla="*/ 118 w 236"/>
                  <a:gd name="T5" fmla="*/ 236 h 236"/>
                  <a:gd name="T6" fmla="*/ 236 w 236"/>
                  <a:gd name="T7" fmla="*/ 118 h 236"/>
                  <a:gd name="T8" fmla="*/ 118 w 236"/>
                  <a:gd name="T9" fmla="*/ 0 h 236"/>
                  <a:gd name="T10" fmla="*/ 106 w 236"/>
                  <a:gd name="T11" fmla="*/ 171 h 236"/>
                  <a:gd name="T12" fmla="*/ 54 w 236"/>
                  <a:gd name="T13" fmla="*/ 163 h 236"/>
                  <a:gd name="T14" fmla="*/ 54 w 236"/>
                  <a:gd name="T15" fmla="*/ 121 h 236"/>
                  <a:gd name="T16" fmla="*/ 106 w 236"/>
                  <a:gd name="T17" fmla="*/ 121 h 236"/>
                  <a:gd name="T18" fmla="*/ 106 w 236"/>
                  <a:gd name="T19" fmla="*/ 171 h 236"/>
                  <a:gd name="T20" fmla="*/ 106 w 236"/>
                  <a:gd name="T21" fmla="*/ 114 h 236"/>
                  <a:gd name="T22" fmla="*/ 54 w 236"/>
                  <a:gd name="T23" fmla="*/ 114 h 236"/>
                  <a:gd name="T24" fmla="*/ 54 w 236"/>
                  <a:gd name="T25" fmla="*/ 72 h 236"/>
                  <a:gd name="T26" fmla="*/ 106 w 236"/>
                  <a:gd name="T27" fmla="*/ 64 h 236"/>
                  <a:gd name="T28" fmla="*/ 106 w 236"/>
                  <a:gd name="T29" fmla="*/ 114 h 236"/>
                  <a:gd name="T30" fmla="*/ 182 w 236"/>
                  <a:gd name="T31" fmla="*/ 182 h 236"/>
                  <a:gd name="T32" fmla="*/ 113 w 236"/>
                  <a:gd name="T33" fmla="*/ 172 h 236"/>
                  <a:gd name="T34" fmla="*/ 113 w 236"/>
                  <a:gd name="T35" fmla="*/ 121 h 236"/>
                  <a:gd name="T36" fmla="*/ 182 w 236"/>
                  <a:gd name="T37" fmla="*/ 121 h 236"/>
                  <a:gd name="T38" fmla="*/ 182 w 236"/>
                  <a:gd name="T39" fmla="*/ 182 h 236"/>
                  <a:gd name="T40" fmla="*/ 182 w 236"/>
                  <a:gd name="T41" fmla="*/ 114 h 236"/>
                  <a:gd name="T42" fmla="*/ 113 w 236"/>
                  <a:gd name="T43" fmla="*/ 114 h 236"/>
                  <a:gd name="T44" fmla="*/ 113 w 236"/>
                  <a:gd name="T45" fmla="*/ 63 h 236"/>
                  <a:gd name="T46" fmla="*/ 182 w 236"/>
                  <a:gd name="T47" fmla="*/ 53 h 236"/>
                  <a:gd name="T48" fmla="*/ 182 w 236"/>
                  <a:gd name="T49" fmla="*/ 114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6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3" y="236"/>
                      <a:pt x="236" y="183"/>
                      <a:pt x="236" y="118"/>
                    </a:cubicBezTo>
                    <a:cubicBezTo>
                      <a:pt x="236" y="53"/>
                      <a:pt x="183" y="0"/>
                      <a:pt x="118" y="0"/>
                    </a:cubicBezTo>
                    <a:close/>
                    <a:moveTo>
                      <a:pt x="106" y="171"/>
                    </a:move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21"/>
                      <a:pt x="54" y="121"/>
                      <a:pt x="54" y="121"/>
                    </a:cubicBezTo>
                    <a:cubicBezTo>
                      <a:pt x="106" y="121"/>
                      <a:pt x="106" y="121"/>
                      <a:pt x="106" y="121"/>
                    </a:cubicBezTo>
                    <a:lnTo>
                      <a:pt x="106" y="171"/>
                    </a:lnTo>
                    <a:close/>
                    <a:moveTo>
                      <a:pt x="106" y="114"/>
                    </a:move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72"/>
                      <a:pt x="54" y="72"/>
                      <a:pt x="54" y="72"/>
                    </a:cubicBezTo>
                    <a:cubicBezTo>
                      <a:pt x="106" y="64"/>
                      <a:pt x="106" y="64"/>
                      <a:pt x="106" y="64"/>
                    </a:cubicBezTo>
                    <a:lnTo>
                      <a:pt x="106" y="114"/>
                    </a:lnTo>
                    <a:close/>
                    <a:moveTo>
                      <a:pt x="182" y="182"/>
                    </a:move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21"/>
                      <a:pt x="113" y="121"/>
                      <a:pt x="113" y="121"/>
                    </a:cubicBezTo>
                    <a:cubicBezTo>
                      <a:pt x="182" y="121"/>
                      <a:pt x="182" y="121"/>
                      <a:pt x="182" y="121"/>
                    </a:cubicBezTo>
                    <a:lnTo>
                      <a:pt x="182" y="182"/>
                    </a:lnTo>
                    <a:close/>
                    <a:moveTo>
                      <a:pt x="182" y="114"/>
                    </a:moveTo>
                    <a:cubicBezTo>
                      <a:pt x="113" y="114"/>
                      <a:pt x="113" y="114"/>
                      <a:pt x="113" y="114"/>
                    </a:cubicBezTo>
                    <a:cubicBezTo>
                      <a:pt x="113" y="63"/>
                      <a:pt x="113" y="63"/>
                      <a:pt x="113" y="63"/>
                    </a:cubicBezTo>
                    <a:cubicBezTo>
                      <a:pt x="182" y="53"/>
                      <a:pt x="182" y="53"/>
                      <a:pt x="182" y="53"/>
                    </a:cubicBezTo>
                    <a:lnTo>
                      <a:pt x="182" y="11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A120663-5C45-4915-A40F-DD0CB7EEA32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65" name="TextBox 86">
              <a:extLst>
                <a:ext uri="{FF2B5EF4-FFF2-40B4-BE49-F238E27FC236}">
                  <a16:creationId xmlns:a16="http://schemas.microsoft.com/office/drawing/2014/main" id="{1CD35F42-58B4-4CEE-AA68-5CAEEB33E167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9A51838-EC93-42D5-85CD-DF1934AC4E16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32434680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2"/>
          <p:cNvGrpSpPr/>
          <p:nvPr/>
        </p:nvGrpSpPr>
        <p:grpSpPr>
          <a:xfrm>
            <a:off x="731208" y="907855"/>
            <a:ext cx="7534278" cy="1627535"/>
            <a:chOff x="1073149" y="496536"/>
            <a:chExt cx="10045704" cy="2170046"/>
          </a:xfrm>
        </p:grpSpPr>
        <p:sp>
          <p:nvSpPr>
            <p:cNvPr id="15" name="Freeform: Shape 2"/>
            <p:cNvSpPr/>
            <p:nvPr/>
          </p:nvSpPr>
          <p:spPr>
            <a:xfrm>
              <a:off x="1073149" y="1799083"/>
              <a:ext cx="1004571" cy="862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05" y="5478"/>
                  </a:moveTo>
                  <a:lnTo>
                    <a:pt x="6126" y="8350"/>
                  </a:lnTo>
                  <a:cubicBezTo>
                    <a:pt x="1357" y="10288"/>
                    <a:pt x="0" y="12899"/>
                    <a:pt x="0" y="14094"/>
                  </a:cubicBezTo>
                  <a:cubicBezTo>
                    <a:pt x="0" y="20043"/>
                    <a:pt x="15755" y="21399"/>
                    <a:pt x="21600" y="21600"/>
                  </a:cubicBezTo>
                  <a:lnTo>
                    <a:pt x="21600" y="0"/>
                  </a:lnTo>
                  <a:cubicBezTo>
                    <a:pt x="16641" y="723"/>
                    <a:pt x="11387" y="2259"/>
                    <a:pt x="8605" y="5478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Freeform: Shape 3"/>
            <p:cNvSpPr/>
            <p:nvPr/>
          </p:nvSpPr>
          <p:spPr>
            <a:xfrm>
              <a:off x="207771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81" y="0"/>
                  </a:moveTo>
                  <a:cubicBezTo>
                    <a:pt x="6847" y="0"/>
                    <a:pt x="3495" y="98"/>
                    <a:pt x="0" y="590"/>
                  </a:cubicBezTo>
                  <a:lnTo>
                    <a:pt x="0" y="21571"/>
                  </a:lnTo>
                  <a:cubicBezTo>
                    <a:pt x="609" y="21590"/>
                    <a:pt x="1110" y="21600"/>
                    <a:pt x="1477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9081" y="0"/>
                    <a:pt x="9081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: Shape 4"/>
            <p:cNvSpPr/>
            <p:nvPr/>
          </p:nvSpPr>
          <p:spPr>
            <a:xfrm>
              <a:off x="3082288" y="1779044"/>
              <a:ext cx="1004572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Freeform: Shape 5"/>
            <p:cNvSpPr/>
            <p:nvPr/>
          </p:nvSpPr>
          <p:spPr>
            <a:xfrm>
              <a:off x="4086859" y="1779044"/>
              <a:ext cx="1004571" cy="887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331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: Shape 6"/>
            <p:cNvSpPr/>
            <p:nvPr/>
          </p:nvSpPr>
          <p:spPr>
            <a:xfrm>
              <a:off x="5091430" y="1779044"/>
              <a:ext cx="1004571" cy="887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331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: Shape 7"/>
            <p:cNvSpPr/>
            <p:nvPr/>
          </p:nvSpPr>
          <p:spPr>
            <a:xfrm>
              <a:off x="6096000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: Shape 8"/>
            <p:cNvSpPr/>
            <p:nvPr/>
          </p:nvSpPr>
          <p:spPr>
            <a:xfrm>
              <a:off x="710056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: Shape 9"/>
            <p:cNvSpPr/>
            <p:nvPr/>
          </p:nvSpPr>
          <p:spPr>
            <a:xfrm>
              <a:off x="8105139" y="1779044"/>
              <a:ext cx="1004571" cy="8875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3629" y="21600"/>
                  </a:lnTo>
                  <a:cubicBezTo>
                    <a:pt x="7543" y="21600"/>
                    <a:pt x="13854" y="20683"/>
                    <a:pt x="21600" y="19020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23" name="Group 10"/>
            <p:cNvGrpSpPr/>
            <p:nvPr/>
          </p:nvGrpSpPr>
          <p:grpSpPr>
            <a:xfrm>
              <a:off x="1374519" y="1999476"/>
              <a:ext cx="7283331" cy="109199"/>
              <a:chOff x="0" y="0"/>
              <a:chExt cx="7283331" cy="109198"/>
            </a:xfrm>
          </p:grpSpPr>
          <p:sp>
            <p:nvSpPr>
              <p:cNvPr id="26" name="Freeform: Shape 13"/>
              <p:cNvSpPr/>
              <p:nvPr/>
            </p:nvSpPr>
            <p:spPr>
              <a:xfrm>
                <a:off x="0" y="0"/>
                <a:ext cx="170984" cy="1088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036" y="0"/>
                    </a:lnTo>
                    <a:lnTo>
                      <a:pt x="21600" y="0"/>
                    </a:lnTo>
                    <a:lnTo>
                      <a:pt x="12641" y="21600"/>
                    </a:lnTo>
                    <a:cubicBezTo>
                      <a:pt x="12641" y="2160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Freeform: Shape 14"/>
              <p:cNvSpPr/>
              <p:nvPr/>
            </p:nvSpPr>
            <p:spPr>
              <a:xfrm>
                <a:off x="140639" y="0"/>
                <a:ext cx="133804" cy="108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10378" y="0"/>
                    </a:lnTo>
                    <a:lnTo>
                      <a:pt x="21600" y="0"/>
                    </a:lnTo>
                    <a:cubicBezTo>
                      <a:pt x="21600" y="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" name="Freeform: Shape 15"/>
              <p:cNvSpPr/>
              <p:nvPr/>
            </p:nvSpPr>
            <p:spPr>
              <a:xfrm>
                <a:off x="301370" y="0"/>
                <a:ext cx="118539" cy="1091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441"/>
                    </a:lnTo>
                    <a:lnTo>
                      <a:pt x="0" y="0"/>
                    </a:lnTo>
                    <a:lnTo>
                      <a:pt x="15779" y="0"/>
                    </a:lnTo>
                    <a:lnTo>
                      <a:pt x="21600" y="6619"/>
                    </a:lnTo>
                    <a:cubicBezTo>
                      <a:pt x="21600" y="6619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9" name="Freeform: Shape 16"/>
              <p:cNvSpPr/>
              <p:nvPr/>
            </p:nvSpPr>
            <p:spPr>
              <a:xfrm>
                <a:off x="1024661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0" name="Freeform: Shape 17"/>
              <p:cNvSpPr/>
              <p:nvPr/>
            </p:nvSpPr>
            <p:spPr>
              <a:xfrm>
                <a:off x="1125118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98" y="21600"/>
                      <a:pt x="13424" y="21600"/>
                    </a:cubicBezTo>
                    <a:lnTo>
                      <a:pt x="8176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176" y="0"/>
                    </a:cubicBezTo>
                    <a:lnTo>
                      <a:pt x="13424" y="0"/>
                    </a:lnTo>
                    <a:cubicBezTo>
                      <a:pt x="1789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1" name="Freeform: Shape 18"/>
              <p:cNvSpPr/>
              <p:nvPr/>
            </p:nvSpPr>
            <p:spPr>
              <a:xfrm>
                <a:off x="1245666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2" name="Freeform: Shape 19"/>
              <p:cNvSpPr/>
              <p:nvPr/>
            </p:nvSpPr>
            <p:spPr>
              <a:xfrm>
                <a:off x="1366215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0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0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3" name="Freeform: Shape 20"/>
              <p:cNvSpPr/>
              <p:nvPr/>
            </p:nvSpPr>
            <p:spPr>
              <a:xfrm>
                <a:off x="1486763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4" name="Freeform: Shape 21"/>
              <p:cNvSpPr/>
              <p:nvPr/>
            </p:nvSpPr>
            <p:spPr>
              <a:xfrm>
                <a:off x="1607312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5" name="Freeform: Shape 22"/>
              <p:cNvSpPr/>
              <p:nvPr/>
            </p:nvSpPr>
            <p:spPr>
              <a:xfrm>
                <a:off x="1727860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44" y="21600"/>
                      <a:pt x="13405" y="21600"/>
                    </a:cubicBezTo>
                    <a:lnTo>
                      <a:pt x="8111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11" y="0"/>
                    </a:cubicBezTo>
                    <a:lnTo>
                      <a:pt x="13405" y="0"/>
                    </a:lnTo>
                    <a:cubicBezTo>
                      <a:pt x="1784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23"/>
              <p:cNvSpPr/>
              <p:nvPr/>
            </p:nvSpPr>
            <p:spPr>
              <a:xfrm>
                <a:off x="1828317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17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74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24"/>
              <p:cNvSpPr/>
              <p:nvPr/>
            </p:nvSpPr>
            <p:spPr>
              <a:xfrm>
                <a:off x="1948866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60" y="21600"/>
                    </a:cubicBezTo>
                    <a:lnTo>
                      <a:pt x="8144" y="21600"/>
                    </a:lnTo>
                    <a:cubicBezTo>
                      <a:pt x="360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3" y="0"/>
                      <a:pt x="8144" y="0"/>
                    </a:cubicBezTo>
                    <a:lnTo>
                      <a:pt x="13460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8" name="Freeform: Shape 25"/>
              <p:cNvSpPr/>
              <p:nvPr/>
            </p:nvSpPr>
            <p:spPr>
              <a:xfrm>
                <a:off x="2069414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7" y="21600"/>
                      <a:pt x="13460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60" y="0"/>
                    </a:lnTo>
                    <a:cubicBezTo>
                      <a:pt x="1791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9" name="Freeform: Shape 26"/>
              <p:cNvSpPr/>
              <p:nvPr/>
            </p:nvSpPr>
            <p:spPr>
              <a:xfrm>
                <a:off x="2189963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0" name="Freeform: Shape 27"/>
              <p:cNvSpPr/>
              <p:nvPr/>
            </p:nvSpPr>
            <p:spPr>
              <a:xfrm>
                <a:off x="2310511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228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228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1" name="Freeform: Shape 28"/>
              <p:cNvSpPr/>
              <p:nvPr/>
            </p:nvSpPr>
            <p:spPr>
              <a:xfrm>
                <a:off x="2431059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2" name="Freeform: Shape 29"/>
              <p:cNvSpPr/>
              <p:nvPr/>
            </p:nvSpPr>
            <p:spPr>
              <a:xfrm>
                <a:off x="2893161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3" name="Freeform: Shape 30"/>
              <p:cNvSpPr/>
              <p:nvPr/>
            </p:nvSpPr>
            <p:spPr>
              <a:xfrm>
                <a:off x="3013710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4" name="Freeform: Shape 31"/>
              <p:cNvSpPr/>
              <p:nvPr/>
            </p:nvSpPr>
            <p:spPr>
              <a:xfrm>
                <a:off x="3134258" y="20039"/>
                <a:ext cx="5082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04" y="21600"/>
                    </a:cubicBezTo>
                    <a:lnTo>
                      <a:pt x="8196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6" y="0"/>
                    </a:cubicBezTo>
                    <a:lnTo>
                      <a:pt x="13404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Freeform: Shape 32"/>
              <p:cNvSpPr/>
              <p:nvPr/>
            </p:nvSpPr>
            <p:spPr>
              <a:xfrm>
                <a:off x="3234715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6" name="Freeform: Shape 33"/>
              <p:cNvSpPr/>
              <p:nvPr/>
            </p:nvSpPr>
            <p:spPr>
              <a:xfrm>
                <a:off x="3355264" y="20039"/>
                <a:ext cx="5063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456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456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7" name="Freeform: Shape 34"/>
              <p:cNvSpPr/>
              <p:nvPr/>
            </p:nvSpPr>
            <p:spPr>
              <a:xfrm>
                <a:off x="3475812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35"/>
              <p:cNvSpPr/>
              <p:nvPr/>
            </p:nvSpPr>
            <p:spPr>
              <a:xfrm>
                <a:off x="3596360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2" y="21600"/>
                      <a:pt x="13508" y="21600"/>
                    </a:cubicBezTo>
                    <a:lnTo>
                      <a:pt x="8088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88" y="0"/>
                    </a:cubicBezTo>
                    <a:lnTo>
                      <a:pt x="13508" y="0"/>
                    </a:lnTo>
                    <a:cubicBezTo>
                      <a:pt x="17982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9" name="Freeform: Shape 36"/>
              <p:cNvSpPr/>
              <p:nvPr/>
            </p:nvSpPr>
            <p:spPr>
              <a:xfrm>
                <a:off x="3958005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1" y="21600"/>
                    </a:cubicBezTo>
                    <a:lnTo>
                      <a:pt x="808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9" y="0"/>
                    </a:cubicBezTo>
                    <a:lnTo>
                      <a:pt x="13511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Freeform: Shape 37"/>
              <p:cNvSpPr/>
              <p:nvPr/>
            </p:nvSpPr>
            <p:spPr>
              <a:xfrm>
                <a:off x="4078554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3" y="21600"/>
                      <a:pt x="13368" y="21600"/>
                    </a:cubicBezTo>
                    <a:lnTo>
                      <a:pt x="8140" y="21600"/>
                    </a:lnTo>
                    <a:cubicBezTo>
                      <a:pt x="368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3" y="0"/>
                      <a:pt x="8140" y="0"/>
                    </a:cubicBezTo>
                    <a:lnTo>
                      <a:pt x="13368" y="0"/>
                    </a:lnTo>
                    <a:cubicBezTo>
                      <a:pt x="1791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1" name="Freeform: Shape 38"/>
              <p:cNvSpPr/>
              <p:nvPr/>
            </p:nvSpPr>
            <p:spPr>
              <a:xfrm>
                <a:off x="4199102" y="20039"/>
                <a:ext cx="5043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176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176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2" name="Freeform: Shape 39"/>
              <p:cNvSpPr/>
              <p:nvPr/>
            </p:nvSpPr>
            <p:spPr>
              <a:xfrm>
                <a:off x="4319651" y="20039"/>
                <a:ext cx="5063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01" y="21600"/>
                      <a:pt x="13543" y="21600"/>
                    </a:cubicBezTo>
                    <a:lnTo>
                      <a:pt x="8144" y="21600"/>
                    </a:lnTo>
                    <a:cubicBezTo>
                      <a:pt x="3687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87" y="0"/>
                      <a:pt x="8144" y="0"/>
                    </a:cubicBezTo>
                    <a:lnTo>
                      <a:pt x="13543" y="0"/>
                    </a:lnTo>
                    <a:cubicBezTo>
                      <a:pt x="1800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3" name="Freeform: Shape 40"/>
              <p:cNvSpPr/>
              <p:nvPr/>
            </p:nvSpPr>
            <p:spPr>
              <a:xfrm>
                <a:off x="4440199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28" y="21600"/>
                      <a:pt x="13401" y="21600"/>
                    </a:cubicBezTo>
                    <a:lnTo>
                      <a:pt x="8195" y="21600"/>
                    </a:lnTo>
                    <a:cubicBezTo>
                      <a:pt x="3672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2" y="0"/>
                      <a:pt x="8195" y="0"/>
                    </a:cubicBezTo>
                    <a:lnTo>
                      <a:pt x="13401" y="0"/>
                    </a:lnTo>
                    <a:cubicBezTo>
                      <a:pt x="1792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" name="Freeform: Shape 41"/>
              <p:cNvSpPr/>
              <p:nvPr/>
            </p:nvSpPr>
            <p:spPr>
              <a:xfrm>
                <a:off x="4560747" y="20039"/>
                <a:ext cx="5043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12" y="21600"/>
                    </a:cubicBezTo>
                    <a:lnTo>
                      <a:pt x="8092" y="21600"/>
                    </a:lnTo>
                    <a:cubicBezTo>
                      <a:pt x="361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8" y="0"/>
                      <a:pt x="8092" y="0"/>
                    </a:cubicBezTo>
                    <a:lnTo>
                      <a:pt x="13512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" name="Freeform: Shape 42"/>
              <p:cNvSpPr/>
              <p:nvPr/>
            </p:nvSpPr>
            <p:spPr>
              <a:xfrm>
                <a:off x="4661205" y="20039"/>
                <a:ext cx="5082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31" y="21600"/>
                      <a:pt x="13491" y="21600"/>
                    </a:cubicBezTo>
                    <a:lnTo>
                      <a:pt x="8196" y="21600"/>
                    </a:lnTo>
                    <a:cubicBezTo>
                      <a:pt x="375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56" y="0"/>
                      <a:pt x="8196" y="0"/>
                    </a:cubicBezTo>
                    <a:lnTo>
                      <a:pt x="13491" y="0"/>
                    </a:lnTo>
                    <a:cubicBezTo>
                      <a:pt x="17931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6" name="Freeform: Shape 43"/>
              <p:cNvSpPr/>
              <p:nvPr/>
            </p:nvSpPr>
            <p:spPr>
              <a:xfrm>
                <a:off x="4781753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69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169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7" name="Freeform: Shape 44"/>
              <p:cNvSpPr/>
              <p:nvPr/>
            </p:nvSpPr>
            <p:spPr>
              <a:xfrm>
                <a:off x="4902302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8" name="Freeform: Shape 45"/>
              <p:cNvSpPr/>
              <p:nvPr/>
            </p:nvSpPr>
            <p:spPr>
              <a:xfrm>
                <a:off x="5344313" y="20039"/>
                <a:ext cx="5081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14" y="21600"/>
                      <a:pt x="13402" y="21600"/>
                    </a:cubicBezTo>
                    <a:lnTo>
                      <a:pt x="8198" y="21600"/>
                    </a:lnTo>
                    <a:cubicBezTo>
                      <a:pt x="366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69" y="0"/>
                      <a:pt x="8198" y="0"/>
                    </a:cubicBezTo>
                    <a:lnTo>
                      <a:pt x="13402" y="0"/>
                    </a:lnTo>
                    <a:cubicBezTo>
                      <a:pt x="18014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9" name="Freeform: Shape 46"/>
              <p:cNvSpPr/>
              <p:nvPr/>
            </p:nvSpPr>
            <p:spPr>
              <a:xfrm>
                <a:off x="5464861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178" y="21600"/>
                    </a:lnTo>
                    <a:cubicBezTo>
                      <a:pt x="3698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8" y="0"/>
                      <a:pt x="8178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0" name="Freeform: Shape 47"/>
              <p:cNvSpPr/>
              <p:nvPr/>
            </p:nvSpPr>
            <p:spPr>
              <a:xfrm>
                <a:off x="5585409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1" name="Freeform: Shape 48"/>
              <p:cNvSpPr/>
              <p:nvPr/>
            </p:nvSpPr>
            <p:spPr>
              <a:xfrm>
                <a:off x="5826506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2" name="Freeform: Shape 49"/>
              <p:cNvSpPr/>
              <p:nvPr/>
            </p:nvSpPr>
            <p:spPr>
              <a:xfrm>
                <a:off x="5947055" y="20039"/>
                <a:ext cx="5062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33" y="21600"/>
                      <a:pt x="13370" y="21600"/>
                    </a:cubicBezTo>
                    <a:lnTo>
                      <a:pt x="8138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138" y="0"/>
                    </a:cubicBezTo>
                    <a:lnTo>
                      <a:pt x="13370" y="0"/>
                    </a:lnTo>
                    <a:cubicBezTo>
                      <a:pt x="17833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3" name="Freeform: Shape 50"/>
              <p:cNvSpPr/>
              <p:nvPr/>
            </p:nvSpPr>
            <p:spPr>
              <a:xfrm>
                <a:off x="6047512" y="20039"/>
                <a:ext cx="5062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6" y="21600"/>
                      <a:pt x="13454" y="21600"/>
                    </a:cubicBezTo>
                    <a:lnTo>
                      <a:pt x="8054" y="21600"/>
                    </a:lnTo>
                    <a:cubicBezTo>
                      <a:pt x="360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00" y="0"/>
                      <a:pt x="8054" y="0"/>
                    </a:cubicBezTo>
                    <a:lnTo>
                      <a:pt x="13454" y="0"/>
                    </a:lnTo>
                    <a:cubicBezTo>
                      <a:pt x="1791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4" name="Freeform: Shape 51"/>
              <p:cNvSpPr/>
              <p:nvPr/>
            </p:nvSpPr>
            <p:spPr>
              <a:xfrm>
                <a:off x="6168060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422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422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5" name="Freeform: Shape 52"/>
              <p:cNvSpPr/>
              <p:nvPr/>
            </p:nvSpPr>
            <p:spPr>
              <a:xfrm>
                <a:off x="6288608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18" y="21600"/>
                      <a:pt x="13457" y="21600"/>
                    </a:cubicBezTo>
                    <a:lnTo>
                      <a:pt x="8143" y="21600"/>
                    </a:lnTo>
                    <a:cubicBezTo>
                      <a:pt x="3691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91" y="0"/>
                      <a:pt x="8143" y="0"/>
                    </a:cubicBezTo>
                    <a:lnTo>
                      <a:pt x="13457" y="0"/>
                    </a:lnTo>
                    <a:cubicBezTo>
                      <a:pt x="17918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6" name="Freeform: Shape 53"/>
              <p:cNvSpPr/>
              <p:nvPr/>
            </p:nvSpPr>
            <p:spPr>
              <a:xfrm>
                <a:off x="6409157" y="20039"/>
                <a:ext cx="50427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06" y="21600"/>
                    </a:cubicBezTo>
                    <a:lnTo>
                      <a:pt x="8085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85" y="0"/>
                    </a:cubicBezTo>
                    <a:lnTo>
                      <a:pt x="13506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7" name="Freeform: Shape 54"/>
              <p:cNvSpPr/>
              <p:nvPr/>
            </p:nvSpPr>
            <p:spPr>
              <a:xfrm>
                <a:off x="6529705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840" y="21600"/>
                      <a:pt x="13405" y="21600"/>
                    </a:cubicBezTo>
                    <a:lnTo>
                      <a:pt x="8195" y="21600"/>
                    </a:lnTo>
                    <a:cubicBezTo>
                      <a:pt x="3676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76" y="0"/>
                      <a:pt x="8195" y="0"/>
                    </a:cubicBezTo>
                    <a:lnTo>
                      <a:pt x="13405" y="0"/>
                    </a:lnTo>
                    <a:cubicBezTo>
                      <a:pt x="17840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8" name="Freeform: Shape 55"/>
              <p:cNvSpPr/>
              <p:nvPr/>
            </p:nvSpPr>
            <p:spPr>
              <a:xfrm>
                <a:off x="6650253" y="20039"/>
                <a:ext cx="50445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69" name="Freeform: Shape 56"/>
              <p:cNvSpPr/>
              <p:nvPr/>
            </p:nvSpPr>
            <p:spPr>
              <a:xfrm>
                <a:off x="6750711" y="20039"/>
                <a:ext cx="50838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8015" y="21600"/>
                      <a:pt x="13489" y="21600"/>
                    </a:cubicBezTo>
                    <a:lnTo>
                      <a:pt x="8195" y="21600"/>
                    </a:lnTo>
                    <a:cubicBezTo>
                      <a:pt x="3760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760" y="0"/>
                      <a:pt x="8195" y="0"/>
                    </a:cubicBezTo>
                    <a:lnTo>
                      <a:pt x="13489" y="0"/>
                    </a:lnTo>
                    <a:cubicBezTo>
                      <a:pt x="18015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0" name="Freeform: Shape 57"/>
              <p:cNvSpPr/>
              <p:nvPr/>
            </p:nvSpPr>
            <p:spPr>
              <a:xfrm>
                <a:off x="6871258" y="20039"/>
                <a:ext cx="50642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059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059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1" name="Freeform: Shape 58"/>
              <p:cNvSpPr/>
              <p:nvPr/>
            </p:nvSpPr>
            <p:spPr>
              <a:xfrm>
                <a:off x="6991807" y="20039"/>
                <a:ext cx="50444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7" y="21600"/>
                      <a:pt x="13509" y="21600"/>
                    </a:cubicBezTo>
                    <a:lnTo>
                      <a:pt x="8091" y="21600"/>
                    </a:lnTo>
                    <a:cubicBezTo>
                      <a:pt x="3613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3" y="0"/>
                      <a:pt x="8091" y="0"/>
                    </a:cubicBezTo>
                    <a:lnTo>
                      <a:pt x="13509" y="0"/>
                    </a:lnTo>
                    <a:cubicBezTo>
                      <a:pt x="17987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2" name="Freeform: Shape 59"/>
              <p:cNvSpPr/>
              <p:nvPr/>
            </p:nvSpPr>
            <p:spPr>
              <a:xfrm>
                <a:off x="7112357" y="20039"/>
                <a:ext cx="50641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09" y="21600"/>
                      <a:pt x="13457" y="21600"/>
                    </a:cubicBezTo>
                    <a:lnTo>
                      <a:pt x="8143" y="21600"/>
                    </a:lnTo>
                    <a:cubicBezTo>
                      <a:pt x="3599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599" y="0"/>
                      <a:pt x="8143" y="0"/>
                    </a:cubicBezTo>
                    <a:lnTo>
                      <a:pt x="13457" y="0"/>
                    </a:lnTo>
                    <a:cubicBezTo>
                      <a:pt x="17909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3" name="Freeform: Shape 60"/>
              <p:cNvSpPr/>
              <p:nvPr/>
            </p:nvSpPr>
            <p:spPr>
              <a:xfrm>
                <a:off x="7232905" y="20039"/>
                <a:ext cx="50426" cy="689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5700"/>
                    </a:moveTo>
                    <a:cubicBezTo>
                      <a:pt x="21600" y="18963"/>
                      <a:pt x="17986" y="21600"/>
                      <a:pt x="13515" y="21600"/>
                    </a:cubicBezTo>
                    <a:lnTo>
                      <a:pt x="8094" y="21600"/>
                    </a:lnTo>
                    <a:cubicBezTo>
                      <a:pt x="3614" y="21600"/>
                      <a:pt x="0" y="18963"/>
                      <a:pt x="0" y="15700"/>
                    </a:cubicBezTo>
                    <a:lnTo>
                      <a:pt x="0" y="5961"/>
                    </a:lnTo>
                    <a:cubicBezTo>
                      <a:pt x="0" y="2698"/>
                      <a:pt x="3614" y="0"/>
                      <a:pt x="8094" y="0"/>
                    </a:cubicBezTo>
                    <a:lnTo>
                      <a:pt x="13515" y="0"/>
                    </a:lnTo>
                    <a:cubicBezTo>
                      <a:pt x="17986" y="0"/>
                      <a:pt x="21600" y="2698"/>
                      <a:pt x="21600" y="5961"/>
                    </a:cubicBezTo>
                    <a:cubicBezTo>
                      <a:pt x="21600" y="5961"/>
                      <a:pt x="21600" y="15700"/>
                      <a:pt x="21600" y="157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24" name="Freeform: Shape 11"/>
            <p:cNvSpPr/>
            <p:nvPr/>
          </p:nvSpPr>
          <p:spPr>
            <a:xfrm>
              <a:off x="9109711" y="977477"/>
              <a:ext cx="1004571" cy="1583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18420"/>
                  </a:lnTo>
                  <a:cubicBezTo>
                    <a:pt x="17483" y="19076"/>
                    <a:pt x="12748" y="19774"/>
                    <a:pt x="7366" y="20490"/>
                  </a:cubicBezTo>
                  <a:cubicBezTo>
                    <a:pt x="4800" y="20856"/>
                    <a:pt x="2333" y="21321"/>
                    <a:pt x="0" y="21600"/>
                  </a:cubicBezTo>
                  <a:lnTo>
                    <a:pt x="0" y="10937"/>
                  </a:lnTo>
                  <a:lnTo>
                    <a:pt x="1996" y="10740"/>
                  </a:lnTo>
                  <a:cubicBezTo>
                    <a:pt x="4765" y="10568"/>
                    <a:pt x="9422" y="9310"/>
                    <a:pt x="12649" y="6901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Freeform: Shape 12"/>
            <p:cNvSpPr/>
            <p:nvPr/>
          </p:nvSpPr>
          <p:spPr>
            <a:xfrm>
              <a:off x="10114282" y="496536"/>
              <a:ext cx="1004571" cy="1823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8146"/>
                  </a:moveTo>
                  <a:cubicBezTo>
                    <a:pt x="21600" y="18146"/>
                    <a:pt x="14813" y="19556"/>
                    <a:pt x="0" y="21600"/>
                  </a:cubicBezTo>
                  <a:lnTo>
                    <a:pt x="0" y="5756"/>
                  </a:lnTo>
                  <a:lnTo>
                    <a:pt x="7547" y="705"/>
                  </a:lnTo>
                  <a:cubicBezTo>
                    <a:pt x="8450" y="107"/>
                    <a:pt x="9802" y="0"/>
                    <a:pt x="10580" y="0"/>
                  </a:cubicBezTo>
                  <a:lnTo>
                    <a:pt x="17798" y="0"/>
                  </a:lnTo>
                  <a:lnTo>
                    <a:pt x="10813" y="15801"/>
                  </a:lnTo>
                  <a:cubicBezTo>
                    <a:pt x="15889" y="16055"/>
                    <a:pt x="19902" y="16390"/>
                    <a:pt x="21280" y="16808"/>
                  </a:cubicBezTo>
                  <a:lnTo>
                    <a:pt x="21600" y="18146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5" name="Rectangle 61"/>
          <p:cNvSpPr/>
          <p:nvPr/>
        </p:nvSpPr>
        <p:spPr>
          <a:xfrm>
            <a:off x="3520924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2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50%</a:t>
            </a:r>
          </a:p>
        </p:txBody>
      </p:sp>
      <p:sp>
        <p:nvSpPr>
          <p:cNvPr id="6" name="Rectangle 64"/>
          <p:cNvSpPr/>
          <p:nvPr/>
        </p:nvSpPr>
        <p:spPr>
          <a:xfrm>
            <a:off x="518355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1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30%</a:t>
            </a:r>
          </a:p>
        </p:txBody>
      </p:sp>
      <p:sp>
        <p:nvSpPr>
          <p:cNvPr id="7" name="Rectangle 66"/>
          <p:cNvSpPr/>
          <p:nvPr/>
        </p:nvSpPr>
        <p:spPr>
          <a:xfrm>
            <a:off x="6434894" y="2371643"/>
            <a:ext cx="2190751" cy="952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</a:ext>
          </a:extLst>
        </p:spPr>
        <p:txBody>
          <a:bodyPr wrap="none" lIns="0" tIns="0" rIns="0" bIns="0" anchor="b">
            <a:normAutofit/>
          </a:bodyPr>
          <a:lstStyle/>
          <a:p>
            <a:pPr algn="ctr"/>
            <a:r>
              <a:rPr lang="en-US" altLang="zh-CN" sz="3600" b="1">
                <a:solidFill>
                  <a:schemeClr val="accent3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20%</a:t>
            </a:r>
          </a:p>
        </p:txBody>
      </p:sp>
      <p:grpSp>
        <p:nvGrpSpPr>
          <p:cNvPr id="8" name="Group 80"/>
          <p:cNvGrpSpPr/>
          <p:nvPr/>
        </p:nvGrpSpPr>
        <p:grpSpPr>
          <a:xfrm>
            <a:off x="603533" y="3499557"/>
            <a:ext cx="7938130" cy="736088"/>
            <a:chOff x="902916" y="4447035"/>
            <a:chExt cx="10584173" cy="981450"/>
          </a:xfrm>
        </p:grpSpPr>
        <p:sp>
          <p:nvSpPr>
            <p:cNvPr id="9" name="TextBox 81"/>
            <p:cNvSpPr txBox="1"/>
            <p:nvPr/>
          </p:nvSpPr>
          <p:spPr>
            <a:xfrm>
              <a:off x="1608294" y="4447035"/>
              <a:ext cx="1286292" cy="340519"/>
            </a:xfrm>
            <a:prstGeom prst="roundRect">
              <a:avLst/>
            </a:prstGeom>
            <a:solidFill>
              <a:schemeClr val="accent1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0" name="TextBox 82"/>
            <p:cNvSpPr txBox="1"/>
            <p:nvPr/>
          </p:nvSpPr>
          <p:spPr>
            <a:xfrm>
              <a:off x="5569588" y="4447035"/>
              <a:ext cx="1286292" cy="340519"/>
            </a:xfrm>
            <a:prstGeom prst="roundRect">
              <a:avLst/>
            </a:prstGeom>
            <a:solidFill>
              <a:schemeClr val="accent2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1" name="TextBox 83"/>
            <p:cNvSpPr txBox="1"/>
            <p:nvPr/>
          </p:nvSpPr>
          <p:spPr>
            <a:xfrm>
              <a:off x="9495419" y="4447035"/>
              <a:ext cx="1286292" cy="340519"/>
            </a:xfrm>
            <a:prstGeom prst="roundRect">
              <a:avLst/>
            </a:prstGeom>
            <a:solidFill>
              <a:schemeClr val="accent3"/>
            </a:solidFill>
          </p:spPr>
          <p:txBody>
            <a:bodyPr wrap="none">
              <a:normAutofit fontScale="77500" lnSpcReduction="20000"/>
            </a:bodyPr>
            <a:lstStyle/>
            <a:p>
              <a:pPr algn="ctr"/>
              <a:r>
                <a:rPr lang="zh-CN" altLang="en-US" sz="140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2" name="TextBox 84"/>
            <p:cNvSpPr txBox="1">
              <a:spLocks/>
            </p:cNvSpPr>
            <p:nvPr/>
          </p:nvSpPr>
          <p:spPr bwMode="auto">
            <a:xfrm>
              <a:off x="902916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3" name="TextBox 85"/>
            <p:cNvSpPr txBox="1">
              <a:spLocks/>
            </p:cNvSpPr>
            <p:nvPr/>
          </p:nvSpPr>
          <p:spPr bwMode="auto">
            <a:xfrm>
              <a:off x="4864210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  <p:sp>
          <p:nvSpPr>
            <p:cNvPr id="14" name="TextBox 86"/>
            <p:cNvSpPr txBox="1">
              <a:spLocks/>
            </p:cNvSpPr>
            <p:nvPr/>
          </p:nvSpPr>
          <p:spPr bwMode="auto">
            <a:xfrm>
              <a:off x="8790041" y="4854255"/>
              <a:ext cx="2697048" cy="574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norm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此部分内容作为文字排版占位显示 </a:t>
              </a:r>
              <a:b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000">
                  <a:latin typeface="+mn-lt"/>
                  <a:ea typeface="+mn-ea"/>
                  <a:cs typeface="+mn-ea"/>
                  <a:sym typeface="+mn-lt"/>
                </a:rPr>
                <a:t>（建议使用主题字体）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FD11D06-83DA-4793-B1B3-2379A92C6C8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76" name="TextBox 86">
              <a:extLst>
                <a:ext uri="{FF2B5EF4-FFF2-40B4-BE49-F238E27FC236}">
                  <a16:creationId xmlns:a16="http://schemas.microsoft.com/office/drawing/2014/main" id="{E3410950-5E7A-476E-9059-5C74860751D1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8B125520-1106-4414-82A7-6CBC454BD44D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7227830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6b9dc50f-7ec6-4f91-a8f5-bf0b22df45e9"/>
          <p:cNvGrpSpPr>
            <a:grpSpLocks noChangeAspect="1"/>
          </p:cNvGrpSpPr>
          <p:nvPr/>
        </p:nvGrpSpPr>
        <p:grpSpPr>
          <a:xfrm>
            <a:off x="0" y="1194597"/>
            <a:ext cx="8606155" cy="3392882"/>
            <a:chOff x="0" y="1592796"/>
            <a:chExt cx="11474873" cy="4523842"/>
          </a:xfrm>
        </p:grpSpPr>
        <p:sp>
          <p:nvSpPr>
            <p:cNvPr id="4" name="Rectangle 1"/>
            <p:cNvSpPr/>
            <p:nvPr/>
          </p:nvSpPr>
          <p:spPr>
            <a:xfrm>
              <a:off x="0" y="1592796"/>
              <a:ext cx="5058264" cy="4523842"/>
            </a:xfrm>
            <a:prstGeom prst="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" name="Rectangle: Rounded Corners 5"/>
            <p:cNvSpPr/>
            <p:nvPr/>
          </p:nvSpPr>
          <p:spPr>
            <a:xfrm>
              <a:off x="4463819" y="1838409"/>
              <a:ext cx="2484276" cy="61723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anchor="ctr" anchorCtr="0" forceAA="0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lvl="0" algn="r"/>
              <a:r>
                <a:rPr lang="zh-CN" altLang="en-US" b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6" name="Freeform: Shape 4"/>
            <p:cNvSpPr>
              <a:spLocks/>
            </p:cNvSpPr>
            <p:nvPr/>
          </p:nvSpPr>
          <p:spPr bwMode="auto">
            <a:xfrm>
              <a:off x="4664472" y="1988840"/>
              <a:ext cx="279400" cy="205959"/>
            </a:xfrm>
            <a:custGeom>
              <a:avLst/>
              <a:gdLst/>
              <a:ahLst/>
              <a:cxnLst>
                <a:cxn ang="0">
                  <a:pos x="10" y="45"/>
                </a:cxn>
                <a:cxn ang="0">
                  <a:pos x="28" y="45"/>
                </a:cxn>
                <a:cxn ang="0">
                  <a:pos x="4" y="30"/>
                </a:cxn>
                <a:cxn ang="0">
                  <a:pos x="65" y="50"/>
                </a:cxn>
                <a:cxn ang="0">
                  <a:pos x="77" y="52"/>
                </a:cxn>
                <a:cxn ang="0">
                  <a:pos x="86" y="46"/>
                </a:cxn>
                <a:cxn ang="0">
                  <a:pos x="94" y="59"/>
                </a:cxn>
                <a:cxn ang="0">
                  <a:pos x="73" y="69"/>
                </a:cxn>
                <a:cxn ang="0">
                  <a:pos x="23" y="59"/>
                </a:cxn>
                <a:cxn ang="0">
                  <a:pos x="3" y="49"/>
                </a:cxn>
                <a:cxn ang="0">
                  <a:pos x="22" y="49"/>
                </a:cxn>
                <a:cxn ang="0">
                  <a:pos x="28" y="52"/>
                </a:cxn>
                <a:cxn ang="0">
                  <a:pos x="45" y="57"/>
                </a:cxn>
                <a:cxn ang="0">
                  <a:pos x="45" y="49"/>
                </a:cxn>
                <a:cxn ang="0">
                  <a:pos x="51" y="47"/>
                </a:cxn>
                <a:cxn ang="0">
                  <a:pos x="51" y="51"/>
                </a:cxn>
                <a:cxn ang="0">
                  <a:pos x="60" y="47"/>
                </a:cxn>
                <a:cxn ang="0">
                  <a:pos x="89" y="30"/>
                </a:cxn>
                <a:cxn ang="0">
                  <a:pos x="70" y="30"/>
                </a:cxn>
                <a:cxn ang="0">
                  <a:pos x="70" y="33"/>
                </a:cxn>
                <a:cxn ang="0">
                  <a:pos x="71" y="40"/>
                </a:cxn>
                <a:cxn ang="0">
                  <a:pos x="72" y="41"/>
                </a:cxn>
                <a:cxn ang="0">
                  <a:pos x="87" y="41"/>
                </a:cxn>
                <a:cxn ang="0">
                  <a:pos x="88" y="34"/>
                </a:cxn>
                <a:cxn ang="0">
                  <a:pos x="89" y="31"/>
                </a:cxn>
                <a:cxn ang="0">
                  <a:pos x="63" y="24"/>
                </a:cxn>
                <a:cxn ang="0">
                  <a:pos x="33" y="14"/>
                </a:cxn>
                <a:cxn ang="0">
                  <a:pos x="36" y="33"/>
                </a:cxn>
                <a:cxn ang="0">
                  <a:pos x="42" y="43"/>
                </a:cxn>
                <a:cxn ang="0">
                  <a:pos x="49" y="44"/>
                </a:cxn>
                <a:cxn ang="0">
                  <a:pos x="55" y="43"/>
                </a:cxn>
                <a:cxn ang="0">
                  <a:pos x="61" y="33"/>
                </a:cxn>
              </a:cxnLst>
              <a:rect l="0" t="0" r="r" b="b"/>
              <a:pathLst>
                <a:path w="94" h="69">
                  <a:moveTo>
                    <a:pt x="2" y="45"/>
                  </a:moveTo>
                  <a:cubicBezTo>
                    <a:pt x="10" y="45"/>
                    <a:pt x="10" y="45"/>
                    <a:pt x="10" y="45"/>
                  </a:cubicBezTo>
                  <a:cubicBezTo>
                    <a:pt x="13" y="48"/>
                    <a:pt x="17" y="48"/>
                    <a:pt x="20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7" y="40"/>
                    <a:pt x="26" y="35"/>
                    <a:pt x="26" y="30"/>
                  </a:cubicBezTo>
                  <a:cubicBezTo>
                    <a:pt x="22" y="19"/>
                    <a:pt x="7" y="20"/>
                    <a:pt x="4" y="30"/>
                  </a:cubicBezTo>
                  <a:cubicBezTo>
                    <a:pt x="2" y="45"/>
                    <a:pt x="2" y="45"/>
                    <a:pt x="2" y="45"/>
                  </a:cubicBezTo>
                  <a:close/>
                  <a:moveTo>
                    <a:pt x="65" y="50"/>
                  </a:moveTo>
                  <a:cubicBezTo>
                    <a:pt x="73" y="46"/>
                    <a:pt x="73" y="46"/>
                    <a:pt x="73" y="46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6" y="46"/>
                    <a:pt x="86" y="46"/>
                    <a:pt x="86" y="46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73" y="59"/>
                    <a:pt x="73" y="59"/>
                    <a:pt x="73" y="59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5"/>
                    <a:pt x="1" y="52"/>
                    <a:pt x="3" y="49"/>
                  </a:cubicBezTo>
                  <a:cubicBezTo>
                    <a:pt x="5" y="49"/>
                    <a:pt x="7" y="49"/>
                    <a:pt x="8" y="49"/>
                  </a:cubicBezTo>
                  <a:cubicBezTo>
                    <a:pt x="13" y="54"/>
                    <a:pt x="17" y="54"/>
                    <a:pt x="22" y="49"/>
                  </a:cubicBezTo>
                  <a:cubicBezTo>
                    <a:pt x="23" y="49"/>
                    <a:pt x="25" y="49"/>
                    <a:pt x="27" y="49"/>
                  </a:cubicBezTo>
                  <a:cubicBezTo>
                    <a:pt x="27" y="50"/>
                    <a:pt x="28" y="51"/>
                    <a:pt x="28" y="52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51" y="47"/>
                    <a:pt x="51" y="47"/>
                    <a:pt x="51" y="47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5" y="50"/>
                    <a:pt x="65" y="50"/>
                    <a:pt x="65" y="50"/>
                  </a:cubicBezTo>
                  <a:close/>
                  <a:moveTo>
                    <a:pt x="89" y="30"/>
                  </a:moveTo>
                  <a:cubicBezTo>
                    <a:pt x="89" y="24"/>
                    <a:pt x="85" y="21"/>
                    <a:pt x="79" y="20"/>
                  </a:cubicBezTo>
                  <a:cubicBezTo>
                    <a:pt x="74" y="20"/>
                    <a:pt x="70" y="24"/>
                    <a:pt x="70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0" y="31"/>
                    <a:pt x="70" y="32"/>
                    <a:pt x="70" y="33"/>
                  </a:cubicBezTo>
                  <a:cubicBezTo>
                    <a:pt x="70" y="33"/>
                    <a:pt x="70" y="34"/>
                    <a:pt x="71" y="34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41"/>
                    <a:pt x="72" y="41"/>
                    <a:pt x="72" y="41"/>
                  </a:cubicBezTo>
                  <a:cubicBezTo>
                    <a:pt x="77" y="46"/>
                    <a:pt x="81" y="45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0"/>
                    <a:pt x="87" y="40"/>
                    <a:pt x="87" y="40"/>
                  </a:cubicBezTo>
                  <a:cubicBezTo>
                    <a:pt x="88" y="34"/>
                    <a:pt x="88" y="34"/>
                    <a:pt x="88" y="34"/>
                  </a:cubicBezTo>
                  <a:cubicBezTo>
                    <a:pt x="88" y="34"/>
                    <a:pt x="89" y="33"/>
                    <a:pt x="89" y="33"/>
                  </a:cubicBezTo>
                  <a:cubicBezTo>
                    <a:pt x="89" y="33"/>
                    <a:pt x="89" y="31"/>
                    <a:pt x="89" y="31"/>
                  </a:cubicBezTo>
                  <a:cubicBezTo>
                    <a:pt x="89" y="30"/>
                    <a:pt x="89" y="30"/>
                    <a:pt x="89" y="30"/>
                  </a:cubicBezTo>
                  <a:close/>
                  <a:moveTo>
                    <a:pt x="63" y="24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59" y="13"/>
                    <a:pt x="47" y="0"/>
                    <a:pt x="33" y="1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7"/>
                    <a:pt x="35" y="30"/>
                    <a:pt x="36" y="33"/>
                  </a:cubicBezTo>
                  <a:cubicBezTo>
                    <a:pt x="37" y="37"/>
                    <a:pt x="39" y="40"/>
                    <a:pt x="41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5" y="44"/>
                    <a:pt x="47" y="44"/>
                    <a:pt x="49" y="44"/>
                  </a:cubicBezTo>
                  <a:cubicBezTo>
                    <a:pt x="51" y="44"/>
                    <a:pt x="53" y="44"/>
                    <a:pt x="55" y="44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8" y="40"/>
                    <a:pt x="60" y="37"/>
                    <a:pt x="61" y="33"/>
                  </a:cubicBezTo>
                  <a:cubicBezTo>
                    <a:pt x="62" y="30"/>
                    <a:pt x="63" y="27"/>
                    <a:pt x="63" y="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Oval 7"/>
            <p:cNvSpPr/>
            <p:nvPr/>
          </p:nvSpPr>
          <p:spPr>
            <a:xfrm>
              <a:off x="6200903" y="5060279"/>
              <a:ext cx="579183" cy="57918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" name="Freeform: Shape 9"/>
            <p:cNvSpPr>
              <a:spLocks/>
            </p:cNvSpPr>
            <p:nvPr/>
          </p:nvSpPr>
          <p:spPr bwMode="auto">
            <a:xfrm>
              <a:off x="6377805" y="5284172"/>
              <a:ext cx="197474" cy="153143"/>
            </a:xfrm>
            <a:custGeom>
              <a:avLst/>
              <a:gdLst>
                <a:gd name="T0" fmla="*/ 74 w 83"/>
                <a:gd name="T1" fmla="*/ 3 h 64"/>
                <a:gd name="T2" fmla="*/ 41 w 83"/>
                <a:gd name="T3" fmla="*/ 0 h 64"/>
                <a:gd name="T4" fmla="*/ 8 w 83"/>
                <a:gd name="T5" fmla="*/ 3 h 64"/>
                <a:gd name="T6" fmla="*/ 5 w 83"/>
                <a:gd name="T7" fmla="*/ 6 h 64"/>
                <a:gd name="T8" fmla="*/ 5 w 83"/>
                <a:gd name="T9" fmla="*/ 58 h 64"/>
                <a:gd name="T10" fmla="*/ 8 w 83"/>
                <a:gd name="T11" fmla="*/ 61 h 64"/>
                <a:gd name="T12" fmla="*/ 41 w 83"/>
                <a:gd name="T13" fmla="*/ 64 h 64"/>
                <a:gd name="T14" fmla="*/ 74 w 83"/>
                <a:gd name="T15" fmla="*/ 61 h 64"/>
                <a:gd name="T16" fmla="*/ 77 w 83"/>
                <a:gd name="T17" fmla="*/ 58 h 64"/>
                <a:gd name="T18" fmla="*/ 77 w 83"/>
                <a:gd name="T19" fmla="*/ 6 h 64"/>
                <a:gd name="T20" fmla="*/ 74 w 83"/>
                <a:gd name="T21" fmla="*/ 3 h 64"/>
                <a:gd name="T22" fmla="*/ 73 w 83"/>
                <a:gd name="T23" fmla="*/ 57 h 64"/>
                <a:gd name="T24" fmla="*/ 9 w 83"/>
                <a:gd name="T25" fmla="*/ 57 h 64"/>
                <a:gd name="T26" fmla="*/ 9 w 83"/>
                <a:gd name="T27" fmla="*/ 7 h 64"/>
                <a:gd name="T28" fmla="*/ 73 w 83"/>
                <a:gd name="T29" fmla="*/ 7 h 64"/>
                <a:gd name="T30" fmla="*/ 73 w 83"/>
                <a:gd name="T31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64">
                  <a:moveTo>
                    <a:pt x="74" y="3"/>
                  </a:moveTo>
                  <a:cubicBezTo>
                    <a:pt x="63" y="1"/>
                    <a:pt x="52" y="0"/>
                    <a:pt x="41" y="0"/>
                  </a:cubicBezTo>
                  <a:cubicBezTo>
                    <a:pt x="30" y="0"/>
                    <a:pt x="19" y="1"/>
                    <a:pt x="8" y="3"/>
                  </a:cubicBezTo>
                  <a:cubicBezTo>
                    <a:pt x="7" y="3"/>
                    <a:pt x="6" y="4"/>
                    <a:pt x="5" y="6"/>
                  </a:cubicBezTo>
                  <a:cubicBezTo>
                    <a:pt x="0" y="23"/>
                    <a:pt x="0" y="41"/>
                    <a:pt x="5" y="58"/>
                  </a:cubicBezTo>
                  <a:cubicBezTo>
                    <a:pt x="6" y="60"/>
                    <a:pt x="7" y="61"/>
                    <a:pt x="8" y="61"/>
                  </a:cubicBezTo>
                  <a:cubicBezTo>
                    <a:pt x="19" y="63"/>
                    <a:pt x="30" y="64"/>
                    <a:pt x="41" y="64"/>
                  </a:cubicBezTo>
                  <a:cubicBezTo>
                    <a:pt x="52" y="64"/>
                    <a:pt x="63" y="63"/>
                    <a:pt x="74" y="61"/>
                  </a:cubicBezTo>
                  <a:cubicBezTo>
                    <a:pt x="75" y="61"/>
                    <a:pt x="76" y="60"/>
                    <a:pt x="77" y="58"/>
                  </a:cubicBezTo>
                  <a:cubicBezTo>
                    <a:pt x="83" y="41"/>
                    <a:pt x="83" y="23"/>
                    <a:pt x="77" y="6"/>
                  </a:cubicBezTo>
                  <a:cubicBezTo>
                    <a:pt x="76" y="4"/>
                    <a:pt x="75" y="3"/>
                    <a:pt x="74" y="3"/>
                  </a:cubicBezTo>
                  <a:close/>
                  <a:moveTo>
                    <a:pt x="73" y="57"/>
                  </a:moveTo>
                  <a:cubicBezTo>
                    <a:pt x="52" y="61"/>
                    <a:pt x="31" y="61"/>
                    <a:pt x="9" y="57"/>
                  </a:cubicBezTo>
                  <a:cubicBezTo>
                    <a:pt x="4" y="40"/>
                    <a:pt x="4" y="24"/>
                    <a:pt x="9" y="7"/>
                  </a:cubicBezTo>
                  <a:cubicBezTo>
                    <a:pt x="31" y="2"/>
                    <a:pt x="52" y="2"/>
                    <a:pt x="73" y="7"/>
                  </a:cubicBezTo>
                  <a:cubicBezTo>
                    <a:pt x="79" y="24"/>
                    <a:pt x="79" y="40"/>
                    <a:pt x="73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Freeform: Shape 10"/>
            <p:cNvSpPr>
              <a:spLocks/>
            </p:cNvSpPr>
            <p:nvPr/>
          </p:nvSpPr>
          <p:spPr bwMode="auto">
            <a:xfrm>
              <a:off x="6339519" y="5245886"/>
              <a:ext cx="312332" cy="238782"/>
            </a:xfrm>
            <a:custGeom>
              <a:avLst/>
              <a:gdLst>
                <a:gd name="T0" fmla="*/ 125 w 131"/>
                <a:gd name="T1" fmla="*/ 10 h 100"/>
                <a:gd name="T2" fmla="*/ 118 w 131"/>
                <a:gd name="T3" fmla="*/ 4 h 100"/>
                <a:gd name="T4" fmla="*/ 65 w 131"/>
                <a:gd name="T5" fmla="*/ 0 h 100"/>
                <a:gd name="T6" fmla="*/ 13 w 131"/>
                <a:gd name="T7" fmla="*/ 4 h 100"/>
                <a:gd name="T8" fmla="*/ 6 w 131"/>
                <a:gd name="T9" fmla="*/ 10 h 100"/>
                <a:gd name="T10" fmla="*/ 6 w 131"/>
                <a:gd name="T11" fmla="*/ 87 h 100"/>
                <a:gd name="T12" fmla="*/ 13 w 131"/>
                <a:gd name="T13" fmla="*/ 93 h 100"/>
                <a:gd name="T14" fmla="*/ 38 w 131"/>
                <a:gd name="T15" fmla="*/ 96 h 100"/>
                <a:gd name="T16" fmla="*/ 37 w 131"/>
                <a:gd name="T17" fmla="*/ 96 h 100"/>
                <a:gd name="T18" fmla="*/ 65 w 131"/>
                <a:gd name="T19" fmla="*/ 100 h 100"/>
                <a:gd name="T20" fmla="*/ 93 w 131"/>
                <a:gd name="T21" fmla="*/ 96 h 100"/>
                <a:gd name="T22" fmla="*/ 92 w 131"/>
                <a:gd name="T23" fmla="*/ 96 h 100"/>
                <a:gd name="T24" fmla="*/ 118 w 131"/>
                <a:gd name="T25" fmla="*/ 93 h 100"/>
                <a:gd name="T26" fmla="*/ 125 w 131"/>
                <a:gd name="T27" fmla="*/ 87 h 100"/>
                <a:gd name="T28" fmla="*/ 125 w 131"/>
                <a:gd name="T29" fmla="*/ 10 h 100"/>
                <a:gd name="T30" fmla="*/ 117 w 131"/>
                <a:gd name="T31" fmla="*/ 85 h 100"/>
                <a:gd name="T32" fmla="*/ 14 w 131"/>
                <a:gd name="T33" fmla="*/ 85 h 100"/>
                <a:gd name="T34" fmla="*/ 14 w 131"/>
                <a:gd name="T35" fmla="*/ 12 h 100"/>
                <a:gd name="T36" fmla="*/ 117 w 131"/>
                <a:gd name="T37" fmla="*/ 12 h 100"/>
                <a:gd name="T38" fmla="*/ 117 w 131"/>
                <a:gd name="T39" fmla="*/ 85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1" h="100">
                  <a:moveTo>
                    <a:pt x="125" y="10"/>
                  </a:moveTo>
                  <a:cubicBezTo>
                    <a:pt x="124" y="6"/>
                    <a:pt x="121" y="4"/>
                    <a:pt x="118" y="4"/>
                  </a:cubicBezTo>
                  <a:cubicBezTo>
                    <a:pt x="100" y="1"/>
                    <a:pt x="83" y="0"/>
                    <a:pt x="65" y="0"/>
                  </a:cubicBezTo>
                  <a:cubicBezTo>
                    <a:pt x="48" y="0"/>
                    <a:pt x="30" y="1"/>
                    <a:pt x="13" y="4"/>
                  </a:cubicBezTo>
                  <a:cubicBezTo>
                    <a:pt x="9" y="4"/>
                    <a:pt x="7" y="6"/>
                    <a:pt x="6" y="10"/>
                  </a:cubicBezTo>
                  <a:cubicBezTo>
                    <a:pt x="0" y="35"/>
                    <a:pt x="0" y="61"/>
                    <a:pt x="6" y="87"/>
                  </a:cubicBezTo>
                  <a:cubicBezTo>
                    <a:pt x="7" y="90"/>
                    <a:pt x="9" y="93"/>
                    <a:pt x="13" y="93"/>
                  </a:cubicBezTo>
                  <a:cubicBezTo>
                    <a:pt x="21" y="94"/>
                    <a:pt x="29" y="95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9"/>
                    <a:pt x="50" y="100"/>
                    <a:pt x="65" y="100"/>
                  </a:cubicBezTo>
                  <a:cubicBezTo>
                    <a:pt x="81" y="100"/>
                    <a:pt x="93" y="99"/>
                    <a:pt x="93" y="96"/>
                  </a:cubicBezTo>
                  <a:cubicBezTo>
                    <a:pt x="93" y="96"/>
                    <a:pt x="93" y="96"/>
                    <a:pt x="92" y="96"/>
                  </a:cubicBezTo>
                  <a:cubicBezTo>
                    <a:pt x="101" y="95"/>
                    <a:pt x="109" y="94"/>
                    <a:pt x="118" y="93"/>
                  </a:cubicBezTo>
                  <a:cubicBezTo>
                    <a:pt x="121" y="93"/>
                    <a:pt x="124" y="90"/>
                    <a:pt x="125" y="87"/>
                  </a:cubicBezTo>
                  <a:cubicBezTo>
                    <a:pt x="131" y="61"/>
                    <a:pt x="131" y="35"/>
                    <a:pt x="125" y="10"/>
                  </a:cubicBezTo>
                  <a:close/>
                  <a:moveTo>
                    <a:pt x="117" y="85"/>
                  </a:moveTo>
                  <a:cubicBezTo>
                    <a:pt x="82" y="89"/>
                    <a:pt x="48" y="89"/>
                    <a:pt x="14" y="85"/>
                  </a:cubicBezTo>
                  <a:cubicBezTo>
                    <a:pt x="8" y="61"/>
                    <a:pt x="8" y="36"/>
                    <a:pt x="14" y="12"/>
                  </a:cubicBezTo>
                  <a:cubicBezTo>
                    <a:pt x="48" y="7"/>
                    <a:pt x="82" y="7"/>
                    <a:pt x="117" y="12"/>
                  </a:cubicBezTo>
                  <a:cubicBezTo>
                    <a:pt x="123" y="36"/>
                    <a:pt x="123" y="61"/>
                    <a:pt x="117" y="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Freeform: Shape 11"/>
            <p:cNvSpPr>
              <a:spLocks/>
            </p:cNvSpPr>
            <p:nvPr/>
          </p:nvSpPr>
          <p:spPr bwMode="auto">
            <a:xfrm>
              <a:off x="6580317" y="5293240"/>
              <a:ext cx="28211" cy="29218"/>
            </a:xfrm>
            <a:custGeom>
              <a:avLst/>
              <a:gdLst>
                <a:gd name="T0" fmla="*/ 6 w 12"/>
                <a:gd name="T1" fmla="*/ 12 h 12"/>
                <a:gd name="T2" fmla="*/ 12 w 12"/>
                <a:gd name="T3" fmla="*/ 6 h 12"/>
                <a:gd name="T4" fmla="*/ 6 w 12"/>
                <a:gd name="T5" fmla="*/ 0 h 12"/>
                <a:gd name="T6" fmla="*/ 0 w 12"/>
                <a:gd name="T7" fmla="*/ 6 h 12"/>
                <a:gd name="T8" fmla="*/ 6 w 12"/>
                <a:gd name="T9" fmla="*/ 12 h 12"/>
                <a:gd name="T10" fmla="*/ 6 w 12"/>
                <a:gd name="T11" fmla="*/ 4 h 12"/>
                <a:gd name="T12" fmla="*/ 8 w 12"/>
                <a:gd name="T13" fmla="*/ 6 h 12"/>
                <a:gd name="T14" fmla="*/ 6 w 12"/>
                <a:gd name="T15" fmla="*/ 8 h 12"/>
                <a:gd name="T16" fmla="*/ 4 w 12"/>
                <a:gd name="T17" fmla="*/ 6 h 12"/>
                <a:gd name="T18" fmla="*/ 6 w 12"/>
                <a:gd name="T19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12"/>
                  </a:moveTo>
                  <a:cubicBezTo>
                    <a:pt x="9" y="12"/>
                    <a:pt x="12" y="10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2"/>
                    <a:pt x="6" y="12"/>
                  </a:cubicBezTo>
                  <a:close/>
                  <a:moveTo>
                    <a:pt x="6" y="4"/>
                  </a:moveTo>
                  <a:cubicBezTo>
                    <a:pt x="7" y="4"/>
                    <a:pt x="8" y="5"/>
                    <a:pt x="8" y="6"/>
                  </a:cubicBezTo>
                  <a:cubicBezTo>
                    <a:pt x="8" y="8"/>
                    <a:pt x="7" y="8"/>
                    <a:pt x="6" y="8"/>
                  </a:cubicBezTo>
                  <a:cubicBezTo>
                    <a:pt x="5" y="8"/>
                    <a:pt x="4" y="8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: Shape 12"/>
            <p:cNvSpPr>
              <a:spLocks/>
            </p:cNvSpPr>
            <p:nvPr/>
          </p:nvSpPr>
          <p:spPr bwMode="auto">
            <a:xfrm>
              <a:off x="6570241" y="5418172"/>
              <a:ext cx="38286" cy="9067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Freeform: Shape 13"/>
            <p:cNvSpPr>
              <a:spLocks/>
            </p:cNvSpPr>
            <p:nvPr/>
          </p:nvSpPr>
          <p:spPr bwMode="auto">
            <a:xfrm>
              <a:off x="6580317" y="5388954"/>
              <a:ext cx="38286" cy="10075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Freeform: Shape 14"/>
            <p:cNvSpPr>
              <a:spLocks/>
            </p:cNvSpPr>
            <p:nvPr/>
          </p:nvSpPr>
          <p:spPr bwMode="auto">
            <a:xfrm>
              <a:off x="6580317" y="5360743"/>
              <a:ext cx="38286" cy="9067"/>
            </a:xfrm>
            <a:custGeom>
              <a:avLst/>
              <a:gdLst>
                <a:gd name="T0" fmla="*/ 14 w 16"/>
                <a:gd name="T1" fmla="*/ 0 h 4"/>
                <a:gd name="T2" fmla="*/ 2 w 16"/>
                <a:gd name="T3" fmla="*/ 0 h 4"/>
                <a:gd name="T4" fmla="*/ 0 w 16"/>
                <a:gd name="T5" fmla="*/ 2 h 4"/>
                <a:gd name="T6" fmla="*/ 2 w 16"/>
                <a:gd name="T7" fmla="*/ 4 h 4"/>
                <a:gd name="T8" fmla="*/ 14 w 16"/>
                <a:gd name="T9" fmla="*/ 4 h 4"/>
                <a:gd name="T10" fmla="*/ 16 w 16"/>
                <a:gd name="T11" fmla="*/ 2 h 4"/>
                <a:gd name="T12" fmla="*/ 14 w 1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4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: Shape 15"/>
            <p:cNvSpPr>
              <a:spLocks/>
            </p:cNvSpPr>
            <p:nvPr/>
          </p:nvSpPr>
          <p:spPr bwMode="auto">
            <a:xfrm>
              <a:off x="6418106" y="5322458"/>
              <a:ext cx="57429" cy="38286"/>
            </a:xfrm>
            <a:custGeom>
              <a:avLst/>
              <a:gdLst>
                <a:gd name="T0" fmla="*/ 22 w 24"/>
                <a:gd name="T1" fmla="*/ 0 h 16"/>
                <a:gd name="T2" fmla="*/ 4 w 24"/>
                <a:gd name="T3" fmla="*/ 1 h 16"/>
                <a:gd name="T4" fmla="*/ 1 w 24"/>
                <a:gd name="T5" fmla="*/ 3 h 16"/>
                <a:gd name="T6" fmla="*/ 0 w 24"/>
                <a:gd name="T7" fmla="*/ 14 h 16"/>
                <a:gd name="T8" fmla="*/ 2 w 24"/>
                <a:gd name="T9" fmla="*/ 16 h 16"/>
                <a:gd name="T10" fmla="*/ 4 w 24"/>
                <a:gd name="T11" fmla="*/ 14 h 16"/>
                <a:gd name="T12" fmla="*/ 5 w 24"/>
                <a:gd name="T13" fmla="*/ 7 h 16"/>
                <a:gd name="T14" fmla="*/ 7 w 24"/>
                <a:gd name="T15" fmla="*/ 5 h 16"/>
                <a:gd name="T16" fmla="*/ 22 w 24"/>
                <a:gd name="T17" fmla="*/ 4 h 16"/>
                <a:gd name="T18" fmla="*/ 24 w 24"/>
                <a:gd name="T19" fmla="*/ 2 h 16"/>
                <a:gd name="T20" fmla="*/ 22 w 2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6">
                  <a:moveTo>
                    <a:pt x="22" y="0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2" y="2"/>
                    <a:pt x="1" y="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6"/>
                    <a:pt x="1" y="16"/>
                    <a:pt x="2" y="16"/>
                  </a:cubicBezTo>
                  <a:cubicBezTo>
                    <a:pt x="3" y="16"/>
                    <a:pt x="4" y="16"/>
                    <a:pt x="4" y="14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6" y="5"/>
                    <a:pt x="7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4" y="3"/>
                    <a:pt x="24" y="2"/>
                  </a:cubicBezTo>
                  <a:cubicBezTo>
                    <a:pt x="24" y="0"/>
                    <a:pt x="23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Oval 17"/>
            <p:cNvSpPr/>
            <p:nvPr/>
          </p:nvSpPr>
          <p:spPr>
            <a:xfrm>
              <a:off x="6200903" y="3934863"/>
              <a:ext cx="579183" cy="57918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Freeform: Shape 19"/>
            <p:cNvSpPr>
              <a:spLocks/>
            </p:cNvSpPr>
            <p:nvPr/>
          </p:nvSpPr>
          <p:spPr bwMode="auto">
            <a:xfrm>
              <a:off x="6341534" y="4086718"/>
              <a:ext cx="286137" cy="306286"/>
            </a:xfrm>
            <a:custGeom>
              <a:avLst/>
              <a:gdLst>
                <a:gd name="T0" fmla="*/ 104 w 120"/>
                <a:gd name="T1" fmla="*/ 0 h 128"/>
                <a:gd name="T2" fmla="*/ 16 w 120"/>
                <a:gd name="T3" fmla="*/ 0 h 128"/>
                <a:gd name="T4" fmla="*/ 0 w 120"/>
                <a:gd name="T5" fmla="*/ 16 h 128"/>
                <a:gd name="T6" fmla="*/ 0 w 120"/>
                <a:gd name="T7" fmla="*/ 112 h 128"/>
                <a:gd name="T8" fmla="*/ 16 w 120"/>
                <a:gd name="T9" fmla="*/ 128 h 128"/>
                <a:gd name="T10" fmla="*/ 104 w 120"/>
                <a:gd name="T11" fmla="*/ 128 h 128"/>
                <a:gd name="T12" fmla="*/ 120 w 120"/>
                <a:gd name="T13" fmla="*/ 112 h 128"/>
                <a:gd name="T14" fmla="*/ 120 w 120"/>
                <a:gd name="T15" fmla="*/ 16 h 128"/>
                <a:gd name="T16" fmla="*/ 104 w 120"/>
                <a:gd name="T17" fmla="*/ 0 h 128"/>
                <a:gd name="T18" fmla="*/ 112 w 120"/>
                <a:gd name="T19" fmla="*/ 112 h 128"/>
                <a:gd name="T20" fmla="*/ 104 w 120"/>
                <a:gd name="T21" fmla="*/ 120 h 128"/>
                <a:gd name="T22" fmla="*/ 16 w 120"/>
                <a:gd name="T23" fmla="*/ 120 h 128"/>
                <a:gd name="T24" fmla="*/ 8 w 120"/>
                <a:gd name="T25" fmla="*/ 112 h 128"/>
                <a:gd name="T26" fmla="*/ 8 w 120"/>
                <a:gd name="T27" fmla="*/ 16 h 128"/>
                <a:gd name="T28" fmla="*/ 16 w 120"/>
                <a:gd name="T29" fmla="*/ 8 h 128"/>
                <a:gd name="T30" fmla="*/ 104 w 120"/>
                <a:gd name="T31" fmla="*/ 8 h 128"/>
                <a:gd name="T32" fmla="*/ 112 w 120"/>
                <a:gd name="T33" fmla="*/ 16 h 128"/>
                <a:gd name="T34" fmla="*/ 112 w 120"/>
                <a:gd name="T35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128">
                  <a:moveTo>
                    <a:pt x="10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8" y="128"/>
                    <a:pt x="16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13" y="128"/>
                    <a:pt x="120" y="121"/>
                    <a:pt x="120" y="112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7"/>
                    <a:pt x="113" y="0"/>
                    <a:pt x="104" y="0"/>
                  </a:cubicBezTo>
                  <a:close/>
                  <a:moveTo>
                    <a:pt x="112" y="112"/>
                  </a:moveTo>
                  <a:cubicBezTo>
                    <a:pt x="112" y="116"/>
                    <a:pt x="109" y="120"/>
                    <a:pt x="104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1"/>
                    <a:pt x="12" y="8"/>
                    <a:pt x="1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9" y="8"/>
                    <a:pt x="112" y="11"/>
                    <a:pt x="112" y="16"/>
                  </a:cubicBezTo>
                  <a:lnTo>
                    <a:pt x="112" y="1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: Shape 20"/>
            <p:cNvSpPr>
              <a:spLocks/>
            </p:cNvSpPr>
            <p:nvPr/>
          </p:nvSpPr>
          <p:spPr bwMode="auto">
            <a:xfrm>
              <a:off x="6379820" y="4125004"/>
              <a:ext cx="209565" cy="191429"/>
            </a:xfrm>
            <a:custGeom>
              <a:avLst/>
              <a:gdLst>
                <a:gd name="T0" fmla="*/ 84 w 88"/>
                <a:gd name="T1" fmla="*/ 0 h 80"/>
                <a:gd name="T2" fmla="*/ 4 w 88"/>
                <a:gd name="T3" fmla="*/ 0 h 80"/>
                <a:gd name="T4" fmla="*/ 0 w 88"/>
                <a:gd name="T5" fmla="*/ 4 h 80"/>
                <a:gd name="T6" fmla="*/ 0 w 88"/>
                <a:gd name="T7" fmla="*/ 76 h 80"/>
                <a:gd name="T8" fmla="*/ 4 w 88"/>
                <a:gd name="T9" fmla="*/ 80 h 80"/>
                <a:gd name="T10" fmla="*/ 84 w 88"/>
                <a:gd name="T11" fmla="*/ 80 h 80"/>
                <a:gd name="T12" fmla="*/ 88 w 88"/>
                <a:gd name="T13" fmla="*/ 76 h 80"/>
                <a:gd name="T14" fmla="*/ 88 w 88"/>
                <a:gd name="T15" fmla="*/ 4 h 80"/>
                <a:gd name="T16" fmla="*/ 84 w 88"/>
                <a:gd name="T17" fmla="*/ 0 h 80"/>
                <a:gd name="T18" fmla="*/ 84 w 88"/>
                <a:gd name="T19" fmla="*/ 4 h 80"/>
                <a:gd name="T20" fmla="*/ 84 w 88"/>
                <a:gd name="T21" fmla="*/ 59 h 80"/>
                <a:gd name="T22" fmla="*/ 71 w 88"/>
                <a:gd name="T23" fmla="*/ 45 h 80"/>
                <a:gd name="T24" fmla="*/ 68 w 88"/>
                <a:gd name="T25" fmla="*/ 44 h 80"/>
                <a:gd name="T26" fmla="*/ 65 w 88"/>
                <a:gd name="T27" fmla="*/ 45 h 80"/>
                <a:gd name="T28" fmla="*/ 55 w 88"/>
                <a:gd name="T29" fmla="*/ 57 h 80"/>
                <a:gd name="T30" fmla="*/ 23 w 88"/>
                <a:gd name="T31" fmla="*/ 21 h 80"/>
                <a:gd name="T32" fmla="*/ 20 w 88"/>
                <a:gd name="T33" fmla="*/ 20 h 80"/>
                <a:gd name="T34" fmla="*/ 17 w 88"/>
                <a:gd name="T35" fmla="*/ 21 h 80"/>
                <a:gd name="T36" fmla="*/ 4 w 88"/>
                <a:gd name="T37" fmla="*/ 36 h 80"/>
                <a:gd name="T38" fmla="*/ 4 w 88"/>
                <a:gd name="T39" fmla="*/ 4 h 80"/>
                <a:gd name="T40" fmla="*/ 84 w 88"/>
                <a:gd name="T41" fmla="*/ 4 h 80"/>
                <a:gd name="T42" fmla="*/ 4 w 88"/>
                <a:gd name="T43" fmla="*/ 42 h 80"/>
                <a:gd name="T44" fmla="*/ 20 w 88"/>
                <a:gd name="T45" fmla="*/ 24 h 80"/>
                <a:gd name="T46" fmla="*/ 53 w 88"/>
                <a:gd name="T47" fmla="*/ 60 h 80"/>
                <a:gd name="T48" fmla="*/ 55 w 88"/>
                <a:gd name="T49" fmla="*/ 63 h 80"/>
                <a:gd name="T50" fmla="*/ 66 w 88"/>
                <a:gd name="T51" fmla="*/ 76 h 80"/>
                <a:gd name="T52" fmla="*/ 4 w 88"/>
                <a:gd name="T53" fmla="*/ 76 h 80"/>
                <a:gd name="T54" fmla="*/ 4 w 88"/>
                <a:gd name="T55" fmla="*/ 42 h 80"/>
                <a:gd name="T56" fmla="*/ 71 w 88"/>
                <a:gd name="T57" fmla="*/ 76 h 80"/>
                <a:gd name="T58" fmla="*/ 58 w 88"/>
                <a:gd name="T59" fmla="*/ 60 h 80"/>
                <a:gd name="T60" fmla="*/ 68 w 88"/>
                <a:gd name="T61" fmla="*/ 48 h 80"/>
                <a:gd name="T62" fmla="*/ 84 w 88"/>
                <a:gd name="T63" fmla="*/ 65 h 80"/>
                <a:gd name="T64" fmla="*/ 84 w 88"/>
                <a:gd name="T65" fmla="*/ 76 h 80"/>
                <a:gd name="T66" fmla="*/ 71 w 88"/>
                <a:gd name="T67" fmla="*/ 7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8" h="80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7" y="80"/>
                    <a:pt x="88" y="78"/>
                    <a:pt x="88" y="76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2"/>
                    <a:pt x="87" y="0"/>
                    <a:pt x="84" y="0"/>
                  </a:cubicBezTo>
                  <a:close/>
                  <a:moveTo>
                    <a:pt x="84" y="4"/>
                  </a:moveTo>
                  <a:cubicBezTo>
                    <a:pt x="84" y="59"/>
                    <a:pt x="84" y="59"/>
                    <a:pt x="84" y="59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44"/>
                    <a:pt x="70" y="44"/>
                    <a:pt x="68" y="44"/>
                  </a:cubicBezTo>
                  <a:cubicBezTo>
                    <a:pt x="67" y="44"/>
                    <a:pt x="66" y="44"/>
                    <a:pt x="65" y="45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2" y="20"/>
                    <a:pt x="20" y="20"/>
                  </a:cubicBezTo>
                  <a:cubicBezTo>
                    <a:pt x="19" y="20"/>
                    <a:pt x="18" y="20"/>
                    <a:pt x="17" y="21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84" y="4"/>
                  </a:lnTo>
                  <a:close/>
                  <a:moveTo>
                    <a:pt x="4" y="42"/>
                  </a:moveTo>
                  <a:cubicBezTo>
                    <a:pt x="20" y="24"/>
                    <a:pt x="20" y="24"/>
                    <a:pt x="20" y="24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4" y="76"/>
                    <a:pt x="4" y="76"/>
                    <a:pt x="4" y="76"/>
                  </a:cubicBezTo>
                  <a:lnTo>
                    <a:pt x="4" y="42"/>
                  </a:lnTo>
                  <a:close/>
                  <a:moveTo>
                    <a:pt x="71" y="76"/>
                  </a:moveTo>
                  <a:cubicBezTo>
                    <a:pt x="58" y="60"/>
                    <a:pt x="58" y="60"/>
                    <a:pt x="58" y="60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4" y="76"/>
                    <a:pt x="84" y="76"/>
                    <a:pt x="84" y="76"/>
                  </a:cubicBezTo>
                  <a:lnTo>
                    <a:pt x="71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Freeform: Shape 21"/>
            <p:cNvSpPr>
              <a:spLocks/>
            </p:cNvSpPr>
            <p:nvPr/>
          </p:nvSpPr>
          <p:spPr bwMode="auto">
            <a:xfrm>
              <a:off x="6493670" y="4154222"/>
              <a:ext cx="57429" cy="57428"/>
            </a:xfrm>
            <a:custGeom>
              <a:avLst/>
              <a:gdLst>
                <a:gd name="T0" fmla="*/ 12 w 24"/>
                <a:gd name="T1" fmla="*/ 24 h 24"/>
                <a:gd name="T2" fmla="*/ 24 w 24"/>
                <a:gd name="T3" fmla="*/ 12 h 24"/>
                <a:gd name="T4" fmla="*/ 12 w 24"/>
                <a:gd name="T5" fmla="*/ 0 h 24"/>
                <a:gd name="T6" fmla="*/ 0 w 24"/>
                <a:gd name="T7" fmla="*/ 12 h 24"/>
                <a:gd name="T8" fmla="*/ 12 w 24"/>
                <a:gd name="T9" fmla="*/ 24 h 24"/>
                <a:gd name="T10" fmla="*/ 12 w 24"/>
                <a:gd name="T11" fmla="*/ 4 h 24"/>
                <a:gd name="T12" fmla="*/ 20 w 24"/>
                <a:gd name="T13" fmla="*/ 12 h 24"/>
                <a:gd name="T14" fmla="*/ 12 w 24"/>
                <a:gd name="T15" fmla="*/ 20 h 24"/>
                <a:gd name="T16" fmla="*/ 4 w 24"/>
                <a:gd name="T17" fmla="*/ 12 h 24"/>
                <a:gd name="T18" fmla="*/ 12 w 24"/>
                <a:gd name="T1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24"/>
                  </a:moveTo>
                  <a:cubicBezTo>
                    <a:pt x="19" y="24"/>
                    <a:pt x="24" y="19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  <a:close/>
                  <a:moveTo>
                    <a:pt x="12" y="4"/>
                  </a:moveTo>
                  <a:cubicBezTo>
                    <a:pt x="17" y="4"/>
                    <a:pt x="20" y="7"/>
                    <a:pt x="20" y="12"/>
                  </a:cubicBezTo>
                  <a:cubicBezTo>
                    <a:pt x="20" y="16"/>
                    <a:pt x="17" y="20"/>
                    <a:pt x="12" y="20"/>
                  </a:cubicBezTo>
                  <a:cubicBezTo>
                    <a:pt x="8" y="20"/>
                    <a:pt x="4" y="16"/>
                    <a:pt x="4" y="12"/>
                  </a:cubicBezTo>
                  <a:cubicBezTo>
                    <a:pt x="4" y="7"/>
                    <a:pt x="8" y="4"/>
                    <a:pt x="12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Oval 23"/>
            <p:cNvSpPr/>
            <p:nvPr/>
          </p:nvSpPr>
          <p:spPr>
            <a:xfrm>
              <a:off x="6200903" y="2809447"/>
              <a:ext cx="579183" cy="57918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Freeform: Shape 25"/>
            <p:cNvSpPr>
              <a:spLocks/>
            </p:cNvSpPr>
            <p:nvPr/>
          </p:nvSpPr>
          <p:spPr bwMode="auto">
            <a:xfrm>
              <a:off x="6408534" y="3028241"/>
              <a:ext cx="152136" cy="153144"/>
            </a:xfrm>
            <a:custGeom>
              <a:avLst/>
              <a:gdLst>
                <a:gd name="T0" fmla="*/ 32 w 64"/>
                <a:gd name="T1" fmla="*/ 0 h 64"/>
                <a:gd name="T2" fmla="*/ 0 w 64"/>
                <a:gd name="T3" fmla="*/ 32 h 64"/>
                <a:gd name="T4" fmla="*/ 32 w 64"/>
                <a:gd name="T5" fmla="*/ 64 h 64"/>
                <a:gd name="T6" fmla="*/ 64 w 64"/>
                <a:gd name="T7" fmla="*/ 32 h 64"/>
                <a:gd name="T8" fmla="*/ 32 w 64"/>
                <a:gd name="T9" fmla="*/ 0 h 64"/>
                <a:gd name="T10" fmla="*/ 51 w 64"/>
                <a:gd name="T11" fmla="*/ 47 h 64"/>
                <a:gd name="T12" fmla="*/ 17 w 64"/>
                <a:gd name="T13" fmla="*/ 50 h 64"/>
                <a:gd name="T14" fmla="*/ 14 w 64"/>
                <a:gd name="T15" fmla="*/ 16 h 64"/>
                <a:gd name="T16" fmla="*/ 48 w 64"/>
                <a:gd name="T17" fmla="*/ 14 h 64"/>
                <a:gd name="T18" fmla="*/ 51 w 64"/>
                <a:gd name="T19" fmla="*/ 4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cubicBezTo>
                    <a:pt x="15" y="0"/>
                    <a:pt x="0" y="14"/>
                    <a:pt x="0" y="32"/>
                  </a:cubicBezTo>
                  <a:cubicBezTo>
                    <a:pt x="0" y="49"/>
                    <a:pt x="15" y="64"/>
                    <a:pt x="32" y="64"/>
                  </a:cubicBezTo>
                  <a:cubicBezTo>
                    <a:pt x="50" y="64"/>
                    <a:pt x="64" y="49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1" y="47"/>
                  </a:moveTo>
                  <a:cubicBezTo>
                    <a:pt x="42" y="57"/>
                    <a:pt x="27" y="59"/>
                    <a:pt x="17" y="50"/>
                  </a:cubicBezTo>
                  <a:cubicBezTo>
                    <a:pt x="7" y="41"/>
                    <a:pt x="6" y="26"/>
                    <a:pt x="14" y="16"/>
                  </a:cubicBezTo>
                  <a:cubicBezTo>
                    <a:pt x="23" y="6"/>
                    <a:pt x="38" y="5"/>
                    <a:pt x="48" y="14"/>
                  </a:cubicBezTo>
                  <a:cubicBezTo>
                    <a:pt x="58" y="22"/>
                    <a:pt x="59" y="37"/>
                    <a:pt x="51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: Shape 26"/>
            <p:cNvSpPr>
              <a:spLocks/>
            </p:cNvSpPr>
            <p:nvPr/>
          </p:nvSpPr>
          <p:spPr bwMode="auto">
            <a:xfrm>
              <a:off x="6446819" y="3066526"/>
              <a:ext cx="42316" cy="43323"/>
            </a:xfrm>
            <a:custGeom>
              <a:avLst/>
              <a:gdLst>
                <a:gd name="T0" fmla="*/ 16 w 18"/>
                <a:gd name="T1" fmla="*/ 0 h 18"/>
                <a:gd name="T2" fmla="*/ 0 w 18"/>
                <a:gd name="T3" fmla="*/ 16 h 18"/>
                <a:gd name="T4" fmla="*/ 0 w 18"/>
                <a:gd name="T5" fmla="*/ 16 h 18"/>
                <a:gd name="T6" fmla="*/ 2 w 18"/>
                <a:gd name="T7" fmla="*/ 18 h 18"/>
                <a:gd name="T8" fmla="*/ 4 w 18"/>
                <a:gd name="T9" fmla="*/ 16 h 18"/>
                <a:gd name="T10" fmla="*/ 4 w 18"/>
                <a:gd name="T11" fmla="*/ 16 h 18"/>
                <a:gd name="T12" fmla="*/ 16 w 18"/>
                <a:gd name="T13" fmla="*/ 4 h 18"/>
                <a:gd name="T14" fmla="*/ 18 w 18"/>
                <a:gd name="T15" fmla="*/ 2 h 18"/>
                <a:gd name="T16" fmla="*/ 16 w 18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18">
                  <a:moveTo>
                    <a:pt x="16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1" y="18"/>
                    <a:pt x="2" y="18"/>
                  </a:cubicBezTo>
                  <a:cubicBezTo>
                    <a:pt x="4" y="18"/>
                    <a:pt x="4" y="17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9"/>
                    <a:pt x="10" y="4"/>
                    <a:pt x="16" y="4"/>
                  </a:cubicBezTo>
                  <a:cubicBezTo>
                    <a:pt x="18" y="4"/>
                    <a:pt x="18" y="3"/>
                    <a:pt x="18" y="2"/>
                  </a:cubicBezTo>
                  <a:cubicBezTo>
                    <a:pt x="18" y="1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: Shape 27"/>
            <p:cNvSpPr>
              <a:spLocks/>
            </p:cNvSpPr>
            <p:nvPr/>
          </p:nvSpPr>
          <p:spPr bwMode="auto">
            <a:xfrm>
              <a:off x="6331962" y="2961744"/>
              <a:ext cx="305279" cy="257926"/>
            </a:xfrm>
            <a:custGeom>
              <a:avLst/>
              <a:gdLst>
                <a:gd name="T0" fmla="*/ 118 w 128"/>
                <a:gd name="T1" fmla="*/ 24 h 108"/>
                <a:gd name="T2" fmla="*/ 101 w 128"/>
                <a:gd name="T3" fmla="*/ 21 h 108"/>
                <a:gd name="T4" fmla="*/ 96 w 128"/>
                <a:gd name="T5" fmla="*/ 7 h 108"/>
                <a:gd name="T6" fmla="*/ 84 w 128"/>
                <a:gd name="T7" fmla="*/ 0 h 108"/>
                <a:gd name="T8" fmla="*/ 44 w 128"/>
                <a:gd name="T9" fmla="*/ 0 h 108"/>
                <a:gd name="T10" fmla="*/ 33 w 128"/>
                <a:gd name="T11" fmla="*/ 7 h 108"/>
                <a:gd name="T12" fmla="*/ 28 w 128"/>
                <a:gd name="T13" fmla="*/ 21 h 108"/>
                <a:gd name="T14" fmla="*/ 10 w 128"/>
                <a:gd name="T15" fmla="*/ 24 h 108"/>
                <a:gd name="T16" fmla="*/ 0 w 128"/>
                <a:gd name="T17" fmla="*/ 36 h 108"/>
                <a:gd name="T18" fmla="*/ 0 w 128"/>
                <a:gd name="T19" fmla="*/ 96 h 108"/>
                <a:gd name="T20" fmla="*/ 12 w 128"/>
                <a:gd name="T21" fmla="*/ 108 h 108"/>
                <a:gd name="T22" fmla="*/ 116 w 128"/>
                <a:gd name="T23" fmla="*/ 108 h 108"/>
                <a:gd name="T24" fmla="*/ 128 w 128"/>
                <a:gd name="T25" fmla="*/ 96 h 108"/>
                <a:gd name="T26" fmla="*/ 128 w 128"/>
                <a:gd name="T27" fmla="*/ 36 h 108"/>
                <a:gd name="T28" fmla="*/ 118 w 128"/>
                <a:gd name="T29" fmla="*/ 24 h 108"/>
                <a:gd name="T30" fmla="*/ 120 w 128"/>
                <a:gd name="T31" fmla="*/ 96 h 108"/>
                <a:gd name="T32" fmla="*/ 116 w 128"/>
                <a:gd name="T33" fmla="*/ 100 h 108"/>
                <a:gd name="T34" fmla="*/ 12 w 128"/>
                <a:gd name="T35" fmla="*/ 100 h 108"/>
                <a:gd name="T36" fmla="*/ 8 w 128"/>
                <a:gd name="T37" fmla="*/ 96 h 108"/>
                <a:gd name="T38" fmla="*/ 8 w 128"/>
                <a:gd name="T39" fmla="*/ 36 h 108"/>
                <a:gd name="T40" fmla="*/ 12 w 128"/>
                <a:gd name="T41" fmla="*/ 32 h 108"/>
                <a:gd name="T42" fmla="*/ 34 w 128"/>
                <a:gd name="T43" fmla="*/ 28 h 108"/>
                <a:gd name="T44" fmla="*/ 41 w 128"/>
                <a:gd name="T45" fmla="*/ 10 h 108"/>
                <a:gd name="T46" fmla="*/ 44 w 128"/>
                <a:gd name="T47" fmla="*/ 8 h 108"/>
                <a:gd name="T48" fmla="*/ 84 w 128"/>
                <a:gd name="T49" fmla="*/ 8 h 108"/>
                <a:gd name="T50" fmla="*/ 88 w 128"/>
                <a:gd name="T51" fmla="*/ 10 h 108"/>
                <a:gd name="T52" fmla="*/ 95 w 128"/>
                <a:gd name="T53" fmla="*/ 28 h 108"/>
                <a:gd name="T54" fmla="*/ 117 w 128"/>
                <a:gd name="T55" fmla="*/ 32 h 108"/>
                <a:gd name="T56" fmla="*/ 120 w 128"/>
                <a:gd name="T57" fmla="*/ 36 h 108"/>
                <a:gd name="T58" fmla="*/ 120 w 128"/>
                <a:gd name="T59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8" h="108">
                  <a:moveTo>
                    <a:pt x="118" y="24"/>
                  </a:moveTo>
                  <a:cubicBezTo>
                    <a:pt x="101" y="21"/>
                    <a:pt x="101" y="21"/>
                    <a:pt x="101" y="21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4" y="3"/>
                    <a:pt x="89" y="0"/>
                    <a:pt x="8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5" y="3"/>
                    <a:pt x="33" y="7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5" y="25"/>
                    <a:pt x="0" y="30"/>
                    <a:pt x="0" y="3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6" y="108"/>
                    <a:pt x="1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23" y="108"/>
                    <a:pt x="128" y="102"/>
                    <a:pt x="128" y="96"/>
                  </a:cubicBezTo>
                  <a:cubicBezTo>
                    <a:pt x="128" y="36"/>
                    <a:pt x="128" y="36"/>
                    <a:pt x="128" y="36"/>
                  </a:cubicBezTo>
                  <a:cubicBezTo>
                    <a:pt x="128" y="30"/>
                    <a:pt x="124" y="25"/>
                    <a:pt x="118" y="24"/>
                  </a:cubicBezTo>
                  <a:close/>
                  <a:moveTo>
                    <a:pt x="120" y="96"/>
                  </a:moveTo>
                  <a:cubicBezTo>
                    <a:pt x="120" y="98"/>
                    <a:pt x="119" y="100"/>
                    <a:pt x="116" y="100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0" y="100"/>
                    <a:pt x="8" y="98"/>
                    <a:pt x="8" y="9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4"/>
                    <a:pt x="10" y="32"/>
                    <a:pt x="12" y="32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9"/>
                    <a:pt x="43" y="8"/>
                    <a:pt x="4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6" y="8"/>
                    <a:pt x="88" y="9"/>
                    <a:pt x="88" y="10"/>
                  </a:cubicBezTo>
                  <a:cubicBezTo>
                    <a:pt x="95" y="28"/>
                    <a:pt x="95" y="28"/>
                    <a:pt x="95" y="28"/>
                  </a:cubicBezTo>
                  <a:cubicBezTo>
                    <a:pt x="117" y="32"/>
                    <a:pt x="117" y="32"/>
                    <a:pt x="117" y="32"/>
                  </a:cubicBezTo>
                  <a:cubicBezTo>
                    <a:pt x="119" y="32"/>
                    <a:pt x="120" y="34"/>
                    <a:pt x="120" y="36"/>
                  </a:cubicBezTo>
                  <a:lnTo>
                    <a:pt x="120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TextBox 33"/>
            <p:cNvSpPr txBox="1"/>
            <p:nvPr/>
          </p:nvSpPr>
          <p:spPr>
            <a:xfrm>
              <a:off x="6775856" y="2744204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4" name="TextBox 34"/>
            <p:cNvSpPr txBox="1"/>
            <p:nvPr/>
          </p:nvSpPr>
          <p:spPr>
            <a:xfrm>
              <a:off x="6775856" y="3082758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  <p:sp>
          <p:nvSpPr>
            <p:cNvPr id="25" name="TextBox 36"/>
            <p:cNvSpPr txBox="1"/>
            <p:nvPr/>
          </p:nvSpPr>
          <p:spPr>
            <a:xfrm>
              <a:off x="6775856" y="3888888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2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6" name="TextBox 37"/>
            <p:cNvSpPr txBox="1"/>
            <p:nvPr/>
          </p:nvSpPr>
          <p:spPr>
            <a:xfrm>
              <a:off x="6775856" y="4227442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  <p:sp>
          <p:nvSpPr>
            <p:cNvPr id="27" name="TextBox 39"/>
            <p:cNvSpPr txBox="1"/>
            <p:nvPr/>
          </p:nvSpPr>
          <p:spPr>
            <a:xfrm>
              <a:off x="6775856" y="4995036"/>
              <a:ext cx="4699017" cy="338553"/>
            </a:xfrm>
            <a:prstGeom prst="rect">
              <a:avLst/>
            </a:prstGeom>
          </p:spPr>
          <p:txBody>
            <a:bodyPr vert="horz" wrap="none" lIns="144000" rIns="144000">
              <a:normAutofit fontScale="77500" lnSpcReduction="20000"/>
            </a:bodyPr>
            <a:lstStyle/>
            <a:p>
              <a:r>
                <a:rPr lang="zh-CN" altLang="en-US" sz="1600" b="1" kern="900">
                  <a:solidFill>
                    <a:schemeClr val="accent3"/>
                  </a:solidFill>
                  <a:latin typeface="+mn-lt"/>
                  <a:ea typeface="+mn-ea"/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8" name="TextBox 40"/>
            <p:cNvSpPr txBox="1"/>
            <p:nvPr/>
          </p:nvSpPr>
          <p:spPr>
            <a:xfrm>
              <a:off x="6775856" y="5333590"/>
              <a:ext cx="4699017" cy="277961"/>
            </a:xfrm>
            <a:prstGeom prst="rect">
              <a:avLst/>
            </a:prstGeom>
          </p:spPr>
          <p:txBody>
            <a:bodyPr vert="horz" wrap="square" lIns="144000" rIns="144000">
              <a:normAutofit fontScale="62500" lnSpcReduction="20000"/>
            </a:bodyPr>
            <a:lstStyle/>
            <a:p>
              <a:pPr lvl="0">
                <a:lnSpc>
                  <a:spcPct val="120000"/>
                </a:lnSpc>
              </a:pPr>
              <a:r>
                <a:rPr lang="zh-CN" altLang="en-US" sz="1100">
                  <a:solidFill>
                    <a:schemeClr val="dk1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E74EB20-A54F-4A5A-B2B5-539ABE697A9F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1" name="TextBox 86">
              <a:extLst>
                <a:ext uri="{FF2B5EF4-FFF2-40B4-BE49-F238E27FC236}">
                  <a16:creationId xmlns:a16="http://schemas.microsoft.com/office/drawing/2014/main" id="{EE6995CC-90A3-414E-8CC5-E3877DE42535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F5B6E91-563D-498B-9200-FA08211FBBEC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0095166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8BFF9A-92E2-494C-8910-C5C9154E64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D50067-3C16-4BC6-9C68-D8CCE919350A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1C8C7D-5549-4319-962D-C7ED832D2642}"/>
              </a:ext>
            </a:extLst>
          </p:cNvPr>
          <p:cNvGrpSpPr/>
          <p:nvPr/>
        </p:nvGrpSpPr>
        <p:grpSpPr>
          <a:xfrm>
            <a:off x="1727686" y="1420780"/>
            <a:ext cx="1188135" cy="2123657"/>
            <a:chOff x="4499992" y="1114046"/>
            <a:chExt cx="519809" cy="5216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B592E88-3047-49E6-82A2-9B73D270B837}"/>
                </a:ext>
              </a:extLst>
            </p:cNvPr>
            <p:cNvSpPr/>
            <p:nvPr/>
          </p:nvSpPr>
          <p:spPr>
            <a:xfrm>
              <a:off x="4499992" y="1131590"/>
              <a:ext cx="504056" cy="504056"/>
            </a:xfrm>
            <a:prstGeom prst="roundRect">
              <a:avLst>
                <a:gd name="adj" fmla="val 627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DF5622F-CF77-4901-914C-F1B464E26CE6}"/>
                </a:ext>
              </a:extLst>
            </p:cNvPr>
            <p:cNvSpPr txBox="1"/>
            <p:nvPr/>
          </p:nvSpPr>
          <p:spPr>
            <a:xfrm>
              <a:off x="4549499" y="1114046"/>
              <a:ext cx="470302" cy="5216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3800">
                  <a:solidFill>
                    <a:schemeClr val="bg1"/>
                  </a:solidFill>
                  <a:ea typeface="微软雅黑" pitchFamily="34" charset="-122"/>
                  <a:cs typeface="Calibri" panose="020F0502020204030204" pitchFamily="34" charset="0"/>
                </a:rPr>
                <a:t>4</a:t>
              </a:r>
              <a:endParaRPr lang="zh-CN" altLang="en-US" sz="13800" dirty="0">
                <a:solidFill>
                  <a:schemeClr val="bg1"/>
                </a:solidFill>
                <a:ea typeface="微软雅黑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FE7FE15F-68A8-47E7-A726-FE68DA345626}"/>
              </a:ext>
            </a:extLst>
          </p:cNvPr>
          <p:cNvSpPr txBox="1"/>
          <p:nvPr/>
        </p:nvSpPr>
        <p:spPr>
          <a:xfrm>
            <a:off x="3388177" y="2179769"/>
            <a:ext cx="356489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Plan for Next Year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AB79C8-B4BB-4B3A-AFF9-6103838FABF0}"/>
              </a:ext>
            </a:extLst>
          </p:cNvPr>
          <p:cNvSpPr txBox="1"/>
          <p:nvPr/>
        </p:nvSpPr>
        <p:spPr>
          <a:xfrm>
            <a:off x="3383364" y="3003798"/>
            <a:ext cx="35648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ANNUAL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WORK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 </a:t>
            </a:r>
            <a:r>
              <a:rPr lang="en-US" altLang="zh-CN" sz="1400" b="1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1417037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F44F39A-A4CF-4801-99C8-D10EB186E52E}"/>
              </a:ext>
            </a:extLst>
          </p:cNvPr>
          <p:cNvGrpSpPr/>
          <p:nvPr/>
        </p:nvGrpSpPr>
        <p:grpSpPr>
          <a:xfrm>
            <a:off x="3194846" y="1734595"/>
            <a:ext cx="2612396" cy="3408905"/>
            <a:chOff x="4154796" y="978163"/>
            <a:chExt cx="4117358" cy="5372721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FDDE5FF1-9D21-461D-A064-00444EFB3BB8}"/>
                </a:ext>
              </a:extLst>
            </p:cNvPr>
            <p:cNvSpPr/>
            <p:nvPr/>
          </p:nvSpPr>
          <p:spPr>
            <a:xfrm>
              <a:off x="5612222" y="1875744"/>
              <a:ext cx="1333001" cy="4475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483" y="5910"/>
                  </a:moveTo>
                  <a:cubicBezTo>
                    <a:pt x="4942" y="5905"/>
                    <a:pt x="9660" y="6766"/>
                    <a:pt x="11775" y="7950"/>
                  </a:cubicBezTo>
                  <a:cubicBezTo>
                    <a:pt x="12072" y="8114"/>
                    <a:pt x="12518" y="8411"/>
                    <a:pt x="12774" y="8726"/>
                  </a:cubicBezTo>
                  <a:cubicBezTo>
                    <a:pt x="12937" y="8962"/>
                    <a:pt x="13029" y="9185"/>
                    <a:pt x="13027" y="9393"/>
                  </a:cubicBezTo>
                  <a:cubicBezTo>
                    <a:pt x="13025" y="9729"/>
                    <a:pt x="12800" y="10020"/>
                    <a:pt x="12284" y="10278"/>
                  </a:cubicBezTo>
                  <a:cubicBezTo>
                    <a:pt x="11795" y="10521"/>
                    <a:pt x="11026" y="10742"/>
                    <a:pt x="9834" y="10935"/>
                  </a:cubicBezTo>
                  <a:cubicBezTo>
                    <a:pt x="8668" y="11116"/>
                    <a:pt x="7611" y="11356"/>
                    <a:pt x="6771" y="11654"/>
                  </a:cubicBezTo>
                  <a:cubicBezTo>
                    <a:pt x="6567" y="11499"/>
                    <a:pt x="6206" y="11372"/>
                    <a:pt x="5742" y="11285"/>
                  </a:cubicBezTo>
                  <a:cubicBezTo>
                    <a:pt x="5002" y="11143"/>
                    <a:pt x="4037" y="11084"/>
                    <a:pt x="2974" y="11084"/>
                  </a:cubicBezTo>
                  <a:cubicBezTo>
                    <a:pt x="2629" y="11084"/>
                    <a:pt x="2274" y="11090"/>
                    <a:pt x="1912" y="11103"/>
                  </a:cubicBezTo>
                  <a:lnTo>
                    <a:pt x="2010" y="11356"/>
                  </a:lnTo>
                  <a:cubicBezTo>
                    <a:pt x="2342" y="11345"/>
                    <a:pt x="2665" y="11339"/>
                    <a:pt x="2974" y="11339"/>
                  </a:cubicBezTo>
                  <a:cubicBezTo>
                    <a:pt x="3931" y="11339"/>
                    <a:pt x="4744" y="11395"/>
                    <a:pt x="5276" y="11499"/>
                  </a:cubicBezTo>
                  <a:cubicBezTo>
                    <a:pt x="5777" y="11599"/>
                    <a:pt x="6057" y="11728"/>
                    <a:pt x="6094" y="11931"/>
                  </a:cubicBezTo>
                  <a:cubicBezTo>
                    <a:pt x="5696" y="12119"/>
                    <a:pt x="5374" y="12325"/>
                    <a:pt x="5153" y="12550"/>
                  </a:cubicBezTo>
                  <a:cubicBezTo>
                    <a:pt x="4858" y="12850"/>
                    <a:pt x="4729" y="13146"/>
                    <a:pt x="4729" y="13436"/>
                  </a:cubicBezTo>
                  <a:cubicBezTo>
                    <a:pt x="4744" y="14664"/>
                    <a:pt x="6991" y="15748"/>
                    <a:pt x="8751" y="16729"/>
                  </a:cubicBezTo>
                  <a:cubicBezTo>
                    <a:pt x="11623" y="18319"/>
                    <a:pt x="12718" y="19912"/>
                    <a:pt x="12824" y="21599"/>
                  </a:cubicBezTo>
                  <a:lnTo>
                    <a:pt x="14539" y="21599"/>
                  </a:lnTo>
                  <a:cubicBezTo>
                    <a:pt x="14435" y="19849"/>
                    <a:pt x="13284" y="18159"/>
                    <a:pt x="10260" y="16487"/>
                  </a:cubicBezTo>
                  <a:cubicBezTo>
                    <a:pt x="9436" y="16035"/>
                    <a:pt x="8570" y="15576"/>
                    <a:pt x="7871" y="15113"/>
                  </a:cubicBezTo>
                  <a:cubicBezTo>
                    <a:pt x="7872" y="14681"/>
                    <a:pt x="8510" y="14329"/>
                    <a:pt x="9454" y="14079"/>
                  </a:cubicBezTo>
                  <a:cubicBezTo>
                    <a:pt x="10397" y="13829"/>
                    <a:pt x="11649" y="13688"/>
                    <a:pt x="12826" y="13688"/>
                  </a:cubicBezTo>
                  <a:cubicBezTo>
                    <a:pt x="13804" y="13688"/>
                    <a:pt x="14721" y="13783"/>
                    <a:pt x="15410" y="13988"/>
                  </a:cubicBezTo>
                  <a:lnTo>
                    <a:pt x="15865" y="13853"/>
                  </a:lnTo>
                  <a:lnTo>
                    <a:pt x="15864" y="13853"/>
                  </a:lnTo>
                  <a:cubicBezTo>
                    <a:pt x="15040" y="13607"/>
                    <a:pt x="13942" y="13496"/>
                    <a:pt x="12826" y="13497"/>
                  </a:cubicBezTo>
                  <a:cubicBezTo>
                    <a:pt x="10486" y="13498"/>
                    <a:pt x="7976" y="13978"/>
                    <a:pt x="7367" y="14755"/>
                  </a:cubicBezTo>
                  <a:cubicBezTo>
                    <a:pt x="6804" y="14317"/>
                    <a:pt x="6436" y="13877"/>
                    <a:pt x="6443" y="13436"/>
                  </a:cubicBezTo>
                  <a:cubicBezTo>
                    <a:pt x="6443" y="13191"/>
                    <a:pt x="6551" y="12945"/>
                    <a:pt x="6798" y="12694"/>
                  </a:cubicBezTo>
                  <a:cubicBezTo>
                    <a:pt x="7365" y="12118"/>
                    <a:pt x="8737" y="11688"/>
                    <a:pt x="10557" y="11399"/>
                  </a:cubicBezTo>
                  <a:cubicBezTo>
                    <a:pt x="10571" y="11396"/>
                    <a:pt x="10585" y="11394"/>
                    <a:pt x="10600" y="11392"/>
                  </a:cubicBezTo>
                  <a:cubicBezTo>
                    <a:pt x="10721" y="11373"/>
                    <a:pt x="10844" y="11354"/>
                    <a:pt x="10968" y="11337"/>
                  </a:cubicBezTo>
                  <a:cubicBezTo>
                    <a:pt x="12044" y="11183"/>
                    <a:pt x="13310" y="11126"/>
                    <a:pt x="14674" y="11062"/>
                  </a:cubicBezTo>
                  <a:cubicBezTo>
                    <a:pt x="16033" y="10996"/>
                    <a:pt x="17495" y="10922"/>
                    <a:pt x="18885" y="10689"/>
                  </a:cubicBezTo>
                  <a:cubicBezTo>
                    <a:pt x="19761" y="10543"/>
                    <a:pt x="20465" y="10336"/>
                    <a:pt x="20924" y="10079"/>
                  </a:cubicBezTo>
                  <a:cubicBezTo>
                    <a:pt x="21385" y="9822"/>
                    <a:pt x="21600" y="9522"/>
                    <a:pt x="21600" y="9188"/>
                  </a:cubicBezTo>
                  <a:lnTo>
                    <a:pt x="19886" y="9188"/>
                  </a:lnTo>
                  <a:cubicBezTo>
                    <a:pt x="19885" y="9458"/>
                    <a:pt x="19714" y="9670"/>
                    <a:pt x="19412" y="9838"/>
                  </a:cubicBezTo>
                  <a:cubicBezTo>
                    <a:pt x="19108" y="10007"/>
                    <a:pt x="18672" y="10138"/>
                    <a:pt x="18041" y="10245"/>
                  </a:cubicBezTo>
                  <a:cubicBezTo>
                    <a:pt x="16982" y="10424"/>
                    <a:pt x="15747" y="10495"/>
                    <a:pt x="14404" y="10558"/>
                  </a:cubicBezTo>
                  <a:cubicBezTo>
                    <a:pt x="14151" y="10570"/>
                    <a:pt x="13893" y="10582"/>
                    <a:pt x="13634" y="10595"/>
                  </a:cubicBezTo>
                  <a:cubicBezTo>
                    <a:pt x="13674" y="10577"/>
                    <a:pt x="13718" y="10559"/>
                    <a:pt x="13755" y="10540"/>
                  </a:cubicBezTo>
                  <a:cubicBezTo>
                    <a:pt x="14459" y="10190"/>
                    <a:pt x="14742" y="9797"/>
                    <a:pt x="14741" y="9393"/>
                  </a:cubicBezTo>
                  <a:cubicBezTo>
                    <a:pt x="14738" y="9141"/>
                    <a:pt x="14631" y="8882"/>
                    <a:pt x="14450" y="8619"/>
                  </a:cubicBezTo>
                  <a:lnTo>
                    <a:pt x="14451" y="8618"/>
                  </a:lnTo>
                  <a:cubicBezTo>
                    <a:pt x="14449" y="8617"/>
                    <a:pt x="14448" y="8615"/>
                    <a:pt x="14446" y="8613"/>
                  </a:cubicBezTo>
                  <a:cubicBezTo>
                    <a:pt x="14084" y="8089"/>
                    <a:pt x="13426" y="7546"/>
                    <a:pt x="12683" y="6993"/>
                  </a:cubicBezTo>
                  <a:cubicBezTo>
                    <a:pt x="11559" y="6160"/>
                    <a:pt x="10230" y="5304"/>
                    <a:pt x="9347" y="4494"/>
                  </a:cubicBezTo>
                  <a:cubicBezTo>
                    <a:pt x="8742" y="3940"/>
                    <a:pt x="8480" y="3429"/>
                    <a:pt x="8480" y="2973"/>
                  </a:cubicBezTo>
                  <a:cubicBezTo>
                    <a:pt x="8480" y="2192"/>
                    <a:pt x="9248" y="1571"/>
                    <a:pt x="10385" y="1151"/>
                  </a:cubicBezTo>
                  <a:cubicBezTo>
                    <a:pt x="11528" y="731"/>
                    <a:pt x="13016" y="511"/>
                    <a:pt x="14578" y="510"/>
                  </a:cubicBezTo>
                  <a:lnTo>
                    <a:pt x="14578" y="0"/>
                  </a:lnTo>
                  <a:cubicBezTo>
                    <a:pt x="12455" y="-1"/>
                    <a:pt x="10465" y="307"/>
                    <a:pt x="9052" y="831"/>
                  </a:cubicBezTo>
                  <a:cubicBezTo>
                    <a:pt x="7633" y="1355"/>
                    <a:pt x="6766" y="2093"/>
                    <a:pt x="6766" y="2973"/>
                  </a:cubicBezTo>
                  <a:cubicBezTo>
                    <a:pt x="6766" y="3488"/>
                    <a:pt x="7062" y="4051"/>
                    <a:pt x="7717" y="4652"/>
                  </a:cubicBezTo>
                  <a:cubicBezTo>
                    <a:pt x="8415" y="5290"/>
                    <a:pt x="9348" y="5936"/>
                    <a:pt x="10234" y="6564"/>
                  </a:cubicBezTo>
                  <a:cubicBezTo>
                    <a:pt x="7564" y="5848"/>
                    <a:pt x="4027" y="5403"/>
                    <a:pt x="483" y="5399"/>
                  </a:cubicBezTo>
                  <a:cubicBezTo>
                    <a:pt x="321" y="5399"/>
                    <a:pt x="160" y="5400"/>
                    <a:pt x="0" y="5402"/>
                  </a:cubicBezTo>
                  <a:lnTo>
                    <a:pt x="70" y="5913"/>
                  </a:lnTo>
                  <a:cubicBezTo>
                    <a:pt x="207" y="5911"/>
                    <a:pt x="345" y="5910"/>
                    <a:pt x="483" y="591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B6E07D22-B6CA-4C18-BA67-18BF356CD92B}"/>
                </a:ext>
              </a:extLst>
            </p:cNvPr>
            <p:cNvSpPr/>
            <p:nvPr/>
          </p:nvSpPr>
          <p:spPr>
            <a:xfrm>
              <a:off x="5616102" y="978163"/>
              <a:ext cx="1772550" cy="1094019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504A0DA7-0B5C-423C-8EEF-490606305788}"/>
                </a:ext>
              </a:extLst>
            </p:cNvPr>
            <p:cNvSpPr/>
            <p:nvPr/>
          </p:nvSpPr>
          <p:spPr>
            <a:xfrm>
              <a:off x="6745491" y="2955105"/>
              <a:ext cx="1526663" cy="94225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492F4983-867A-4578-950E-9FF1C4CF946A}"/>
                </a:ext>
              </a:extLst>
            </p:cNvPr>
            <p:cNvSpPr/>
            <p:nvPr/>
          </p:nvSpPr>
          <p:spPr>
            <a:xfrm>
              <a:off x="4154796" y="2337444"/>
              <a:ext cx="1526663" cy="94225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F0F13D03-2E73-4668-9181-03AC2711E77C}"/>
                </a:ext>
              </a:extLst>
            </p:cNvPr>
            <p:cNvSpPr/>
            <p:nvPr/>
          </p:nvSpPr>
          <p:spPr>
            <a:xfrm>
              <a:off x="6212850" y="1237002"/>
              <a:ext cx="579057" cy="576339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D38BDB20-A143-472D-8D0E-236A4A9449AE}"/>
                </a:ext>
              </a:extLst>
            </p:cNvPr>
            <p:cNvSpPr/>
            <p:nvPr/>
          </p:nvSpPr>
          <p:spPr>
            <a:xfrm>
              <a:off x="7215138" y="3124507"/>
              <a:ext cx="587370" cy="584608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3B2EA0D8-107B-40DD-84F6-738CA69D3F02}"/>
                </a:ext>
              </a:extLst>
            </p:cNvPr>
            <p:cNvSpPr/>
            <p:nvPr/>
          </p:nvSpPr>
          <p:spPr>
            <a:xfrm>
              <a:off x="4583423" y="2437651"/>
              <a:ext cx="669412" cy="666268"/>
            </a:xfrm>
            <a:custGeom>
              <a:avLst/>
              <a:gdLst>
                <a:gd name="connsiteX0" fmla="*/ 239712 w 338138"/>
                <a:gd name="connsiteY0" fmla="*/ 261938 h 336550"/>
                <a:gd name="connsiteX1" fmla="*/ 179387 w 338138"/>
                <a:gd name="connsiteY1" fmla="*/ 269796 h 336550"/>
                <a:gd name="connsiteX2" fmla="*/ 179387 w 338138"/>
                <a:gd name="connsiteY2" fmla="*/ 314326 h 336550"/>
                <a:gd name="connsiteX3" fmla="*/ 239712 w 338138"/>
                <a:gd name="connsiteY3" fmla="*/ 261938 h 336550"/>
                <a:gd name="connsiteX4" fmla="*/ 100012 w 338138"/>
                <a:gd name="connsiteY4" fmla="*/ 261938 h 336550"/>
                <a:gd name="connsiteX5" fmla="*/ 158750 w 338138"/>
                <a:gd name="connsiteY5" fmla="*/ 314326 h 336550"/>
                <a:gd name="connsiteX6" fmla="*/ 158750 w 338138"/>
                <a:gd name="connsiteY6" fmla="*/ 269796 h 336550"/>
                <a:gd name="connsiteX7" fmla="*/ 100012 w 338138"/>
                <a:gd name="connsiteY7" fmla="*/ 261938 h 336550"/>
                <a:gd name="connsiteX8" fmla="*/ 301625 w 338138"/>
                <a:gd name="connsiteY8" fmla="*/ 231775 h 336550"/>
                <a:gd name="connsiteX9" fmla="*/ 264741 w 338138"/>
                <a:gd name="connsiteY9" fmla="*/ 252603 h 336550"/>
                <a:gd name="connsiteX10" fmla="*/ 239712 w 338138"/>
                <a:gd name="connsiteY10" fmla="*/ 296863 h 336550"/>
                <a:gd name="connsiteX11" fmla="*/ 301625 w 338138"/>
                <a:gd name="connsiteY11" fmla="*/ 231775 h 336550"/>
                <a:gd name="connsiteX12" fmla="*/ 36512 w 338138"/>
                <a:gd name="connsiteY12" fmla="*/ 231775 h 336550"/>
                <a:gd name="connsiteX13" fmla="*/ 98425 w 338138"/>
                <a:gd name="connsiteY13" fmla="*/ 296863 h 336550"/>
                <a:gd name="connsiteX14" fmla="*/ 73396 w 338138"/>
                <a:gd name="connsiteY14" fmla="*/ 252603 h 336550"/>
                <a:gd name="connsiteX15" fmla="*/ 36512 w 338138"/>
                <a:gd name="connsiteY15" fmla="*/ 231775 h 336550"/>
                <a:gd name="connsiteX16" fmla="*/ 279747 w 338138"/>
                <a:gd name="connsiteY16" fmla="*/ 179388 h 336550"/>
                <a:gd name="connsiteX17" fmla="*/ 273050 w 338138"/>
                <a:gd name="connsiteY17" fmla="*/ 225426 h 336550"/>
                <a:gd name="connsiteX18" fmla="*/ 315913 w 338138"/>
                <a:gd name="connsiteY18" fmla="*/ 179388 h 336550"/>
                <a:gd name="connsiteX19" fmla="*/ 279747 w 338138"/>
                <a:gd name="connsiteY19" fmla="*/ 179388 h 336550"/>
                <a:gd name="connsiteX20" fmla="*/ 179387 w 338138"/>
                <a:gd name="connsiteY20" fmla="*/ 179388 h 336550"/>
                <a:gd name="connsiteX21" fmla="*/ 179387 w 338138"/>
                <a:gd name="connsiteY21" fmla="*/ 249238 h 336550"/>
                <a:gd name="connsiteX22" fmla="*/ 249501 w 338138"/>
                <a:gd name="connsiteY22" fmla="*/ 236059 h 336550"/>
                <a:gd name="connsiteX23" fmla="*/ 258762 w 338138"/>
                <a:gd name="connsiteY23" fmla="*/ 179388 h 336550"/>
                <a:gd name="connsiteX24" fmla="*/ 179387 w 338138"/>
                <a:gd name="connsiteY24" fmla="*/ 179388 h 336550"/>
                <a:gd name="connsiteX25" fmla="*/ 273050 w 338138"/>
                <a:gd name="connsiteY25" fmla="*/ 111125 h 336550"/>
                <a:gd name="connsiteX26" fmla="*/ 279747 w 338138"/>
                <a:gd name="connsiteY26" fmla="*/ 157163 h 336550"/>
                <a:gd name="connsiteX27" fmla="*/ 315913 w 338138"/>
                <a:gd name="connsiteY27" fmla="*/ 157163 h 336550"/>
                <a:gd name="connsiteX28" fmla="*/ 273050 w 338138"/>
                <a:gd name="connsiteY28" fmla="*/ 111125 h 336550"/>
                <a:gd name="connsiteX29" fmla="*/ 179387 w 338138"/>
                <a:gd name="connsiteY29" fmla="*/ 87313 h 336550"/>
                <a:gd name="connsiteX30" fmla="*/ 179387 w 338138"/>
                <a:gd name="connsiteY30" fmla="*/ 157163 h 336550"/>
                <a:gd name="connsiteX31" fmla="*/ 258762 w 338138"/>
                <a:gd name="connsiteY31" fmla="*/ 157163 h 336550"/>
                <a:gd name="connsiteX32" fmla="*/ 249501 w 338138"/>
                <a:gd name="connsiteY32" fmla="*/ 100492 h 336550"/>
                <a:gd name="connsiteX33" fmla="*/ 179387 w 338138"/>
                <a:gd name="connsiteY33" fmla="*/ 87313 h 336550"/>
                <a:gd name="connsiteX34" fmla="*/ 239712 w 338138"/>
                <a:gd name="connsiteY34" fmla="*/ 39688 h 336550"/>
                <a:gd name="connsiteX35" fmla="*/ 264741 w 338138"/>
                <a:gd name="connsiteY35" fmla="*/ 83948 h 336550"/>
                <a:gd name="connsiteX36" fmla="*/ 301625 w 338138"/>
                <a:gd name="connsiteY36" fmla="*/ 104776 h 336550"/>
                <a:gd name="connsiteX37" fmla="*/ 239712 w 338138"/>
                <a:gd name="connsiteY37" fmla="*/ 39688 h 336550"/>
                <a:gd name="connsiteX38" fmla="*/ 89694 w 338138"/>
                <a:gd name="connsiteY38" fmla="*/ 31750 h 336550"/>
                <a:gd name="connsiteX39" fmla="*/ 61912 w 338138"/>
                <a:gd name="connsiteY39" fmla="*/ 59532 h 336550"/>
                <a:gd name="connsiteX40" fmla="*/ 89694 w 338138"/>
                <a:gd name="connsiteY40" fmla="*/ 87314 h 336550"/>
                <a:gd name="connsiteX41" fmla="*/ 117476 w 338138"/>
                <a:gd name="connsiteY41" fmla="*/ 59532 h 336550"/>
                <a:gd name="connsiteX42" fmla="*/ 89694 w 338138"/>
                <a:gd name="connsiteY42" fmla="*/ 31750 h 336550"/>
                <a:gd name="connsiteX43" fmla="*/ 179387 w 338138"/>
                <a:gd name="connsiteY43" fmla="*/ 22225 h 336550"/>
                <a:gd name="connsiteX44" fmla="*/ 179387 w 338138"/>
                <a:gd name="connsiteY44" fmla="*/ 66755 h 336550"/>
                <a:gd name="connsiteX45" fmla="*/ 239712 w 338138"/>
                <a:gd name="connsiteY45" fmla="*/ 74613 h 336550"/>
                <a:gd name="connsiteX46" fmla="*/ 179387 w 338138"/>
                <a:gd name="connsiteY46" fmla="*/ 22225 h 336550"/>
                <a:gd name="connsiteX47" fmla="*/ 169069 w 338138"/>
                <a:gd name="connsiteY47" fmla="*/ 0 h 336550"/>
                <a:gd name="connsiteX48" fmla="*/ 338138 w 338138"/>
                <a:gd name="connsiteY48" fmla="*/ 157758 h 336550"/>
                <a:gd name="connsiteX49" fmla="*/ 338138 w 338138"/>
                <a:gd name="connsiteY49" fmla="*/ 178792 h 336550"/>
                <a:gd name="connsiteX50" fmla="*/ 169069 w 338138"/>
                <a:gd name="connsiteY50" fmla="*/ 336550 h 336550"/>
                <a:gd name="connsiteX51" fmla="*/ 0 w 338138"/>
                <a:gd name="connsiteY51" fmla="*/ 178792 h 336550"/>
                <a:gd name="connsiteX52" fmla="*/ 0 w 338138"/>
                <a:gd name="connsiteY52" fmla="*/ 157758 h 336550"/>
                <a:gd name="connsiteX53" fmla="*/ 21133 w 338138"/>
                <a:gd name="connsiteY53" fmla="*/ 86767 h 336550"/>
                <a:gd name="connsiteX54" fmla="*/ 38305 w 338138"/>
                <a:gd name="connsiteY54" fmla="*/ 131465 h 336550"/>
                <a:gd name="connsiteX55" fmla="*/ 22454 w 338138"/>
                <a:gd name="connsiteY55" fmla="*/ 157758 h 336550"/>
                <a:gd name="connsiteX56" fmla="*/ 47551 w 338138"/>
                <a:gd name="connsiteY56" fmla="*/ 157758 h 336550"/>
                <a:gd name="connsiteX57" fmla="*/ 55476 w 338138"/>
                <a:gd name="connsiteY57" fmla="*/ 178792 h 336550"/>
                <a:gd name="connsiteX58" fmla="*/ 22454 w 338138"/>
                <a:gd name="connsiteY58" fmla="*/ 178792 h 336550"/>
                <a:gd name="connsiteX59" fmla="*/ 64722 w 338138"/>
                <a:gd name="connsiteY59" fmla="*/ 224805 h 336550"/>
                <a:gd name="connsiteX60" fmla="*/ 58117 w 338138"/>
                <a:gd name="connsiteY60" fmla="*/ 187995 h 336550"/>
                <a:gd name="connsiteX61" fmla="*/ 73968 w 338138"/>
                <a:gd name="connsiteY61" fmla="*/ 228749 h 336550"/>
                <a:gd name="connsiteX62" fmla="*/ 84534 w 338138"/>
                <a:gd name="connsiteY62" fmla="*/ 257671 h 336550"/>
                <a:gd name="connsiteX63" fmla="*/ 93780 w 338138"/>
                <a:gd name="connsiteY63" fmla="*/ 237952 h 336550"/>
                <a:gd name="connsiteX64" fmla="*/ 158502 w 338138"/>
                <a:gd name="connsiteY64" fmla="*/ 248469 h 336550"/>
                <a:gd name="connsiteX65" fmla="*/ 158502 w 338138"/>
                <a:gd name="connsiteY65" fmla="*/ 178792 h 336550"/>
                <a:gd name="connsiteX66" fmla="*/ 118877 w 338138"/>
                <a:gd name="connsiteY66" fmla="*/ 178792 h 336550"/>
                <a:gd name="connsiteX67" fmla="*/ 128122 w 338138"/>
                <a:gd name="connsiteY67" fmla="*/ 157758 h 336550"/>
                <a:gd name="connsiteX68" fmla="*/ 158502 w 338138"/>
                <a:gd name="connsiteY68" fmla="*/ 157758 h 336550"/>
                <a:gd name="connsiteX69" fmla="*/ 158502 w 338138"/>
                <a:gd name="connsiteY69" fmla="*/ 88081 h 336550"/>
                <a:gd name="connsiteX70" fmla="*/ 157181 w 338138"/>
                <a:gd name="connsiteY70" fmla="*/ 88081 h 336550"/>
                <a:gd name="connsiteX71" fmla="*/ 158502 w 338138"/>
                <a:gd name="connsiteY71" fmla="*/ 85452 h 336550"/>
                <a:gd name="connsiteX72" fmla="*/ 162465 w 338138"/>
                <a:gd name="connsiteY72" fmla="*/ 59159 h 336550"/>
                <a:gd name="connsiteX73" fmla="*/ 158502 w 338138"/>
                <a:gd name="connsiteY73" fmla="*/ 35495 h 336550"/>
                <a:gd name="connsiteX74" fmla="*/ 158502 w 338138"/>
                <a:gd name="connsiteY74" fmla="*/ 22349 h 336550"/>
                <a:gd name="connsiteX75" fmla="*/ 153219 w 338138"/>
                <a:gd name="connsiteY75" fmla="*/ 23664 h 336550"/>
                <a:gd name="connsiteX76" fmla="*/ 136048 w 338138"/>
                <a:gd name="connsiteY76" fmla="*/ 3944 h 336550"/>
                <a:gd name="connsiteX77" fmla="*/ 169069 w 338138"/>
                <a:gd name="connsiteY77" fmla="*/ 0 h 336550"/>
                <a:gd name="connsiteX78" fmla="*/ 90348 w 338138"/>
                <a:gd name="connsiteY78" fmla="*/ 0 h 336550"/>
                <a:gd name="connsiteX79" fmla="*/ 149225 w 338138"/>
                <a:gd name="connsiteY79" fmla="*/ 59251 h 336550"/>
                <a:gd name="connsiteX80" fmla="*/ 145300 w 338138"/>
                <a:gd name="connsiteY80" fmla="*/ 80318 h 336550"/>
                <a:gd name="connsiteX81" fmla="*/ 86422 w 338138"/>
                <a:gd name="connsiteY81" fmla="*/ 223838 h 336550"/>
                <a:gd name="connsiteX82" fmla="*/ 34087 w 338138"/>
                <a:gd name="connsiteY82" fmla="*/ 79002 h 336550"/>
                <a:gd name="connsiteX83" fmla="*/ 30162 w 338138"/>
                <a:gd name="connsiteY83" fmla="*/ 59251 h 336550"/>
                <a:gd name="connsiteX84" fmla="*/ 90348 w 338138"/>
                <a:gd name="connsiteY84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38138" h="336550">
                  <a:moveTo>
                    <a:pt x="239712" y="261938"/>
                  </a:moveTo>
                  <a:cubicBezTo>
                    <a:pt x="220944" y="267177"/>
                    <a:pt x="200836" y="269796"/>
                    <a:pt x="179387" y="269796"/>
                  </a:cubicBezTo>
                  <a:cubicBezTo>
                    <a:pt x="179387" y="269796"/>
                    <a:pt x="179387" y="269796"/>
                    <a:pt x="179387" y="314326"/>
                  </a:cubicBezTo>
                  <a:cubicBezTo>
                    <a:pt x="203517" y="310397"/>
                    <a:pt x="224966" y="290752"/>
                    <a:pt x="239712" y="261938"/>
                  </a:cubicBezTo>
                  <a:close/>
                  <a:moveTo>
                    <a:pt x="100012" y="261938"/>
                  </a:moveTo>
                  <a:cubicBezTo>
                    <a:pt x="114370" y="290752"/>
                    <a:pt x="135255" y="310397"/>
                    <a:pt x="158750" y="314326"/>
                  </a:cubicBezTo>
                  <a:lnTo>
                    <a:pt x="158750" y="269796"/>
                  </a:lnTo>
                  <a:cubicBezTo>
                    <a:pt x="137865" y="269796"/>
                    <a:pt x="118286" y="267177"/>
                    <a:pt x="100012" y="261938"/>
                  </a:cubicBezTo>
                  <a:close/>
                  <a:moveTo>
                    <a:pt x="301625" y="231775"/>
                  </a:moveTo>
                  <a:cubicBezTo>
                    <a:pt x="291087" y="239586"/>
                    <a:pt x="279231" y="247396"/>
                    <a:pt x="264741" y="252603"/>
                  </a:cubicBezTo>
                  <a:cubicBezTo>
                    <a:pt x="258154" y="269526"/>
                    <a:pt x="250250" y="283846"/>
                    <a:pt x="239712" y="296863"/>
                  </a:cubicBezTo>
                  <a:cubicBezTo>
                    <a:pt x="267375" y="281242"/>
                    <a:pt x="288452" y="259112"/>
                    <a:pt x="301625" y="231775"/>
                  </a:cubicBezTo>
                  <a:close/>
                  <a:moveTo>
                    <a:pt x="36512" y="231775"/>
                  </a:moveTo>
                  <a:cubicBezTo>
                    <a:pt x="49685" y="259112"/>
                    <a:pt x="72079" y="281242"/>
                    <a:pt x="98425" y="296863"/>
                  </a:cubicBezTo>
                  <a:cubicBezTo>
                    <a:pt x="87886" y="283846"/>
                    <a:pt x="79983" y="269526"/>
                    <a:pt x="73396" y="252603"/>
                  </a:cubicBezTo>
                  <a:cubicBezTo>
                    <a:pt x="58906" y="247396"/>
                    <a:pt x="47050" y="239586"/>
                    <a:pt x="36512" y="231775"/>
                  </a:cubicBezTo>
                  <a:close/>
                  <a:moveTo>
                    <a:pt x="279747" y="179388"/>
                  </a:moveTo>
                  <a:cubicBezTo>
                    <a:pt x="279747" y="195173"/>
                    <a:pt x="277069" y="210957"/>
                    <a:pt x="273050" y="225426"/>
                  </a:cubicBezTo>
                  <a:cubicBezTo>
                    <a:pt x="295821" y="213588"/>
                    <a:pt x="310555" y="196488"/>
                    <a:pt x="315913" y="179388"/>
                  </a:cubicBezTo>
                  <a:cubicBezTo>
                    <a:pt x="315913" y="179388"/>
                    <a:pt x="315913" y="179388"/>
                    <a:pt x="279747" y="179388"/>
                  </a:cubicBezTo>
                  <a:close/>
                  <a:moveTo>
                    <a:pt x="179387" y="179388"/>
                  </a:moveTo>
                  <a:cubicBezTo>
                    <a:pt x="179387" y="179388"/>
                    <a:pt x="179387" y="179388"/>
                    <a:pt x="179387" y="249238"/>
                  </a:cubicBezTo>
                  <a:cubicBezTo>
                    <a:pt x="204522" y="249238"/>
                    <a:pt x="228335" y="243966"/>
                    <a:pt x="249501" y="236059"/>
                  </a:cubicBezTo>
                  <a:cubicBezTo>
                    <a:pt x="254793" y="218926"/>
                    <a:pt x="257439" y="200475"/>
                    <a:pt x="258762" y="179388"/>
                  </a:cubicBezTo>
                  <a:cubicBezTo>
                    <a:pt x="258762" y="179388"/>
                    <a:pt x="258762" y="179388"/>
                    <a:pt x="179387" y="179388"/>
                  </a:cubicBezTo>
                  <a:close/>
                  <a:moveTo>
                    <a:pt x="273050" y="111125"/>
                  </a:moveTo>
                  <a:cubicBezTo>
                    <a:pt x="277069" y="125594"/>
                    <a:pt x="279747" y="141379"/>
                    <a:pt x="279747" y="157163"/>
                  </a:cubicBezTo>
                  <a:lnTo>
                    <a:pt x="315913" y="157163"/>
                  </a:lnTo>
                  <a:cubicBezTo>
                    <a:pt x="310555" y="140063"/>
                    <a:pt x="295821" y="122963"/>
                    <a:pt x="273050" y="111125"/>
                  </a:cubicBezTo>
                  <a:close/>
                  <a:moveTo>
                    <a:pt x="179387" y="87313"/>
                  </a:moveTo>
                  <a:lnTo>
                    <a:pt x="179387" y="157163"/>
                  </a:lnTo>
                  <a:cubicBezTo>
                    <a:pt x="179387" y="157163"/>
                    <a:pt x="179387" y="157163"/>
                    <a:pt x="258762" y="157163"/>
                  </a:cubicBezTo>
                  <a:cubicBezTo>
                    <a:pt x="257439" y="136076"/>
                    <a:pt x="254793" y="117625"/>
                    <a:pt x="249501" y="100492"/>
                  </a:cubicBezTo>
                  <a:cubicBezTo>
                    <a:pt x="228335" y="92585"/>
                    <a:pt x="204522" y="87313"/>
                    <a:pt x="179387" y="87313"/>
                  </a:cubicBezTo>
                  <a:close/>
                  <a:moveTo>
                    <a:pt x="239712" y="39688"/>
                  </a:moveTo>
                  <a:cubicBezTo>
                    <a:pt x="250250" y="52705"/>
                    <a:pt x="258154" y="67025"/>
                    <a:pt x="264741" y="83948"/>
                  </a:cubicBezTo>
                  <a:cubicBezTo>
                    <a:pt x="279231" y="89155"/>
                    <a:pt x="291087" y="96965"/>
                    <a:pt x="301625" y="104776"/>
                  </a:cubicBezTo>
                  <a:cubicBezTo>
                    <a:pt x="288452" y="77439"/>
                    <a:pt x="267375" y="55309"/>
                    <a:pt x="239712" y="39688"/>
                  </a:cubicBezTo>
                  <a:close/>
                  <a:moveTo>
                    <a:pt x="89694" y="31750"/>
                  </a:moveTo>
                  <a:cubicBezTo>
                    <a:pt x="74350" y="31750"/>
                    <a:pt x="61912" y="44188"/>
                    <a:pt x="61912" y="59532"/>
                  </a:cubicBezTo>
                  <a:cubicBezTo>
                    <a:pt x="61912" y="74876"/>
                    <a:pt x="74350" y="87314"/>
                    <a:pt x="89694" y="87314"/>
                  </a:cubicBezTo>
                  <a:cubicBezTo>
                    <a:pt x="105038" y="87314"/>
                    <a:pt x="117476" y="74876"/>
                    <a:pt x="117476" y="59532"/>
                  </a:cubicBezTo>
                  <a:cubicBezTo>
                    <a:pt x="117476" y="44188"/>
                    <a:pt x="105038" y="31750"/>
                    <a:pt x="89694" y="31750"/>
                  </a:cubicBezTo>
                  <a:close/>
                  <a:moveTo>
                    <a:pt x="179387" y="22225"/>
                  </a:moveTo>
                  <a:lnTo>
                    <a:pt x="179387" y="66755"/>
                  </a:lnTo>
                  <a:cubicBezTo>
                    <a:pt x="200836" y="66755"/>
                    <a:pt x="220944" y="69374"/>
                    <a:pt x="239712" y="74613"/>
                  </a:cubicBezTo>
                  <a:cubicBezTo>
                    <a:pt x="224966" y="45799"/>
                    <a:pt x="203517" y="26154"/>
                    <a:pt x="179387" y="22225"/>
                  </a:cubicBezTo>
                  <a:close/>
                  <a:moveTo>
                    <a:pt x="169069" y="0"/>
                  </a:moveTo>
                  <a:cubicBezTo>
                    <a:pt x="258887" y="0"/>
                    <a:pt x="331534" y="69676"/>
                    <a:pt x="338138" y="157758"/>
                  </a:cubicBezTo>
                  <a:lnTo>
                    <a:pt x="338138" y="178792"/>
                  </a:lnTo>
                  <a:cubicBezTo>
                    <a:pt x="331534" y="266874"/>
                    <a:pt x="258887" y="336550"/>
                    <a:pt x="169069" y="336550"/>
                  </a:cubicBezTo>
                  <a:cubicBezTo>
                    <a:pt x="79251" y="336550"/>
                    <a:pt x="6604" y="266874"/>
                    <a:pt x="0" y="178792"/>
                  </a:cubicBezTo>
                  <a:cubicBezTo>
                    <a:pt x="0" y="178792"/>
                    <a:pt x="0" y="178792"/>
                    <a:pt x="0" y="157758"/>
                  </a:cubicBezTo>
                  <a:cubicBezTo>
                    <a:pt x="2642" y="131465"/>
                    <a:pt x="9246" y="107801"/>
                    <a:pt x="21133" y="86767"/>
                  </a:cubicBezTo>
                  <a:cubicBezTo>
                    <a:pt x="25096" y="95969"/>
                    <a:pt x="30379" y="113060"/>
                    <a:pt x="38305" y="131465"/>
                  </a:cubicBezTo>
                  <a:cubicBezTo>
                    <a:pt x="30379" y="139353"/>
                    <a:pt x="25096" y="148555"/>
                    <a:pt x="22454" y="157758"/>
                  </a:cubicBezTo>
                  <a:cubicBezTo>
                    <a:pt x="22454" y="157758"/>
                    <a:pt x="22454" y="157758"/>
                    <a:pt x="47551" y="157758"/>
                  </a:cubicBezTo>
                  <a:cubicBezTo>
                    <a:pt x="50192" y="164331"/>
                    <a:pt x="52834" y="172219"/>
                    <a:pt x="55476" y="178792"/>
                  </a:cubicBezTo>
                  <a:cubicBezTo>
                    <a:pt x="55476" y="178792"/>
                    <a:pt x="55476" y="178792"/>
                    <a:pt x="22454" y="178792"/>
                  </a:cubicBezTo>
                  <a:cubicBezTo>
                    <a:pt x="27738" y="195883"/>
                    <a:pt x="42267" y="212973"/>
                    <a:pt x="64722" y="224805"/>
                  </a:cubicBezTo>
                  <a:cubicBezTo>
                    <a:pt x="62080" y="212973"/>
                    <a:pt x="59438" y="201141"/>
                    <a:pt x="58117" y="187995"/>
                  </a:cubicBezTo>
                  <a:cubicBezTo>
                    <a:pt x="66042" y="210344"/>
                    <a:pt x="72647" y="226120"/>
                    <a:pt x="73968" y="228749"/>
                  </a:cubicBezTo>
                  <a:cubicBezTo>
                    <a:pt x="73968" y="228749"/>
                    <a:pt x="73968" y="228749"/>
                    <a:pt x="84534" y="257671"/>
                  </a:cubicBezTo>
                  <a:cubicBezTo>
                    <a:pt x="84534" y="257671"/>
                    <a:pt x="84534" y="257671"/>
                    <a:pt x="93780" y="237952"/>
                  </a:cubicBezTo>
                  <a:cubicBezTo>
                    <a:pt x="113593" y="243210"/>
                    <a:pt x="134727" y="248469"/>
                    <a:pt x="158502" y="248469"/>
                  </a:cubicBezTo>
                  <a:cubicBezTo>
                    <a:pt x="158502" y="248469"/>
                    <a:pt x="158502" y="248469"/>
                    <a:pt x="158502" y="178792"/>
                  </a:cubicBezTo>
                  <a:cubicBezTo>
                    <a:pt x="158502" y="178792"/>
                    <a:pt x="158502" y="178792"/>
                    <a:pt x="118877" y="178792"/>
                  </a:cubicBezTo>
                  <a:cubicBezTo>
                    <a:pt x="122839" y="172219"/>
                    <a:pt x="125481" y="164331"/>
                    <a:pt x="128122" y="157758"/>
                  </a:cubicBezTo>
                  <a:cubicBezTo>
                    <a:pt x="128122" y="157758"/>
                    <a:pt x="128122" y="157758"/>
                    <a:pt x="158502" y="157758"/>
                  </a:cubicBezTo>
                  <a:cubicBezTo>
                    <a:pt x="158502" y="157758"/>
                    <a:pt x="158502" y="157758"/>
                    <a:pt x="158502" y="88081"/>
                  </a:cubicBezTo>
                  <a:cubicBezTo>
                    <a:pt x="158502" y="88081"/>
                    <a:pt x="157181" y="88081"/>
                    <a:pt x="157181" y="88081"/>
                  </a:cubicBezTo>
                  <a:cubicBezTo>
                    <a:pt x="157181" y="86767"/>
                    <a:pt x="157181" y="85452"/>
                    <a:pt x="158502" y="85452"/>
                  </a:cubicBezTo>
                  <a:cubicBezTo>
                    <a:pt x="161144" y="77564"/>
                    <a:pt x="162465" y="68362"/>
                    <a:pt x="162465" y="59159"/>
                  </a:cubicBezTo>
                  <a:cubicBezTo>
                    <a:pt x="162465" y="51271"/>
                    <a:pt x="161144" y="43383"/>
                    <a:pt x="158502" y="35495"/>
                  </a:cubicBezTo>
                  <a:cubicBezTo>
                    <a:pt x="158502" y="35495"/>
                    <a:pt x="158502" y="35495"/>
                    <a:pt x="158502" y="22349"/>
                  </a:cubicBezTo>
                  <a:cubicBezTo>
                    <a:pt x="157181" y="22349"/>
                    <a:pt x="154539" y="23664"/>
                    <a:pt x="153219" y="23664"/>
                  </a:cubicBezTo>
                  <a:cubicBezTo>
                    <a:pt x="147935" y="15776"/>
                    <a:pt x="142652" y="9202"/>
                    <a:pt x="136048" y="3944"/>
                  </a:cubicBezTo>
                  <a:cubicBezTo>
                    <a:pt x="146614" y="1315"/>
                    <a:pt x="157181" y="0"/>
                    <a:pt x="169069" y="0"/>
                  </a:cubicBezTo>
                  <a:close/>
                  <a:moveTo>
                    <a:pt x="90348" y="0"/>
                  </a:moveTo>
                  <a:cubicBezTo>
                    <a:pt x="123057" y="0"/>
                    <a:pt x="149225" y="26334"/>
                    <a:pt x="149225" y="59251"/>
                  </a:cubicBezTo>
                  <a:cubicBezTo>
                    <a:pt x="149225" y="67151"/>
                    <a:pt x="147916" y="73735"/>
                    <a:pt x="145300" y="80318"/>
                  </a:cubicBezTo>
                  <a:cubicBezTo>
                    <a:pt x="137449" y="104019"/>
                    <a:pt x="86422" y="223838"/>
                    <a:pt x="86422" y="223838"/>
                  </a:cubicBezTo>
                  <a:cubicBezTo>
                    <a:pt x="86422" y="223838"/>
                    <a:pt x="38012" y="93485"/>
                    <a:pt x="34087" y="79002"/>
                  </a:cubicBezTo>
                  <a:cubicBezTo>
                    <a:pt x="31470" y="72418"/>
                    <a:pt x="30162" y="65835"/>
                    <a:pt x="30162" y="59251"/>
                  </a:cubicBezTo>
                  <a:cubicBezTo>
                    <a:pt x="30162" y="26334"/>
                    <a:pt x="57638" y="0"/>
                    <a:pt x="90348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E9F9EA90-EAFC-46C7-834F-474AA365674D}"/>
                </a:ext>
              </a:extLst>
            </p:cNvPr>
            <p:cNvSpPr/>
            <p:nvPr/>
          </p:nvSpPr>
          <p:spPr>
            <a:xfrm>
              <a:off x="5056965" y="3620844"/>
              <a:ext cx="705784" cy="646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11" extrusionOk="0">
                  <a:moveTo>
                    <a:pt x="1063" y="11931"/>
                  </a:moveTo>
                  <a:lnTo>
                    <a:pt x="0" y="1158"/>
                  </a:lnTo>
                  <a:lnTo>
                    <a:pt x="10348" y="52"/>
                  </a:lnTo>
                  <a:cubicBezTo>
                    <a:pt x="15451" y="-494"/>
                    <a:pt x="20012" y="3370"/>
                    <a:pt x="20537" y="8681"/>
                  </a:cubicBezTo>
                  <a:lnTo>
                    <a:pt x="21600" y="19453"/>
                  </a:lnTo>
                  <a:lnTo>
                    <a:pt x="11252" y="20560"/>
                  </a:lnTo>
                  <a:cubicBezTo>
                    <a:pt x="6149" y="21106"/>
                    <a:pt x="1588" y="17242"/>
                    <a:pt x="1063" y="11931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C6687ADE-0F38-4C09-8516-C60EC0F0255B}"/>
                </a:ext>
              </a:extLst>
            </p:cNvPr>
            <p:cNvSpPr/>
            <p:nvPr/>
          </p:nvSpPr>
          <p:spPr>
            <a:xfrm>
              <a:off x="6550876" y="4585937"/>
              <a:ext cx="713582" cy="529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111" extrusionOk="0">
                  <a:moveTo>
                    <a:pt x="4342" y="14903"/>
                  </a:moveTo>
                  <a:lnTo>
                    <a:pt x="0" y="6480"/>
                  </a:lnTo>
                  <a:lnTo>
                    <a:pt x="7069" y="1307"/>
                  </a:lnTo>
                  <a:cubicBezTo>
                    <a:pt x="10556" y="-1244"/>
                    <a:pt x="15117" y="54"/>
                    <a:pt x="17258" y="4209"/>
                  </a:cubicBezTo>
                  <a:lnTo>
                    <a:pt x="21600" y="12631"/>
                  </a:lnTo>
                  <a:lnTo>
                    <a:pt x="14531" y="17805"/>
                  </a:lnTo>
                  <a:cubicBezTo>
                    <a:pt x="11045" y="20356"/>
                    <a:pt x="6483" y="19057"/>
                    <a:pt x="4342" y="14903"/>
                  </a:cubicBezTo>
                  <a:close/>
                </a:path>
              </a:pathLst>
            </a:custGeom>
            <a:solidFill>
              <a:srgbClr val="6F9161">
                <a:alpha val="54000"/>
              </a:srgb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789A9FA-B0FA-435A-BD8A-824EED56D24D}"/>
              </a:ext>
            </a:extLst>
          </p:cNvPr>
          <p:cNvGrpSpPr/>
          <p:nvPr/>
        </p:nvGrpSpPr>
        <p:grpSpPr>
          <a:xfrm>
            <a:off x="980601" y="1968498"/>
            <a:ext cx="7209801" cy="1604637"/>
            <a:chOff x="1307468" y="2624665"/>
            <a:chExt cx="9613068" cy="2139516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361B32A-C5A0-488D-8537-EA62464EC853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E87E0FEA-FB40-4F8D-B8BF-D8D6726D6E93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1742ABB1-E94F-433F-B415-910BC9DD7EA0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2" name="文本框 76">
                    <a:extLst>
                      <a:ext uri="{FF2B5EF4-FFF2-40B4-BE49-F238E27FC236}">
                        <a16:creationId xmlns:a16="http://schemas.microsoft.com/office/drawing/2014/main" id="{8A2869E9-C967-497A-8AEA-19F8852BAB5C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3" name="矩形 22">
                    <a:extLst>
                      <a:ext uri="{FF2B5EF4-FFF2-40B4-BE49-F238E27FC236}">
                        <a16:creationId xmlns:a16="http://schemas.microsoft.com/office/drawing/2014/main" id="{FD199BA7-79A2-4350-BE51-6A452861DCF7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9" name="组合 18">
                  <a:extLst>
                    <a:ext uri="{FF2B5EF4-FFF2-40B4-BE49-F238E27FC236}">
                      <a16:creationId xmlns:a16="http://schemas.microsoft.com/office/drawing/2014/main" id="{39056C33-1A0B-40CC-AF49-0A5F7196AD7C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20" name="文本框 74">
                    <a:extLst>
                      <a:ext uri="{FF2B5EF4-FFF2-40B4-BE49-F238E27FC236}">
                        <a16:creationId xmlns:a16="http://schemas.microsoft.com/office/drawing/2014/main" id="{145A8F7E-C5D1-4C83-963C-CFF73692551B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 algn="r"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1B1001AF-E01B-44A6-AA0A-8F56E551FFA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1600" b="1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</p:grp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0D772A70-7DA0-4D0E-A44B-18DFB6F7F245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EDC03AD-2D94-404C-8396-805509B69482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8CCB2BF7-438B-496A-BFB8-B45EF93A720E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10" name="组合 9">
                  <a:extLst>
                    <a:ext uri="{FF2B5EF4-FFF2-40B4-BE49-F238E27FC236}">
                      <a16:creationId xmlns:a16="http://schemas.microsoft.com/office/drawing/2014/main" id="{847A3C2F-57BE-4BCF-9269-BB7DEDB8A196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4" name="文本框 68">
                    <a:extLst>
                      <a:ext uri="{FF2B5EF4-FFF2-40B4-BE49-F238E27FC236}">
                        <a16:creationId xmlns:a16="http://schemas.microsoft.com/office/drawing/2014/main" id="{2A467D59-7701-4D10-94E6-9C33AC641770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15" name="矩形 14">
                    <a:extLst>
                      <a:ext uri="{FF2B5EF4-FFF2-40B4-BE49-F238E27FC236}">
                        <a16:creationId xmlns:a16="http://schemas.microsoft.com/office/drawing/2014/main" id="{20F9614F-E97E-4AD7-AF25-913E7FFC39E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  <a:endParaRPr lang="zh-CN" altLang="en-US" sz="16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750ACCF2-1CA2-4AA3-AB41-A128DF194AE4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12" name="文本框 66">
                    <a:extLst>
                      <a:ext uri="{FF2B5EF4-FFF2-40B4-BE49-F238E27FC236}">
                        <a16:creationId xmlns:a16="http://schemas.microsoft.com/office/drawing/2014/main" id="{5BE7170B-3C17-4F64-914D-CC6748A325E2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此部分内容作为文字排版占位显示</a:t>
                    </a:r>
                    <a:b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</a:br>
                    <a:r>
                      <a:rPr lang="zh-CN" altLang="en-US" sz="1000">
                        <a:latin typeface="+mn-lt"/>
                        <a:ea typeface="+mn-ea"/>
                        <a:cs typeface="+mn-ea"/>
                        <a:sym typeface="+mn-lt"/>
                      </a:rPr>
                      <a:t>（建议使用主题字体）</a:t>
                    </a:r>
                  </a:p>
                </p:txBody>
              </p:sp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E9E67698-08A9-4FB3-A280-F52D7DE6AE3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1600" b="1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5EEFD879-73FB-4971-AAB2-B892677F658F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B7BF071-53DF-4FAC-AFA8-AD476AC977B9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5" name="TextBox 86">
              <a:extLst>
                <a:ext uri="{FF2B5EF4-FFF2-40B4-BE49-F238E27FC236}">
                  <a16:creationId xmlns:a16="http://schemas.microsoft.com/office/drawing/2014/main" id="{28737FEB-DEB2-4DF0-8383-BF1902BD2306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C5DFD4E-A5BD-466C-AABF-BFFF910934E3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9478361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625230" y="842752"/>
            <a:ext cx="3994415" cy="3391543"/>
            <a:chOff x="625230" y="842752"/>
            <a:chExt cx="3994415" cy="3391543"/>
          </a:xfrm>
        </p:grpSpPr>
        <p:sp>
          <p:nvSpPr>
            <p:cNvPr id="4" name="任意多边形: 形状 3"/>
            <p:cNvSpPr>
              <a:spLocks/>
            </p:cNvSpPr>
            <p:nvPr/>
          </p:nvSpPr>
          <p:spPr bwMode="auto">
            <a:xfrm>
              <a:off x="625230" y="842752"/>
              <a:ext cx="3914539" cy="3391543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文本框 5"/>
            <p:cNvSpPr txBox="1"/>
            <p:nvPr/>
          </p:nvSpPr>
          <p:spPr>
            <a:xfrm>
              <a:off x="4096939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 dirty="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04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17672" y="1256828"/>
            <a:ext cx="3494940" cy="2977468"/>
            <a:chOff x="617672" y="1256828"/>
            <a:chExt cx="3494940" cy="2977468"/>
          </a:xfrm>
        </p:grpSpPr>
        <p:sp>
          <p:nvSpPr>
            <p:cNvPr id="5" name="任意多边形: 形状 4"/>
            <p:cNvSpPr>
              <a:spLocks/>
            </p:cNvSpPr>
            <p:nvPr/>
          </p:nvSpPr>
          <p:spPr bwMode="auto">
            <a:xfrm>
              <a:off x="617672" y="1256828"/>
              <a:ext cx="3436610" cy="2977468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文本框 6"/>
            <p:cNvSpPr txBox="1"/>
            <p:nvPr/>
          </p:nvSpPr>
          <p:spPr>
            <a:xfrm>
              <a:off x="3589906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03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10116" y="1680022"/>
            <a:ext cx="2995465" cy="2554274"/>
            <a:chOff x="610116" y="1680022"/>
            <a:chExt cx="2995465" cy="2554274"/>
          </a:xfrm>
        </p:grpSpPr>
        <p:sp>
          <p:nvSpPr>
            <p:cNvPr id="6" name="任意多边形: 形状 5"/>
            <p:cNvSpPr>
              <a:spLocks/>
            </p:cNvSpPr>
            <p:nvPr/>
          </p:nvSpPr>
          <p:spPr bwMode="auto">
            <a:xfrm>
              <a:off x="610116" y="1680022"/>
              <a:ext cx="2948158" cy="2554274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3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文本框 7"/>
            <p:cNvSpPr txBox="1"/>
            <p:nvPr/>
          </p:nvSpPr>
          <p:spPr>
            <a:xfrm>
              <a:off x="3082875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 dirty="0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02559" y="2110772"/>
            <a:ext cx="2495991" cy="2123524"/>
            <a:chOff x="602559" y="2110772"/>
            <a:chExt cx="2495991" cy="2123524"/>
          </a:xfrm>
        </p:grpSpPr>
        <p:sp>
          <p:nvSpPr>
            <p:cNvPr id="7" name="任意多边形: 形状 6"/>
            <p:cNvSpPr>
              <a:spLocks/>
            </p:cNvSpPr>
            <p:nvPr/>
          </p:nvSpPr>
          <p:spPr bwMode="auto">
            <a:xfrm>
              <a:off x="602559" y="2110772"/>
              <a:ext cx="2450983" cy="2123524"/>
            </a:xfrm>
            <a:custGeom>
              <a:avLst/>
              <a:gdLst>
                <a:gd name="T0" fmla="*/ 103 w 208"/>
                <a:gd name="T1" fmla="*/ 180 h 180"/>
                <a:gd name="T2" fmla="*/ 21 w 208"/>
                <a:gd name="T3" fmla="*/ 180 h 180"/>
                <a:gd name="T4" fmla="*/ 9 w 208"/>
                <a:gd name="T5" fmla="*/ 160 h 180"/>
                <a:gd name="T6" fmla="*/ 92 w 208"/>
                <a:gd name="T7" fmla="*/ 14 h 180"/>
                <a:gd name="T8" fmla="*/ 115 w 208"/>
                <a:gd name="T9" fmla="*/ 13 h 180"/>
                <a:gd name="T10" fmla="*/ 199 w 208"/>
                <a:gd name="T11" fmla="*/ 159 h 180"/>
                <a:gd name="T12" fmla="*/ 185 w 208"/>
                <a:gd name="T13" fmla="*/ 180 h 180"/>
                <a:gd name="T14" fmla="*/ 103 w 208"/>
                <a:gd name="T1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80">
                  <a:moveTo>
                    <a:pt x="103" y="180"/>
                  </a:moveTo>
                  <a:cubicBezTo>
                    <a:pt x="76" y="180"/>
                    <a:pt x="49" y="180"/>
                    <a:pt x="21" y="180"/>
                  </a:cubicBezTo>
                  <a:cubicBezTo>
                    <a:pt x="4" y="180"/>
                    <a:pt x="0" y="175"/>
                    <a:pt x="9" y="160"/>
                  </a:cubicBezTo>
                  <a:cubicBezTo>
                    <a:pt x="36" y="111"/>
                    <a:pt x="64" y="63"/>
                    <a:pt x="92" y="14"/>
                  </a:cubicBezTo>
                  <a:cubicBezTo>
                    <a:pt x="99" y="1"/>
                    <a:pt x="107" y="0"/>
                    <a:pt x="115" y="13"/>
                  </a:cubicBezTo>
                  <a:cubicBezTo>
                    <a:pt x="143" y="62"/>
                    <a:pt x="171" y="110"/>
                    <a:pt x="199" y="159"/>
                  </a:cubicBezTo>
                  <a:cubicBezTo>
                    <a:pt x="208" y="175"/>
                    <a:pt x="205" y="180"/>
                    <a:pt x="185" y="180"/>
                  </a:cubicBezTo>
                  <a:cubicBezTo>
                    <a:pt x="158" y="180"/>
                    <a:pt x="131" y="180"/>
                    <a:pt x="103" y="180"/>
                  </a:cubicBez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bg1"/>
              </a:solidFill>
            </a:ln>
            <a:effectLst/>
          </p:spPr>
          <p:txBody>
            <a:bodyPr anchor="ctr"/>
            <a:lstStyle/>
            <a:p>
              <a:pPr algn="ctr"/>
              <a:endParaRPr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文本框 8"/>
            <p:cNvSpPr txBox="1"/>
            <p:nvPr/>
          </p:nvSpPr>
          <p:spPr>
            <a:xfrm>
              <a:off x="2575844" y="3953375"/>
              <a:ext cx="522706" cy="265121"/>
            </a:xfrm>
            <a:prstGeom prst="rect">
              <a:avLst/>
            </a:prstGeom>
            <a:noFill/>
          </p:spPr>
          <p:txBody>
            <a:bodyPr wrap="square">
              <a:normAutofit fontScale="85000" lnSpcReduction="20000"/>
            </a:bodyPr>
            <a:lstStyle/>
            <a:p>
              <a:r>
                <a:rPr lang="en-US" sz="1697" b="1">
                  <a:solidFill>
                    <a:schemeClr val="bg2"/>
                  </a:solidFill>
                  <a:latin typeface="+mn-lt"/>
                  <a:ea typeface="+mn-ea"/>
                  <a:cs typeface="+mn-ea"/>
                  <a:sym typeface="+mn-lt"/>
                </a:rPr>
                <a:t>01</a:t>
              </a:r>
            </a:p>
          </p:txBody>
        </p:sp>
      </p:grpSp>
      <p:sp>
        <p:nvSpPr>
          <p:cNvPr id="12" name="文本框 17"/>
          <p:cNvSpPr txBox="1"/>
          <p:nvPr/>
        </p:nvSpPr>
        <p:spPr>
          <a:xfrm>
            <a:off x="5183018" y="905951"/>
            <a:ext cx="3370432" cy="377074"/>
          </a:xfrm>
          <a:prstGeom prst="rect">
            <a:avLst/>
          </a:prstGeom>
          <a:noFill/>
        </p:spPr>
        <p:txBody>
          <a:bodyPr wrap="none">
            <a:normAutofit fontScale="85000" lnSpcReduction="20000"/>
          </a:bodyPr>
          <a:lstStyle/>
          <a:p>
            <a:r>
              <a:t>Preset Title Text</a:t>
            </a:r>
          </a:p>
        </p:txBody>
      </p:sp>
      <p:sp>
        <p:nvSpPr>
          <p:cNvPr id="13" name="矩形 12"/>
          <p:cNvSpPr/>
          <p:nvPr/>
        </p:nvSpPr>
        <p:spPr>
          <a:xfrm>
            <a:off x="5183018" y="1356614"/>
            <a:ext cx="3370431" cy="638423"/>
          </a:xfrm>
          <a:prstGeom prst="rect">
            <a:avLst/>
          </a:prstGeom>
        </p:spPr>
        <p:txBody>
          <a:bodyPr wrap="square">
            <a:normAutofit fontScale="85000" lnSpcReduction="10000"/>
          </a:bodyPr>
          <a:lstStyle/>
          <a:p>
            <a:r>
              <a:t>This area is placeholder text for layout (theme font recommended).</a:t>
            </a:r>
            <a:br/>
            <a:r>
              <a:t>To edit it, go to Shape Format &gt; Text Options.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228359" y="2142217"/>
            <a:ext cx="3376288" cy="346153"/>
            <a:chOff x="7214440" y="2856289"/>
            <a:chExt cx="4501717" cy="461537"/>
          </a:xfrm>
        </p:grpSpPr>
        <p:sp>
          <p:nvSpPr>
            <p:cNvPr id="27" name="椭圆 26"/>
            <p:cNvSpPr/>
            <p:nvPr/>
          </p:nvSpPr>
          <p:spPr>
            <a:xfrm>
              <a:off x="7214440" y="2889925"/>
              <a:ext cx="413117" cy="41311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763584" y="2856289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  <a:endParaRPr lang="zh-CN" altLang="en-US" sz="11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7300764" y="2976259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28359" y="3892142"/>
            <a:ext cx="3376288" cy="346153"/>
            <a:chOff x="7214440" y="5189523"/>
            <a:chExt cx="4501717" cy="461537"/>
          </a:xfrm>
        </p:grpSpPr>
        <p:sp>
          <p:nvSpPr>
            <p:cNvPr id="24" name="椭圆 23"/>
            <p:cNvSpPr/>
            <p:nvPr/>
          </p:nvSpPr>
          <p:spPr>
            <a:xfrm>
              <a:off x="7214440" y="5223159"/>
              <a:ext cx="413117" cy="41311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763584" y="5189523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7303101" y="5309493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9846"/>
                  </a:moveTo>
                  <a:lnTo>
                    <a:pt x="9413" y="12882"/>
                  </a:lnTo>
                  <a:lnTo>
                    <a:pt x="19655" y="2640"/>
                  </a:lnTo>
                  <a:cubicBezTo>
                    <a:pt x="19655" y="2640"/>
                    <a:pt x="12281" y="19846"/>
                    <a:pt x="12281" y="19846"/>
                  </a:cubicBezTo>
                  <a:close/>
                  <a:moveTo>
                    <a:pt x="1755" y="9320"/>
                  </a:moveTo>
                  <a:lnTo>
                    <a:pt x="18960" y="1945"/>
                  </a:lnTo>
                  <a:lnTo>
                    <a:pt x="8719" y="12187"/>
                  </a:lnTo>
                  <a:cubicBezTo>
                    <a:pt x="8719" y="12187"/>
                    <a:pt x="1755" y="9320"/>
                    <a:pt x="1755" y="9320"/>
                  </a:cubicBezTo>
                  <a:close/>
                  <a:moveTo>
                    <a:pt x="21600" y="491"/>
                  </a:moveTo>
                  <a:cubicBezTo>
                    <a:pt x="21600" y="220"/>
                    <a:pt x="21380" y="0"/>
                    <a:pt x="21109" y="0"/>
                  </a:cubicBezTo>
                  <a:cubicBezTo>
                    <a:pt x="21034" y="0"/>
                    <a:pt x="20964" y="20"/>
                    <a:pt x="20900" y="52"/>
                  </a:cubicBezTo>
                  <a:lnTo>
                    <a:pt x="20898" y="48"/>
                  </a:lnTo>
                  <a:lnTo>
                    <a:pt x="302" y="8875"/>
                  </a:lnTo>
                  <a:cubicBezTo>
                    <a:pt x="301" y="8875"/>
                    <a:pt x="299" y="8876"/>
                    <a:pt x="297" y="8877"/>
                  </a:cubicBezTo>
                  <a:lnTo>
                    <a:pt x="280" y="8885"/>
                  </a:lnTo>
                  <a:lnTo>
                    <a:pt x="281" y="8887"/>
                  </a:lnTo>
                  <a:cubicBezTo>
                    <a:pt x="116" y="8967"/>
                    <a:pt x="0" y="9132"/>
                    <a:pt x="0" y="9327"/>
                  </a:cubicBezTo>
                  <a:cubicBezTo>
                    <a:pt x="0" y="9550"/>
                    <a:pt x="151" y="9731"/>
                    <a:pt x="355" y="9791"/>
                  </a:cubicBezTo>
                  <a:lnTo>
                    <a:pt x="353" y="9799"/>
                  </a:lnTo>
                  <a:lnTo>
                    <a:pt x="8462" y="13138"/>
                  </a:lnTo>
                  <a:lnTo>
                    <a:pt x="11801" y="21248"/>
                  </a:lnTo>
                  <a:lnTo>
                    <a:pt x="11809" y="21245"/>
                  </a:lnTo>
                  <a:cubicBezTo>
                    <a:pt x="11869" y="21449"/>
                    <a:pt x="12050" y="21600"/>
                    <a:pt x="12273" y="21600"/>
                  </a:cubicBezTo>
                  <a:cubicBezTo>
                    <a:pt x="12468" y="21600"/>
                    <a:pt x="12634" y="21484"/>
                    <a:pt x="12713" y="21319"/>
                  </a:cubicBezTo>
                  <a:lnTo>
                    <a:pt x="12716" y="21320"/>
                  </a:lnTo>
                  <a:lnTo>
                    <a:pt x="12723" y="21303"/>
                  </a:lnTo>
                  <a:cubicBezTo>
                    <a:pt x="12724" y="21301"/>
                    <a:pt x="12725" y="21300"/>
                    <a:pt x="12725" y="21298"/>
                  </a:cubicBezTo>
                  <a:lnTo>
                    <a:pt x="21553" y="702"/>
                  </a:lnTo>
                  <a:lnTo>
                    <a:pt x="21547" y="699"/>
                  </a:lnTo>
                  <a:cubicBezTo>
                    <a:pt x="21578" y="636"/>
                    <a:pt x="21600" y="567"/>
                    <a:pt x="21600" y="491"/>
                  </a:cubicBezTo>
                  <a:moveTo>
                    <a:pt x="7855" y="16200"/>
                  </a:moveTo>
                  <a:cubicBezTo>
                    <a:pt x="7719" y="16200"/>
                    <a:pt x="7596" y="16255"/>
                    <a:pt x="7507" y="16344"/>
                  </a:cubicBezTo>
                  <a:lnTo>
                    <a:pt x="6035" y="17817"/>
                  </a:lnTo>
                  <a:cubicBezTo>
                    <a:pt x="5946" y="17905"/>
                    <a:pt x="5891" y="18029"/>
                    <a:pt x="5891" y="18164"/>
                  </a:cubicBezTo>
                  <a:cubicBezTo>
                    <a:pt x="5891" y="18435"/>
                    <a:pt x="6111" y="18655"/>
                    <a:pt x="6382" y="18655"/>
                  </a:cubicBezTo>
                  <a:cubicBezTo>
                    <a:pt x="6517" y="18655"/>
                    <a:pt x="6640" y="18600"/>
                    <a:pt x="6729" y="18511"/>
                  </a:cubicBezTo>
                  <a:lnTo>
                    <a:pt x="8202" y="17038"/>
                  </a:lnTo>
                  <a:cubicBezTo>
                    <a:pt x="8291" y="16950"/>
                    <a:pt x="8345" y="16827"/>
                    <a:pt x="8345" y="16691"/>
                  </a:cubicBezTo>
                  <a:cubicBezTo>
                    <a:pt x="8345" y="16420"/>
                    <a:pt x="8126" y="16200"/>
                    <a:pt x="7855" y="16200"/>
                  </a:cubicBezTo>
                  <a:moveTo>
                    <a:pt x="7855" y="14237"/>
                  </a:moveTo>
                  <a:cubicBezTo>
                    <a:pt x="7855" y="13966"/>
                    <a:pt x="7635" y="13745"/>
                    <a:pt x="7364" y="13745"/>
                  </a:cubicBezTo>
                  <a:cubicBezTo>
                    <a:pt x="7228" y="13745"/>
                    <a:pt x="7105" y="13801"/>
                    <a:pt x="7017" y="13889"/>
                  </a:cubicBezTo>
                  <a:lnTo>
                    <a:pt x="2107" y="18798"/>
                  </a:lnTo>
                  <a:cubicBezTo>
                    <a:pt x="2019" y="18888"/>
                    <a:pt x="1964" y="19011"/>
                    <a:pt x="1964" y="19145"/>
                  </a:cubicBezTo>
                  <a:cubicBezTo>
                    <a:pt x="1964" y="19417"/>
                    <a:pt x="2184" y="19636"/>
                    <a:pt x="2455" y="19636"/>
                  </a:cubicBezTo>
                  <a:cubicBezTo>
                    <a:pt x="2590" y="19636"/>
                    <a:pt x="2713" y="19582"/>
                    <a:pt x="2802" y="19493"/>
                  </a:cubicBezTo>
                  <a:lnTo>
                    <a:pt x="7711" y="14583"/>
                  </a:lnTo>
                  <a:cubicBezTo>
                    <a:pt x="7800" y="14495"/>
                    <a:pt x="7855" y="14372"/>
                    <a:pt x="7855" y="14237"/>
                  </a:cubicBezTo>
                  <a:moveTo>
                    <a:pt x="4765" y="14583"/>
                  </a:moveTo>
                  <a:lnTo>
                    <a:pt x="5256" y="14093"/>
                  </a:lnTo>
                  <a:cubicBezTo>
                    <a:pt x="5345" y="14004"/>
                    <a:pt x="5400" y="13881"/>
                    <a:pt x="5400" y="13745"/>
                  </a:cubicBezTo>
                  <a:cubicBezTo>
                    <a:pt x="5400" y="13475"/>
                    <a:pt x="5180" y="13255"/>
                    <a:pt x="4909" y="13255"/>
                  </a:cubicBezTo>
                  <a:cubicBezTo>
                    <a:pt x="4774" y="13255"/>
                    <a:pt x="4651" y="13310"/>
                    <a:pt x="4562" y="13398"/>
                  </a:cubicBezTo>
                  <a:lnTo>
                    <a:pt x="4071" y="13889"/>
                  </a:lnTo>
                  <a:cubicBezTo>
                    <a:pt x="3982" y="13979"/>
                    <a:pt x="3927" y="14101"/>
                    <a:pt x="3927" y="14237"/>
                  </a:cubicBezTo>
                  <a:cubicBezTo>
                    <a:pt x="3927" y="14507"/>
                    <a:pt x="4147" y="14727"/>
                    <a:pt x="4418" y="14727"/>
                  </a:cubicBezTo>
                  <a:cubicBezTo>
                    <a:pt x="4554" y="14727"/>
                    <a:pt x="4676" y="14673"/>
                    <a:pt x="4765" y="14583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228359" y="3308834"/>
            <a:ext cx="3376288" cy="346153"/>
            <a:chOff x="7214440" y="4411779"/>
            <a:chExt cx="4501717" cy="461537"/>
          </a:xfrm>
        </p:grpSpPr>
        <p:sp>
          <p:nvSpPr>
            <p:cNvPr id="21" name="椭圆 20"/>
            <p:cNvSpPr/>
            <p:nvPr/>
          </p:nvSpPr>
          <p:spPr>
            <a:xfrm>
              <a:off x="7214440" y="4445415"/>
              <a:ext cx="413117" cy="41311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7763584" y="4411779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7298468" y="4542637"/>
              <a:ext cx="240468" cy="218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228359" y="2725526"/>
            <a:ext cx="3376288" cy="346153"/>
            <a:chOff x="7214440" y="3634034"/>
            <a:chExt cx="4501717" cy="461537"/>
          </a:xfrm>
        </p:grpSpPr>
        <p:sp>
          <p:nvSpPr>
            <p:cNvPr id="18" name="椭圆 17"/>
            <p:cNvSpPr/>
            <p:nvPr/>
          </p:nvSpPr>
          <p:spPr>
            <a:xfrm>
              <a:off x="7214440" y="3667670"/>
              <a:ext cx="413117" cy="41311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763584" y="3634034"/>
              <a:ext cx="3952573" cy="461537"/>
            </a:xfrm>
            <a:prstGeom prst="rect">
              <a:avLst/>
            </a:prstGeom>
          </p:spPr>
          <p:txBody>
            <a:bodyPr wrap="square">
              <a:normAutofit fontScale="62500" lnSpcReduction="2000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</a:t>
              </a:r>
              <a:b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</a:br>
              <a:r>
                <a:rPr lang="zh-CN" altLang="en-US" sz="1100">
                  <a:latin typeface="+mn-lt"/>
                  <a:ea typeface="+mn-ea"/>
                  <a:cs typeface="+mn-ea"/>
                  <a:sym typeface="+mn-lt"/>
                </a:rPr>
                <a:t>如需更改请在（设置形状格式）菜单下（文本选项）中调整</a:t>
              </a: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7298468" y="3754004"/>
              <a:ext cx="240468" cy="240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79" y="17044"/>
                  </a:moveTo>
                  <a:cubicBezTo>
                    <a:pt x="9428" y="17174"/>
                    <a:pt x="9252" y="17274"/>
                    <a:pt x="9050" y="17344"/>
                  </a:cubicBezTo>
                  <a:cubicBezTo>
                    <a:pt x="8849" y="17415"/>
                    <a:pt x="8636" y="17450"/>
                    <a:pt x="8413" y="17450"/>
                  </a:cubicBezTo>
                  <a:cubicBezTo>
                    <a:pt x="7887" y="17450"/>
                    <a:pt x="7488" y="17288"/>
                    <a:pt x="7214" y="16966"/>
                  </a:cubicBezTo>
                  <a:cubicBezTo>
                    <a:pt x="6941" y="16644"/>
                    <a:pt x="6797" y="16226"/>
                    <a:pt x="6782" y="15715"/>
                  </a:cubicBezTo>
                  <a:lnTo>
                    <a:pt x="5864" y="15715"/>
                  </a:lnTo>
                  <a:cubicBezTo>
                    <a:pt x="5857" y="16122"/>
                    <a:pt x="5913" y="16486"/>
                    <a:pt x="6032" y="16805"/>
                  </a:cubicBezTo>
                  <a:cubicBezTo>
                    <a:pt x="6151" y="17123"/>
                    <a:pt x="6321" y="17393"/>
                    <a:pt x="6545" y="17611"/>
                  </a:cubicBezTo>
                  <a:cubicBezTo>
                    <a:pt x="6767" y="17830"/>
                    <a:pt x="7038" y="17995"/>
                    <a:pt x="7355" y="18106"/>
                  </a:cubicBezTo>
                  <a:cubicBezTo>
                    <a:pt x="7671" y="18218"/>
                    <a:pt x="8024" y="18273"/>
                    <a:pt x="8413" y="18273"/>
                  </a:cubicBezTo>
                  <a:cubicBezTo>
                    <a:pt x="8773" y="18273"/>
                    <a:pt x="9113" y="18223"/>
                    <a:pt x="9434" y="18123"/>
                  </a:cubicBezTo>
                  <a:cubicBezTo>
                    <a:pt x="9754" y="18023"/>
                    <a:pt x="10033" y="17873"/>
                    <a:pt x="10271" y="17672"/>
                  </a:cubicBezTo>
                  <a:cubicBezTo>
                    <a:pt x="10509" y="17472"/>
                    <a:pt x="10697" y="17222"/>
                    <a:pt x="10837" y="16922"/>
                  </a:cubicBezTo>
                  <a:cubicBezTo>
                    <a:pt x="10978" y="16621"/>
                    <a:pt x="11048" y="16275"/>
                    <a:pt x="11048" y="15881"/>
                  </a:cubicBezTo>
                  <a:cubicBezTo>
                    <a:pt x="11048" y="15407"/>
                    <a:pt x="10935" y="14995"/>
                    <a:pt x="10708" y="14646"/>
                  </a:cubicBezTo>
                  <a:cubicBezTo>
                    <a:pt x="10481" y="14298"/>
                    <a:pt x="10134" y="14072"/>
                    <a:pt x="9666" y="13968"/>
                  </a:cubicBezTo>
                  <a:lnTo>
                    <a:pt x="9666" y="13946"/>
                  </a:lnTo>
                  <a:cubicBezTo>
                    <a:pt x="9968" y="13805"/>
                    <a:pt x="10220" y="13597"/>
                    <a:pt x="10422" y="13323"/>
                  </a:cubicBezTo>
                  <a:cubicBezTo>
                    <a:pt x="10624" y="13048"/>
                    <a:pt x="10724" y="12734"/>
                    <a:pt x="10724" y="12377"/>
                  </a:cubicBezTo>
                  <a:cubicBezTo>
                    <a:pt x="10724" y="12014"/>
                    <a:pt x="10665" y="11698"/>
                    <a:pt x="10546" y="11432"/>
                  </a:cubicBezTo>
                  <a:cubicBezTo>
                    <a:pt x="10427" y="11165"/>
                    <a:pt x="10263" y="10946"/>
                    <a:pt x="10055" y="10776"/>
                  </a:cubicBezTo>
                  <a:cubicBezTo>
                    <a:pt x="9846" y="10605"/>
                    <a:pt x="9599" y="10477"/>
                    <a:pt x="9315" y="10392"/>
                  </a:cubicBezTo>
                  <a:cubicBezTo>
                    <a:pt x="9030" y="10306"/>
                    <a:pt x="8722" y="10264"/>
                    <a:pt x="8391" y="10264"/>
                  </a:cubicBezTo>
                  <a:cubicBezTo>
                    <a:pt x="8010" y="10264"/>
                    <a:pt x="7673" y="10326"/>
                    <a:pt x="7382" y="10453"/>
                  </a:cubicBezTo>
                  <a:cubicBezTo>
                    <a:pt x="7090" y="10579"/>
                    <a:pt x="6847" y="10753"/>
                    <a:pt x="6653" y="10976"/>
                  </a:cubicBezTo>
                  <a:cubicBezTo>
                    <a:pt x="6459" y="11198"/>
                    <a:pt x="6309" y="11466"/>
                    <a:pt x="6204" y="11777"/>
                  </a:cubicBezTo>
                  <a:cubicBezTo>
                    <a:pt x="6100" y="12088"/>
                    <a:pt x="6040" y="12433"/>
                    <a:pt x="6026" y="12811"/>
                  </a:cubicBezTo>
                  <a:lnTo>
                    <a:pt x="6944" y="12811"/>
                  </a:lnTo>
                  <a:cubicBezTo>
                    <a:pt x="6944" y="12581"/>
                    <a:pt x="6972" y="12363"/>
                    <a:pt x="7031" y="12155"/>
                  </a:cubicBezTo>
                  <a:cubicBezTo>
                    <a:pt x="7088" y="11947"/>
                    <a:pt x="7177" y="11766"/>
                    <a:pt x="7296" y="11610"/>
                  </a:cubicBezTo>
                  <a:cubicBezTo>
                    <a:pt x="7414" y="11454"/>
                    <a:pt x="7565" y="11330"/>
                    <a:pt x="7749" y="11237"/>
                  </a:cubicBezTo>
                  <a:cubicBezTo>
                    <a:pt x="7932" y="11144"/>
                    <a:pt x="8147" y="11098"/>
                    <a:pt x="8391" y="11098"/>
                  </a:cubicBezTo>
                  <a:cubicBezTo>
                    <a:pt x="8780" y="11098"/>
                    <a:pt x="9104" y="11204"/>
                    <a:pt x="9364" y="11415"/>
                  </a:cubicBezTo>
                  <a:cubicBezTo>
                    <a:pt x="9623" y="11627"/>
                    <a:pt x="9752" y="11943"/>
                    <a:pt x="9752" y="12366"/>
                  </a:cubicBezTo>
                  <a:cubicBezTo>
                    <a:pt x="9752" y="12574"/>
                    <a:pt x="9713" y="12759"/>
                    <a:pt x="9634" y="12922"/>
                  </a:cubicBezTo>
                  <a:cubicBezTo>
                    <a:pt x="9554" y="13086"/>
                    <a:pt x="9448" y="13221"/>
                    <a:pt x="9315" y="13329"/>
                  </a:cubicBezTo>
                  <a:cubicBezTo>
                    <a:pt x="9182" y="13436"/>
                    <a:pt x="9027" y="13517"/>
                    <a:pt x="8851" y="13574"/>
                  </a:cubicBezTo>
                  <a:cubicBezTo>
                    <a:pt x="8674" y="13629"/>
                    <a:pt x="8488" y="13657"/>
                    <a:pt x="8294" y="13657"/>
                  </a:cubicBezTo>
                  <a:lnTo>
                    <a:pt x="7992" y="13657"/>
                  </a:lnTo>
                  <a:cubicBezTo>
                    <a:pt x="7963" y="13657"/>
                    <a:pt x="7930" y="13653"/>
                    <a:pt x="7895" y="13645"/>
                  </a:cubicBezTo>
                  <a:lnTo>
                    <a:pt x="7895" y="14447"/>
                  </a:lnTo>
                  <a:cubicBezTo>
                    <a:pt x="8067" y="14424"/>
                    <a:pt x="8251" y="14413"/>
                    <a:pt x="8445" y="14413"/>
                  </a:cubicBezTo>
                  <a:cubicBezTo>
                    <a:pt x="8676" y="14413"/>
                    <a:pt x="8890" y="14444"/>
                    <a:pt x="9088" y="14507"/>
                  </a:cubicBezTo>
                  <a:cubicBezTo>
                    <a:pt x="9286" y="14571"/>
                    <a:pt x="9457" y="14667"/>
                    <a:pt x="9601" y="14797"/>
                  </a:cubicBezTo>
                  <a:cubicBezTo>
                    <a:pt x="9745" y="14927"/>
                    <a:pt x="9860" y="15086"/>
                    <a:pt x="9947" y="15275"/>
                  </a:cubicBezTo>
                  <a:cubicBezTo>
                    <a:pt x="10033" y="15464"/>
                    <a:pt x="10076" y="15682"/>
                    <a:pt x="10076" y="15926"/>
                  </a:cubicBezTo>
                  <a:cubicBezTo>
                    <a:pt x="10076" y="16163"/>
                    <a:pt x="10031" y="16377"/>
                    <a:pt x="9941" y="16565"/>
                  </a:cubicBezTo>
                  <a:cubicBezTo>
                    <a:pt x="9851" y="16754"/>
                    <a:pt x="9731" y="16914"/>
                    <a:pt x="9579" y="17044"/>
                  </a:cubicBezTo>
                  <a:moveTo>
                    <a:pt x="14257" y="18151"/>
                  </a:moveTo>
                  <a:lnTo>
                    <a:pt x="15175" y="18151"/>
                  </a:lnTo>
                  <a:lnTo>
                    <a:pt x="15175" y="10264"/>
                  </a:lnTo>
                  <a:lnTo>
                    <a:pt x="14473" y="10264"/>
                  </a:lnTo>
                  <a:cubicBezTo>
                    <a:pt x="14422" y="10561"/>
                    <a:pt x="14329" y="10805"/>
                    <a:pt x="14192" y="10998"/>
                  </a:cubicBezTo>
                  <a:cubicBezTo>
                    <a:pt x="14055" y="11191"/>
                    <a:pt x="13888" y="11343"/>
                    <a:pt x="13690" y="11454"/>
                  </a:cubicBezTo>
                  <a:cubicBezTo>
                    <a:pt x="13492" y="11565"/>
                    <a:pt x="13271" y="11641"/>
                    <a:pt x="13026" y="11682"/>
                  </a:cubicBezTo>
                  <a:cubicBezTo>
                    <a:pt x="12781" y="11723"/>
                    <a:pt x="12529" y="11743"/>
                    <a:pt x="12270" y="11743"/>
                  </a:cubicBezTo>
                  <a:lnTo>
                    <a:pt x="12270" y="12499"/>
                  </a:lnTo>
                  <a:lnTo>
                    <a:pt x="14257" y="12499"/>
                  </a:lnTo>
                  <a:cubicBezTo>
                    <a:pt x="14257" y="12499"/>
                    <a:pt x="14257" y="18151"/>
                    <a:pt x="14257" y="18151"/>
                  </a:cubicBezTo>
                  <a:close/>
                  <a:moveTo>
                    <a:pt x="20618" y="6873"/>
                  </a:moveTo>
                  <a:lnTo>
                    <a:pt x="982" y="6873"/>
                  </a:lnTo>
                  <a:lnTo>
                    <a:pt x="982" y="3928"/>
                  </a:lnTo>
                  <a:cubicBezTo>
                    <a:pt x="982" y="3385"/>
                    <a:pt x="1421" y="2945"/>
                    <a:pt x="1964" y="2945"/>
                  </a:cubicBezTo>
                  <a:lnTo>
                    <a:pt x="3927" y="2945"/>
                  </a:lnTo>
                  <a:lnTo>
                    <a:pt x="3927" y="4418"/>
                  </a:lnTo>
                  <a:cubicBezTo>
                    <a:pt x="3927" y="4690"/>
                    <a:pt x="4147" y="4909"/>
                    <a:pt x="4418" y="4909"/>
                  </a:cubicBezTo>
                  <a:cubicBezTo>
                    <a:pt x="4690" y="4909"/>
                    <a:pt x="4909" y="4690"/>
                    <a:pt x="4909" y="4418"/>
                  </a:cubicBezTo>
                  <a:lnTo>
                    <a:pt x="4909" y="2945"/>
                  </a:lnTo>
                  <a:lnTo>
                    <a:pt x="16691" y="2945"/>
                  </a:lnTo>
                  <a:lnTo>
                    <a:pt x="16691" y="4418"/>
                  </a:lnTo>
                  <a:cubicBezTo>
                    <a:pt x="16691" y="4690"/>
                    <a:pt x="16910" y="4909"/>
                    <a:pt x="17182" y="4909"/>
                  </a:cubicBezTo>
                  <a:cubicBezTo>
                    <a:pt x="17453" y="4909"/>
                    <a:pt x="17673" y="4690"/>
                    <a:pt x="17673" y="4418"/>
                  </a:cubicBezTo>
                  <a:lnTo>
                    <a:pt x="17673" y="2945"/>
                  </a:lnTo>
                  <a:lnTo>
                    <a:pt x="19636" y="2945"/>
                  </a:lnTo>
                  <a:cubicBezTo>
                    <a:pt x="20179" y="2945"/>
                    <a:pt x="20618" y="3385"/>
                    <a:pt x="20618" y="3928"/>
                  </a:cubicBezTo>
                  <a:cubicBezTo>
                    <a:pt x="20618" y="3928"/>
                    <a:pt x="20618" y="6873"/>
                    <a:pt x="20618" y="6873"/>
                  </a:cubicBezTo>
                  <a:close/>
                  <a:moveTo>
                    <a:pt x="20618" y="19636"/>
                  </a:moveTo>
                  <a:cubicBezTo>
                    <a:pt x="20618" y="20179"/>
                    <a:pt x="20179" y="20618"/>
                    <a:pt x="19636" y="20618"/>
                  </a:cubicBezTo>
                  <a:lnTo>
                    <a:pt x="1964" y="20618"/>
                  </a:lnTo>
                  <a:cubicBezTo>
                    <a:pt x="1421" y="20618"/>
                    <a:pt x="982" y="20179"/>
                    <a:pt x="982" y="19636"/>
                  </a:cubicBezTo>
                  <a:lnTo>
                    <a:pt x="982" y="7855"/>
                  </a:lnTo>
                  <a:lnTo>
                    <a:pt x="20618" y="7855"/>
                  </a:lnTo>
                  <a:cubicBezTo>
                    <a:pt x="20618" y="7855"/>
                    <a:pt x="20618" y="19636"/>
                    <a:pt x="20618" y="19636"/>
                  </a:cubicBezTo>
                  <a:close/>
                  <a:moveTo>
                    <a:pt x="19636" y="1964"/>
                  </a:moveTo>
                  <a:lnTo>
                    <a:pt x="17673" y="1964"/>
                  </a:lnTo>
                  <a:lnTo>
                    <a:pt x="17673" y="491"/>
                  </a:lnTo>
                  <a:cubicBezTo>
                    <a:pt x="17673" y="220"/>
                    <a:pt x="17453" y="0"/>
                    <a:pt x="17182" y="0"/>
                  </a:cubicBezTo>
                  <a:cubicBezTo>
                    <a:pt x="16910" y="0"/>
                    <a:pt x="16691" y="220"/>
                    <a:pt x="16691" y="491"/>
                  </a:cubicBezTo>
                  <a:lnTo>
                    <a:pt x="16691" y="1964"/>
                  </a:lnTo>
                  <a:lnTo>
                    <a:pt x="4909" y="1964"/>
                  </a:lnTo>
                  <a:lnTo>
                    <a:pt x="4909" y="491"/>
                  </a:lnTo>
                  <a:cubicBezTo>
                    <a:pt x="4909" y="220"/>
                    <a:pt x="4690" y="0"/>
                    <a:pt x="4418" y="0"/>
                  </a:cubicBezTo>
                  <a:cubicBezTo>
                    <a:pt x="4147" y="0"/>
                    <a:pt x="3927" y="220"/>
                    <a:pt x="3927" y="491"/>
                  </a:cubicBezTo>
                  <a:lnTo>
                    <a:pt x="3927" y="1964"/>
                  </a:lnTo>
                  <a:lnTo>
                    <a:pt x="1964" y="1964"/>
                  </a:lnTo>
                  <a:cubicBezTo>
                    <a:pt x="879" y="1964"/>
                    <a:pt x="0" y="2843"/>
                    <a:pt x="0" y="3928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3928"/>
                  </a:lnTo>
                  <a:cubicBezTo>
                    <a:pt x="21600" y="2843"/>
                    <a:pt x="20721" y="1964"/>
                    <a:pt x="19636" y="1964"/>
                  </a:cubicBezTo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A3ACF9E-B428-4B7B-B858-D58E092431E8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5" name="TextBox 86">
              <a:extLst>
                <a:ext uri="{FF2B5EF4-FFF2-40B4-BE49-F238E27FC236}">
                  <a16:creationId xmlns:a16="http://schemas.microsoft.com/office/drawing/2014/main" id="{8502A604-7404-4A12-A6FA-52EE39178BE5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6452FFE-D03E-4943-8F3E-2AB6DC677AF5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7384586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88799" y="1102100"/>
            <a:ext cx="2896625" cy="1687350"/>
            <a:chOff x="998244" y="1469467"/>
            <a:chExt cx="3220470" cy="1875997"/>
          </a:xfrm>
        </p:grpSpPr>
        <p:grpSp>
          <p:nvGrpSpPr>
            <p:cNvPr id="24" name="组合 23"/>
            <p:cNvGrpSpPr/>
            <p:nvPr/>
          </p:nvGrpSpPr>
          <p:grpSpPr>
            <a:xfrm>
              <a:off x="998244" y="1469467"/>
              <a:ext cx="3220470" cy="1875997"/>
              <a:chOff x="3287072" y="1345115"/>
              <a:chExt cx="2531662" cy="1474751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3287072" y="1413122"/>
                <a:ext cx="2531662" cy="1406744"/>
              </a:xfrm>
              <a:prstGeom prst="rect">
                <a:avLst/>
              </a:prstGeom>
              <a:noFill/>
              <a:ln w="6350" cmpd="sng"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3355880" y="1345115"/>
                <a:ext cx="600362" cy="69823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b">
                <a:normAutofit/>
              </a:bodyPr>
              <a:lstStyle/>
              <a:p>
                <a:pPr algn="ctr"/>
                <a:r>
                  <a:rPr lang="en-US" sz="2500">
                    <a:cs typeface="+mn-ea"/>
                    <a:sym typeface="+mn-lt"/>
                  </a:rPr>
                  <a:t>01</a:t>
                </a: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937009" y="1774951"/>
              <a:ext cx="2214775" cy="1164253"/>
              <a:chOff x="1937009" y="2084727"/>
              <a:chExt cx="2214775" cy="1164253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4745054" y="1102100"/>
            <a:ext cx="2896625" cy="1687350"/>
            <a:chOff x="4479402" y="1469467"/>
            <a:chExt cx="3220470" cy="1875997"/>
          </a:xfrm>
        </p:grpSpPr>
        <p:sp>
          <p:nvSpPr>
            <p:cNvPr id="19" name="矩形 18"/>
            <p:cNvSpPr/>
            <p:nvPr/>
          </p:nvSpPr>
          <p:spPr>
            <a:xfrm>
              <a:off x="4479402" y="1555977"/>
              <a:ext cx="3220470" cy="1789487"/>
            </a:xfrm>
            <a:prstGeom prst="rect">
              <a:avLst/>
            </a:prstGeom>
            <a:noFill/>
            <a:ln w="6350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66931" y="1469467"/>
              <a:ext cx="763707" cy="88820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03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5400457" y="1774951"/>
              <a:ext cx="2214775" cy="1164253"/>
              <a:chOff x="1937009" y="2084727"/>
              <a:chExt cx="2214775" cy="1164253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2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2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 dirty="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1511080" y="2882622"/>
            <a:ext cx="2896625" cy="1687350"/>
            <a:chOff x="1027952" y="3518963"/>
            <a:chExt cx="3220470" cy="1875997"/>
          </a:xfrm>
        </p:grpSpPr>
        <p:sp>
          <p:nvSpPr>
            <p:cNvPr id="14" name="矩形 13"/>
            <p:cNvSpPr/>
            <p:nvPr/>
          </p:nvSpPr>
          <p:spPr>
            <a:xfrm>
              <a:off x="1027952" y="3605473"/>
              <a:ext cx="3220470" cy="1789487"/>
            </a:xfrm>
            <a:prstGeom prst="rect">
              <a:avLst/>
            </a:prstGeom>
            <a:noFill/>
            <a:ln w="6350" cmpd="sng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115481" y="3518963"/>
              <a:ext cx="763707" cy="8882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02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937009" y="3905128"/>
              <a:ext cx="2214775" cy="1164253"/>
              <a:chOff x="1937009" y="2084727"/>
              <a:chExt cx="2214775" cy="1164253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937009" y="2084727"/>
                <a:ext cx="2214775" cy="228149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none" lIns="0" tIns="0" rIns="0" bIns="0" anchor="t">
                <a:normAutofit lnSpcReduction="10000"/>
              </a:bodyPr>
              <a:lstStyle/>
              <a:p>
                <a:pPr marL="0" lvl="1"/>
                <a:r>
                  <a:rPr lang="zh-CN" altLang="en-US" sz="1400" b="1">
                    <a:solidFill>
                      <a:schemeClr val="accent4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标题文本预设</a:t>
                </a:r>
                <a:endParaRPr lang="zh-CN" altLang="en-US" sz="1400" b="1" dirty="0">
                  <a:solidFill>
                    <a:schemeClr val="accent4">
                      <a:lumMod val="100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937009" y="2312876"/>
                <a:ext cx="2214775" cy="936104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</a:ext>
              </a:extLst>
            </p:spPr>
            <p:txBody>
              <a:bodyPr wrap="square" lIns="0" tIns="0" rIns="0" bIns="0" anchor="t">
                <a:normAutofit/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  <a:t>此部分内容作为文字排版占位显示</a:t>
                </a:r>
                <a:b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</a:br>
                <a:r>
                  <a:rPr lang="zh-CN" altLang="en-US" sz="1100">
                    <a:latin typeface="+mn-lt"/>
                    <a:ea typeface="+mn-ea"/>
                    <a:cs typeface="+mn-ea"/>
                    <a:sym typeface="+mn-lt"/>
                  </a:rPr>
                  <a:t>（建议使用主题字体）</a:t>
                </a:r>
                <a:endParaRPr lang="zh-CN" altLang="en-US" sz="1100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4758577" y="2882622"/>
            <a:ext cx="2896625" cy="1687350"/>
            <a:chOff x="4497433" y="3518963"/>
            <a:chExt cx="3220470" cy="1875997"/>
          </a:xfrm>
        </p:grpSpPr>
        <p:grpSp>
          <p:nvGrpSpPr>
            <p:cNvPr id="8" name="组合 7"/>
            <p:cNvGrpSpPr/>
            <p:nvPr/>
          </p:nvGrpSpPr>
          <p:grpSpPr>
            <a:xfrm>
              <a:off x="4497433" y="3605473"/>
              <a:ext cx="3220470" cy="1789487"/>
              <a:chOff x="4497433" y="3605473"/>
              <a:chExt cx="3220470" cy="1789487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4497433" y="3605473"/>
                <a:ext cx="3220470" cy="1789487"/>
              </a:xfrm>
              <a:prstGeom prst="rect">
                <a:avLst/>
              </a:prstGeom>
              <a:noFill/>
              <a:ln w="6350" cmpd="sng"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5400457" y="3905128"/>
                <a:ext cx="2214775" cy="1164253"/>
                <a:chOff x="1937009" y="2084727"/>
                <a:chExt cx="2214775" cy="1164253"/>
              </a:xfrm>
            </p:grpSpPr>
            <p:sp>
              <p:nvSpPr>
                <p:cNvPr id="12" name="矩形 11"/>
                <p:cNvSpPr/>
                <p:nvPr/>
              </p:nvSpPr>
              <p:spPr>
                <a:xfrm>
                  <a:off x="1937009" y="2084727"/>
                  <a:ext cx="2214775" cy="228149"/>
                </a:xfrm>
                <a:prstGeom prst="rect">
                  <a:avLst/>
                </a:prstGeom>
                <a:noFill/>
                <a:ln w="254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  </a:ext>
                </a:extLst>
              </p:spPr>
              <p:txBody>
                <a:bodyPr wrap="none" lIns="0" tIns="0" rIns="0" bIns="0" anchor="t">
                  <a:normAutofit lnSpcReduction="10000"/>
                </a:bodyPr>
                <a:lstStyle/>
                <a:p>
                  <a:pPr marL="0" lvl="1"/>
                  <a:r>
                    <a:rPr lang="zh-CN" altLang="en-US" sz="1400" b="1">
                      <a:solidFill>
                        <a:schemeClr val="accent5">
                          <a:lumMod val="10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标题文本预设</a:t>
                  </a:r>
                  <a:endParaRPr lang="zh-CN" altLang="en-US" sz="1400" b="1" dirty="0">
                    <a:solidFill>
                      <a:schemeClr val="accent5">
                        <a:lumMod val="10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1937009" y="2312876"/>
                  <a:ext cx="2214775" cy="936104"/>
                </a:xfrm>
                <a:prstGeom prst="rect">
                  <a:avLst/>
                </a:prstGeom>
                <a:noFill/>
                <a:ln w="254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p14="http://schemas.microsoft.com/office/powerpoint/2010/main" xmlns:lc="http://schemas.openxmlformats.org/drawingml/2006/lockedCanvas" xmlns="" val="1"/>
                  </a:ext>
                </a:extLst>
              </p:spPr>
              <p:txBody>
                <a:bodyPr wrap="square" lIns="0" tIns="0" rIns="0" bIns="0" anchor="t">
                  <a:normAutofit/>
                </a:bodyPr>
                <a:lstStyle/>
                <a:p>
                  <a:pPr marL="0" lvl="1">
                    <a:lnSpc>
                      <a:spcPct val="120000"/>
                    </a:lnSpc>
                  </a:pP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此部分内容作为文字排版占位显示</a:t>
                  </a:r>
                  <a:b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</a:br>
                  <a:r>
                    <a:rPr lang="zh-CN" altLang="en-US" sz="1100">
                      <a:latin typeface="+mn-lt"/>
                      <a:ea typeface="+mn-ea"/>
                      <a:cs typeface="+mn-ea"/>
                      <a:sym typeface="+mn-lt"/>
                    </a:rPr>
                    <a:t>（建议使用主题字体）</a:t>
                  </a:r>
                  <a:endParaRPr lang="zh-CN" altLang="en-US" sz="1100" dirty="0"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" name="矩形 8"/>
            <p:cNvSpPr/>
            <p:nvPr/>
          </p:nvSpPr>
          <p:spPr>
            <a:xfrm>
              <a:off x="4584962" y="3518963"/>
              <a:ext cx="763707" cy="88820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b">
              <a:normAutofit/>
            </a:bodyPr>
            <a:lstStyle/>
            <a:p>
              <a:pPr algn="ctr"/>
              <a:r>
                <a:rPr lang="en-US" sz="2500">
                  <a:cs typeface="+mn-ea"/>
                  <a:sym typeface="+mn-lt"/>
                </a:rPr>
                <a:t>04</a:t>
              </a:r>
              <a:endParaRPr lang="en-US" sz="2500" dirty="0">
                <a:cs typeface="+mn-ea"/>
                <a:sym typeface="+mn-lt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9858F53-12B1-46E0-B76F-F3CCEF68003B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2" name="TextBox 86">
              <a:extLst>
                <a:ext uri="{FF2B5EF4-FFF2-40B4-BE49-F238E27FC236}">
                  <a16:creationId xmlns:a16="http://schemas.microsoft.com/office/drawing/2014/main" id="{C128FA23-534D-4ECA-989B-591CCE96068C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317F39E-6AC4-49A7-B365-4558409D4DAF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4689501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906868" y="2739808"/>
            <a:ext cx="3679892" cy="1345358"/>
            <a:chOff x="906868" y="2739808"/>
            <a:chExt cx="3679892" cy="1345358"/>
          </a:xfrm>
        </p:grpSpPr>
        <p:sp>
          <p:nvSpPr>
            <p:cNvPr id="4" name="Freeform: Shape 2"/>
            <p:cNvSpPr/>
            <p:nvPr/>
          </p:nvSpPr>
          <p:spPr>
            <a:xfrm flipV="1">
              <a:off x="941714" y="2739808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" name="TextBox 8"/>
            <p:cNvSpPr txBox="1">
              <a:spLocks/>
            </p:cNvSpPr>
            <p:nvPr/>
          </p:nvSpPr>
          <p:spPr>
            <a:xfrm>
              <a:off x="906868" y="3188374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06866" y="1409712"/>
            <a:ext cx="3679894" cy="1701881"/>
            <a:chOff x="906866" y="1409712"/>
            <a:chExt cx="3679894" cy="1701881"/>
          </a:xfrm>
        </p:grpSpPr>
        <p:sp>
          <p:nvSpPr>
            <p:cNvPr id="7" name="Freeform: Shape 5"/>
            <p:cNvSpPr/>
            <p:nvPr/>
          </p:nvSpPr>
          <p:spPr>
            <a:xfrm>
              <a:off x="941714" y="1409712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" name="TextBox 6"/>
            <p:cNvSpPr txBox="1">
              <a:spLocks/>
            </p:cNvSpPr>
            <p:nvPr/>
          </p:nvSpPr>
          <p:spPr>
            <a:xfrm>
              <a:off x="906867" y="1858519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marL="0" indent="0" algn="just">
                <a:lnSpc>
                  <a:spcPct val="150000"/>
                </a:lnSpc>
                <a:buNone/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906866" y="1550905"/>
              <a:ext cx="978419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Strength</a:t>
              </a: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906867" y="2880760"/>
              <a:ext cx="1346618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77500" lnSpcReduction="20000"/>
            </a:bodyPr>
            <a:lstStyle/>
            <a:p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Opportunity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562036" y="1414257"/>
            <a:ext cx="3655008" cy="1345358"/>
            <a:chOff x="4562036" y="1414257"/>
            <a:chExt cx="3655008" cy="1345358"/>
          </a:xfrm>
        </p:grpSpPr>
        <p:sp>
          <p:nvSpPr>
            <p:cNvPr id="5" name="Freeform: Shape 3"/>
            <p:cNvSpPr/>
            <p:nvPr/>
          </p:nvSpPr>
          <p:spPr>
            <a:xfrm flipH="1">
              <a:off x="4562036" y="1414257"/>
              <a:ext cx="3645046" cy="1345358"/>
            </a:xfrm>
            <a:custGeom>
              <a:avLst/>
              <a:gdLst>
                <a:gd name="connsiteX0" fmla="*/ 239626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292797 w 4860061"/>
                <a:gd name="connsiteY7" fmla="*/ 100001 h 1793810"/>
                <a:gd name="connsiteX8" fmla="*/ 165689 w 4860061"/>
                <a:gd name="connsiteY8" fmla="*/ 0 h 1793810"/>
                <a:gd name="connsiteX9" fmla="*/ 218913 w 4860061"/>
                <a:gd name="connsiteY9" fmla="*/ 0 h 1793810"/>
                <a:gd name="connsiteX10" fmla="*/ 272084 w 4860061"/>
                <a:gd name="connsiteY10" fmla="*/ 100001 h 1793810"/>
                <a:gd name="connsiteX11" fmla="*/ 218861 w 4860061"/>
                <a:gd name="connsiteY11" fmla="*/ 100001 h 1793810"/>
                <a:gd name="connsiteX12" fmla="*/ 95995 w 4860061"/>
                <a:gd name="connsiteY12" fmla="*/ 0 h 1793810"/>
                <a:gd name="connsiteX13" fmla="*/ 144977 w 4860061"/>
                <a:gd name="connsiteY13" fmla="*/ 0 h 1793810"/>
                <a:gd name="connsiteX14" fmla="*/ 198148 w 4860061"/>
                <a:gd name="connsiteY14" fmla="*/ 100001 h 1793810"/>
                <a:gd name="connsiteX15" fmla="*/ 149167 w 4860061"/>
                <a:gd name="connsiteY15" fmla="*/ 100001 h 1793810"/>
                <a:gd name="connsiteX16" fmla="*/ 25811 w 4860061"/>
                <a:gd name="connsiteY16" fmla="*/ 0 h 1793810"/>
                <a:gd name="connsiteX17" fmla="*/ 75283 w 4860061"/>
                <a:gd name="connsiteY17" fmla="*/ 0 h 1793810"/>
                <a:gd name="connsiteX18" fmla="*/ 128454 w 4860061"/>
                <a:gd name="connsiteY18" fmla="*/ 100001 h 1793810"/>
                <a:gd name="connsiteX19" fmla="*/ 78982 w 4860061"/>
                <a:gd name="connsiteY19" fmla="*/ 100001 h 1793810"/>
                <a:gd name="connsiteX20" fmla="*/ 0 w 4860061"/>
                <a:gd name="connsiteY20" fmla="*/ 0 h 1793810"/>
                <a:gd name="connsiteX21" fmla="*/ 5098 w 4860061"/>
                <a:gd name="connsiteY21" fmla="*/ 0 h 1793810"/>
                <a:gd name="connsiteX22" fmla="*/ 58270 w 4860061"/>
                <a:gd name="connsiteY22" fmla="*/ 100001 h 1793810"/>
                <a:gd name="connsiteX23" fmla="*/ 0 w 4860061"/>
                <a:gd name="connsiteY23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60061" h="1793810">
                  <a:moveTo>
                    <a:pt x="239626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292797" y="100001"/>
                  </a:lnTo>
                  <a:close/>
                  <a:moveTo>
                    <a:pt x="165689" y="0"/>
                  </a:moveTo>
                  <a:lnTo>
                    <a:pt x="218913" y="0"/>
                  </a:lnTo>
                  <a:lnTo>
                    <a:pt x="272084" y="100001"/>
                  </a:lnTo>
                  <a:lnTo>
                    <a:pt x="218861" y="100001"/>
                  </a:lnTo>
                  <a:close/>
                  <a:moveTo>
                    <a:pt x="95995" y="0"/>
                  </a:moveTo>
                  <a:lnTo>
                    <a:pt x="144977" y="0"/>
                  </a:lnTo>
                  <a:lnTo>
                    <a:pt x="198148" y="100001"/>
                  </a:lnTo>
                  <a:lnTo>
                    <a:pt x="149167" y="100001"/>
                  </a:lnTo>
                  <a:close/>
                  <a:moveTo>
                    <a:pt x="25811" y="0"/>
                  </a:moveTo>
                  <a:lnTo>
                    <a:pt x="75283" y="0"/>
                  </a:lnTo>
                  <a:lnTo>
                    <a:pt x="128454" y="100001"/>
                  </a:lnTo>
                  <a:lnTo>
                    <a:pt x="78982" y="100001"/>
                  </a:lnTo>
                  <a:close/>
                  <a:moveTo>
                    <a:pt x="0" y="0"/>
                  </a:moveTo>
                  <a:lnTo>
                    <a:pt x="5098" y="0"/>
                  </a:lnTo>
                  <a:lnTo>
                    <a:pt x="58270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" name="TextBox 10"/>
            <p:cNvSpPr txBox="1">
              <a:spLocks/>
            </p:cNvSpPr>
            <p:nvPr/>
          </p:nvSpPr>
          <p:spPr>
            <a:xfrm>
              <a:off x="5845918" y="1858519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13" name="TextBox 11"/>
            <p:cNvSpPr txBox="1"/>
            <p:nvPr/>
          </p:nvSpPr>
          <p:spPr>
            <a:xfrm>
              <a:off x="7121454" y="1550905"/>
              <a:ext cx="1095590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pPr algn="r"/>
              <a:r>
                <a:rPr lang="id-ID" sz="2000" b="1" dirty="0">
                  <a:latin typeface="+mn-lt"/>
                  <a:ea typeface="+mn-ea"/>
                  <a:cs typeface="+mn-ea"/>
                  <a:sym typeface="+mn-lt"/>
                </a:rPr>
                <a:t>Weakness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71999" y="2744353"/>
            <a:ext cx="3645046" cy="1345358"/>
            <a:chOff x="4571999" y="2744353"/>
            <a:chExt cx="3645046" cy="1345358"/>
          </a:xfrm>
        </p:grpSpPr>
        <p:sp>
          <p:nvSpPr>
            <p:cNvPr id="6" name="Freeform: Shape 4"/>
            <p:cNvSpPr/>
            <p:nvPr/>
          </p:nvSpPr>
          <p:spPr>
            <a:xfrm flipH="1" flipV="1">
              <a:off x="4571999" y="2744353"/>
              <a:ext cx="3645046" cy="1345358"/>
            </a:xfrm>
            <a:custGeom>
              <a:avLst/>
              <a:gdLst>
                <a:gd name="connsiteX0" fmla="*/ 0 w 4860061"/>
                <a:gd name="connsiteY0" fmla="*/ 0 h 1793810"/>
                <a:gd name="connsiteX1" fmla="*/ 3963156 w 4860061"/>
                <a:gd name="connsiteY1" fmla="*/ 0 h 1793810"/>
                <a:gd name="connsiteX2" fmla="*/ 4860061 w 4860061"/>
                <a:gd name="connsiteY2" fmla="*/ 896905 h 1793810"/>
                <a:gd name="connsiteX3" fmla="*/ 4860061 w 4860061"/>
                <a:gd name="connsiteY3" fmla="*/ 1793810 h 1793810"/>
                <a:gd name="connsiteX4" fmla="*/ 4769902 w 4860061"/>
                <a:gd name="connsiteY4" fmla="*/ 1793810 h 1793810"/>
                <a:gd name="connsiteX5" fmla="*/ 4769902 w 4860061"/>
                <a:gd name="connsiteY5" fmla="*/ 957113 h 1793810"/>
                <a:gd name="connsiteX6" fmla="*/ 3912791 w 4860061"/>
                <a:gd name="connsiteY6" fmla="*/ 100001 h 1793810"/>
                <a:gd name="connsiteX7" fmla="*/ 0 w 4860061"/>
                <a:gd name="connsiteY7" fmla="*/ 100001 h 179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0061" h="1793810">
                  <a:moveTo>
                    <a:pt x="0" y="0"/>
                  </a:moveTo>
                  <a:lnTo>
                    <a:pt x="3963156" y="0"/>
                  </a:lnTo>
                  <a:lnTo>
                    <a:pt x="4860061" y="896905"/>
                  </a:lnTo>
                  <a:lnTo>
                    <a:pt x="4860061" y="1793810"/>
                  </a:lnTo>
                  <a:lnTo>
                    <a:pt x="4769902" y="1793810"/>
                  </a:lnTo>
                  <a:lnTo>
                    <a:pt x="4769902" y="957113"/>
                  </a:lnTo>
                  <a:lnTo>
                    <a:pt x="3912791" y="100001"/>
                  </a:lnTo>
                  <a:lnTo>
                    <a:pt x="0" y="1000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" name="TextBox 12"/>
            <p:cNvSpPr txBox="1">
              <a:spLocks/>
            </p:cNvSpPr>
            <p:nvPr/>
          </p:nvSpPr>
          <p:spPr>
            <a:xfrm>
              <a:off x="5878456" y="3188374"/>
              <a:ext cx="2331305" cy="859808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此部分内容作为文字排版占位显示（建议使用主题字体）通常规则为在</a:t>
              </a:r>
              <a:r>
                <a:rPr lang="en-US" altLang="zh-CN" sz="900">
                  <a:latin typeface="+mn-lt"/>
                  <a:ea typeface="+mn-ea"/>
                  <a:cs typeface="+mn-ea"/>
                  <a:sym typeface="+mn-lt"/>
                </a:rPr>
                <a:t>PPT</a:t>
              </a:r>
              <a:r>
                <a:rPr lang="zh-CN" altLang="en-US" sz="900">
                  <a:latin typeface="+mn-lt"/>
                  <a:ea typeface="+mn-ea"/>
                  <a:cs typeface="+mn-ea"/>
                  <a:sym typeface="+mn-lt"/>
                </a:rPr>
                <a:t>文档下中英文各使用一种字体以保持全文档统一</a:t>
              </a:r>
            </a:p>
          </p:txBody>
        </p:sp>
        <p:sp>
          <p:nvSpPr>
            <p:cNvPr id="15" name="TextBox 13"/>
            <p:cNvSpPr txBox="1"/>
            <p:nvPr/>
          </p:nvSpPr>
          <p:spPr>
            <a:xfrm>
              <a:off x="6863142" y="2865691"/>
              <a:ext cx="1346618" cy="230833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85000" lnSpcReduction="20000"/>
            </a:bodyPr>
            <a:lstStyle/>
            <a:p>
              <a:pPr algn="r"/>
              <a:r>
                <a:rPr lang="id-ID" sz="2000" b="1">
                  <a:latin typeface="+mn-lt"/>
                  <a:ea typeface="+mn-ea"/>
                  <a:cs typeface="+mn-ea"/>
                  <a:sym typeface="+mn-lt"/>
                </a:rPr>
                <a:t>Threat</a:t>
              </a:r>
            </a:p>
          </p:txBody>
        </p:sp>
      </p:grpSp>
      <p:grpSp>
        <p:nvGrpSpPr>
          <p:cNvPr id="16" name="Group 14"/>
          <p:cNvGrpSpPr/>
          <p:nvPr/>
        </p:nvGrpSpPr>
        <p:grpSpPr>
          <a:xfrm>
            <a:off x="3433071" y="1425022"/>
            <a:ext cx="2307374" cy="2690715"/>
            <a:chOff x="4564893" y="1881162"/>
            <a:chExt cx="3076499" cy="3587620"/>
          </a:xfrm>
        </p:grpSpPr>
        <p:sp>
          <p:nvSpPr>
            <p:cNvPr id="17" name="Freeform: Shape 15"/>
            <p:cNvSpPr/>
            <p:nvPr/>
          </p:nvSpPr>
          <p:spPr>
            <a:xfrm flipH="1" flipV="1">
              <a:off x="4564894" y="1881162"/>
              <a:ext cx="1534677" cy="1793810"/>
            </a:xfrm>
            <a:custGeom>
              <a:avLst/>
              <a:gdLst>
                <a:gd name="connsiteX0" fmla="*/ 0 w 1521571"/>
                <a:gd name="connsiteY0" fmla="*/ 0 h 1778491"/>
                <a:gd name="connsiteX1" fmla="*/ 1521571 w 1521571"/>
                <a:gd name="connsiteY1" fmla="*/ 0 h 1778491"/>
                <a:gd name="connsiteX2" fmla="*/ 1521571 w 1521571"/>
                <a:gd name="connsiteY2" fmla="*/ 14491 h 1778491"/>
                <a:gd name="connsiteX3" fmla="*/ 1521571 w 1521571"/>
                <a:gd name="connsiteY3" fmla="*/ 1040227 h 1778491"/>
                <a:gd name="connsiteX4" fmla="*/ 45043 w 1521571"/>
                <a:gd name="connsiteY4" fmla="*/ 1778491 h 1778491"/>
                <a:gd name="connsiteX5" fmla="*/ 0 w 1521571"/>
                <a:gd name="connsiteY5" fmla="*/ 1778491 h 1778491"/>
                <a:gd name="connsiteX6" fmla="*/ 0 w 1521571"/>
                <a:gd name="connsiteY6" fmla="*/ 14491 h 1778491"/>
                <a:gd name="connsiteX7" fmla="*/ 0 w 1521571"/>
                <a:gd name="connsiteY7" fmla="*/ 0 h 177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1571" h="1778491">
                  <a:moveTo>
                    <a:pt x="0" y="0"/>
                  </a:moveTo>
                  <a:lnTo>
                    <a:pt x="1521571" y="0"/>
                  </a:lnTo>
                  <a:lnTo>
                    <a:pt x="1521571" y="14491"/>
                  </a:lnTo>
                  <a:lnTo>
                    <a:pt x="1521571" y="1040227"/>
                  </a:lnTo>
                  <a:lnTo>
                    <a:pt x="45043" y="1778491"/>
                  </a:lnTo>
                  <a:lnTo>
                    <a:pt x="0" y="1778491"/>
                  </a:lnTo>
                  <a:lnTo>
                    <a:pt x="0" y="14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18" name="Group 16"/>
            <p:cNvGrpSpPr/>
            <p:nvPr/>
          </p:nvGrpSpPr>
          <p:grpSpPr>
            <a:xfrm>
              <a:off x="4564893" y="1881162"/>
              <a:ext cx="3076499" cy="3587620"/>
              <a:chOff x="4564893" y="1881162"/>
              <a:chExt cx="3076499" cy="3587620"/>
            </a:xfrm>
          </p:grpSpPr>
          <p:sp>
            <p:nvSpPr>
              <p:cNvPr id="19" name="Freeform: Shape 17"/>
              <p:cNvSpPr/>
              <p:nvPr/>
            </p:nvSpPr>
            <p:spPr>
              <a:xfrm flipH="1">
                <a:off x="4564894" y="367497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" name="TextBox 18"/>
              <p:cNvSpPr txBox="1"/>
              <p:nvPr/>
            </p:nvSpPr>
            <p:spPr>
              <a:xfrm>
                <a:off x="4564893" y="2273521"/>
                <a:ext cx="1611200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S</a:t>
                </a:r>
              </a:p>
            </p:txBody>
          </p:sp>
          <p:sp>
            <p:nvSpPr>
              <p:cNvPr id="21" name="TextBox 19"/>
              <p:cNvSpPr txBox="1"/>
              <p:nvPr/>
            </p:nvSpPr>
            <p:spPr>
              <a:xfrm>
                <a:off x="4564893" y="3674973"/>
                <a:ext cx="1611200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O</a:t>
                </a:r>
              </a:p>
            </p:txBody>
          </p:sp>
          <p:sp>
            <p:nvSpPr>
              <p:cNvPr id="22" name="Freeform: Shape 20"/>
              <p:cNvSpPr/>
              <p:nvPr/>
            </p:nvSpPr>
            <p:spPr>
              <a:xfrm>
                <a:off x="6106715" y="367497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" name="Freeform: Shape 21"/>
              <p:cNvSpPr/>
              <p:nvPr/>
            </p:nvSpPr>
            <p:spPr>
              <a:xfrm flipV="1">
                <a:off x="6106715" y="1881162"/>
                <a:ext cx="1534677" cy="1793810"/>
              </a:xfrm>
              <a:custGeom>
                <a:avLst/>
                <a:gdLst>
                  <a:gd name="connsiteX0" fmla="*/ 0 w 1521571"/>
                  <a:gd name="connsiteY0" fmla="*/ 0 h 1778491"/>
                  <a:gd name="connsiteX1" fmla="*/ 1521571 w 1521571"/>
                  <a:gd name="connsiteY1" fmla="*/ 0 h 1778491"/>
                  <a:gd name="connsiteX2" fmla="*/ 1521571 w 1521571"/>
                  <a:gd name="connsiteY2" fmla="*/ 14491 h 1778491"/>
                  <a:gd name="connsiteX3" fmla="*/ 1521571 w 1521571"/>
                  <a:gd name="connsiteY3" fmla="*/ 1040227 h 1778491"/>
                  <a:gd name="connsiteX4" fmla="*/ 45043 w 1521571"/>
                  <a:gd name="connsiteY4" fmla="*/ 1778491 h 1778491"/>
                  <a:gd name="connsiteX5" fmla="*/ 0 w 1521571"/>
                  <a:gd name="connsiteY5" fmla="*/ 1778491 h 1778491"/>
                  <a:gd name="connsiteX6" fmla="*/ 0 w 1521571"/>
                  <a:gd name="connsiteY6" fmla="*/ 14491 h 1778491"/>
                  <a:gd name="connsiteX7" fmla="*/ 0 w 1521571"/>
                  <a:gd name="connsiteY7" fmla="*/ 0 h 1778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1571" h="1778491">
                    <a:moveTo>
                      <a:pt x="0" y="0"/>
                    </a:moveTo>
                    <a:lnTo>
                      <a:pt x="1521571" y="0"/>
                    </a:lnTo>
                    <a:lnTo>
                      <a:pt x="1521571" y="14491"/>
                    </a:lnTo>
                    <a:lnTo>
                      <a:pt x="1521571" y="1040227"/>
                    </a:lnTo>
                    <a:lnTo>
                      <a:pt x="45043" y="1778491"/>
                    </a:lnTo>
                    <a:lnTo>
                      <a:pt x="0" y="1778491"/>
                    </a:lnTo>
                    <a:lnTo>
                      <a:pt x="0" y="14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TextBox 22"/>
              <p:cNvSpPr txBox="1"/>
              <p:nvPr/>
            </p:nvSpPr>
            <p:spPr>
              <a:xfrm>
                <a:off x="6269824" y="2298694"/>
                <a:ext cx="1208457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W</a:t>
                </a:r>
              </a:p>
            </p:txBody>
          </p:sp>
          <p:sp>
            <p:nvSpPr>
              <p:cNvPr id="25" name="TextBox 23"/>
              <p:cNvSpPr txBox="1"/>
              <p:nvPr/>
            </p:nvSpPr>
            <p:spPr>
              <a:xfrm>
                <a:off x="6122823" y="3674973"/>
                <a:ext cx="1473401" cy="1569660"/>
              </a:xfrm>
              <a:prstGeom prst="rect">
                <a:avLst/>
              </a:prstGeom>
              <a:noFill/>
            </p:spPr>
            <p:txBody>
              <a:bodyPr wrap="square">
                <a:normAutofit fontScale="92500" lnSpcReduction="20000"/>
              </a:bodyPr>
              <a:lstStyle/>
              <a:p>
                <a:pPr algn="ctr"/>
                <a:r>
                  <a:rPr lang="id-ID" sz="9600" b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T</a:t>
                </a:r>
              </a:p>
            </p:txBody>
          </p:sp>
        </p:grp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9FF0F39-6427-4967-970C-F34D2D7BC97A}"/>
              </a:ext>
            </a:extLst>
          </p:cNvPr>
          <p:cNvGrpSpPr/>
          <p:nvPr/>
        </p:nvGrpSpPr>
        <p:grpSpPr>
          <a:xfrm>
            <a:off x="323528" y="0"/>
            <a:ext cx="2087905" cy="578162"/>
            <a:chOff x="323528" y="0"/>
            <a:chExt cx="2087905" cy="578162"/>
          </a:xfrm>
        </p:grpSpPr>
        <p:sp>
          <p:nvSpPr>
            <p:cNvPr id="31" name="TextBox 86">
              <a:extLst>
                <a:ext uri="{FF2B5EF4-FFF2-40B4-BE49-F238E27FC236}">
                  <a16:creationId xmlns:a16="http://schemas.microsoft.com/office/drawing/2014/main" id="{7CF500C2-F56B-4223-8644-F6CE9E4DE784}"/>
                </a:ext>
              </a:extLst>
            </p:cNvPr>
            <p:cNvSpPr txBox="1"/>
            <p:nvPr/>
          </p:nvSpPr>
          <p:spPr>
            <a:xfrm>
              <a:off x="576196" y="58248"/>
              <a:ext cx="1835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>
                  <a:latin typeface="+mn-lt"/>
                  <a:ea typeface="+mn-ea"/>
                  <a:cs typeface="+mn-ea"/>
                  <a:sym typeface="+mn-lt"/>
                </a:rPr>
                <a:t>请输入标题</a:t>
              </a:r>
              <a:endParaRPr lang="en-US" altLang="zh-CN" sz="2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CCDF588-E3AB-43A8-A25B-0FAD697D48D1}"/>
                </a:ext>
              </a:extLst>
            </p:cNvPr>
            <p:cNvSpPr/>
            <p:nvPr/>
          </p:nvSpPr>
          <p:spPr>
            <a:xfrm>
              <a:off x="323528" y="0"/>
              <a:ext cx="216024" cy="57816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350788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031D9CE8-17B0-4F8B-9B77-648F021BB6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257175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D5F35D6-1E72-4C4F-A492-0C10C53547F1}"/>
              </a:ext>
            </a:extLst>
          </p:cNvPr>
          <p:cNvSpPr/>
          <p:nvPr/>
        </p:nvSpPr>
        <p:spPr>
          <a:xfrm>
            <a:off x="467544" y="411510"/>
            <a:ext cx="8208912" cy="4320480"/>
          </a:xfrm>
          <a:prstGeom prst="roundRect">
            <a:avLst>
              <a:gd name="adj" fmla="val 3113"/>
            </a:avLst>
          </a:prstGeom>
          <a:solidFill>
            <a:schemeClr val="bg1"/>
          </a:solidFill>
          <a:ln>
            <a:noFill/>
          </a:ln>
          <a:effectLst>
            <a:outerShdw blurRad="1143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3816B0-01B2-4BD4-BCE1-123E15F266FA}"/>
              </a:ext>
            </a:extLst>
          </p:cNvPr>
          <p:cNvGrpSpPr/>
          <p:nvPr/>
        </p:nvGrpSpPr>
        <p:grpSpPr>
          <a:xfrm>
            <a:off x="7884368" y="627534"/>
            <a:ext cx="504056" cy="360040"/>
            <a:chOff x="7596336" y="740307"/>
            <a:chExt cx="504056" cy="36004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1187E59-9576-4D61-9C23-7079E8325C25}"/>
                </a:ext>
              </a:extLst>
            </p:cNvPr>
            <p:cNvCxnSpPr/>
            <p:nvPr/>
          </p:nvCxnSpPr>
          <p:spPr>
            <a:xfrm>
              <a:off x="7596336" y="915566"/>
              <a:ext cx="504056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DD233BD-3DE3-4306-A347-6E1DA41C8334}"/>
                </a:ext>
              </a:extLst>
            </p:cNvPr>
            <p:cNvCxnSpPr/>
            <p:nvPr/>
          </p:nvCxnSpPr>
          <p:spPr>
            <a:xfrm flipV="1">
              <a:off x="7956376" y="740307"/>
              <a:ext cx="0" cy="36004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AC1B5743-FF2D-4195-B38A-2CF6AB4EAB8A}"/>
              </a:ext>
            </a:extLst>
          </p:cNvPr>
          <p:cNvSpPr txBox="1"/>
          <p:nvPr/>
        </p:nvSpPr>
        <p:spPr>
          <a:xfrm>
            <a:off x="683568" y="3170723"/>
            <a:ext cx="246221" cy="1789931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ea typeface="微软雅黑" pitchFamily="34" charset="-122"/>
                <a:cs typeface="Calibri Light" panose="020F0302020204030204" pitchFamily="34" charset="0"/>
              </a:rPr>
              <a:t>LIVE AND LEARN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libri Light" panose="020F0302020204030204" pitchFamily="34" charset="0"/>
              <a:ea typeface="微软雅黑" pitchFamily="34" charset="-122"/>
              <a:cs typeface="Calibri Light" panose="020F0302020204030204" pitchFamily="34" charset="0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BE471C66-78B9-4A13-9735-886800838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736" y="1890779"/>
            <a:ext cx="65527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t>Thank you for your attention and download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01D04B-4F78-4592-99D5-00B3B375D18C}"/>
              </a:ext>
            </a:extLst>
          </p:cNvPr>
          <p:cNvSpPr txBox="1"/>
          <p:nvPr/>
        </p:nvSpPr>
        <p:spPr>
          <a:xfrm>
            <a:off x="3347864" y="2571751"/>
            <a:ext cx="432048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/>
            <a:r>
              <a:rPr lang="en-US" altLang="zh-CN" sz="1600" b="1">
                <a:solidFill>
                  <a:schemeClr val="tx1">
                    <a:lumMod val="50000"/>
                    <a:lumOff val="50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BLACK CONCISE TEMPLATE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4CF0174-493E-4A26-88FE-130F5CCA5036}"/>
              </a:ext>
            </a:extLst>
          </p:cNvPr>
          <p:cNvCxnSpPr/>
          <p:nvPr/>
        </p:nvCxnSpPr>
        <p:spPr>
          <a:xfrm>
            <a:off x="6444208" y="3075806"/>
            <a:ext cx="12241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1EB0E79-4D04-43AE-A098-A6CCD5943D82}"/>
              </a:ext>
            </a:extLst>
          </p:cNvPr>
          <p:cNvSpPr txBox="1"/>
          <p:nvPr/>
        </p:nvSpPr>
        <p:spPr>
          <a:xfrm>
            <a:off x="4788024" y="3302704"/>
            <a:ext cx="288032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Lorem ipsum dolor sit amet, consectetuer adipiscing elit. Maecenas </a:t>
            </a:r>
            <a:r>
              <a:rPr lang="en-US" altLang="zh-CN" sz="1400" b="1">
                <a:solidFill>
                  <a:schemeClr val="bg1">
                    <a:lumMod val="75000"/>
                  </a:schemeClr>
                </a:solidFill>
                <a:ea typeface="微软雅黑" pitchFamily="34" charset="-122"/>
                <a:cs typeface="Calibri" panose="020F0502020204030204" pitchFamily="34" charset="0"/>
              </a:rPr>
              <a:t>porttitor congue</a:t>
            </a:r>
            <a:endParaRPr lang="zh-CN" altLang="en-US" sz="1400" b="1" dirty="0">
              <a:solidFill>
                <a:schemeClr val="bg1">
                  <a:lumMod val="75000"/>
                </a:schemeClr>
              </a:solidFill>
              <a:ea typeface="微软雅黑" pitchFamily="34" charset="-122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429B25-FA58-49BD-A76E-E9B63AD3EB32}"/>
              </a:ext>
            </a:extLst>
          </p:cNvPr>
          <p:cNvSpPr txBox="1"/>
          <p:nvPr/>
        </p:nvSpPr>
        <p:spPr>
          <a:xfrm>
            <a:off x="6444208" y="1236117"/>
            <a:ext cx="237625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2019</a:t>
            </a:r>
            <a:endParaRPr lang="zh-CN" altLang="en-US" sz="40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9C81961-22AA-4E40-893A-A5A14E0173E1}"/>
              </a:ext>
            </a:extLst>
          </p:cNvPr>
          <p:cNvSpPr/>
          <p:nvPr/>
        </p:nvSpPr>
        <p:spPr>
          <a:xfrm>
            <a:off x="6876256" y="4011910"/>
            <a:ext cx="792088" cy="288032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4F36CF-944C-41ED-BB82-F0C43A70EE12}"/>
              </a:ext>
            </a:extLst>
          </p:cNvPr>
          <p:cNvSpPr txBox="1"/>
          <p:nvPr/>
        </p:nvSpPr>
        <p:spPr>
          <a:xfrm>
            <a:off x="6876256" y="4072726"/>
            <a:ext cx="79208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t>   YPPPT</a:t>
            </a:r>
          </a:p>
        </p:txBody>
      </p:sp>
    </p:spTree>
    <p:extLst>
      <p:ext uri="{BB962C8B-B14F-4D97-AF65-F5344CB8AC3E}">
        <p14:creationId xmlns:p14="http://schemas.microsoft.com/office/powerpoint/2010/main" val="611431487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bf32b21c57e606988ab10ec694d2e32676a8b"/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959595"/>
      </a:accent1>
      <a:accent2>
        <a:srgbClr val="272F42"/>
      </a:accent2>
      <a:accent3>
        <a:srgbClr val="959595"/>
      </a:accent3>
      <a:accent4>
        <a:srgbClr val="000000"/>
      </a:accent4>
      <a:accent5>
        <a:srgbClr val="959595"/>
      </a:accent5>
      <a:accent6>
        <a:srgbClr val="272F42"/>
      </a:accent6>
      <a:hlink>
        <a:srgbClr val="2B2B2B"/>
      </a:hlink>
      <a:folHlink>
        <a:srgbClr val="C00000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/>
          <a:stretch>
            <a:fillRect/>
          </a:stretch>
        </a:blip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1600" b="1" dirty="0" smtClean="0">
            <a:solidFill>
              <a:schemeClr val="accent6"/>
            </a:solidFill>
            <a:latin typeface="微软雅黑" pitchFamily="34" charset="-122"/>
            <a:ea typeface="微软雅黑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8858</TotalTime>
  <Words>1748</Words>
  <Application>Microsoft Macintosh PowerPoint</Application>
  <PresentationFormat>On-screen Show (16:9)</PresentationFormat>
  <Paragraphs>246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微软雅黑</vt:lpstr>
      <vt:lpstr>Arial</vt:lpstr>
      <vt:lpstr>Calibri</vt:lpstr>
      <vt:lpstr>Calibri Light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keywords>http:/www.ypppt.com</cp:keywords>
  <dc:description>http://www.ypppt.com/</dc:description>
  <cp:lastModifiedBy>Mudrobot ✨</cp:lastModifiedBy>
  <cp:revision>991</cp:revision>
  <dcterms:created xsi:type="dcterms:W3CDTF">2015-04-24T01:01:13Z</dcterms:created>
  <dcterms:modified xsi:type="dcterms:W3CDTF">2026-03-18T12:52:58Z</dcterms:modified>
</cp:coreProperties>
</file>