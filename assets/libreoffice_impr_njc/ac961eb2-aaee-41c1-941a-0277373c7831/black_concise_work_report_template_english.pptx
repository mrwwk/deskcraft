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8101CE4-8E58-4AC8-9C0B-19FF956FC4DB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3261E9-E91E-4FE9-8D54-FBD58571197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EF2BF8-6B00-4D52-A2D9-E6CFABD88DC4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8C7520-4D51-4621-AFAD-4D4544C0400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141232-BAD5-462C-AEDD-1FD857EB7BE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72E0EB-7F19-4E1C-8749-1D8CD0DB7CC4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E5838D7-F386-4056-B01C-D6B7001FB60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9EA104-7EF7-4032-951A-BAEF89AF47A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B5ECC12-A4C6-4168-B16D-F17771BBBCC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9F57319-81EB-4351-A12A-6CDA480F48F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C5B6D88-5EDB-4A58-8DF4-4E29ECD5730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5B6D98B-7F4D-4031-A28D-3CC8A4AFF52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B26259-56D2-4731-AD3C-90D587FD0A1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D98532F-1865-4CD2-9F64-C38D6F0C09D8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AACB199-9F53-4799-8814-6DEA8932B4E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B0A331C-D961-40FB-B420-7513F7CBF27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7C9C656-C23E-4381-A3B7-B412CF21EC8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D944CF3-1DDE-4C37-B22D-79A3A0D3CD1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B7729C1-1E2D-4B24-A723-F60D2F49A54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552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Times New Roman</a:t>
            </a:r>
            <a:endParaRPr b="0" lang="en-HK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2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Minimal Elegant </a:t>
            </a: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Work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Report Template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36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</a:t>
            </a:r>
            <a:r>
              <a:rPr b="1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CONCISE</a:t>
            </a: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79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5640" cy="24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Times New Roman"/>
                <a:ea typeface="微软雅黑"/>
              </a:rPr>
              <a:t>20Times New Roman</a:t>
            </a:r>
            <a:endParaRPr b="0" lang="en-HK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Times New Roman"/>
                <a:ea typeface="微软雅黑"/>
              </a:rPr>
              <a:t>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1280" cy="28728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128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YPTimes New Roman</a:t>
            </a:r>
            <a:endParaRPr b="0" lang="en-HK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7280" cy="4312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528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52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ONTENTS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7080" cy="18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72f42"/>
                </a:solidFill>
                <a:latin typeface="微软雅黑"/>
                <a:ea typeface="微软雅黑"/>
              </a:rPr>
              <a:t>CONTENTS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6920" y="339480"/>
            <a:ext cx="268920" cy="7596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1640" cy="786600"/>
            <a:chOff x="4500000" y="1131480"/>
            <a:chExt cx="259164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1640" cy="786240"/>
            <a:chOff x="4500000" y="1841040"/>
            <a:chExt cx="259164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1640" cy="786240"/>
            <a:chOff x="4500000" y="2550240"/>
            <a:chExt cx="259164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1640" cy="786600"/>
            <a:chOff x="4500000" y="3259440"/>
            <a:chExt cx="259164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3280" cy="50328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5280" cy="48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5640" cy="304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79964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4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2080" cy="2461320"/>
            <a:chOff x="221400" y="1336680"/>
            <a:chExt cx="4312080" cy="246132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2080" cy="2461320"/>
              <a:chOff x="221400" y="1336680"/>
              <a:chExt cx="4312080" cy="246132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7680" cy="238464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10280" cy="7632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10280" cy="12708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2080" cy="4968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3800" cy="4716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19800" cy="1908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2560" cy="202464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8000" cy="1208880"/>
            <a:chOff x="4584240" y="1336680"/>
            <a:chExt cx="4338000" cy="120888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8000" cy="120888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4280" cy="67428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2120" cy="39060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4680" cy="743040"/>
              <a:chOff x="5591160" y="1569600"/>
              <a:chExt cx="3154680" cy="74304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4680" cy="316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4680" cy="426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8000" cy="1208880"/>
            <a:chOff x="4584240" y="2597400"/>
            <a:chExt cx="4338000" cy="120888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8000" cy="120888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4280" cy="67428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2120" cy="32760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4680" cy="743040"/>
              <a:chOff x="5591160" y="2832480"/>
              <a:chExt cx="3154680" cy="74304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4680" cy="316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4680" cy="4262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5120" cy="3339360"/>
            <a:chOff x="2899080" y="901800"/>
            <a:chExt cx="3345120" cy="333936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7280" cy="199368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7200" cy="180252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5000" cy="175356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09920" cy="70704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5760" cy="180504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6440" cy="175140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8480" cy="70848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7200" cy="180252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6440" cy="175356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8480" cy="7070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2200" cy="193824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7200" cy="180504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5000" cy="175140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4080" cy="186012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09920" cy="70848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1200" cy="60048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1200" cy="59868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599760" cy="60048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599760" cy="59868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4520" cy="28908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2920" cy="32220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3000" cy="28224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8720" cy="82800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8720" cy="82872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30520" cy="82872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30520" cy="82800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80080" cy="25704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5640" cy="39348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9200" cy="2304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5640" cy="39348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8480" cy="2304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3960" cy="9756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6320" cy="16344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4920" cy="39492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3760" cy="2584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6200" cy="465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4920" cy="39492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3760" cy="2584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2440" cy="13644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2440" cy="14580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7760" cy="7070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1920" cy="60048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7480" cy="28080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2480" cy="542160"/>
            <a:chOff x="182160" y="1536840"/>
            <a:chExt cx="2472480" cy="54216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2480" cy="542160"/>
            <a:chOff x="6488640" y="1536840"/>
            <a:chExt cx="2472480" cy="54216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2480" cy="542160"/>
            <a:chOff x="182160" y="3393720"/>
            <a:chExt cx="2472480" cy="54216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2480" cy="542160"/>
            <a:chOff x="6488640" y="3393720"/>
            <a:chExt cx="2472480" cy="54216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2480" cy="35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2480" cy="18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3640" cy="3367080"/>
            <a:chOff x="-163800" y="1078920"/>
            <a:chExt cx="932364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3640" cy="226044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7120" cy="197352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8600" cy="1512000"/>
              <a:chOff x="746640" y="2508120"/>
              <a:chExt cx="1488600" cy="151200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6480" cy="16344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5680" cy="38592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6840" cy="9900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8080" cy="19908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1280" cy="64656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3800" cy="4068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5200" cy="54432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3040" cy="3132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9440" cy="17496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5480" cy="1188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5040" cy="504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5040" cy="504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3040" cy="8208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4640" cy="20916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10040" cy="49284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4240" cy="26784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2560" cy="44784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3360" cy="40212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2640" cy="29196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49760" cy="16236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4200" cy="25164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5320" cy="4284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7320" cy="66708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2040" cy="4860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7160" cy="19440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3800" cy="10584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2520" cy="425160"/>
              <a:chOff x="2491200" y="3857040"/>
              <a:chExt cx="452520" cy="42516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2520" cy="4251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4880" cy="25488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09680" y="1953000"/>
              <a:ext cx="486720" cy="457560"/>
              <a:chOff x="6709680" y="1953000"/>
              <a:chExt cx="486720" cy="45756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9680" y="195300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5880" y="204480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8720" y="2981880"/>
              <a:ext cx="486720" cy="457560"/>
              <a:chOff x="4428720" y="2981880"/>
              <a:chExt cx="486720" cy="45756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8720" y="298188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4920" y="307332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6400" y="3076920"/>
              <a:ext cx="486720" cy="457560"/>
              <a:chOff x="5936400" y="3076920"/>
              <a:chExt cx="486720" cy="45756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6400" y="3076920"/>
                <a:ext cx="486720" cy="4575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2600" y="3168720"/>
                <a:ext cx="274320" cy="27432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70920" cy="530280"/>
              <a:chOff x="2718000" y="2605680"/>
              <a:chExt cx="1870920" cy="53028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70920" cy="530280"/>
              <a:chOff x="4674600" y="2198880"/>
              <a:chExt cx="1870920" cy="53028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70920" cy="530280"/>
              <a:chOff x="6946200" y="1268280"/>
              <a:chExt cx="1870920" cy="53028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70920" cy="530280"/>
              <a:chOff x="6211080" y="3752280"/>
              <a:chExt cx="1870920" cy="53028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2200" cy="18396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70920" cy="34560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4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6280" cy="3781440"/>
            <a:chOff x="998280" y="724680"/>
            <a:chExt cx="1916280" cy="378144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6280" cy="417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6280" cy="115092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6280" cy="20566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6280" cy="3782160"/>
            <a:chOff x="3613320" y="724320"/>
            <a:chExt cx="1916280" cy="378216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6280" cy="4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6280" cy="115092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6280" cy="205668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6280" cy="3781440"/>
            <a:chOff x="6228360" y="724680"/>
            <a:chExt cx="1916280" cy="378144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6280" cy="4176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6280" cy="115092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6160" cy="31032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6280" cy="417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6880" cy="31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6280" cy="205668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6280" cy="58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49960"/>
            <a:ext cx="3246120" cy="3393000"/>
            <a:chOff x="2962800" y="1749960"/>
            <a:chExt cx="3246120" cy="339300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4360" cy="243576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2600" cy="2359800"/>
              <a:chOff x="3072960" y="1788840"/>
              <a:chExt cx="3072600" cy="235980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3480" cy="2134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3480" cy="21348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2520" cy="2725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2520" cy="2725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7400" cy="347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5040" cy="455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5040" cy="455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7640" cy="2397960"/>
              <a:chOff x="3001680" y="1985760"/>
              <a:chExt cx="3077640" cy="239796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7720" cy="387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500040" cy="500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1720" cy="441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7040" cy="1670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7800" cy="4878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99720" cy="99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99720" cy="99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2920" cy="2215440"/>
              <a:chOff x="3411000" y="2199600"/>
              <a:chExt cx="2662920" cy="221544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8160" cy="7581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2360" cy="4323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90960" cy="390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90960" cy="390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3520" cy="3535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5560" cy="295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5560" cy="295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5640" cy="215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5640" cy="2156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2080" cy="5320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1960" y="1749960"/>
              <a:ext cx="2313000" cy="1915920"/>
              <a:chOff x="3351960" y="1749960"/>
              <a:chExt cx="2313000" cy="191592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5240" y="2083320"/>
                <a:ext cx="160200" cy="1602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7680" y="1779120"/>
                <a:ext cx="160200" cy="1602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4720" y="2792160"/>
                <a:ext cx="204480" cy="204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3440" y="2529360"/>
                <a:ext cx="204480" cy="2044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5160" y="248760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29680" y="219492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3400" y="3274560"/>
                <a:ext cx="260640" cy="260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4240" y="2694240"/>
                <a:ext cx="341640" cy="341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6080" y="3261240"/>
                <a:ext cx="341640" cy="3416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3080" cy="97308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3400" cy="92340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3400" cy="92340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3400" cy="92340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20760" cy="301680"/>
              <a:chOff x="5164200" y="2408040"/>
              <a:chExt cx="320760" cy="30168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7800" cy="3852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20760" cy="30168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1400" cy="31140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2480" cy="272160"/>
              <a:chOff x="3271320" y="3269880"/>
              <a:chExt cx="312480" cy="27216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2480" cy="27216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8680" cy="17532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1400" cy="23328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6680"/>
            <a:chOff x="6451560" y="1508040"/>
            <a:chExt cx="2062080" cy="259668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7680" cy="2596680"/>
              <a:chOff x="6451560" y="1508040"/>
              <a:chExt cx="1957680" cy="259668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7680" cy="610920"/>
                <a:chOff x="6451560" y="1508040"/>
                <a:chExt cx="1957680" cy="61092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7680" cy="610920"/>
                <a:chOff x="6451560" y="2500920"/>
                <a:chExt cx="1957680" cy="61092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7680" cy="610920"/>
                <a:chOff x="6451560" y="3493800"/>
                <a:chExt cx="1957680" cy="61092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4720" cy="2596680"/>
            <a:chOff x="685440" y="1508040"/>
            <a:chExt cx="2034720" cy="259668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7680" cy="2596680"/>
              <a:chOff x="762480" y="1508040"/>
              <a:chExt cx="1957680" cy="259668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7680" cy="610920"/>
                <a:chOff x="762480" y="1508040"/>
                <a:chExt cx="1957680" cy="61092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7680" cy="610920"/>
                <a:chOff x="762480" y="2500920"/>
                <a:chExt cx="1957680" cy="61092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7680" cy="610920"/>
                <a:chOff x="762480" y="3493800"/>
                <a:chExt cx="1957680" cy="61092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7160" cy="3661920"/>
            <a:chOff x="2478240" y="938160"/>
            <a:chExt cx="4187160" cy="366192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4880" cy="67644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7160" cy="51264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5360" cy="108252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7040" cy="653400"/>
              <a:chOff x="3048120" y="3419640"/>
              <a:chExt cx="3047040" cy="65340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220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7000" cy="1170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2600" cy="653400"/>
              <a:chOff x="3800160" y="2044440"/>
              <a:chExt cx="1542600" cy="65340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7000" cy="1170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3280" cy="65340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6480" cy="27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6480" cy="27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8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30160" cy="484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2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6680"/>
            <a:chOff x="6128280" y="1500480"/>
            <a:chExt cx="2062080" cy="259668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7680" cy="2596680"/>
              <a:chOff x="6128280" y="1500480"/>
              <a:chExt cx="1957680" cy="259668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7680" cy="610920"/>
                <a:chOff x="6128280" y="1500480"/>
                <a:chExt cx="1957680" cy="61092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7680" cy="610920"/>
                <a:chOff x="6128280" y="2493360"/>
                <a:chExt cx="1957680" cy="61092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7680" cy="610920"/>
                <a:chOff x="6128280" y="3486240"/>
                <a:chExt cx="1957680" cy="61092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5080" cy="2596680"/>
            <a:chOff x="980280" y="1500480"/>
            <a:chExt cx="2035080" cy="259668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7680" cy="2596680"/>
              <a:chOff x="1057680" y="1500480"/>
              <a:chExt cx="1957680" cy="259668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7680" cy="610920"/>
                <a:chOff x="1057680" y="1500480"/>
                <a:chExt cx="1957680" cy="61092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7680" cy="610920"/>
                <a:chOff x="1057680" y="2493360"/>
                <a:chExt cx="1957680" cy="61092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7680" cy="610920"/>
                <a:chOff x="1057680" y="3486240"/>
                <a:chExt cx="1957680" cy="61092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7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7680" cy="2300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2160" cy="270216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8800" cy="2828520"/>
            <a:chOff x="3207240" y="1275480"/>
            <a:chExt cx="2728800" cy="282852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8280" cy="819360"/>
              <a:chOff x="4162680" y="1275480"/>
              <a:chExt cx="818280" cy="81936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19760" cy="39240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8280" cy="819360"/>
              <a:chOff x="3207240" y="1763640"/>
              <a:chExt cx="818280" cy="81936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6720" cy="395640"/>
                <a:chOff x="3418200" y="1970280"/>
                <a:chExt cx="396720" cy="39564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5560" cy="9504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6200" cy="13536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3200" cy="6156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5440" cy="13644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9320" cy="11556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5080" cy="10296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5560" cy="11772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6720" cy="8856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4640"/>
              <a:ext cx="818280" cy="819360"/>
              <a:chOff x="4162680" y="3284640"/>
              <a:chExt cx="818280" cy="81936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4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3600" cy="38124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6840"/>
              <a:ext cx="818280" cy="819360"/>
              <a:chOff x="5117760" y="2796840"/>
              <a:chExt cx="818280" cy="81936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684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6000" cy="394200"/>
                <a:chOff x="5375880" y="2976120"/>
                <a:chExt cx="396000" cy="39420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5680" cy="19800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2880" cy="18180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7560" cy="9288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7920" cy="9288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7560" cy="9324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6840"/>
              <a:ext cx="818280" cy="819360"/>
              <a:chOff x="3207240" y="2796840"/>
              <a:chExt cx="818280" cy="81936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6840"/>
                <a:ext cx="818280" cy="81936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8240" cy="40824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8280" cy="819360"/>
              <a:chOff x="5117760" y="1763640"/>
              <a:chExt cx="818280" cy="81936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8280" cy="81936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4200" cy="29484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69720" cy="2453040"/>
            <a:chOff x="786960" y="1463760"/>
            <a:chExt cx="7569720" cy="245304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436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436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192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192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4360" cy="16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4360" cy="282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7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6280" cy="964080"/>
            <a:chOff x="844560" y="2174760"/>
            <a:chExt cx="1106280" cy="96408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12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3440" cy="830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7960" y="937800"/>
            <a:ext cx="6475680" cy="3550320"/>
            <a:chOff x="2127960" y="937800"/>
            <a:chExt cx="6475680" cy="3550320"/>
          </a:xfrm>
        </p:grpSpPr>
        <p:sp>
          <p:nvSpPr>
            <p:cNvPr id="520" name="TextBox 7"/>
            <p:cNvSpPr/>
            <p:nvPr/>
          </p:nvSpPr>
          <p:spPr>
            <a:xfrm flipH="1">
              <a:off x="6663240" y="11354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7960" y="937800"/>
              <a:ext cx="4438440" cy="3550320"/>
              <a:chOff x="2127960" y="937800"/>
              <a:chExt cx="4438440" cy="355032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4040" cy="86076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4640" cy="1288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4040" cy="162576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5280" y="3627360"/>
                <a:ext cx="860760" cy="8607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9240" y="372312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4040" cy="86076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4640" cy="13284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4040" cy="87516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5280" y="2733120"/>
                <a:ext cx="860760" cy="860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9240" y="282492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4040" cy="85896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4640" cy="1288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4040" cy="87120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5280" y="1838880"/>
                <a:ext cx="860760" cy="86076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9240" y="192780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4040" cy="86076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4640" cy="1288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4040" cy="163008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5280" y="937800"/>
                <a:ext cx="860760" cy="86076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9240" y="1029240"/>
                <a:ext cx="672840" cy="672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8920" y="1194480"/>
                <a:ext cx="109476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8920" y="2079360"/>
                <a:ext cx="107928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8920" y="2972880"/>
                <a:ext cx="109476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8920" y="3857760"/>
                <a:ext cx="1199520" cy="41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5760" y="2291760"/>
                <a:ext cx="1316160" cy="85176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6440" cy="42444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3320" cy="37080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3520" cy="271440"/>
                <a:chOff x="5967720" y="1221480"/>
                <a:chExt cx="353520" cy="27144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3720" cy="23220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8400" cy="22320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7840" cy="33552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3240" y="208188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3240" y="29768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3240" y="3921840"/>
              <a:ext cx="1940040" cy="39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4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8600" y="1016280"/>
            <a:ext cx="3433320" cy="3195720"/>
            <a:chOff x="2838600" y="1016280"/>
            <a:chExt cx="3433320" cy="319572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8120" y="1016280"/>
              <a:ext cx="2053800" cy="1935000"/>
              <a:chOff x="4218120" y="1016280"/>
              <a:chExt cx="2053800" cy="193500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5600" y="165708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1480" y="1016280"/>
                <a:ext cx="1000440" cy="885240"/>
                <a:chOff x="5271480" y="1016280"/>
                <a:chExt cx="1000440" cy="88524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7520" y="135504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7040" y="1751040"/>
                  <a:ext cx="14796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0920" y="1470240"/>
                  <a:ext cx="14796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560" y="1427400"/>
                  <a:ext cx="16776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2280" y="1248120"/>
                  <a:ext cx="14184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9200" y="129528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1520" y="1160640"/>
                  <a:ext cx="9756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5960" y="103716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9160" y="152388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0760" y="1118160"/>
                  <a:ext cx="11484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5440" y="103284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5760" y="16628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1120" y="1024920"/>
              <a:ext cx="2052360" cy="1934640"/>
              <a:chOff x="2841120" y="1024920"/>
              <a:chExt cx="2052360" cy="193464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5360"/>
                <a:ext cx="1222920" cy="10098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1120" y="1024920"/>
                <a:ext cx="1001880" cy="884880"/>
                <a:chOff x="2841120" y="1024920"/>
                <a:chExt cx="1001880" cy="88488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80120" y="136296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7320" y="1759320"/>
                  <a:ext cx="14832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4520" y="1478880"/>
                  <a:ext cx="14832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9000" y="143604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8200" y="1256760"/>
                  <a:ext cx="14220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30000" y="130356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2520" y="1168920"/>
                  <a:ext cx="9792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1320" y="104508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1040" y="153216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6360" y="1126800"/>
                  <a:ext cx="11520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680" y="104148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6120" y="1670760"/>
                  <a:ext cx="10044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5960" y="2275560"/>
              <a:ext cx="2053800" cy="1936440"/>
              <a:chOff x="4215960" y="2275560"/>
              <a:chExt cx="2053800" cy="193644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3440" y="255960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8960" y="3326400"/>
                <a:ext cx="1000800" cy="885600"/>
                <a:chOff x="5268960" y="3326400"/>
                <a:chExt cx="1000800" cy="88560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360" y="378000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880" y="3361680"/>
                  <a:ext cx="14832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0680"/>
                  <a:ext cx="14832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3040" y="363132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6520"/>
                  <a:ext cx="14220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7040" y="380700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70440"/>
                  <a:ext cx="9792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3800" y="4097880"/>
                  <a:ext cx="95040" cy="936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7000" y="358128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5280"/>
                  <a:ext cx="11520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3280" y="411516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3960" y="3441240"/>
                  <a:ext cx="100440" cy="123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8600" y="2276280"/>
              <a:ext cx="2051640" cy="1935360"/>
              <a:chOff x="2838600" y="2276280"/>
              <a:chExt cx="2051640" cy="193536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8760" y="2560680"/>
                <a:ext cx="1222920" cy="100944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8600" y="3326040"/>
                <a:ext cx="1000440" cy="885600"/>
                <a:chOff x="2838600" y="3326040"/>
                <a:chExt cx="1000440" cy="88560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7240" y="377892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4800" y="3361320"/>
                  <a:ext cx="147960" cy="114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1280" y="3639960"/>
                  <a:ext cx="147960" cy="1170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6840" y="3629880"/>
                  <a:ext cx="16776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6040" y="3836160"/>
                  <a:ext cx="141840" cy="1429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6400" y="3806640"/>
                  <a:ext cx="124200" cy="12528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1080" y="3969360"/>
                  <a:ext cx="97560" cy="975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8440" y="4096800"/>
                  <a:ext cx="95400" cy="932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7440" y="3580200"/>
                  <a:ext cx="13356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4560" y="3994200"/>
                  <a:ext cx="114840" cy="11484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4800" y="4115160"/>
                  <a:ext cx="79920" cy="7992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3960" y="34412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880"/>
              <a:ext cx="74376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7600" y="1887480"/>
              <a:ext cx="74376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8600" y="3138120"/>
              <a:ext cx="74448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51640" y="3094560"/>
              <a:ext cx="744480" cy="18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1200" cy="2412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1200" cy="20592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2360" cy="25236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6080" cy="24120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3800"/>
            <a:chOff x="980280" y="1968480"/>
            <a:chExt cx="7210080" cy="160380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3800"/>
              <a:chOff x="6128280" y="1968480"/>
              <a:chExt cx="2062080" cy="160380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7680" cy="1603800"/>
                <a:chOff x="6128280" y="1968480"/>
                <a:chExt cx="1957680" cy="160380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7680" cy="610920"/>
                  <a:chOff x="6128280" y="1968480"/>
                  <a:chExt cx="1957680" cy="61092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7680" cy="610920"/>
                  <a:chOff x="6128280" y="2961360"/>
                  <a:chExt cx="1957680" cy="61092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5080" cy="1603800"/>
              <a:chOff x="980280" y="1968480"/>
              <a:chExt cx="2035080" cy="160380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7680" cy="1603800"/>
                <a:chOff x="1057680" y="1968480"/>
                <a:chExt cx="1957680" cy="160380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7680" cy="610920"/>
                  <a:chOff x="1057680" y="1968480"/>
                  <a:chExt cx="1957680" cy="61092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7680" cy="610920"/>
                  <a:chOff x="1057680" y="2961360"/>
                  <a:chExt cx="1957680" cy="61092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3080" cy="240876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3080" cy="118800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3080" cy="1188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3080" cy="240876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3080" cy="240300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298800"/>
            <a:ext cx="26686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6520"/>
            <a:ext cx="266868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3040" cy="2137680"/>
            <a:chOff x="3347640" y="1718280"/>
            <a:chExt cx="2453040" cy="213768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89720" cy="13140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9520" cy="25344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1120" cy="1756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1120" cy="1756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1120" cy="14184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1880" cy="54612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160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4480" cy="19116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1560" cy="35172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4480" cy="19116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40480" cy="35172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3920" cy="9792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5360" cy="9792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4760" cy="36612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4760" cy="36612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89720" cy="13140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9520" cy="25344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6720" cy="14184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7880" cy="51660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6720" cy="14184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7880" cy="51660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304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3040" cy="1951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4800" cy="16632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4800" cy="16632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3800" cy="99612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5920" cy="46584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5920" cy="46584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20960" cy="46332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20960" cy="46332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8560" cy="39456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8560" cy="39456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5040" cy="39456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5040" cy="39456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7160" cy="39456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4640" cy="39456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40680" cy="39456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30040" cy="46584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8600" cy="46332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1840" cy="331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1840" cy="331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1880" cy="37008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3320" cy="16272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2160" cy="57996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9200" cy="23760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8160" cy="28044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100440" cy="27000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3680" cy="59544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9200" cy="23760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8160" cy="28044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100440" cy="27000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2400" cy="3024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7360" cy="6912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5920" cy="6912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6880" cy="2430000"/>
            <a:chOff x="539640" y="1537920"/>
            <a:chExt cx="8066880" cy="243000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2280" cy="2430000"/>
              <a:chOff x="539640" y="1537920"/>
              <a:chExt cx="2762280" cy="243000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7120" cy="53712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3160" cy="26604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4800" y="153648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9040" cy="567000"/>
                <a:chOff x="539640" y="1544760"/>
                <a:chExt cx="2039040" cy="56700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7120" cy="53712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6960" cy="25416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4800" y="247320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7120" cy="5371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9600" cy="29016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4800" y="337824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9040" cy="567000"/>
                <a:chOff x="539640" y="2506680"/>
                <a:chExt cx="2039040" cy="56700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9040" cy="567000"/>
                <a:chOff x="539640" y="3400920"/>
                <a:chExt cx="2039040" cy="56700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6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4400" y="1537920"/>
              <a:ext cx="2742120" cy="2378160"/>
              <a:chOff x="5864400" y="1537920"/>
              <a:chExt cx="2742120" cy="237816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7120" cy="53712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5000" cy="242280"/>
                <a:chOff x="5983920" y="1675440"/>
                <a:chExt cx="315000" cy="24228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7720" cy="20736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1400" cy="19944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5840" y="153648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7120" cy="53712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6560" cy="24624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5840" y="247320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7120" cy="53712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9600" cy="235440"/>
                <a:chOff x="5978880" y="3529440"/>
                <a:chExt cx="309600" cy="23544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70200" cy="7056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3520" cy="7200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5080" cy="8352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9600" cy="9756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5840" y="3380040"/>
                <a:ext cx="533520" cy="5364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8680" cy="515160"/>
                <a:chOff x="6567840" y="1544760"/>
                <a:chExt cx="2038680" cy="51516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8680" cy="514800"/>
                <a:chOff x="6567840" y="2503080"/>
                <a:chExt cx="2038680" cy="51480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8680" cy="515160"/>
                <a:chOff x="6567840" y="3400920"/>
                <a:chExt cx="2038680" cy="51516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2680" cy="183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6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8680" cy="380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8120" cy="314964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8720" cy="2685600"/>
            <a:chOff x="1331640" y="1704960"/>
            <a:chExt cx="1818720" cy="268560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4720" cy="52308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1720" cy="6660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60800" cy="64440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5000" cy="756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6040" cy="64332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7960" cy="95472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6880" cy="95472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1240" cy="45864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8440" cy="6660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4360" cy="75636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5000" cy="9144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5000" cy="9144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4400" cy="85716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6320" cy="12168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3800" cy="88596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300240" cy="46512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3800" cy="88596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300240" cy="46512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3920" cy="4500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2840" cy="45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2840" cy="45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3120" cy="47628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9560" cy="9144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9560" cy="9144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5800" cy="5544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6880" cy="5544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6600" cy="11556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80280" cy="7380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5560" cy="2736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1240" cy="113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5560" cy="2736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1240" cy="1134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3720" cy="63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4760" cy="147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3720" cy="63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5880" cy="18684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1680" cy="2817720"/>
            <a:chOff x="3092760" y="987480"/>
            <a:chExt cx="3721680" cy="281772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9560" cy="52668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4680" cy="305640"/>
              <a:chOff x="3092760" y="1846440"/>
              <a:chExt cx="3424680" cy="30564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4680" cy="305640"/>
              <a:chOff x="3092760" y="3093840"/>
              <a:chExt cx="3424680" cy="30564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4680" cy="305640"/>
              <a:chOff x="3092760" y="2678040"/>
              <a:chExt cx="3424680" cy="30564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4680" cy="305640"/>
              <a:chOff x="3092760" y="2262240"/>
              <a:chExt cx="3424680" cy="30564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4680" cy="305640"/>
              <a:chOff x="3092760" y="3499560"/>
              <a:chExt cx="3424680" cy="30564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4680" cy="3056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2560" cy="3056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7400" cy="1674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3720" cy="1626840"/>
            <a:chOff x="731160" y="907920"/>
            <a:chExt cx="7533720" cy="162684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2760" cy="645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2760" cy="664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1920" cy="81000"/>
              <a:chOff x="957240" y="2035080"/>
              <a:chExt cx="5461920" cy="8100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744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99720" cy="806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8200" cy="81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744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7080" cy="511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2760" cy="1186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2760" cy="13669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89880" cy="9518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7640" cy="735120"/>
            <a:chOff x="603360" y="3499560"/>
            <a:chExt cx="7937640" cy="73512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4080" cy="25452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7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2120" cy="42984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5440" cy="3392280"/>
            <a:chOff x="0" y="1194480"/>
            <a:chExt cx="8605440" cy="339228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2960" cy="33922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2640" cy="46224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8800" cy="15372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3800" cy="433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7240" cy="11412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3640" cy="17820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20520" cy="2124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808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8080" cy="684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808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2480" cy="2808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3800" cy="433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3840" cy="22896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6600" cy="14292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2480" cy="4248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3800" cy="433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3400" cy="11412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30960" cy="3168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8240" cy="19260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3680" cy="25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3680" cy="20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7280" cy="2122920"/>
            <a:chOff x="1727640" y="1420920"/>
            <a:chExt cx="1187280" cy="212292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1280" cy="20516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4240" cy="21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4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40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1800" cy="3408120"/>
            <a:chOff x="3195000" y="1734480"/>
            <a:chExt cx="2611800" cy="340812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4920" cy="283860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3920" cy="6933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8040" cy="59724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8040" cy="59724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6840" cy="36504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1880" cy="37008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4080" cy="42192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7120" cy="40968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2160" cy="33552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3800"/>
            <a:chOff x="980280" y="1968480"/>
            <a:chExt cx="7210080" cy="160380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3800"/>
              <a:chOff x="6128280" y="1968480"/>
              <a:chExt cx="2062080" cy="160380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7680" cy="1603800"/>
                <a:chOff x="6128280" y="1968480"/>
                <a:chExt cx="1957680" cy="160380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7680" cy="610920"/>
                  <a:chOff x="6128280" y="1968480"/>
                  <a:chExt cx="1957680" cy="61092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7680" cy="610920"/>
                  <a:chOff x="6128280" y="2961360"/>
                  <a:chExt cx="1957680" cy="61092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5080" cy="1603800"/>
              <a:chOff x="980280" y="1968480"/>
              <a:chExt cx="2035080" cy="160380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7680" cy="1603800"/>
                <a:chOff x="1057680" y="1968480"/>
                <a:chExt cx="1957680" cy="160380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7680" cy="610920"/>
                  <a:chOff x="1057680" y="1968480"/>
                  <a:chExt cx="1957680" cy="61092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7680" cy="610920"/>
                  <a:chOff x="1057680" y="2961360"/>
                  <a:chExt cx="1957680" cy="61092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7680" cy="380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7680" cy="2300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5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3480" cy="3390840"/>
            <a:chOff x="625320" y="842760"/>
            <a:chExt cx="3993480" cy="339084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3920" cy="3390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4160" cy="2976840"/>
            <a:chOff x="617760" y="1256760"/>
            <a:chExt cx="3494160" cy="297684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5840" cy="2976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4840" cy="2553480"/>
            <a:chOff x="610200" y="1680120"/>
            <a:chExt cx="2994840" cy="255348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7320" cy="255348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5160" cy="2122920"/>
            <a:chOff x="602640" y="2110680"/>
            <a:chExt cx="2495160" cy="212292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50160" cy="21229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2000" cy="26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960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96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5720" cy="345600"/>
            <a:chOff x="5228280" y="2142360"/>
            <a:chExt cx="3375720" cy="34560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9240" cy="30924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5720" cy="345600"/>
            <a:chOff x="5228280" y="3892320"/>
            <a:chExt cx="3375720" cy="34560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9240" cy="3092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5720" cy="345600"/>
            <a:chOff x="5228280" y="3308760"/>
            <a:chExt cx="3375720" cy="34560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9240" cy="30924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79640" cy="16344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5720" cy="345600"/>
            <a:chOff x="5228280" y="2725560"/>
            <a:chExt cx="3375720" cy="34560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9240" cy="3092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388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79640" cy="1796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5840" cy="1686960"/>
            <a:chOff x="1488960" y="1101960"/>
            <a:chExt cx="2895840" cy="168696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5840" cy="1686960"/>
              <a:chOff x="1488960" y="1101960"/>
              <a:chExt cx="2895840" cy="168696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5840" cy="16088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6160" cy="79812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1520" cy="1046520"/>
              <a:chOff x="2333160" y="1377000"/>
              <a:chExt cx="1991520" cy="104652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5840" cy="1686960"/>
            <a:chOff x="4745160" y="1101960"/>
            <a:chExt cx="2895840" cy="168696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5840" cy="16088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6160" cy="7981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1520" cy="1046520"/>
              <a:chOff x="5573520" y="1377000"/>
              <a:chExt cx="1991520" cy="104652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5840" cy="1686600"/>
            <a:chOff x="1510920" y="2882520"/>
            <a:chExt cx="2895840" cy="168660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5840" cy="16088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6160" cy="79812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1520" cy="1046520"/>
              <a:chOff x="2328840" y="3229920"/>
              <a:chExt cx="1991520" cy="104652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1520" cy="20448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1520" cy="8413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5840" cy="1686600"/>
            <a:chOff x="4758480" y="2882520"/>
            <a:chExt cx="2895840" cy="168660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5840" cy="1608840"/>
              <a:chOff x="4758480" y="2960280"/>
              <a:chExt cx="2895840" cy="160884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5840" cy="16088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1520" cy="1046520"/>
                <a:chOff x="5570640" y="3229920"/>
                <a:chExt cx="1991520" cy="104652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1520" cy="20448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1520" cy="84132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6160" cy="79812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9240"/>
            <a:ext cx="3679200" cy="1344600"/>
            <a:chOff x="906840" y="2739240"/>
            <a:chExt cx="3679200" cy="134460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852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9200" cy="1701000"/>
            <a:chOff x="906840" y="1409760"/>
            <a:chExt cx="3679200" cy="170100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776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604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1560" y="1414080"/>
            <a:ext cx="3654720" cy="1344600"/>
            <a:chOff x="4561560" y="1414080"/>
            <a:chExt cx="3654720" cy="134460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1200" y="141408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476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1640" y="2743920"/>
            <a:ext cx="3644280" cy="1344600"/>
            <a:chOff x="4571640" y="2743920"/>
            <a:chExt cx="3644280" cy="134460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1280" y="2743560"/>
              <a:ext cx="3644280" cy="13446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30640" cy="85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6040" cy="23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2600" y="1424520"/>
            <a:ext cx="2306880" cy="2690280"/>
            <a:chOff x="3432600" y="142452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2240" y="1424160"/>
              <a:ext cx="1150200" cy="134460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2600" y="1424520"/>
              <a:ext cx="2306880" cy="2690280"/>
              <a:chOff x="3432600" y="142452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2240" y="277020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780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780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4160"/>
                <a:ext cx="1150200" cy="134460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576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4480" cy="1176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7280" cy="577440"/>
            <a:chOff x="323640" y="0"/>
            <a:chExt cx="2087280" cy="57744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4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5280" cy="5774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3280" cy="257112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8360" cy="431964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5520" cy="17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200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196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79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564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1280" cy="28728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1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8864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2026-04-04T13:21:30Z</dcterms:modified>
  <cp:revision>993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