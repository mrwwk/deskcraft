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_rels/notesSlide1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24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23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21.xml.rels" ContentType="application/vnd.openxmlformats-package.relationships+xml"/>
  <Override PartName="/ppt/notesSlides/notesSlide1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5.xml" ContentType="application/vnd.openxmlformats-officedocument.presentationml.notesSlid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7.png" ContentType="image/png"/>
  <Override PartName="/ppt/media/image12.jpeg" ContentType="image/jpeg"/>
  <Override PartName="/ppt/media/image11.png" ContentType="image/png"/>
  <Override PartName="/ppt/media/image16.png" ContentType="image/png"/>
  <Override PartName="/ppt/media/image15.png" ContentType="image/png"/>
  <Override PartName="/ppt/media/image5.jpeg" ContentType="image/jpeg"/>
  <Override PartName="/ppt/media/image14.jpeg" ContentType="image/jpeg"/>
  <Override PartName="/ppt/media/image2.png" ContentType="image/png"/>
  <Override PartName="/ppt/media/image9.jpeg" ContentType="image/jpeg"/>
  <Override PartName="/ppt/media/image1.png" ContentType="image/png"/>
  <Override PartName="/ppt/media/image3.png" ContentType="image/png"/>
  <Override PartName="/ppt/media/image4.png" ContentType="image/png"/>
  <Override PartName="/ppt/media/image13.jpeg" ContentType="image/jpeg"/>
  <Override PartName="/ppt/media/image10.jpeg" ContentType="image/jpeg"/>
  <Override PartName="/ppt/media/image8.jpeg" ContentType="image/jpeg"/>
  <Override PartName="/ppt/media/image6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20.xml.rels" ContentType="application/vnd.openxmlformats-package.relationships+xml"/>
  <Override PartName="/ppt/slides/_rels/slide2.xml.rels" ContentType="application/vnd.openxmlformats-package.relationships+xml"/>
  <Override PartName="/ppt/slides/_rels/slide19.xml.rels" ContentType="application/vnd.openxmlformats-package.relationships+xml"/>
  <Override PartName="/ppt/slides/_rels/slide21.xml.rels" ContentType="application/vnd.openxmlformats-package.relationships+xml"/>
  <Override PartName="/ppt/slides/_rels/slide3.xml.rels" ContentType="application/vnd.openxmlformats-package.relationships+xml"/>
  <Override PartName="/ppt/slides/_rels/slide22.xml.rels" ContentType="application/vnd.openxmlformats-package.relationships+xml"/>
  <Override PartName="/ppt/slides/_rels/slide23.xml.rels" ContentType="application/vnd.openxmlformats-package.relationships+xml"/>
  <Override PartName="/ppt/slides/_rels/slide14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9.xml.rels" ContentType="application/vnd.openxmlformats-package.relationships+xml"/>
  <Override PartName="/ppt/slides/_rels/slide25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24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HK" sz="4400" spc="-1" strike="noStrike">
                <a:latin typeface="Arial"/>
              </a:rPr>
              <a:t>Click to move the slide</a:t>
            </a:r>
            <a:endParaRPr b="0" lang="en-HK" sz="4400" spc="-1" strike="noStrike"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HK" sz="2000" spc="-1" strike="noStrike">
                <a:latin typeface="Arial"/>
              </a:rPr>
              <a:t>Click to edit the notes format</a:t>
            </a:r>
            <a:endParaRPr b="0" lang="en-HK" sz="2000" spc="-1" strike="noStrike">
              <a:latin typeface="Arial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HK" sz="1400" spc="-1" strike="noStrike">
                <a:latin typeface="Times New Roman"/>
              </a:rPr>
              <a:t>&lt;header&gt;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HK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HK" sz="1400" spc="-1" strike="noStrike">
                <a:latin typeface="Times New Roman"/>
              </a:rPr>
              <a:t>&lt;date/time&gt;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8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HK" sz="1400" spc="-1" strike="noStrike">
                <a:latin typeface="Times New Roman"/>
              </a:defRPr>
            </a:lvl1pPr>
          </a:lstStyle>
          <a:p>
            <a:r>
              <a:rPr b="0" lang="en-HK" sz="1400" spc="-1" strike="noStrike">
                <a:latin typeface="Times New Roman"/>
              </a:rPr>
              <a:t>&lt;footer&gt;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8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HK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6A5D61D0-0F07-418C-8457-855E2F455DCA}" type="slidenum">
              <a:rPr b="0" lang="en-HK" sz="1400" spc="-1" strike="noStrike">
                <a:latin typeface="Times New Roman"/>
              </a:rPr>
              <a:t>&lt;number&gt;</a:t>
            </a:fld>
            <a:endParaRPr b="0" lang="en-HK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1920" cy="3425040"/>
          </a:xfrm>
          <a:prstGeom prst="rect">
            <a:avLst/>
          </a:prstGeom>
          <a:ln w="0">
            <a:noFill/>
          </a:ln>
        </p:spPr>
      </p:sp>
      <p:sp>
        <p:nvSpPr>
          <p:cNvPr id="108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2440" cy="4110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082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67840" cy="45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HK" sz="1200" spc="-1" strike="noStrike">
                <a:solidFill>
                  <a:srgbClr val="000000"/>
                </a:solidFill>
                <a:latin typeface="Calibri"/>
                <a:ea typeface="微软雅黑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32FB011-D509-4A90-A1B4-4991B5F2CC83}" type="slidenum">
              <a:rPr b="0" lang="en-HK" sz="1200" spc="-1" strike="noStrike">
                <a:solidFill>
                  <a:srgbClr val="000000"/>
                </a:solidFill>
                <a:latin typeface="Calibri"/>
                <a:ea typeface="微软雅黑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1920" cy="3425040"/>
          </a:xfrm>
          <a:prstGeom prst="rect">
            <a:avLst/>
          </a:prstGeom>
          <a:ln w="0">
            <a:noFill/>
          </a:ln>
        </p:spPr>
      </p:sp>
      <p:sp>
        <p:nvSpPr>
          <p:cNvPr id="108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2440" cy="4110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085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67840" cy="45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HK" sz="1200" spc="-1" strike="noStrike">
                <a:solidFill>
                  <a:srgbClr val="000000"/>
                </a:solidFill>
                <a:latin typeface="Calibri"/>
                <a:ea typeface="微软雅黑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20F9302-56A3-46B2-A98E-10F7DFB9C8CC}" type="slidenum">
              <a:rPr b="0" lang="en-HK" sz="1200" spc="-1" strike="noStrike">
                <a:solidFill>
                  <a:srgbClr val="000000"/>
                </a:solidFill>
                <a:latin typeface="Calibri"/>
                <a:ea typeface="微软雅黑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1920" cy="3425040"/>
          </a:xfrm>
          <a:prstGeom prst="rect">
            <a:avLst/>
          </a:prstGeom>
          <a:ln w="0">
            <a:noFill/>
          </a:ln>
        </p:spPr>
      </p:sp>
      <p:sp>
        <p:nvSpPr>
          <p:cNvPr id="108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2440" cy="4110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088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67840" cy="45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HK" sz="1200" spc="-1" strike="noStrike">
                <a:solidFill>
                  <a:srgbClr val="000000"/>
                </a:solidFill>
                <a:latin typeface="Calibri"/>
                <a:ea typeface="微软雅黑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9DEB987-66CF-4E4D-9BEA-978941519723}" type="slidenum">
              <a:rPr b="0" lang="en-HK" sz="1200" spc="-1" strike="noStrike">
                <a:solidFill>
                  <a:srgbClr val="000000"/>
                </a:solidFill>
                <a:latin typeface="Calibri"/>
                <a:ea typeface="微软雅黑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1920" cy="3425040"/>
          </a:xfrm>
          <a:prstGeom prst="rect">
            <a:avLst/>
          </a:prstGeom>
          <a:ln w="0">
            <a:noFill/>
          </a:ln>
        </p:spPr>
      </p:sp>
      <p:sp>
        <p:nvSpPr>
          <p:cNvPr id="109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2440" cy="4110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091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67840" cy="45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HK" sz="1200" spc="-1" strike="noStrike">
                <a:solidFill>
                  <a:srgbClr val="000000"/>
                </a:solidFill>
                <a:latin typeface="Calibri"/>
                <a:ea typeface="微软雅黑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7EBB332-33F7-4CA3-9222-FAEEE86F3674}" type="slidenum">
              <a:rPr b="0" lang="en-HK" sz="1200" spc="-1" strike="noStrike">
                <a:solidFill>
                  <a:srgbClr val="000000"/>
                </a:solidFill>
                <a:latin typeface="Calibri"/>
                <a:ea typeface="微软雅黑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1920" cy="3425040"/>
          </a:xfrm>
          <a:prstGeom prst="rect">
            <a:avLst/>
          </a:prstGeom>
          <a:ln w="0">
            <a:noFill/>
          </a:ln>
        </p:spPr>
      </p:sp>
      <p:sp>
        <p:nvSpPr>
          <p:cNvPr id="109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2440" cy="4110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094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67840" cy="45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HK" sz="1200" spc="-1" strike="noStrike">
                <a:solidFill>
                  <a:srgbClr val="000000"/>
                </a:solidFill>
                <a:latin typeface="Calibri"/>
                <a:ea typeface="微软雅黑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AB6510C-205F-4284-9404-F744917EA306}" type="slidenum">
              <a:rPr b="0" lang="en-HK" sz="1200" spc="-1" strike="noStrike">
                <a:solidFill>
                  <a:srgbClr val="000000"/>
                </a:solidFill>
                <a:latin typeface="Calibri"/>
                <a:ea typeface="微软雅黑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1920" cy="3425040"/>
          </a:xfrm>
          <a:prstGeom prst="rect">
            <a:avLst/>
          </a:prstGeom>
          <a:ln w="0">
            <a:noFill/>
          </a:ln>
        </p:spPr>
      </p:sp>
      <p:sp>
        <p:nvSpPr>
          <p:cNvPr id="109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2440" cy="4110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097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67840" cy="45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HK" sz="1200" spc="-1" strike="noStrike">
                <a:solidFill>
                  <a:srgbClr val="000000"/>
                </a:solidFill>
                <a:latin typeface="Calibri"/>
                <a:ea typeface="微软雅黑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1C0C82E-D6C1-4877-8719-AA3465802B73}" type="slidenum">
              <a:rPr b="0" lang="en-HK" sz="1200" spc="-1" strike="noStrike">
                <a:solidFill>
                  <a:srgbClr val="000000"/>
                </a:solidFill>
                <a:latin typeface="Calibri"/>
                <a:ea typeface="微软雅黑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1920" cy="3425040"/>
          </a:xfrm>
          <a:prstGeom prst="rect">
            <a:avLst/>
          </a:prstGeom>
          <a:ln w="0">
            <a:noFill/>
          </a:ln>
        </p:spPr>
      </p:sp>
      <p:sp>
        <p:nvSpPr>
          <p:cNvPr id="109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2440" cy="4110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100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67840" cy="45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HK" sz="1200" spc="-1" strike="noStrike">
                <a:solidFill>
                  <a:srgbClr val="000000"/>
                </a:solidFill>
                <a:latin typeface="Calibri"/>
                <a:ea typeface="微软雅黑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C6A5387-C91D-4912-A229-0CF7F75436A9}" type="slidenum">
              <a:rPr b="0" lang="en-HK" sz="1200" spc="-1" strike="noStrike">
                <a:solidFill>
                  <a:srgbClr val="000000"/>
                </a:solidFill>
                <a:latin typeface="Calibri"/>
                <a:ea typeface="微软雅黑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1920" cy="3425040"/>
          </a:xfrm>
          <a:prstGeom prst="rect">
            <a:avLst/>
          </a:prstGeom>
          <a:ln w="0">
            <a:noFill/>
          </a:ln>
        </p:spPr>
      </p:sp>
      <p:sp>
        <p:nvSpPr>
          <p:cNvPr id="110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2440" cy="4110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103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67840" cy="45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HK" sz="1200" spc="-1" strike="noStrike">
                <a:solidFill>
                  <a:srgbClr val="000000"/>
                </a:solidFill>
                <a:latin typeface="Calibri"/>
                <a:ea typeface="微软雅黑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3287DFC-FBC9-427E-A35D-92AD615A101E}" type="slidenum">
              <a:rPr b="0" lang="en-HK" sz="1200" spc="-1" strike="noStrike">
                <a:solidFill>
                  <a:srgbClr val="000000"/>
                </a:solidFill>
                <a:latin typeface="Calibri"/>
                <a:ea typeface="微软雅黑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1920" cy="3425040"/>
          </a:xfrm>
          <a:prstGeom prst="rect">
            <a:avLst/>
          </a:prstGeom>
          <a:ln w="0">
            <a:noFill/>
          </a:ln>
        </p:spPr>
      </p:sp>
      <p:sp>
        <p:nvSpPr>
          <p:cNvPr id="110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2440" cy="4110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106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67840" cy="45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HK" sz="1200" spc="-1" strike="noStrike">
                <a:solidFill>
                  <a:srgbClr val="000000"/>
                </a:solidFill>
                <a:latin typeface="Calibri"/>
                <a:ea typeface="微软雅黑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773F4FA-D6F2-44E8-A610-9C21E7BDAD0B}" type="slidenum">
              <a:rPr b="0" lang="en-HK" sz="1200" spc="-1" strike="noStrike">
                <a:solidFill>
                  <a:srgbClr val="000000"/>
                </a:solidFill>
                <a:latin typeface="Calibri"/>
                <a:ea typeface="微软雅黑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1920" cy="3425040"/>
          </a:xfrm>
          <a:prstGeom prst="rect">
            <a:avLst/>
          </a:prstGeom>
          <a:ln w="0">
            <a:noFill/>
          </a:ln>
        </p:spPr>
      </p:sp>
      <p:sp>
        <p:nvSpPr>
          <p:cNvPr id="110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2440" cy="4110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109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67840" cy="45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HK" sz="1200" spc="-1" strike="noStrike">
                <a:solidFill>
                  <a:srgbClr val="000000"/>
                </a:solidFill>
                <a:latin typeface="Calibri"/>
                <a:ea typeface="微软雅黑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13A5DF2-BD62-44A7-9322-DC057F1C6BF9}" type="slidenum">
              <a:rPr b="0" lang="en-HK" sz="1200" spc="-1" strike="noStrike">
                <a:solidFill>
                  <a:srgbClr val="000000"/>
                </a:solidFill>
                <a:latin typeface="Calibri"/>
                <a:ea typeface="微软雅黑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1920" cy="3425040"/>
          </a:xfrm>
          <a:prstGeom prst="rect">
            <a:avLst/>
          </a:prstGeom>
          <a:ln w="0">
            <a:noFill/>
          </a:ln>
        </p:spPr>
      </p:sp>
      <p:sp>
        <p:nvSpPr>
          <p:cNvPr id="111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2440" cy="4110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112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67840" cy="45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HK" sz="1200" spc="-1" strike="noStrike">
                <a:solidFill>
                  <a:srgbClr val="000000"/>
                </a:solidFill>
                <a:latin typeface="Calibri"/>
                <a:ea typeface="微软雅黑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E0D8122-6FAD-4ECF-B21A-C17E1A9CF961}" type="slidenum">
              <a:rPr b="0" lang="en-HK" sz="1200" spc="-1" strike="noStrike">
                <a:solidFill>
                  <a:srgbClr val="000000"/>
                </a:solidFill>
                <a:latin typeface="Calibri"/>
                <a:ea typeface="微软雅黑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1920" cy="3425040"/>
          </a:xfrm>
          <a:prstGeom prst="rect">
            <a:avLst/>
          </a:prstGeom>
          <a:ln w="0">
            <a:noFill/>
          </a:ln>
        </p:spPr>
      </p:sp>
      <p:sp>
        <p:nvSpPr>
          <p:cNvPr id="111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2440" cy="4110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115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67840" cy="45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HK" sz="1200" spc="-1" strike="noStrike">
                <a:solidFill>
                  <a:srgbClr val="000000"/>
                </a:solidFill>
                <a:latin typeface="Calibri"/>
                <a:ea typeface="微软雅黑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8D04367-BD14-46E8-8CB0-B280D80748D8}" type="slidenum">
              <a:rPr b="0" lang="en-HK" sz="1200" spc="-1" strike="noStrike">
                <a:solidFill>
                  <a:srgbClr val="000000"/>
                </a:solidFill>
                <a:latin typeface="Calibri"/>
                <a:ea typeface="微软雅黑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1920" cy="3425040"/>
          </a:xfrm>
          <a:prstGeom prst="rect">
            <a:avLst/>
          </a:prstGeom>
          <a:ln w="0">
            <a:noFill/>
          </a:ln>
        </p:spPr>
      </p:sp>
      <p:sp>
        <p:nvSpPr>
          <p:cNvPr id="111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2440" cy="4110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118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67840" cy="45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HK" sz="1200" spc="-1" strike="noStrike">
                <a:solidFill>
                  <a:srgbClr val="000000"/>
                </a:solidFill>
                <a:latin typeface="Calibri"/>
                <a:ea typeface="微软雅黑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4F2AA0F-9AE7-4AA5-84B5-30E0B3559410}" type="slidenum">
              <a:rPr b="0" lang="en-HK" sz="1200" spc="-1" strike="noStrike">
                <a:solidFill>
                  <a:srgbClr val="000000"/>
                </a:solidFill>
                <a:latin typeface="Calibri"/>
                <a:ea typeface="微软雅黑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1920" cy="3425040"/>
          </a:xfrm>
          <a:prstGeom prst="rect">
            <a:avLst/>
          </a:prstGeom>
          <a:ln w="0">
            <a:noFill/>
          </a:ln>
        </p:spPr>
      </p:sp>
      <p:sp>
        <p:nvSpPr>
          <p:cNvPr id="112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2440" cy="4110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121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67840" cy="45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HK" sz="1200" spc="-1" strike="noStrike">
                <a:solidFill>
                  <a:srgbClr val="000000"/>
                </a:solidFill>
                <a:latin typeface="Calibri"/>
                <a:ea typeface="微软雅黑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E1639DA-782E-4BE7-ACD7-2D23E948EF8F}" type="slidenum">
              <a:rPr b="0" lang="en-HK" sz="1200" spc="-1" strike="noStrike">
                <a:solidFill>
                  <a:srgbClr val="000000"/>
                </a:solidFill>
                <a:latin typeface="Calibri"/>
                <a:ea typeface="微软雅黑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1920" cy="3425040"/>
          </a:xfrm>
          <a:prstGeom prst="rect">
            <a:avLst/>
          </a:prstGeom>
          <a:ln w="0">
            <a:noFill/>
          </a:ln>
        </p:spPr>
      </p:sp>
      <p:sp>
        <p:nvSpPr>
          <p:cNvPr id="112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2440" cy="4110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124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67840" cy="45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HK" sz="1200" spc="-1" strike="noStrike">
                <a:solidFill>
                  <a:srgbClr val="000000"/>
                </a:solidFill>
                <a:latin typeface="Calibri"/>
                <a:ea typeface="微软雅黑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D400318-52D7-4039-83CB-CA0F35E56F4F}" type="slidenum">
              <a:rPr b="0" lang="en-HK" sz="1200" spc="-1" strike="noStrike">
                <a:solidFill>
                  <a:srgbClr val="000000"/>
                </a:solidFill>
                <a:latin typeface="Calibri"/>
                <a:ea typeface="微软雅黑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1920" cy="3425040"/>
          </a:xfrm>
          <a:prstGeom prst="rect">
            <a:avLst/>
          </a:prstGeom>
          <a:ln w="0">
            <a:noFill/>
          </a:ln>
        </p:spPr>
      </p:sp>
      <p:sp>
        <p:nvSpPr>
          <p:cNvPr id="112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2440" cy="4110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127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67840" cy="45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HK" sz="1200" spc="-1" strike="noStrike">
                <a:solidFill>
                  <a:srgbClr val="000000"/>
                </a:solidFill>
                <a:latin typeface="Calibri"/>
                <a:ea typeface="微软雅黑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8CF3EE8-0FE1-4B25-A594-734957707910}" type="slidenum">
              <a:rPr b="0" lang="en-HK" sz="1200" spc="-1" strike="noStrike">
                <a:solidFill>
                  <a:srgbClr val="000000"/>
                </a:solidFill>
                <a:latin typeface="Calibri"/>
                <a:ea typeface="微软雅黑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1920" cy="3425040"/>
          </a:xfrm>
          <a:prstGeom prst="rect">
            <a:avLst/>
          </a:prstGeom>
          <a:ln w="0">
            <a:noFill/>
          </a:ln>
        </p:spPr>
      </p:sp>
      <p:sp>
        <p:nvSpPr>
          <p:cNvPr id="112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2440" cy="4110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130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67840" cy="45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HK" sz="1200" spc="-1" strike="noStrike">
                <a:solidFill>
                  <a:srgbClr val="000000"/>
                </a:solidFill>
                <a:latin typeface="Calibri"/>
                <a:ea typeface="微软雅黑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93C65CB-F838-4FEA-AE3A-7661AAE1E6E6}" type="slidenum">
              <a:rPr b="0" lang="en-HK" sz="1200" spc="-1" strike="noStrike">
                <a:solidFill>
                  <a:srgbClr val="000000"/>
                </a:solidFill>
                <a:latin typeface="Calibri"/>
                <a:ea typeface="微软雅黑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1920" cy="3425040"/>
          </a:xfrm>
          <a:prstGeom prst="rect">
            <a:avLst/>
          </a:prstGeom>
          <a:ln w="0">
            <a:noFill/>
          </a:ln>
        </p:spPr>
      </p:sp>
      <p:sp>
        <p:nvSpPr>
          <p:cNvPr id="113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2440" cy="4110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133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67840" cy="45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HK" sz="1200" spc="-1" strike="noStrike">
                <a:solidFill>
                  <a:srgbClr val="000000"/>
                </a:solidFill>
                <a:latin typeface="Calibri"/>
                <a:ea typeface="微软雅黑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6ACB55F-4427-4BAB-B3BD-FD7DA4B32E8D}" type="slidenum">
              <a:rPr b="0" lang="en-HK" sz="1200" spc="-1" strike="noStrike">
                <a:solidFill>
                  <a:srgbClr val="000000"/>
                </a:solidFill>
                <a:latin typeface="Calibri"/>
                <a:ea typeface="微软雅黑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ebecf0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矩形 1"/>
          <p:cNvSpPr/>
          <p:nvPr/>
        </p:nvSpPr>
        <p:spPr>
          <a:xfrm>
            <a:off x="0" y="0"/>
            <a:ext cx="9140040" cy="5139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HK" sz="4400" spc="-1" strike="noStrike">
                <a:latin typeface="Arial"/>
              </a:rPr>
              <a:t>Click to edit the title text format</a:t>
            </a:r>
            <a:endParaRPr b="0" lang="en-HK" sz="4400" spc="-1" strike="noStrike"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3200" spc="-1" strike="noStrike">
                <a:latin typeface="Arial"/>
              </a:rPr>
              <a:t>Click to edit the outline text format</a:t>
            </a:r>
            <a:endParaRPr b="0" lang="en-HK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800" spc="-1" strike="noStrike">
                <a:latin typeface="Arial"/>
              </a:rPr>
              <a:t>Second Outline Level</a:t>
            </a:r>
            <a:endParaRPr b="0" lang="en-HK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400" spc="-1" strike="noStrike">
                <a:latin typeface="Arial"/>
              </a:rPr>
              <a:t>Third Outline Level</a:t>
            </a:r>
            <a:endParaRPr b="0" lang="en-HK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000" spc="-1" strike="noStrike">
                <a:latin typeface="Arial"/>
              </a:rPr>
              <a:t>Fourth Outline Level</a:t>
            </a:r>
            <a:endParaRPr b="0" lang="en-HK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Fifth Outline Level</a:t>
            </a:r>
            <a:endParaRPr b="0" lang="en-HK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Sixth Outline Level</a:t>
            </a:r>
            <a:endParaRPr b="0" lang="en-HK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Seventh Outline Level</a:t>
            </a:r>
            <a:endParaRPr b="0" lang="en-HK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 1"/>
          <p:cNvSpPr/>
          <p:nvPr/>
        </p:nvSpPr>
        <p:spPr>
          <a:xfrm>
            <a:off x="0" y="0"/>
            <a:ext cx="9140040" cy="5139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HK" sz="4400" spc="-1" strike="noStrike">
                <a:latin typeface="Arial"/>
              </a:rPr>
              <a:t>Click to edit the title text format</a:t>
            </a:r>
            <a:endParaRPr b="0" lang="en-HK" sz="4400" spc="-1" strike="noStrike"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3200" spc="-1" strike="noStrike">
                <a:latin typeface="Arial"/>
              </a:rPr>
              <a:t>Click to edit the outline text format</a:t>
            </a:r>
            <a:endParaRPr b="0" lang="en-HK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800" spc="-1" strike="noStrike">
                <a:latin typeface="Arial"/>
              </a:rPr>
              <a:t>Second Outline Level</a:t>
            </a:r>
            <a:endParaRPr b="0" lang="en-HK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400" spc="-1" strike="noStrike">
                <a:latin typeface="Arial"/>
              </a:rPr>
              <a:t>Third Outline Level</a:t>
            </a:r>
            <a:endParaRPr b="0" lang="en-HK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000" spc="-1" strike="noStrike">
                <a:latin typeface="Arial"/>
              </a:rPr>
              <a:t>Fourth Outline Level</a:t>
            </a:r>
            <a:endParaRPr b="0" lang="en-HK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Fifth Outline Level</a:t>
            </a:r>
            <a:endParaRPr b="0" lang="en-HK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Sixth Outline Level</a:t>
            </a:r>
            <a:endParaRPr b="0" lang="en-HK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Seventh Outline Level</a:t>
            </a:r>
            <a:endParaRPr b="0" lang="en-HK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jpeg"/><Relationship Id="rId3" Type="http://schemas.openxmlformats.org/officeDocument/2006/relationships/image" Target="../media/image9.jpeg"/><Relationship Id="rId4" Type="http://schemas.openxmlformats.org/officeDocument/2006/relationships/slideLayout" Target="../slideLayouts/slideLayout13.xml"/><Relationship Id="rId5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image" Target="../media/image13.jpeg"/><Relationship Id="rId3" Type="http://schemas.openxmlformats.org/officeDocument/2006/relationships/slideLayout" Target="../slideLayouts/slideLayout13.xml"/><Relationship Id="rId4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4.jpe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3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图片 8" descr=""/>
          <p:cNvPicPr/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">
                    <a14:imgEffect>
                      <a14:artisticBlur/>
                    </a14:imgEffect>
                  </a14:imgLayer>
                </a14:imgProps>
              </a:ext>
            </a:extLst>
          </a:blip>
          <a:stretch/>
        </p:blipFill>
        <p:spPr>
          <a:xfrm>
            <a:off x="0" y="0"/>
            <a:ext cx="9140040" cy="2567880"/>
          </a:xfrm>
          <a:prstGeom prst="rect">
            <a:avLst/>
          </a:prstGeom>
          <a:ln w="0">
            <a:noFill/>
          </a:ln>
        </p:spPr>
      </p:pic>
      <p:sp>
        <p:nvSpPr>
          <p:cNvPr id="85" name="矩形: 圆角 11"/>
          <p:cNvSpPr/>
          <p:nvPr/>
        </p:nvSpPr>
        <p:spPr>
          <a:xfrm>
            <a:off x="467640" y="411480"/>
            <a:ext cx="8205120" cy="4316400"/>
          </a:xfrm>
          <a:prstGeom prst="roundRect">
            <a:avLst>
              <a:gd name="adj" fmla="val 3113"/>
            </a:avLst>
          </a:prstGeom>
          <a:solidFill>
            <a:schemeClr val="bg1"/>
          </a:solidFill>
          <a:ln w="3175">
            <a:solidFill>
              <a:srgbClr val="808080"/>
            </a:solidFill>
            <a:round/>
          </a:ln>
          <a:effectLst>
            <a:outerShdw algn="ctr" blurRad="114480" rotWithShape="0" sx="102000" sy="102000">
              <a:srgbClr val="000000">
                <a:alpha val="2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86" name="组合 16"/>
          <p:cNvGrpSpPr/>
          <p:nvPr/>
        </p:nvGrpSpPr>
        <p:grpSpPr>
          <a:xfrm>
            <a:off x="7884360" y="627480"/>
            <a:ext cx="504000" cy="360000"/>
            <a:chOff x="7884360" y="627480"/>
            <a:chExt cx="504000" cy="360000"/>
          </a:xfrm>
        </p:grpSpPr>
        <p:sp>
          <p:nvSpPr>
            <p:cNvPr id="87" name="直接连接符 13"/>
            <p:cNvSpPr/>
            <p:nvPr/>
          </p:nvSpPr>
          <p:spPr>
            <a:xfrm>
              <a:off x="7884360" y="802440"/>
              <a:ext cx="504000" cy="360"/>
            </a:xfrm>
            <a:prstGeom prst="line">
              <a:avLst/>
            </a:prstGeom>
            <a:ln>
              <a:solidFill>
                <a:srgbClr val="80808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88" name="直接连接符 15"/>
            <p:cNvSpPr/>
            <p:nvPr/>
          </p:nvSpPr>
          <p:spPr>
            <a:xfrm flipV="1">
              <a:off x="8244360" y="627480"/>
              <a:ext cx="360" cy="360000"/>
            </a:xfrm>
            <a:prstGeom prst="line">
              <a:avLst/>
            </a:prstGeom>
            <a:ln>
              <a:solidFill>
                <a:srgbClr val="80808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89" name="文本框 17"/>
          <p:cNvSpPr/>
          <p:nvPr/>
        </p:nvSpPr>
        <p:spPr>
          <a:xfrm>
            <a:off x="683640" y="3170880"/>
            <a:ext cx="242280" cy="178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 vert="vert" rot="5400000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808080"/>
                </a:solidFill>
                <a:latin typeface="aakar"/>
                <a:ea typeface="微软雅黑"/>
              </a:rPr>
              <a:t>LIVE Times New Roman</a:t>
            </a:r>
            <a:endParaRPr b="0" lang="en-HK" sz="1600" spc="-1" strike="noStrike">
              <a:latin typeface="aakar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808080"/>
                </a:solidFill>
                <a:latin typeface="aakar"/>
                <a:ea typeface="微软雅黑"/>
              </a:rPr>
              <a:t>AND LEARN</a:t>
            </a:r>
            <a:endParaRPr b="0" lang="en-HK" sz="1600" spc="-1" strike="noStrike">
              <a:latin typeface="aakar"/>
            </a:endParaRPr>
          </a:p>
        </p:txBody>
      </p:sp>
      <p:sp>
        <p:nvSpPr>
          <p:cNvPr id="90" name="TextBox 7"/>
          <p:cNvSpPr/>
          <p:nvPr/>
        </p:nvSpPr>
        <p:spPr>
          <a:xfrm>
            <a:off x="1979640" y="1890720"/>
            <a:ext cx="6548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HK" sz="1800" spc="-1" strike="noStrike">
                <a:solidFill>
                  <a:srgbClr val="000000"/>
                </a:solidFill>
                <a:latin typeface="aakar"/>
                <a:ea typeface="宋体"/>
              </a:rPr>
              <a:t>Minimal Elegant Work Report Template</a:t>
            </a:r>
            <a:endParaRPr b="0" lang="en-HK" sz="1800" spc="-1" strike="noStrike">
              <a:latin typeface="aakar"/>
            </a:endParaRPr>
          </a:p>
        </p:txBody>
      </p:sp>
      <p:sp>
        <p:nvSpPr>
          <p:cNvPr id="91" name="文本框 19"/>
          <p:cNvSpPr/>
          <p:nvPr/>
        </p:nvSpPr>
        <p:spPr>
          <a:xfrm>
            <a:off x="2843640" y="2571840"/>
            <a:ext cx="482040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808080"/>
                </a:solidFill>
                <a:latin typeface="aakar"/>
                <a:ea typeface="微软雅黑"/>
              </a:rPr>
              <a:t>BLACK CONCISE TEMPLATET New Romanimes</a:t>
            </a:r>
            <a:endParaRPr b="0" lang="en-HK" sz="1600" spc="-1" strike="noStrike">
              <a:latin typeface="aakar"/>
            </a:endParaRPr>
          </a:p>
        </p:txBody>
      </p:sp>
      <p:sp>
        <p:nvSpPr>
          <p:cNvPr id="92" name="直接连接符 21"/>
          <p:cNvSpPr/>
          <p:nvPr/>
        </p:nvSpPr>
        <p:spPr>
          <a:xfrm>
            <a:off x="6444000" y="3075480"/>
            <a:ext cx="1224000" cy="360"/>
          </a:xfrm>
          <a:prstGeom prst="line">
            <a:avLst/>
          </a:prstGeom>
          <a:ln w="19050">
            <a:solidFill>
              <a:srgbClr val="0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3" name="文本框 22"/>
          <p:cNvSpPr/>
          <p:nvPr/>
        </p:nvSpPr>
        <p:spPr>
          <a:xfrm>
            <a:off x="4788000" y="3302640"/>
            <a:ext cx="287640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bfbfbf"/>
                </a:solidFill>
                <a:latin typeface="aakar"/>
                <a:ea typeface="微软雅黑"/>
              </a:rPr>
              <a:t>Lorem ipsum dolor sit amet, consectetuer adipiscing elit. Maecenas porttitor congue</a:t>
            </a:r>
            <a:endParaRPr b="0" lang="en-HK" sz="1400" spc="-1" strike="noStrike">
              <a:latin typeface="aakar"/>
            </a:endParaRPr>
          </a:p>
        </p:txBody>
      </p:sp>
      <p:sp>
        <p:nvSpPr>
          <p:cNvPr id="94" name="文本框 23"/>
          <p:cNvSpPr/>
          <p:nvPr/>
        </p:nvSpPr>
        <p:spPr>
          <a:xfrm>
            <a:off x="6444360" y="1236240"/>
            <a:ext cx="2372400" cy="365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rgbClr val="272f42"/>
                </a:solidFill>
                <a:latin typeface="aakar"/>
                <a:ea typeface="微软雅黑"/>
              </a:rPr>
              <a:t>20Times New Roman</a:t>
            </a:r>
            <a:endParaRPr b="0" lang="en-HK" sz="4000" spc="-1" strike="noStrike">
              <a:latin typeface="aakar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rgbClr val="272f42"/>
                </a:solidFill>
                <a:latin typeface="aakar"/>
                <a:ea typeface="微软雅黑"/>
              </a:rPr>
              <a:t>19Tmes New Romani</a:t>
            </a:r>
            <a:endParaRPr b="0" lang="en-HK" sz="4000" spc="-1" strike="noStrike">
              <a:latin typeface="aakar"/>
            </a:endParaRPr>
          </a:p>
        </p:txBody>
      </p:sp>
      <p:sp>
        <p:nvSpPr>
          <p:cNvPr id="95" name="矩形: 圆角 24"/>
          <p:cNvSpPr/>
          <p:nvPr/>
        </p:nvSpPr>
        <p:spPr>
          <a:xfrm>
            <a:off x="6876360" y="4011840"/>
            <a:ext cx="788040" cy="284040"/>
          </a:xfrm>
          <a:prstGeom prst="roundRect">
            <a:avLst>
              <a:gd name="adj" fmla="val 16667"/>
            </a:avLst>
          </a:prstGeom>
          <a:noFill/>
          <a:ln w="3175">
            <a:solidFill>
              <a:srgbClr val="80808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6" name="文本框 25"/>
          <p:cNvSpPr/>
          <p:nvPr/>
        </p:nvSpPr>
        <p:spPr>
          <a:xfrm>
            <a:off x="6876360" y="4065840"/>
            <a:ext cx="788040" cy="21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HK" sz="1800" spc="-1" strike="noStrike">
                <a:solidFill>
                  <a:srgbClr val="000000"/>
                </a:solidFill>
                <a:latin typeface="aakar"/>
                <a:ea typeface="宋体"/>
              </a:rPr>
              <a:t>   </a:t>
            </a:r>
            <a:r>
              <a:rPr b="0" lang="en-HK" sz="1800" spc="-1" strike="noStrike">
                <a:solidFill>
                  <a:srgbClr val="000000"/>
                </a:solidFill>
                <a:latin typeface="aakar"/>
                <a:ea typeface="宋体"/>
              </a:rPr>
              <a:t>Times New Roman</a:t>
            </a:r>
            <a:endParaRPr b="0" lang="en-HK" sz="1800" spc="-1" strike="noStrike">
              <a:latin typeface="aakar"/>
            </a:endParaRPr>
          </a:p>
          <a:p>
            <a:pPr>
              <a:lnSpc>
                <a:spcPct val="100000"/>
              </a:lnSpc>
              <a:buNone/>
            </a:pPr>
            <a:r>
              <a:rPr b="0" lang="en-HK" sz="1800" spc="-1" strike="noStrike">
                <a:solidFill>
                  <a:srgbClr val="000000"/>
                </a:solidFill>
                <a:latin typeface="aakar"/>
                <a:ea typeface="宋体"/>
              </a:rPr>
              <a:t>YPTimes New Roman</a:t>
            </a:r>
            <a:endParaRPr b="0" lang="en-HK" sz="1800" spc="-1" strike="noStrike">
              <a:latin typeface="aakar"/>
            </a:endParaRPr>
          </a:p>
          <a:p>
            <a:pPr>
              <a:lnSpc>
                <a:spcPct val="100000"/>
              </a:lnSpc>
              <a:buNone/>
            </a:pPr>
            <a:r>
              <a:rPr b="0" lang="en-HK" sz="1800" spc="-1" strike="noStrike">
                <a:solidFill>
                  <a:srgbClr val="000000"/>
                </a:solidFill>
                <a:latin typeface="aakar"/>
                <a:ea typeface="宋体"/>
              </a:rPr>
              <a:t>PPT</a:t>
            </a:r>
            <a:endParaRPr b="0" lang="en-HK" sz="1800" spc="-1" strike="noStrike">
              <a:latin typeface="aakar"/>
            </a:endParaRPr>
          </a:p>
        </p:txBody>
      </p:sp>
      <p:sp>
        <p:nvSpPr>
          <p:cNvPr id="97" name=""/>
          <p:cNvSpPr/>
          <p:nvPr/>
        </p:nvSpPr>
        <p:spPr>
          <a:xfrm>
            <a:off x="5580000" y="3420000"/>
            <a:ext cx="1979640" cy="60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endParaRPr b="0" lang="en-HK" sz="1800" spc="-1" strike="noStrike">
              <a:latin typeface="aakar"/>
            </a:endParaRPr>
          </a:p>
          <a:p>
            <a:pPr>
              <a:lnSpc>
                <a:spcPct val="100000"/>
              </a:lnSpc>
              <a:buNone/>
            </a:pPr>
            <a:endParaRPr b="0" lang="en-HK" sz="1800" spc="-1" strike="noStrike">
              <a:latin typeface="aakar"/>
            </a:endParaRPr>
          </a:p>
        </p:txBody>
      </p:sp>
    </p:spTree>
  </p:cSld>
  <p:transition spd="med">
    <p:pull dir="r"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图片 1" descr=""/>
          <p:cNvPicPr/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">
                    <a14:imgEffect>
                      <a14:artisticBlur/>
                    </a14:imgEffect>
                  </a14:imgLayer>
                </a14:imgProps>
              </a:ext>
            </a:extLst>
          </a:blip>
          <a:stretch/>
        </p:blipFill>
        <p:spPr>
          <a:xfrm>
            <a:off x="0" y="2571840"/>
            <a:ext cx="9140040" cy="2567880"/>
          </a:xfrm>
          <a:prstGeom prst="rect">
            <a:avLst/>
          </a:prstGeom>
          <a:ln w="0">
            <a:noFill/>
          </a:ln>
        </p:spPr>
      </p:pic>
      <p:sp>
        <p:nvSpPr>
          <p:cNvPr id="99" name="矩形: 圆角 2"/>
          <p:cNvSpPr/>
          <p:nvPr/>
        </p:nvSpPr>
        <p:spPr>
          <a:xfrm>
            <a:off x="467640" y="411480"/>
            <a:ext cx="8205120" cy="4316400"/>
          </a:xfrm>
          <a:prstGeom prst="roundRect">
            <a:avLst>
              <a:gd name="adj" fmla="val 3113"/>
            </a:avLst>
          </a:prstGeom>
          <a:solidFill>
            <a:schemeClr val="bg1"/>
          </a:solidFill>
          <a:ln>
            <a:noFill/>
          </a:ln>
          <a:effectLst>
            <a:outerShdw algn="ctr" blurRad="114480" rotWithShape="0" sx="102000" sy="102000">
              <a:srgbClr val="000000">
                <a:alpha val="2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0" name="矩形 3"/>
          <p:cNvSpPr/>
          <p:nvPr/>
        </p:nvSpPr>
        <p:spPr>
          <a:xfrm>
            <a:off x="1277280" y="339480"/>
            <a:ext cx="1364040" cy="4280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1" name="文本框 4"/>
          <p:cNvSpPr/>
          <p:nvPr/>
        </p:nvSpPr>
        <p:spPr>
          <a:xfrm>
            <a:off x="2051640" y="1041120"/>
            <a:ext cx="66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HK" sz="1800" spc="-1" strike="noStrike">
                <a:solidFill>
                  <a:srgbClr val="000000"/>
                </a:solidFill>
                <a:latin typeface="Calibri"/>
                <a:ea typeface="宋体"/>
              </a:rPr>
              <a:t>C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102" name="文本框 7"/>
          <p:cNvSpPr/>
          <p:nvPr/>
        </p:nvSpPr>
        <p:spPr>
          <a:xfrm>
            <a:off x="2051640" y="1839240"/>
            <a:ext cx="662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HK" sz="1800" spc="-1" strike="noStrike">
                <a:solidFill>
                  <a:srgbClr val="000000"/>
                </a:solidFill>
                <a:latin typeface="Calibri"/>
                <a:ea typeface="宋体"/>
              </a:rPr>
              <a:t>ONTENTS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103" name="直接连接符 9"/>
          <p:cNvSpPr/>
          <p:nvPr/>
        </p:nvSpPr>
        <p:spPr>
          <a:xfrm>
            <a:off x="1835640" y="1131480"/>
            <a:ext cx="360" cy="360000"/>
          </a:xfrm>
          <a:prstGeom prst="line">
            <a:avLst/>
          </a:prstGeom>
          <a:ln w="19050">
            <a:solidFill>
              <a:srgbClr val="0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4" name="文本框 10"/>
          <p:cNvSpPr/>
          <p:nvPr/>
        </p:nvSpPr>
        <p:spPr>
          <a:xfrm>
            <a:off x="1311840" y="1134000"/>
            <a:ext cx="303840" cy="182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 vert="vert" rot="5400000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rgbClr val="272f42"/>
                </a:solidFill>
                <a:latin typeface="微软雅黑"/>
                <a:ea typeface="微软雅黑"/>
              </a:rPr>
              <a:t>CONTENTS</a:t>
            </a:r>
            <a:endParaRPr b="0" lang="en-HK" sz="2000" spc="-1" strike="noStrike">
              <a:latin typeface="Arial"/>
            </a:endParaRPr>
          </a:p>
        </p:txBody>
      </p:sp>
      <p:sp>
        <p:nvSpPr>
          <p:cNvPr id="105" name="直角三角形 11"/>
          <p:cNvSpPr/>
          <p:nvPr/>
        </p:nvSpPr>
        <p:spPr>
          <a:xfrm flipH="1">
            <a:off x="1004040" y="339480"/>
            <a:ext cx="265680" cy="72720"/>
          </a:xfrm>
          <a:prstGeom prst="rtTriangl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106" name="组合 18"/>
          <p:cNvGrpSpPr/>
          <p:nvPr/>
        </p:nvGrpSpPr>
        <p:grpSpPr>
          <a:xfrm>
            <a:off x="4500000" y="1131480"/>
            <a:ext cx="2588400" cy="786600"/>
            <a:chOff x="4500000" y="1131480"/>
            <a:chExt cx="2588400" cy="786600"/>
          </a:xfrm>
        </p:grpSpPr>
        <p:sp>
          <p:nvSpPr>
            <p:cNvPr id="107" name="矩形: 圆角 14"/>
            <p:cNvSpPr/>
            <p:nvPr/>
          </p:nvSpPr>
          <p:spPr>
            <a:xfrm>
              <a:off x="4500000" y="1131480"/>
              <a:ext cx="500040" cy="500040"/>
            </a:xfrm>
            <a:prstGeom prst="roundRect">
              <a:avLst>
                <a:gd name="adj" fmla="val 6274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08" name="文本框 15"/>
            <p:cNvSpPr/>
            <p:nvPr/>
          </p:nvSpPr>
          <p:spPr>
            <a:xfrm>
              <a:off x="4644000" y="1137240"/>
              <a:ext cx="212040" cy="487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1" lang="en-US" sz="3200" spc="-1" strike="noStrike">
                  <a:solidFill>
                    <a:srgbClr val="ffffff"/>
                  </a:solidFill>
                  <a:latin typeface="Calibri"/>
                  <a:ea typeface="微软雅黑"/>
                </a:rPr>
                <a:t>1</a:t>
              </a:r>
              <a:endParaRPr b="0" lang="en-HK" sz="3200" spc="-1" strike="noStrike">
                <a:latin typeface="Arial"/>
              </a:endParaRPr>
            </a:p>
          </p:txBody>
        </p:sp>
        <p:sp>
          <p:nvSpPr>
            <p:cNvPr id="109" name="文本框 16"/>
            <p:cNvSpPr/>
            <p:nvPr/>
          </p:nvSpPr>
          <p:spPr>
            <a:xfrm>
              <a:off x="5292000" y="1131480"/>
              <a:ext cx="1652400" cy="30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1" lang="zh-CN" sz="2000" spc="-1" strike="noStrike">
                  <a:solidFill>
                    <a:srgbClr val="272f42"/>
                  </a:solidFill>
                  <a:latin typeface="微软雅黑"/>
                  <a:ea typeface="微软雅黑"/>
                </a:rPr>
                <a:t>年度工作总结</a:t>
              </a:r>
              <a:endParaRPr b="0" lang="en-HK" sz="2000" spc="-1" strike="noStrike">
                <a:latin typeface="Arial"/>
              </a:endParaRPr>
            </a:p>
          </p:txBody>
        </p:sp>
        <p:sp>
          <p:nvSpPr>
            <p:cNvPr id="110" name="文本框 17"/>
            <p:cNvSpPr/>
            <p:nvPr/>
          </p:nvSpPr>
          <p:spPr>
            <a:xfrm>
              <a:off x="5292000" y="1492200"/>
              <a:ext cx="1796400" cy="425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1" lang="en-US" sz="1400" spc="-1" strike="noStrike">
                  <a:solidFill>
                    <a:srgbClr val="a6a6a6"/>
                  </a:solidFill>
                  <a:latin typeface="Calibri"/>
                  <a:ea typeface="宋体"/>
                </a:rPr>
                <a:t>annual</a:t>
              </a:r>
              <a:r>
                <a:rPr b="0" lang="en-US" sz="1400" spc="-1" strike="noStrike">
                  <a:solidFill>
                    <a:srgbClr val="a6a6a6"/>
                  </a:solidFill>
                  <a:latin typeface="Calibri"/>
                  <a:ea typeface="宋体"/>
                </a:rPr>
                <a:t> </a:t>
              </a:r>
              <a:r>
                <a:rPr b="1" lang="en-US" sz="1400" spc="-1" strike="noStrike">
                  <a:solidFill>
                    <a:srgbClr val="a6a6a6"/>
                  </a:solidFill>
                  <a:latin typeface="Calibri"/>
                  <a:ea typeface="宋体"/>
                </a:rPr>
                <a:t>work</a:t>
              </a:r>
              <a:r>
                <a:rPr b="0" lang="en-US" sz="1400" spc="-1" strike="noStrike">
                  <a:solidFill>
                    <a:srgbClr val="a6a6a6"/>
                  </a:solidFill>
                  <a:latin typeface="Calibri"/>
                  <a:ea typeface="宋体"/>
                </a:rPr>
                <a:t> </a:t>
              </a:r>
              <a:r>
                <a:rPr b="1" lang="en-US" sz="1400" spc="-1" strike="noStrike">
                  <a:solidFill>
                    <a:srgbClr val="a6a6a6"/>
                  </a:solidFill>
                  <a:latin typeface="Calibri"/>
                  <a:ea typeface="宋体"/>
                </a:rPr>
                <a:t>summary</a:t>
              </a:r>
              <a:endParaRPr b="0" lang="en-HK" sz="1400" spc="-1" strike="noStrike">
                <a:latin typeface="Arial"/>
              </a:endParaRPr>
            </a:p>
          </p:txBody>
        </p:sp>
      </p:grpSp>
      <p:grpSp>
        <p:nvGrpSpPr>
          <p:cNvPr id="111" name="组合 19"/>
          <p:cNvGrpSpPr/>
          <p:nvPr/>
        </p:nvGrpSpPr>
        <p:grpSpPr>
          <a:xfrm>
            <a:off x="4500000" y="1841040"/>
            <a:ext cx="2588400" cy="786240"/>
            <a:chOff x="4500000" y="1841040"/>
            <a:chExt cx="2588400" cy="786240"/>
          </a:xfrm>
        </p:grpSpPr>
        <p:sp>
          <p:nvSpPr>
            <p:cNvPr id="112" name="矩形: 圆角 20"/>
            <p:cNvSpPr/>
            <p:nvPr/>
          </p:nvSpPr>
          <p:spPr>
            <a:xfrm>
              <a:off x="4500000" y="1841040"/>
              <a:ext cx="500040" cy="500040"/>
            </a:xfrm>
            <a:prstGeom prst="roundRect">
              <a:avLst>
                <a:gd name="adj" fmla="val 6274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13" name="文本框 21"/>
            <p:cNvSpPr/>
            <p:nvPr/>
          </p:nvSpPr>
          <p:spPr>
            <a:xfrm>
              <a:off x="4644000" y="1846800"/>
              <a:ext cx="212040" cy="487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1" lang="en-US" sz="3200" spc="-1" strike="noStrike">
                  <a:solidFill>
                    <a:srgbClr val="ffffff"/>
                  </a:solidFill>
                  <a:latin typeface="Calibri"/>
                  <a:ea typeface="微软雅黑"/>
                </a:rPr>
                <a:t>2</a:t>
              </a:r>
              <a:endParaRPr b="0" lang="en-HK" sz="3200" spc="-1" strike="noStrike">
                <a:latin typeface="Arial"/>
              </a:endParaRPr>
            </a:p>
          </p:txBody>
        </p:sp>
        <p:sp>
          <p:nvSpPr>
            <p:cNvPr id="114" name="文本框 22"/>
            <p:cNvSpPr/>
            <p:nvPr/>
          </p:nvSpPr>
          <p:spPr>
            <a:xfrm>
              <a:off x="5292000" y="1841040"/>
              <a:ext cx="1652400" cy="30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1" lang="zh-CN" sz="2000" spc="-1" strike="noStrike">
                  <a:solidFill>
                    <a:srgbClr val="272f42"/>
                  </a:solidFill>
                  <a:latin typeface="微软雅黑"/>
                  <a:ea typeface="微软雅黑"/>
                </a:rPr>
                <a:t>工作完成情况</a:t>
              </a:r>
              <a:endParaRPr b="0" lang="en-HK" sz="2000" spc="-1" strike="noStrike">
                <a:latin typeface="Arial"/>
              </a:endParaRPr>
            </a:p>
          </p:txBody>
        </p:sp>
        <p:sp>
          <p:nvSpPr>
            <p:cNvPr id="115" name="文本框 23"/>
            <p:cNvSpPr/>
            <p:nvPr/>
          </p:nvSpPr>
          <p:spPr>
            <a:xfrm>
              <a:off x="5292000" y="2201400"/>
              <a:ext cx="1796400" cy="425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1" lang="en-US" sz="1400" spc="-1" strike="noStrike">
                  <a:solidFill>
                    <a:srgbClr val="a6a6a6"/>
                  </a:solidFill>
                  <a:latin typeface="Calibri"/>
                  <a:ea typeface="宋体"/>
                </a:rPr>
                <a:t>annual</a:t>
              </a:r>
              <a:r>
                <a:rPr b="0" lang="en-US" sz="1400" spc="-1" strike="noStrike">
                  <a:solidFill>
                    <a:srgbClr val="a6a6a6"/>
                  </a:solidFill>
                  <a:latin typeface="Calibri"/>
                  <a:ea typeface="宋体"/>
                </a:rPr>
                <a:t> </a:t>
              </a:r>
              <a:r>
                <a:rPr b="1" lang="en-US" sz="1400" spc="-1" strike="noStrike">
                  <a:solidFill>
                    <a:srgbClr val="a6a6a6"/>
                  </a:solidFill>
                  <a:latin typeface="Calibri"/>
                  <a:ea typeface="宋体"/>
                </a:rPr>
                <a:t>work</a:t>
              </a:r>
              <a:r>
                <a:rPr b="0" lang="en-US" sz="1400" spc="-1" strike="noStrike">
                  <a:solidFill>
                    <a:srgbClr val="a6a6a6"/>
                  </a:solidFill>
                  <a:latin typeface="Calibri"/>
                  <a:ea typeface="宋体"/>
                </a:rPr>
                <a:t> </a:t>
              </a:r>
              <a:r>
                <a:rPr b="1" lang="en-US" sz="1400" spc="-1" strike="noStrike">
                  <a:solidFill>
                    <a:srgbClr val="a6a6a6"/>
                  </a:solidFill>
                  <a:latin typeface="Calibri"/>
                  <a:ea typeface="宋体"/>
                </a:rPr>
                <a:t>summary</a:t>
              </a:r>
              <a:endParaRPr b="0" lang="en-HK" sz="1400" spc="-1" strike="noStrike">
                <a:latin typeface="Arial"/>
              </a:endParaRPr>
            </a:p>
          </p:txBody>
        </p:sp>
      </p:grpSp>
      <p:grpSp>
        <p:nvGrpSpPr>
          <p:cNvPr id="116" name="组合 24"/>
          <p:cNvGrpSpPr/>
          <p:nvPr/>
        </p:nvGrpSpPr>
        <p:grpSpPr>
          <a:xfrm>
            <a:off x="4500000" y="2550240"/>
            <a:ext cx="2588400" cy="786240"/>
            <a:chOff x="4500000" y="2550240"/>
            <a:chExt cx="2588400" cy="786240"/>
          </a:xfrm>
        </p:grpSpPr>
        <p:sp>
          <p:nvSpPr>
            <p:cNvPr id="117" name="矩形: 圆角 25"/>
            <p:cNvSpPr/>
            <p:nvPr/>
          </p:nvSpPr>
          <p:spPr>
            <a:xfrm>
              <a:off x="4500000" y="2550240"/>
              <a:ext cx="500040" cy="500040"/>
            </a:xfrm>
            <a:prstGeom prst="roundRect">
              <a:avLst>
                <a:gd name="adj" fmla="val 6274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18" name="文本框 26"/>
            <p:cNvSpPr/>
            <p:nvPr/>
          </p:nvSpPr>
          <p:spPr>
            <a:xfrm>
              <a:off x="4644000" y="2556000"/>
              <a:ext cx="212040" cy="487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1" lang="en-US" sz="3200" spc="-1" strike="noStrike">
                  <a:solidFill>
                    <a:srgbClr val="ffffff"/>
                  </a:solidFill>
                  <a:latin typeface="Calibri"/>
                  <a:ea typeface="微软雅黑"/>
                </a:rPr>
                <a:t>3</a:t>
              </a:r>
              <a:endParaRPr b="0" lang="en-HK" sz="3200" spc="-1" strike="noStrike">
                <a:latin typeface="Arial"/>
              </a:endParaRPr>
            </a:p>
          </p:txBody>
        </p:sp>
        <p:sp>
          <p:nvSpPr>
            <p:cNvPr id="119" name="文本框 27"/>
            <p:cNvSpPr/>
            <p:nvPr/>
          </p:nvSpPr>
          <p:spPr>
            <a:xfrm>
              <a:off x="5292000" y="2550240"/>
              <a:ext cx="1652400" cy="30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1" lang="zh-CN" sz="2000" spc="-1" strike="noStrike">
                  <a:solidFill>
                    <a:srgbClr val="272f42"/>
                  </a:solidFill>
                  <a:latin typeface="微软雅黑"/>
                  <a:ea typeface="微软雅黑"/>
                </a:rPr>
                <a:t>项目成功展示</a:t>
              </a:r>
              <a:endParaRPr b="0" lang="en-HK" sz="2000" spc="-1" strike="noStrike">
                <a:latin typeface="Arial"/>
              </a:endParaRPr>
            </a:p>
          </p:txBody>
        </p:sp>
        <p:sp>
          <p:nvSpPr>
            <p:cNvPr id="120" name="文本框 28"/>
            <p:cNvSpPr/>
            <p:nvPr/>
          </p:nvSpPr>
          <p:spPr>
            <a:xfrm>
              <a:off x="5292000" y="2910600"/>
              <a:ext cx="1796400" cy="425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1" lang="en-US" sz="1400" spc="-1" strike="noStrike">
                  <a:solidFill>
                    <a:srgbClr val="a6a6a6"/>
                  </a:solidFill>
                  <a:latin typeface="Calibri"/>
                  <a:ea typeface="宋体"/>
                </a:rPr>
                <a:t>annual</a:t>
              </a:r>
              <a:r>
                <a:rPr b="0" lang="en-US" sz="1400" spc="-1" strike="noStrike">
                  <a:solidFill>
                    <a:srgbClr val="a6a6a6"/>
                  </a:solidFill>
                  <a:latin typeface="Calibri"/>
                  <a:ea typeface="宋体"/>
                </a:rPr>
                <a:t> </a:t>
              </a:r>
              <a:r>
                <a:rPr b="1" lang="en-US" sz="1400" spc="-1" strike="noStrike">
                  <a:solidFill>
                    <a:srgbClr val="a6a6a6"/>
                  </a:solidFill>
                  <a:latin typeface="Calibri"/>
                  <a:ea typeface="宋体"/>
                </a:rPr>
                <a:t>work</a:t>
              </a:r>
              <a:r>
                <a:rPr b="0" lang="en-US" sz="1400" spc="-1" strike="noStrike">
                  <a:solidFill>
                    <a:srgbClr val="a6a6a6"/>
                  </a:solidFill>
                  <a:latin typeface="Calibri"/>
                  <a:ea typeface="宋体"/>
                </a:rPr>
                <a:t> </a:t>
              </a:r>
              <a:r>
                <a:rPr b="1" lang="en-US" sz="1400" spc="-1" strike="noStrike">
                  <a:solidFill>
                    <a:srgbClr val="a6a6a6"/>
                  </a:solidFill>
                  <a:latin typeface="Calibri"/>
                  <a:ea typeface="宋体"/>
                </a:rPr>
                <a:t>summary</a:t>
              </a:r>
              <a:endParaRPr b="0" lang="en-HK" sz="1400" spc="-1" strike="noStrike">
                <a:latin typeface="Arial"/>
              </a:endParaRPr>
            </a:p>
          </p:txBody>
        </p:sp>
      </p:grpSp>
      <p:grpSp>
        <p:nvGrpSpPr>
          <p:cNvPr id="121" name="组合 29"/>
          <p:cNvGrpSpPr/>
          <p:nvPr/>
        </p:nvGrpSpPr>
        <p:grpSpPr>
          <a:xfrm>
            <a:off x="4500000" y="3259440"/>
            <a:ext cx="2588400" cy="786600"/>
            <a:chOff x="4500000" y="3259440"/>
            <a:chExt cx="2588400" cy="786600"/>
          </a:xfrm>
        </p:grpSpPr>
        <p:sp>
          <p:nvSpPr>
            <p:cNvPr id="122" name="矩形: 圆角 30"/>
            <p:cNvSpPr/>
            <p:nvPr/>
          </p:nvSpPr>
          <p:spPr>
            <a:xfrm>
              <a:off x="4500000" y="3259440"/>
              <a:ext cx="500040" cy="500040"/>
            </a:xfrm>
            <a:prstGeom prst="roundRect">
              <a:avLst>
                <a:gd name="adj" fmla="val 6274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23" name="文本框 31"/>
            <p:cNvSpPr/>
            <p:nvPr/>
          </p:nvSpPr>
          <p:spPr>
            <a:xfrm>
              <a:off x="4644000" y="3265200"/>
              <a:ext cx="212040" cy="487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1" lang="en-US" sz="3200" spc="-1" strike="noStrike">
                  <a:solidFill>
                    <a:srgbClr val="ffffff"/>
                  </a:solidFill>
                  <a:latin typeface="Calibri"/>
                  <a:ea typeface="微软雅黑"/>
                </a:rPr>
                <a:t>4</a:t>
              </a:r>
              <a:endParaRPr b="0" lang="en-HK" sz="3200" spc="-1" strike="noStrike">
                <a:latin typeface="Arial"/>
              </a:endParaRPr>
            </a:p>
          </p:txBody>
        </p:sp>
        <p:sp>
          <p:nvSpPr>
            <p:cNvPr id="124" name="文本框 32"/>
            <p:cNvSpPr/>
            <p:nvPr/>
          </p:nvSpPr>
          <p:spPr>
            <a:xfrm>
              <a:off x="5292000" y="3259440"/>
              <a:ext cx="1652400" cy="30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1" lang="zh-CN" sz="2000" spc="-1" strike="noStrike">
                  <a:solidFill>
                    <a:srgbClr val="272f42"/>
                  </a:solidFill>
                  <a:latin typeface="微软雅黑"/>
                  <a:ea typeface="微软雅黑"/>
                </a:rPr>
                <a:t>明年工作计划</a:t>
              </a:r>
              <a:endParaRPr b="0" lang="en-HK" sz="2000" spc="-1" strike="noStrike">
                <a:latin typeface="Arial"/>
              </a:endParaRPr>
            </a:p>
          </p:txBody>
        </p:sp>
        <p:sp>
          <p:nvSpPr>
            <p:cNvPr id="125" name="文本框 33"/>
            <p:cNvSpPr/>
            <p:nvPr/>
          </p:nvSpPr>
          <p:spPr>
            <a:xfrm>
              <a:off x="5292000" y="3620160"/>
              <a:ext cx="1796400" cy="425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1" lang="en-US" sz="1400" spc="-1" strike="noStrike">
                  <a:solidFill>
                    <a:srgbClr val="a6a6a6"/>
                  </a:solidFill>
                  <a:latin typeface="Calibri"/>
                  <a:ea typeface="宋体"/>
                </a:rPr>
                <a:t>annual</a:t>
              </a:r>
              <a:r>
                <a:rPr b="0" lang="en-US" sz="1400" spc="-1" strike="noStrike">
                  <a:solidFill>
                    <a:srgbClr val="a6a6a6"/>
                  </a:solidFill>
                  <a:latin typeface="Calibri"/>
                  <a:ea typeface="宋体"/>
                </a:rPr>
                <a:t> </a:t>
              </a:r>
              <a:r>
                <a:rPr b="1" lang="en-US" sz="1400" spc="-1" strike="noStrike">
                  <a:solidFill>
                    <a:srgbClr val="a6a6a6"/>
                  </a:solidFill>
                  <a:latin typeface="Calibri"/>
                  <a:ea typeface="宋体"/>
                </a:rPr>
                <a:t>work</a:t>
              </a:r>
              <a:r>
                <a:rPr b="0" lang="en-US" sz="1400" spc="-1" strike="noStrike">
                  <a:solidFill>
                    <a:srgbClr val="a6a6a6"/>
                  </a:solidFill>
                  <a:latin typeface="Calibri"/>
                  <a:ea typeface="宋体"/>
                </a:rPr>
                <a:t> </a:t>
              </a:r>
              <a:r>
                <a:rPr b="1" lang="en-US" sz="1400" spc="-1" strike="noStrike">
                  <a:solidFill>
                    <a:srgbClr val="a6a6a6"/>
                  </a:solidFill>
                  <a:latin typeface="Calibri"/>
                  <a:ea typeface="宋体"/>
                </a:rPr>
                <a:t>summary</a:t>
              </a:r>
              <a:endParaRPr b="0" lang="en-HK" sz="1400" spc="-1" strike="noStrike">
                <a:latin typeface="Arial"/>
              </a:endParaRPr>
            </a:p>
          </p:txBody>
        </p:sp>
      </p:grpSp>
    </p:spTree>
  </p:cSld>
  <p:transition spd="med">
    <p:pull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图片 1" descr=""/>
          <p:cNvPicPr/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">
                    <a14:imgEffect>
                      <a14:artisticBlur/>
                    </a14:imgEffect>
                  </a14:imgLayer>
                </a14:imgProps>
              </a:ext>
            </a:extLst>
          </a:blip>
          <a:stretch/>
        </p:blipFill>
        <p:spPr>
          <a:xfrm>
            <a:off x="0" y="2571840"/>
            <a:ext cx="9140040" cy="2567880"/>
          </a:xfrm>
          <a:prstGeom prst="rect">
            <a:avLst/>
          </a:prstGeom>
          <a:ln w="0">
            <a:noFill/>
          </a:ln>
        </p:spPr>
      </p:pic>
      <p:sp>
        <p:nvSpPr>
          <p:cNvPr id="127" name="矩形: 圆角 2"/>
          <p:cNvSpPr/>
          <p:nvPr/>
        </p:nvSpPr>
        <p:spPr>
          <a:xfrm>
            <a:off x="467640" y="411480"/>
            <a:ext cx="8205120" cy="4316400"/>
          </a:xfrm>
          <a:prstGeom prst="roundRect">
            <a:avLst>
              <a:gd name="adj" fmla="val 3113"/>
            </a:avLst>
          </a:prstGeom>
          <a:solidFill>
            <a:schemeClr val="bg1"/>
          </a:solidFill>
          <a:ln>
            <a:noFill/>
          </a:ln>
          <a:effectLst>
            <a:outerShdw algn="ctr" blurRad="114480" rotWithShape="0" sx="102000" sy="102000">
              <a:srgbClr val="000000">
                <a:alpha val="2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128" name="组合 8"/>
          <p:cNvGrpSpPr/>
          <p:nvPr/>
        </p:nvGrpSpPr>
        <p:grpSpPr>
          <a:xfrm>
            <a:off x="1727640" y="1420920"/>
            <a:ext cx="1184040" cy="2119680"/>
            <a:chOff x="1727640" y="1420920"/>
            <a:chExt cx="1184040" cy="2119680"/>
          </a:xfrm>
        </p:grpSpPr>
        <p:sp>
          <p:nvSpPr>
            <p:cNvPr id="129" name="矩形: 圆角 4"/>
            <p:cNvSpPr/>
            <p:nvPr/>
          </p:nvSpPr>
          <p:spPr>
            <a:xfrm>
              <a:off x="1727640" y="1492200"/>
              <a:ext cx="1148040" cy="2048400"/>
            </a:xfrm>
            <a:prstGeom prst="roundRect">
              <a:avLst>
                <a:gd name="adj" fmla="val 6274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30" name="文本框 5"/>
            <p:cNvSpPr/>
            <p:nvPr/>
          </p:nvSpPr>
          <p:spPr>
            <a:xfrm>
              <a:off x="1840680" y="1420920"/>
              <a:ext cx="1071000" cy="2102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13800" spc="-1" strike="noStrike">
                  <a:solidFill>
                    <a:srgbClr val="ffffff"/>
                  </a:solidFill>
                  <a:latin typeface="Calibri"/>
                  <a:ea typeface="微软雅黑"/>
                </a:rPr>
                <a:t>1</a:t>
              </a:r>
              <a:endParaRPr b="0" lang="en-HK" sz="13800" spc="-1" strike="noStrike">
                <a:latin typeface="Arial"/>
              </a:endParaRPr>
            </a:p>
          </p:txBody>
        </p:sp>
      </p:grpSp>
      <p:sp>
        <p:nvSpPr>
          <p:cNvPr id="131" name="文本框 6"/>
          <p:cNvSpPr/>
          <p:nvPr/>
        </p:nvSpPr>
        <p:spPr>
          <a:xfrm>
            <a:off x="3388320" y="2179800"/>
            <a:ext cx="3560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HK" sz="1800" spc="-1" strike="noStrike">
                <a:solidFill>
                  <a:srgbClr val="000000"/>
                </a:solidFill>
                <a:latin typeface="Calibri"/>
                <a:ea typeface="宋体"/>
              </a:rPr>
              <a:t>Annual Work Summary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132" name="文本框 7"/>
          <p:cNvSpPr/>
          <p:nvPr/>
        </p:nvSpPr>
        <p:spPr>
          <a:xfrm>
            <a:off x="3383280" y="3003840"/>
            <a:ext cx="356076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bfbfbf"/>
                </a:solidFill>
                <a:latin typeface="Calibri"/>
                <a:ea typeface="宋体"/>
              </a:rPr>
              <a:t>ANNUAL</a:t>
            </a:r>
            <a:r>
              <a:rPr b="0" lang="en-US" sz="1400" spc="-1" strike="noStrike">
                <a:solidFill>
                  <a:srgbClr val="bfbfbf"/>
                </a:solidFill>
                <a:latin typeface="Calibri"/>
                <a:ea typeface="宋体"/>
              </a:rPr>
              <a:t> </a:t>
            </a:r>
            <a:r>
              <a:rPr b="1" lang="en-US" sz="1400" spc="-1" strike="noStrike">
                <a:solidFill>
                  <a:srgbClr val="bfbfbf"/>
                </a:solidFill>
                <a:latin typeface="Calibri"/>
                <a:ea typeface="宋体"/>
              </a:rPr>
              <a:t>WORK</a:t>
            </a:r>
            <a:r>
              <a:rPr b="0" lang="en-US" sz="1400" spc="-1" strike="noStrike">
                <a:solidFill>
                  <a:srgbClr val="bfbfbf"/>
                </a:solidFill>
                <a:latin typeface="Calibri"/>
                <a:ea typeface="宋体"/>
              </a:rPr>
              <a:t> </a:t>
            </a:r>
            <a:r>
              <a:rPr b="1" lang="en-US" sz="1400" spc="-1" strike="noStrike">
                <a:solidFill>
                  <a:srgbClr val="bfbfbf"/>
                </a:solidFill>
                <a:latin typeface="Calibri"/>
                <a:ea typeface="宋体"/>
              </a:rPr>
              <a:t>SUMMARY</a:t>
            </a:r>
            <a:endParaRPr b="0" lang="en-HK" sz="1400" spc="-1" strike="noStrike">
              <a:latin typeface="Arial"/>
            </a:endParaRPr>
          </a:p>
        </p:txBody>
      </p:sp>
    </p:spTree>
  </p:cSld>
  <p:transition spd="med">
    <p:pull dir="r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组合 3"/>
          <p:cNvGrpSpPr/>
          <p:nvPr/>
        </p:nvGrpSpPr>
        <p:grpSpPr>
          <a:xfrm>
            <a:off x="221400" y="1336680"/>
            <a:ext cx="4308840" cy="2458080"/>
            <a:chOff x="221400" y="1336680"/>
            <a:chExt cx="4308840" cy="2458080"/>
          </a:xfrm>
        </p:grpSpPr>
        <p:grpSp>
          <p:nvGrpSpPr>
            <p:cNvPr id="134" name="组合 16"/>
            <p:cNvGrpSpPr/>
            <p:nvPr/>
          </p:nvGrpSpPr>
          <p:grpSpPr>
            <a:xfrm>
              <a:off x="221400" y="1336680"/>
              <a:ext cx="4308840" cy="2458080"/>
              <a:chOff x="221400" y="1336680"/>
              <a:chExt cx="4308840" cy="2458080"/>
            </a:xfrm>
          </p:grpSpPr>
          <p:sp>
            <p:nvSpPr>
              <p:cNvPr id="135" name="任意多边形: 形状 18"/>
              <p:cNvSpPr/>
              <p:nvPr/>
            </p:nvSpPr>
            <p:spPr>
              <a:xfrm>
                <a:off x="641520" y="1336680"/>
                <a:ext cx="3484440" cy="2381400"/>
              </a:xfrm>
              <a:custGeom>
                <a:avLst/>
                <a:gdLst/>
                <a:ahLst/>
                <a:rect l="l" t="t" r="r" b="b"/>
                <a:pathLst>
                  <a:path w="18000" h="12281">
                    <a:moveTo>
                      <a:pt x="17508" y="12280"/>
                    </a:moveTo>
                    <a:lnTo>
                      <a:pt x="491" y="12280"/>
                    </a:lnTo>
                    <a:cubicBezTo>
                      <a:pt x="220" y="12280"/>
                      <a:pt x="0" y="12061"/>
                      <a:pt x="0" y="11792"/>
                    </a:cubicBezTo>
                    <a:lnTo>
                      <a:pt x="0" y="488"/>
                    </a:lnTo>
                    <a:cubicBezTo>
                      <a:pt x="0" y="219"/>
                      <a:pt x="220" y="0"/>
                      <a:pt x="491" y="0"/>
                    </a:cubicBezTo>
                    <a:lnTo>
                      <a:pt x="17508" y="0"/>
                    </a:lnTo>
                    <a:cubicBezTo>
                      <a:pt x="17779" y="0"/>
                      <a:pt x="17999" y="219"/>
                      <a:pt x="17999" y="488"/>
                    </a:cubicBezTo>
                    <a:lnTo>
                      <a:pt x="17999" y="11792"/>
                    </a:lnTo>
                    <a:cubicBezTo>
                      <a:pt x="17999" y="12061"/>
                      <a:pt x="17779" y="12280"/>
                      <a:pt x="17508" y="12280"/>
                    </a:cubicBezTo>
                  </a:path>
                </a:pathLst>
              </a:custGeom>
              <a:solidFill>
                <a:schemeClr val="tx2">
                  <a:lumMod val="50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36" name="任意多边形: 形状 19"/>
              <p:cNvSpPr/>
              <p:nvPr/>
            </p:nvSpPr>
            <p:spPr>
              <a:xfrm>
                <a:off x="222120" y="3670920"/>
                <a:ext cx="4307040" cy="73080"/>
              </a:xfrm>
              <a:custGeom>
                <a:avLst/>
                <a:gdLst/>
                <a:ahLst/>
                <a:rect l="l" t="t" r="r" b="b"/>
                <a:pathLst>
                  <a:path w="22248" h="657">
                    <a:moveTo>
                      <a:pt x="22247" y="398"/>
                    </a:moveTo>
                    <a:cubicBezTo>
                      <a:pt x="22247" y="398"/>
                      <a:pt x="21890" y="656"/>
                      <a:pt x="21410" y="656"/>
                    </a:cubicBezTo>
                    <a:lnTo>
                      <a:pt x="870" y="656"/>
                    </a:lnTo>
                    <a:cubicBezTo>
                      <a:pt x="462" y="656"/>
                      <a:pt x="0" y="398"/>
                      <a:pt x="0" y="398"/>
                    </a:cubicBezTo>
                    <a:lnTo>
                      <a:pt x="0" y="0"/>
                    </a:lnTo>
                    <a:lnTo>
                      <a:pt x="22247" y="0"/>
                    </a:lnTo>
                    <a:lnTo>
                      <a:pt x="22247" y="398"/>
                    </a:lnTo>
                  </a:path>
                </a:pathLst>
              </a:custGeom>
              <a:solidFill>
                <a:schemeClr val="bg1">
                  <a:lumMod val="9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37" name="任意多边形: 形状 20"/>
              <p:cNvSpPr/>
              <p:nvPr/>
            </p:nvSpPr>
            <p:spPr>
              <a:xfrm>
                <a:off x="222120" y="3670920"/>
                <a:ext cx="4307040" cy="123840"/>
              </a:xfrm>
              <a:custGeom>
                <a:avLst/>
                <a:gdLst/>
                <a:ahLst/>
                <a:rect l="l" t="t" r="r" b="b"/>
                <a:pathLst>
                  <a:path w="22248" h="657">
                    <a:moveTo>
                      <a:pt x="22247" y="398"/>
                    </a:moveTo>
                    <a:cubicBezTo>
                      <a:pt x="22247" y="398"/>
                      <a:pt x="21890" y="656"/>
                      <a:pt x="21410" y="656"/>
                    </a:cubicBezTo>
                    <a:lnTo>
                      <a:pt x="870" y="656"/>
                    </a:lnTo>
                    <a:cubicBezTo>
                      <a:pt x="462" y="656"/>
                      <a:pt x="0" y="398"/>
                      <a:pt x="0" y="398"/>
                    </a:cubicBezTo>
                    <a:lnTo>
                      <a:pt x="0" y="0"/>
                    </a:lnTo>
                    <a:lnTo>
                      <a:pt x="22247" y="0"/>
                    </a:lnTo>
                    <a:lnTo>
                      <a:pt x="22247" y="398"/>
                    </a:lnTo>
                  </a:path>
                </a:pathLst>
              </a:custGeom>
              <a:noFill/>
              <a:ln w="1008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38" name="任意多边形: 形状 21"/>
              <p:cNvSpPr/>
              <p:nvPr/>
            </p:nvSpPr>
            <p:spPr>
              <a:xfrm>
                <a:off x="221400" y="3747960"/>
                <a:ext cx="4308840" cy="46440"/>
              </a:xfrm>
              <a:custGeom>
                <a:avLst/>
                <a:gdLst/>
                <a:ahLst/>
                <a:rect l="l" t="t" r="r" b="b"/>
                <a:pathLst>
                  <a:path w="22256" h="262">
                    <a:moveTo>
                      <a:pt x="0" y="0"/>
                    </a:moveTo>
                    <a:cubicBezTo>
                      <a:pt x="0" y="0"/>
                      <a:pt x="462" y="261"/>
                      <a:pt x="870" y="261"/>
                    </a:cubicBezTo>
                    <a:lnTo>
                      <a:pt x="21418" y="261"/>
                    </a:lnTo>
                    <a:cubicBezTo>
                      <a:pt x="21898" y="261"/>
                      <a:pt x="22255" y="0"/>
                      <a:pt x="22255" y="0"/>
                    </a:cubicBezTo>
                    <a:lnTo>
                      <a:pt x="0" y="0"/>
                    </a:lnTo>
                  </a:path>
                </a:pathLst>
              </a:custGeom>
              <a:solidFill>
                <a:schemeClr val="tx2">
                  <a:lumMod val="50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39" name="任意多边形: 形状 22"/>
              <p:cNvSpPr/>
              <p:nvPr/>
            </p:nvSpPr>
            <p:spPr>
              <a:xfrm>
                <a:off x="2072160" y="3669840"/>
                <a:ext cx="610560" cy="43920"/>
              </a:xfrm>
              <a:custGeom>
                <a:avLst/>
                <a:gdLst/>
                <a:ahLst/>
                <a:rect l="l" t="t" r="r" b="b"/>
                <a:pathLst>
                  <a:path w="3171" h="249">
                    <a:moveTo>
                      <a:pt x="0" y="0"/>
                    </a:moveTo>
                    <a:cubicBezTo>
                      <a:pt x="49" y="144"/>
                      <a:pt x="187" y="248"/>
                      <a:pt x="349" y="248"/>
                    </a:cubicBezTo>
                    <a:lnTo>
                      <a:pt x="2821" y="248"/>
                    </a:lnTo>
                    <a:cubicBezTo>
                      <a:pt x="2983" y="248"/>
                      <a:pt x="3120" y="144"/>
                      <a:pt x="3170" y="0"/>
                    </a:cubicBezTo>
                    <a:lnTo>
                      <a:pt x="0" y="0"/>
                    </a:lnTo>
                  </a:path>
                </a:pathLst>
              </a:custGeom>
              <a:solidFill>
                <a:schemeClr val="tx2">
                  <a:lumMod val="50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40" name="任意多边形: 形状 23"/>
              <p:cNvSpPr/>
              <p:nvPr/>
            </p:nvSpPr>
            <p:spPr>
              <a:xfrm>
                <a:off x="2390760" y="1387440"/>
                <a:ext cx="16560" cy="15840"/>
              </a:xfrm>
              <a:custGeom>
                <a:avLst/>
                <a:gdLst/>
                <a:ahLst/>
                <a:rect l="l" t="t" r="r" b="b"/>
                <a:pathLst>
                  <a:path w="104" h="103">
                    <a:moveTo>
                      <a:pt x="51" y="102"/>
                    </a:moveTo>
                    <a:cubicBezTo>
                      <a:pt x="23" y="102"/>
                      <a:pt x="0" y="79"/>
                      <a:pt x="0" y="51"/>
                    </a:cubicBezTo>
                    <a:cubicBezTo>
                      <a:pt x="0" y="22"/>
                      <a:pt x="23" y="0"/>
                      <a:pt x="51" y="0"/>
                    </a:cubicBezTo>
                    <a:cubicBezTo>
                      <a:pt x="80" y="0"/>
                      <a:pt x="103" y="22"/>
                      <a:pt x="103" y="51"/>
                    </a:cubicBezTo>
                    <a:cubicBezTo>
                      <a:pt x="103" y="79"/>
                      <a:pt x="80" y="102"/>
                      <a:pt x="51" y="102"/>
                    </a:cubicBezTo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sp>
          <p:nvSpPr>
            <p:cNvPr id="141" name="矩形 17"/>
            <p:cNvSpPr/>
            <p:nvPr/>
          </p:nvSpPr>
          <p:spPr>
            <a:xfrm>
              <a:off x="776160" y="1527120"/>
              <a:ext cx="3199320" cy="2021400"/>
            </a:xfrm>
            <a:prstGeom prst="rect">
              <a:avLst/>
            </a:prstGeom>
            <a:blipFill rotWithShape="0">
              <a:blip r:embed="rId1"/>
              <a:srcRect/>
              <a:stretch/>
            </a:blip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142" name="组合 1"/>
          <p:cNvGrpSpPr/>
          <p:nvPr/>
        </p:nvGrpSpPr>
        <p:grpSpPr>
          <a:xfrm>
            <a:off x="4584240" y="1336680"/>
            <a:ext cx="4334760" cy="1205640"/>
            <a:chOff x="4584240" y="1336680"/>
            <a:chExt cx="4334760" cy="1205640"/>
          </a:xfrm>
        </p:grpSpPr>
        <p:sp>
          <p:nvSpPr>
            <p:cNvPr id="143" name="矩形 4"/>
            <p:cNvSpPr/>
            <p:nvPr/>
          </p:nvSpPr>
          <p:spPr>
            <a:xfrm>
              <a:off x="4584240" y="1336680"/>
              <a:ext cx="4334760" cy="1205640"/>
            </a:xfrm>
            <a:prstGeom prst="rect">
              <a:avLst/>
            </a:prstGeom>
            <a:solidFill>
              <a:schemeClr val="accent1">
                <a:lumMod val="100000"/>
              </a:schemeClr>
            </a:solidFill>
            <a:ln w="1905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4" name="椭圆 6"/>
            <p:cNvSpPr/>
            <p:nvPr/>
          </p:nvSpPr>
          <p:spPr>
            <a:xfrm>
              <a:off x="4750200" y="1603800"/>
              <a:ext cx="671040" cy="671040"/>
            </a:xfrm>
            <a:prstGeom prst="ellipse">
              <a:avLst/>
            </a:prstGeom>
            <a:solidFill>
              <a:schemeClr val="bg1"/>
            </a:solidFill>
            <a:ln w="1905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5" name="任意多边形: 形状 8"/>
            <p:cNvSpPr/>
            <p:nvPr/>
          </p:nvSpPr>
          <p:spPr>
            <a:xfrm>
              <a:off x="4886280" y="1745640"/>
              <a:ext cx="398880" cy="387360"/>
            </a:xfrm>
            <a:custGeom>
              <a:avLst/>
              <a:gdLst/>
              <a:ahLst/>
              <a:rect l="l" t="t" r="r" b="b"/>
              <a:pathLst>
                <a:path w="338138" h="328613">
                  <a:moveTo>
                    <a:pt x="279778" y="231775"/>
                  </a:moveTo>
                  <a:cubicBezTo>
                    <a:pt x="279778" y="231775"/>
                    <a:pt x="279778" y="231775"/>
                    <a:pt x="289126" y="271719"/>
                  </a:cubicBezTo>
                  <a:cubicBezTo>
                    <a:pt x="290462" y="275713"/>
                    <a:pt x="287791" y="278376"/>
                    <a:pt x="283784" y="279708"/>
                  </a:cubicBezTo>
                  <a:cubicBezTo>
                    <a:pt x="283784" y="279708"/>
                    <a:pt x="282449" y="279708"/>
                    <a:pt x="282449" y="279708"/>
                  </a:cubicBezTo>
                  <a:cubicBezTo>
                    <a:pt x="279778" y="279708"/>
                    <a:pt x="275771" y="278376"/>
                    <a:pt x="275771" y="274382"/>
                  </a:cubicBezTo>
                  <a:cubicBezTo>
                    <a:pt x="275771" y="274382"/>
                    <a:pt x="275771" y="274382"/>
                    <a:pt x="265087" y="234438"/>
                  </a:cubicBezTo>
                  <a:cubicBezTo>
                    <a:pt x="250396" y="241095"/>
                    <a:pt x="239712" y="255741"/>
                    <a:pt x="239712" y="273050"/>
                  </a:cubicBezTo>
                  <a:cubicBezTo>
                    <a:pt x="239712" y="295685"/>
                    <a:pt x="259745" y="314325"/>
                    <a:pt x="282449" y="314325"/>
                  </a:cubicBezTo>
                  <a:cubicBezTo>
                    <a:pt x="305153" y="314325"/>
                    <a:pt x="323850" y="295685"/>
                    <a:pt x="323850" y="273050"/>
                  </a:cubicBezTo>
                  <a:cubicBezTo>
                    <a:pt x="323850" y="250416"/>
                    <a:pt x="305153" y="231775"/>
                    <a:pt x="282449" y="231775"/>
                  </a:cubicBezTo>
                  <a:cubicBezTo>
                    <a:pt x="281113" y="231775"/>
                    <a:pt x="279778" y="231775"/>
                    <a:pt x="279778" y="231775"/>
                  </a:cubicBezTo>
                  <a:close/>
                  <a:moveTo>
                    <a:pt x="55688" y="231775"/>
                  </a:moveTo>
                  <a:cubicBezTo>
                    <a:pt x="32984" y="231775"/>
                    <a:pt x="14287" y="250416"/>
                    <a:pt x="14287" y="273050"/>
                  </a:cubicBezTo>
                  <a:cubicBezTo>
                    <a:pt x="14287" y="295685"/>
                    <a:pt x="32984" y="314325"/>
                    <a:pt x="55688" y="314325"/>
                  </a:cubicBezTo>
                  <a:cubicBezTo>
                    <a:pt x="78392" y="314325"/>
                    <a:pt x="98425" y="295685"/>
                    <a:pt x="98425" y="273050"/>
                  </a:cubicBezTo>
                  <a:cubicBezTo>
                    <a:pt x="98425" y="270387"/>
                    <a:pt x="97089" y="267724"/>
                    <a:pt x="97089" y="265062"/>
                  </a:cubicBezTo>
                  <a:cubicBezTo>
                    <a:pt x="97089" y="265062"/>
                    <a:pt x="97089" y="265062"/>
                    <a:pt x="58359" y="279708"/>
                  </a:cubicBezTo>
                  <a:cubicBezTo>
                    <a:pt x="57024" y="279708"/>
                    <a:pt x="57024" y="279708"/>
                    <a:pt x="55688" y="279708"/>
                  </a:cubicBezTo>
                  <a:cubicBezTo>
                    <a:pt x="53017" y="279708"/>
                    <a:pt x="50346" y="278376"/>
                    <a:pt x="49011" y="275713"/>
                  </a:cubicBezTo>
                  <a:cubicBezTo>
                    <a:pt x="47675" y="271719"/>
                    <a:pt x="49011" y="267724"/>
                    <a:pt x="53017" y="266393"/>
                  </a:cubicBezTo>
                  <a:cubicBezTo>
                    <a:pt x="53017" y="266393"/>
                    <a:pt x="53017" y="266393"/>
                    <a:pt x="91747" y="251747"/>
                  </a:cubicBezTo>
                  <a:cubicBezTo>
                    <a:pt x="83734" y="239764"/>
                    <a:pt x="70379" y="231775"/>
                    <a:pt x="55688" y="231775"/>
                  </a:cubicBezTo>
                  <a:close/>
                  <a:moveTo>
                    <a:pt x="39613" y="195263"/>
                  </a:moveTo>
                  <a:cubicBezTo>
                    <a:pt x="39613" y="195263"/>
                    <a:pt x="39613" y="195263"/>
                    <a:pt x="92431" y="195263"/>
                  </a:cubicBezTo>
                  <a:cubicBezTo>
                    <a:pt x="95072" y="195263"/>
                    <a:pt x="96393" y="195263"/>
                    <a:pt x="97713" y="196583"/>
                  </a:cubicBezTo>
                  <a:cubicBezTo>
                    <a:pt x="97713" y="196583"/>
                    <a:pt x="97713" y="196583"/>
                    <a:pt x="138647" y="237513"/>
                  </a:cubicBezTo>
                  <a:cubicBezTo>
                    <a:pt x="139967" y="238833"/>
                    <a:pt x="141288" y="241474"/>
                    <a:pt x="139967" y="244114"/>
                  </a:cubicBezTo>
                  <a:cubicBezTo>
                    <a:pt x="139967" y="246755"/>
                    <a:pt x="138647" y="248075"/>
                    <a:pt x="136006" y="249395"/>
                  </a:cubicBezTo>
                  <a:cubicBezTo>
                    <a:pt x="136006" y="249395"/>
                    <a:pt x="136006" y="249395"/>
                    <a:pt x="109597" y="259958"/>
                  </a:cubicBezTo>
                  <a:cubicBezTo>
                    <a:pt x="110918" y="263919"/>
                    <a:pt x="110918" y="267880"/>
                    <a:pt x="110918" y="273161"/>
                  </a:cubicBezTo>
                  <a:cubicBezTo>
                    <a:pt x="110918" y="303528"/>
                    <a:pt x="85829" y="328613"/>
                    <a:pt x="55459" y="328613"/>
                  </a:cubicBezTo>
                  <a:cubicBezTo>
                    <a:pt x="25088" y="328613"/>
                    <a:pt x="0" y="303528"/>
                    <a:pt x="0" y="273161"/>
                  </a:cubicBezTo>
                  <a:cubicBezTo>
                    <a:pt x="0" y="242794"/>
                    <a:pt x="25088" y="217708"/>
                    <a:pt x="55459" y="217708"/>
                  </a:cubicBezTo>
                  <a:cubicBezTo>
                    <a:pt x="76586" y="217708"/>
                    <a:pt x="95072" y="229590"/>
                    <a:pt x="104315" y="246755"/>
                  </a:cubicBezTo>
                  <a:cubicBezTo>
                    <a:pt x="104315" y="246755"/>
                    <a:pt x="104315" y="246755"/>
                    <a:pt x="121481" y="240153"/>
                  </a:cubicBezTo>
                  <a:cubicBezTo>
                    <a:pt x="121481" y="240153"/>
                    <a:pt x="121481" y="240153"/>
                    <a:pt x="89790" y="208466"/>
                  </a:cubicBezTo>
                  <a:cubicBezTo>
                    <a:pt x="89790" y="208466"/>
                    <a:pt x="89790" y="208466"/>
                    <a:pt x="39613" y="208466"/>
                  </a:cubicBezTo>
                  <a:cubicBezTo>
                    <a:pt x="35652" y="208466"/>
                    <a:pt x="33011" y="205825"/>
                    <a:pt x="33011" y="201864"/>
                  </a:cubicBezTo>
                  <a:cubicBezTo>
                    <a:pt x="33011" y="197903"/>
                    <a:pt x="35652" y="195263"/>
                    <a:pt x="39613" y="195263"/>
                  </a:cubicBezTo>
                  <a:close/>
                  <a:moveTo>
                    <a:pt x="155575" y="0"/>
                  </a:moveTo>
                  <a:cubicBezTo>
                    <a:pt x="175419" y="0"/>
                    <a:pt x="191294" y="15773"/>
                    <a:pt x="191294" y="35490"/>
                  </a:cubicBezTo>
                  <a:cubicBezTo>
                    <a:pt x="191294" y="53892"/>
                    <a:pt x="175419" y="69666"/>
                    <a:pt x="156898" y="70980"/>
                  </a:cubicBezTo>
                  <a:cubicBezTo>
                    <a:pt x="160867" y="72295"/>
                    <a:pt x="164835" y="76238"/>
                    <a:pt x="167481" y="80181"/>
                  </a:cubicBezTo>
                  <a:cubicBezTo>
                    <a:pt x="168804" y="80181"/>
                    <a:pt x="168804" y="80181"/>
                    <a:pt x="168804" y="81496"/>
                  </a:cubicBezTo>
                  <a:cubicBezTo>
                    <a:pt x="168804" y="81496"/>
                    <a:pt x="168804" y="81496"/>
                    <a:pt x="196586" y="126187"/>
                  </a:cubicBezTo>
                  <a:cubicBezTo>
                    <a:pt x="196586" y="126187"/>
                    <a:pt x="196586" y="126187"/>
                    <a:pt x="225690" y="130131"/>
                  </a:cubicBezTo>
                  <a:cubicBezTo>
                    <a:pt x="230981" y="130131"/>
                    <a:pt x="234950" y="134074"/>
                    <a:pt x="234950" y="138017"/>
                  </a:cubicBezTo>
                  <a:cubicBezTo>
                    <a:pt x="234950" y="138017"/>
                    <a:pt x="234950" y="138017"/>
                    <a:pt x="257440" y="149847"/>
                  </a:cubicBezTo>
                  <a:cubicBezTo>
                    <a:pt x="258763" y="151162"/>
                    <a:pt x="260086" y="152476"/>
                    <a:pt x="260086" y="155105"/>
                  </a:cubicBezTo>
                  <a:cubicBezTo>
                    <a:pt x="260086" y="155105"/>
                    <a:pt x="260086" y="155105"/>
                    <a:pt x="270669" y="197168"/>
                  </a:cubicBezTo>
                  <a:cubicBezTo>
                    <a:pt x="273315" y="197168"/>
                    <a:pt x="275961" y="197168"/>
                    <a:pt x="278607" y="197168"/>
                  </a:cubicBezTo>
                  <a:cubicBezTo>
                    <a:pt x="291836" y="195853"/>
                    <a:pt x="303742" y="198482"/>
                    <a:pt x="315648" y="205054"/>
                  </a:cubicBezTo>
                  <a:cubicBezTo>
                    <a:pt x="319617" y="206369"/>
                    <a:pt x="320940" y="210312"/>
                    <a:pt x="319617" y="214255"/>
                  </a:cubicBezTo>
                  <a:cubicBezTo>
                    <a:pt x="316971" y="216884"/>
                    <a:pt x="313003" y="219513"/>
                    <a:pt x="310357" y="216884"/>
                  </a:cubicBezTo>
                  <a:cubicBezTo>
                    <a:pt x="299773" y="211627"/>
                    <a:pt x="289190" y="210312"/>
                    <a:pt x="278607" y="210312"/>
                  </a:cubicBezTo>
                  <a:cubicBezTo>
                    <a:pt x="277284" y="210312"/>
                    <a:pt x="275961" y="210312"/>
                    <a:pt x="274638" y="211627"/>
                  </a:cubicBezTo>
                  <a:cubicBezTo>
                    <a:pt x="274638" y="211627"/>
                    <a:pt x="274638" y="211627"/>
                    <a:pt x="275961" y="218199"/>
                  </a:cubicBezTo>
                  <a:cubicBezTo>
                    <a:pt x="278607" y="218199"/>
                    <a:pt x="279930" y="218199"/>
                    <a:pt x="282575" y="218199"/>
                  </a:cubicBezTo>
                  <a:cubicBezTo>
                    <a:pt x="313003" y="218199"/>
                    <a:pt x="338138" y="243174"/>
                    <a:pt x="338138" y="273406"/>
                  </a:cubicBezTo>
                  <a:cubicBezTo>
                    <a:pt x="338138" y="303639"/>
                    <a:pt x="313003" y="328613"/>
                    <a:pt x="282575" y="328613"/>
                  </a:cubicBezTo>
                  <a:cubicBezTo>
                    <a:pt x="257440" y="328613"/>
                    <a:pt x="236273" y="312840"/>
                    <a:pt x="229659" y="289180"/>
                  </a:cubicBezTo>
                  <a:cubicBezTo>
                    <a:pt x="229659" y="289180"/>
                    <a:pt x="229659" y="289180"/>
                    <a:pt x="183356" y="289180"/>
                  </a:cubicBezTo>
                  <a:cubicBezTo>
                    <a:pt x="179388" y="289180"/>
                    <a:pt x="175419" y="286551"/>
                    <a:pt x="175419" y="282607"/>
                  </a:cubicBezTo>
                  <a:cubicBezTo>
                    <a:pt x="175419" y="278664"/>
                    <a:pt x="179388" y="276035"/>
                    <a:pt x="183356" y="276035"/>
                  </a:cubicBezTo>
                  <a:cubicBezTo>
                    <a:pt x="183356" y="276035"/>
                    <a:pt x="183356" y="276035"/>
                    <a:pt x="227013" y="276035"/>
                  </a:cubicBezTo>
                  <a:cubicBezTo>
                    <a:pt x="227013" y="274721"/>
                    <a:pt x="227013" y="274721"/>
                    <a:pt x="227013" y="273406"/>
                  </a:cubicBezTo>
                  <a:cubicBezTo>
                    <a:pt x="227013" y="249746"/>
                    <a:pt x="241565" y="230029"/>
                    <a:pt x="262732" y="222142"/>
                  </a:cubicBezTo>
                  <a:cubicBezTo>
                    <a:pt x="262732" y="222142"/>
                    <a:pt x="262732" y="222142"/>
                    <a:pt x="261409" y="214255"/>
                  </a:cubicBezTo>
                  <a:cubicBezTo>
                    <a:pt x="248180" y="219513"/>
                    <a:pt x="237596" y="228714"/>
                    <a:pt x="230981" y="239231"/>
                  </a:cubicBezTo>
                  <a:cubicBezTo>
                    <a:pt x="229659" y="241859"/>
                    <a:pt x="227013" y="243174"/>
                    <a:pt x="224367" y="243174"/>
                  </a:cubicBezTo>
                  <a:cubicBezTo>
                    <a:pt x="224367" y="243174"/>
                    <a:pt x="223044" y="243174"/>
                    <a:pt x="221721" y="241859"/>
                  </a:cubicBezTo>
                  <a:cubicBezTo>
                    <a:pt x="217752" y="240545"/>
                    <a:pt x="216429" y="235287"/>
                    <a:pt x="219075" y="232658"/>
                  </a:cubicBezTo>
                  <a:cubicBezTo>
                    <a:pt x="228336" y="218199"/>
                    <a:pt x="241565" y="206369"/>
                    <a:pt x="257440" y="201111"/>
                  </a:cubicBezTo>
                  <a:cubicBezTo>
                    <a:pt x="257440" y="201111"/>
                    <a:pt x="257440" y="201111"/>
                    <a:pt x="248180" y="160363"/>
                  </a:cubicBezTo>
                  <a:cubicBezTo>
                    <a:pt x="248180" y="160363"/>
                    <a:pt x="248180" y="160363"/>
                    <a:pt x="228336" y="151162"/>
                  </a:cubicBezTo>
                  <a:cubicBezTo>
                    <a:pt x="228336" y="151162"/>
                    <a:pt x="228336" y="149847"/>
                    <a:pt x="227013" y="149847"/>
                  </a:cubicBezTo>
                  <a:cubicBezTo>
                    <a:pt x="227013" y="149847"/>
                    <a:pt x="225690" y="149847"/>
                    <a:pt x="224367" y="149847"/>
                  </a:cubicBezTo>
                  <a:cubicBezTo>
                    <a:pt x="224367" y="149847"/>
                    <a:pt x="224367" y="149847"/>
                    <a:pt x="188648" y="149847"/>
                  </a:cubicBezTo>
                  <a:cubicBezTo>
                    <a:pt x="184679" y="149847"/>
                    <a:pt x="180711" y="148533"/>
                    <a:pt x="179388" y="145904"/>
                  </a:cubicBezTo>
                  <a:cubicBezTo>
                    <a:pt x="179388" y="145904"/>
                    <a:pt x="179388" y="145904"/>
                    <a:pt x="178065" y="144589"/>
                  </a:cubicBezTo>
                  <a:cubicBezTo>
                    <a:pt x="178065" y="144589"/>
                    <a:pt x="178065" y="144589"/>
                    <a:pt x="170127" y="134074"/>
                  </a:cubicBezTo>
                  <a:cubicBezTo>
                    <a:pt x="170127" y="136703"/>
                    <a:pt x="170127" y="138017"/>
                    <a:pt x="168804" y="140646"/>
                  </a:cubicBezTo>
                  <a:cubicBezTo>
                    <a:pt x="168804" y="143275"/>
                    <a:pt x="167481" y="145904"/>
                    <a:pt x="167481" y="148533"/>
                  </a:cubicBezTo>
                  <a:cubicBezTo>
                    <a:pt x="167481" y="149847"/>
                    <a:pt x="167481" y="151162"/>
                    <a:pt x="166158" y="152476"/>
                  </a:cubicBezTo>
                  <a:cubicBezTo>
                    <a:pt x="166158" y="153791"/>
                    <a:pt x="166158" y="155105"/>
                    <a:pt x="166158" y="156420"/>
                  </a:cubicBezTo>
                  <a:cubicBezTo>
                    <a:pt x="164835" y="159048"/>
                    <a:pt x="164835" y="161677"/>
                    <a:pt x="163513" y="164306"/>
                  </a:cubicBezTo>
                  <a:cubicBezTo>
                    <a:pt x="163513" y="166935"/>
                    <a:pt x="162190" y="168250"/>
                    <a:pt x="162190" y="170879"/>
                  </a:cubicBezTo>
                  <a:cubicBezTo>
                    <a:pt x="160867" y="172193"/>
                    <a:pt x="160867" y="172193"/>
                    <a:pt x="160867" y="173507"/>
                  </a:cubicBezTo>
                  <a:cubicBezTo>
                    <a:pt x="160867" y="173507"/>
                    <a:pt x="160867" y="173507"/>
                    <a:pt x="200554" y="182709"/>
                  </a:cubicBezTo>
                  <a:cubicBezTo>
                    <a:pt x="200554" y="182709"/>
                    <a:pt x="200554" y="182709"/>
                    <a:pt x="201877" y="182709"/>
                  </a:cubicBezTo>
                  <a:cubicBezTo>
                    <a:pt x="211138" y="185337"/>
                    <a:pt x="217752" y="195853"/>
                    <a:pt x="215106" y="205054"/>
                  </a:cubicBezTo>
                  <a:cubicBezTo>
                    <a:pt x="215106" y="206369"/>
                    <a:pt x="213784" y="208998"/>
                    <a:pt x="212461" y="210312"/>
                  </a:cubicBezTo>
                  <a:cubicBezTo>
                    <a:pt x="212461" y="210312"/>
                    <a:pt x="212461" y="210312"/>
                    <a:pt x="163513" y="289180"/>
                  </a:cubicBezTo>
                  <a:cubicBezTo>
                    <a:pt x="159544" y="294437"/>
                    <a:pt x="151606" y="297066"/>
                    <a:pt x="144992" y="293123"/>
                  </a:cubicBezTo>
                  <a:cubicBezTo>
                    <a:pt x="138377" y="289180"/>
                    <a:pt x="137054" y="281293"/>
                    <a:pt x="139700" y="276035"/>
                  </a:cubicBezTo>
                  <a:cubicBezTo>
                    <a:pt x="139700" y="276035"/>
                    <a:pt x="139700" y="276035"/>
                    <a:pt x="168804" y="214255"/>
                  </a:cubicBezTo>
                  <a:cubicBezTo>
                    <a:pt x="168804" y="214255"/>
                    <a:pt x="168804" y="214255"/>
                    <a:pt x="125148" y="206369"/>
                  </a:cubicBezTo>
                  <a:cubicBezTo>
                    <a:pt x="115887" y="203740"/>
                    <a:pt x="107950" y="201111"/>
                    <a:pt x="103981" y="195853"/>
                  </a:cubicBezTo>
                  <a:cubicBezTo>
                    <a:pt x="96044" y="186652"/>
                    <a:pt x="92075" y="176136"/>
                    <a:pt x="97367" y="164306"/>
                  </a:cubicBezTo>
                  <a:cubicBezTo>
                    <a:pt x="115887" y="124873"/>
                    <a:pt x="121179" y="95955"/>
                    <a:pt x="121179" y="95955"/>
                  </a:cubicBezTo>
                  <a:cubicBezTo>
                    <a:pt x="121179" y="95955"/>
                    <a:pt x="121179" y="95955"/>
                    <a:pt x="121179" y="90697"/>
                  </a:cubicBezTo>
                  <a:cubicBezTo>
                    <a:pt x="122502" y="78867"/>
                    <a:pt x="131763" y="69666"/>
                    <a:pt x="143669" y="68351"/>
                  </a:cubicBezTo>
                  <a:cubicBezTo>
                    <a:pt x="130440" y="63093"/>
                    <a:pt x="119856" y="49949"/>
                    <a:pt x="119856" y="35490"/>
                  </a:cubicBezTo>
                  <a:cubicBezTo>
                    <a:pt x="119856" y="15773"/>
                    <a:pt x="135731" y="0"/>
                    <a:pt x="155575" y="0"/>
                  </a:cubicBezTo>
                  <a:close/>
                </a:path>
              </a:pathLst>
            </a:custGeom>
            <a:solidFill>
              <a:schemeClr val="accent1">
                <a:lumMod val="100000"/>
              </a:schemeClr>
            </a:solidFill>
            <a:ln w="19050">
              <a:noFill/>
            </a:ln>
          </p:spPr>
          <p:style>
            <a:lnRef idx="0"/>
            <a:fillRef idx="0"/>
            <a:effectRef idx="0"/>
            <a:fontRef idx="minor"/>
          </p:style>
        </p:sp>
        <p:grpSp>
          <p:nvGrpSpPr>
            <p:cNvPr id="146" name="组合 10"/>
            <p:cNvGrpSpPr/>
            <p:nvPr/>
          </p:nvGrpSpPr>
          <p:grpSpPr>
            <a:xfrm>
              <a:off x="5591160" y="1569600"/>
              <a:ext cx="3151440" cy="739800"/>
              <a:chOff x="5591160" y="1569600"/>
              <a:chExt cx="3151440" cy="739800"/>
            </a:xfrm>
          </p:grpSpPr>
          <p:sp>
            <p:nvSpPr>
              <p:cNvPr id="147" name="文本框 20"/>
              <p:cNvSpPr/>
              <p:nvPr/>
            </p:nvSpPr>
            <p:spPr>
              <a:xfrm>
                <a:off x="5591160" y="1569600"/>
                <a:ext cx="3151440" cy="312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72000" rIns="72000" tIns="72000" bIns="72000" anchor="b">
                <a:normAutofit fontScale="61000"/>
              </a:bodyPr>
              <a:p>
                <a:pPr>
                  <a:lnSpc>
                    <a:spcPct val="100000"/>
                  </a:lnSpc>
                  <a:buNone/>
                </a:pPr>
                <a:r>
                  <a:rPr b="1" lang="zh-CN" sz="1800" spc="-1" strike="noStrike">
                    <a:solidFill>
                      <a:srgbClr val="ffffff"/>
                    </a:solidFill>
                    <a:latin typeface="微软雅黑"/>
                    <a:ea typeface="微软雅黑"/>
                  </a:rPr>
                  <a:t>单击添加标题</a:t>
                </a:r>
                <a:endParaRPr b="0" lang="en-HK" sz="1800" spc="-1" strike="noStrike">
                  <a:latin typeface="Arial"/>
                </a:endParaRPr>
              </a:p>
            </p:txBody>
          </p:sp>
          <p:sp>
            <p:nvSpPr>
              <p:cNvPr id="148" name="文本框 21"/>
              <p:cNvSpPr/>
              <p:nvPr/>
            </p:nvSpPr>
            <p:spPr>
              <a:xfrm>
                <a:off x="5591160" y="1886400"/>
                <a:ext cx="3151440" cy="4230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2000" rIns="72000" tIns="72000" bIns="72000" anchor="t">
                <a:normAutofit fontScale="62000"/>
              </a:bodyPr>
              <a:p>
                <a:pPr>
                  <a:lnSpc>
                    <a:spcPct val="120000"/>
                  </a:lnSpc>
                  <a:buNone/>
                </a:pPr>
                <a:r>
                  <a:rPr b="0" lang="zh-CN" sz="1200" spc="-1" strike="noStrike">
                    <a:solidFill>
                      <a:srgbClr val="ffffff"/>
                    </a:solidFill>
                    <a:latin typeface="微软雅黑"/>
                    <a:ea typeface="微软雅黑"/>
                  </a:rPr>
                  <a:t>此部分内容作为文字排版占位显示（建议使用主题字体）</a:t>
                </a:r>
                <a:br>
                  <a:rPr sz="1200"/>
                </a:br>
                <a:r>
                  <a:rPr b="0" lang="zh-CN" sz="1200" spc="-1" strike="noStrike">
                    <a:solidFill>
                      <a:srgbClr val="ffffff"/>
                    </a:solidFill>
                    <a:latin typeface="微软雅黑"/>
                    <a:ea typeface="微软雅黑"/>
                  </a:rPr>
                  <a:t>如需更改请在（设置形状格式）菜单下（文本选项）中调整</a:t>
                </a:r>
                <a:endParaRPr b="0" lang="en-HK" sz="1200" spc="-1" strike="noStrike">
                  <a:latin typeface="Arial"/>
                </a:endParaRPr>
              </a:p>
            </p:txBody>
          </p:sp>
        </p:grpSp>
      </p:grpSp>
      <p:grpSp>
        <p:nvGrpSpPr>
          <p:cNvPr id="149" name="组合 25"/>
          <p:cNvGrpSpPr/>
          <p:nvPr/>
        </p:nvGrpSpPr>
        <p:grpSpPr>
          <a:xfrm>
            <a:off x="4584240" y="2597400"/>
            <a:ext cx="4334760" cy="1205640"/>
            <a:chOff x="4584240" y="2597400"/>
            <a:chExt cx="4334760" cy="1205640"/>
          </a:xfrm>
        </p:grpSpPr>
        <p:sp>
          <p:nvSpPr>
            <p:cNvPr id="150" name="矩形 5"/>
            <p:cNvSpPr/>
            <p:nvPr/>
          </p:nvSpPr>
          <p:spPr>
            <a:xfrm>
              <a:off x="4584240" y="2597400"/>
              <a:ext cx="4334760" cy="1205640"/>
            </a:xfrm>
            <a:prstGeom prst="rect">
              <a:avLst/>
            </a:prstGeom>
            <a:solidFill>
              <a:schemeClr val="accent2"/>
            </a:solidFill>
            <a:ln w="1905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1" name="椭圆 7"/>
            <p:cNvSpPr/>
            <p:nvPr/>
          </p:nvSpPr>
          <p:spPr>
            <a:xfrm>
              <a:off x="4750200" y="2864520"/>
              <a:ext cx="671040" cy="671040"/>
            </a:xfrm>
            <a:prstGeom prst="ellipse">
              <a:avLst/>
            </a:prstGeom>
            <a:solidFill>
              <a:schemeClr val="bg1"/>
            </a:solidFill>
            <a:ln w="1905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2" name="任意多边形: 形状 9"/>
            <p:cNvSpPr/>
            <p:nvPr/>
          </p:nvSpPr>
          <p:spPr>
            <a:xfrm>
              <a:off x="4886280" y="3037680"/>
              <a:ext cx="398880" cy="324360"/>
            </a:xfrm>
            <a:custGeom>
              <a:avLst/>
              <a:gdLst/>
              <a:ahLst/>
              <a:rect l="l" t="t" r="r" b="b"/>
              <a:pathLst>
                <a:path w="338667" h="276225">
                  <a:moveTo>
                    <a:pt x="39952" y="252412"/>
                  </a:moveTo>
                  <a:lnTo>
                    <a:pt x="297127" y="252412"/>
                  </a:lnTo>
                  <a:lnTo>
                    <a:pt x="297127" y="276225"/>
                  </a:lnTo>
                  <a:lnTo>
                    <a:pt x="39952" y="276225"/>
                  </a:lnTo>
                  <a:close/>
                  <a:moveTo>
                    <a:pt x="169334" y="98425"/>
                  </a:moveTo>
                  <a:cubicBezTo>
                    <a:pt x="200788" y="98425"/>
                    <a:pt x="225690" y="124701"/>
                    <a:pt x="225690" y="154918"/>
                  </a:cubicBezTo>
                  <a:cubicBezTo>
                    <a:pt x="225690" y="162801"/>
                    <a:pt x="224380" y="170684"/>
                    <a:pt x="221758" y="177253"/>
                  </a:cubicBezTo>
                  <a:cubicBezTo>
                    <a:pt x="221758" y="177253"/>
                    <a:pt x="221758" y="177253"/>
                    <a:pt x="206031" y="169370"/>
                  </a:cubicBezTo>
                  <a:cubicBezTo>
                    <a:pt x="206031" y="169370"/>
                    <a:pt x="206031" y="168056"/>
                    <a:pt x="206031" y="168056"/>
                  </a:cubicBezTo>
                  <a:cubicBezTo>
                    <a:pt x="207342" y="164115"/>
                    <a:pt x="208652" y="160173"/>
                    <a:pt x="208652" y="154918"/>
                  </a:cubicBezTo>
                  <a:cubicBezTo>
                    <a:pt x="208652" y="133897"/>
                    <a:pt x="190303" y="116818"/>
                    <a:pt x="169334" y="116818"/>
                  </a:cubicBezTo>
                  <a:cubicBezTo>
                    <a:pt x="148364" y="116818"/>
                    <a:pt x="130015" y="133897"/>
                    <a:pt x="130015" y="154918"/>
                  </a:cubicBezTo>
                  <a:cubicBezTo>
                    <a:pt x="130015" y="177253"/>
                    <a:pt x="148364" y="194332"/>
                    <a:pt x="169334" y="194332"/>
                  </a:cubicBezTo>
                  <a:cubicBezTo>
                    <a:pt x="181129" y="194332"/>
                    <a:pt x="191614" y="189077"/>
                    <a:pt x="198167" y="181194"/>
                  </a:cubicBezTo>
                  <a:cubicBezTo>
                    <a:pt x="199478" y="181194"/>
                    <a:pt x="199478" y="181194"/>
                    <a:pt x="199478" y="181194"/>
                  </a:cubicBezTo>
                  <a:cubicBezTo>
                    <a:pt x="199478" y="181194"/>
                    <a:pt x="199478" y="181194"/>
                    <a:pt x="213895" y="190391"/>
                  </a:cubicBezTo>
                  <a:cubicBezTo>
                    <a:pt x="203410" y="203528"/>
                    <a:pt x="187682" y="212725"/>
                    <a:pt x="169334" y="212725"/>
                  </a:cubicBezTo>
                  <a:cubicBezTo>
                    <a:pt x="137879" y="212725"/>
                    <a:pt x="112977" y="186449"/>
                    <a:pt x="112977" y="156232"/>
                  </a:cubicBezTo>
                  <a:cubicBezTo>
                    <a:pt x="112977" y="124701"/>
                    <a:pt x="137879" y="98425"/>
                    <a:pt x="169334" y="98425"/>
                  </a:cubicBezTo>
                  <a:close/>
                  <a:moveTo>
                    <a:pt x="169740" y="84137"/>
                  </a:moveTo>
                  <a:cubicBezTo>
                    <a:pt x="130268" y="84137"/>
                    <a:pt x="98689" y="117271"/>
                    <a:pt x="98689" y="157031"/>
                  </a:cubicBezTo>
                  <a:cubicBezTo>
                    <a:pt x="98689" y="195466"/>
                    <a:pt x="130268" y="228600"/>
                    <a:pt x="169740" y="228600"/>
                  </a:cubicBezTo>
                  <a:cubicBezTo>
                    <a:pt x="193424" y="228600"/>
                    <a:pt x="214477" y="216672"/>
                    <a:pt x="227634" y="198117"/>
                  </a:cubicBezTo>
                  <a:cubicBezTo>
                    <a:pt x="227634" y="198117"/>
                    <a:pt x="232897" y="203418"/>
                    <a:pt x="236845" y="203418"/>
                  </a:cubicBezTo>
                  <a:cubicBezTo>
                    <a:pt x="238160" y="203418"/>
                    <a:pt x="240792" y="200768"/>
                    <a:pt x="242108" y="199442"/>
                  </a:cubicBezTo>
                  <a:cubicBezTo>
                    <a:pt x="244739" y="195466"/>
                    <a:pt x="243423" y="191490"/>
                    <a:pt x="239476" y="190165"/>
                  </a:cubicBezTo>
                  <a:cubicBezTo>
                    <a:pt x="239476" y="190165"/>
                    <a:pt x="239476" y="190165"/>
                    <a:pt x="234213" y="186189"/>
                  </a:cubicBezTo>
                  <a:cubicBezTo>
                    <a:pt x="238160" y="176911"/>
                    <a:pt x="240792" y="167634"/>
                    <a:pt x="240792" y="157031"/>
                  </a:cubicBezTo>
                  <a:cubicBezTo>
                    <a:pt x="240792" y="117271"/>
                    <a:pt x="209213" y="84137"/>
                    <a:pt x="169740" y="84137"/>
                  </a:cubicBezTo>
                  <a:close/>
                  <a:moveTo>
                    <a:pt x="280981" y="82550"/>
                  </a:moveTo>
                  <a:cubicBezTo>
                    <a:pt x="333639" y="82550"/>
                    <a:pt x="333639" y="82550"/>
                    <a:pt x="333639" y="82550"/>
                  </a:cubicBezTo>
                  <a:cubicBezTo>
                    <a:pt x="332323" y="87313"/>
                    <a:pt x="332323" y="89694"/>
                    <a:pt x="331006" y="92075"/>
                  </a:cubicBezTo>
                  <a:cubicBezTo>
                    <a:pt x="279664" y="92075"/>
                    <a:pt x="279664" y="92075"/>
                    <a:pt x="279664" y="92075"/>
                  </a:cubicBezTo>
                  <a:cubicBezTo>
                    <a:pt x="279664" y="89694"/>
                    <a:pt x="279664" y="86122"/>
                    <a:pt x="280981" y="82550"/>
                  </a:cubicBezTo>
                  <a:close/>
                  <a:moveTo>
                    <a:pt x="5027" y="82550"/>
                  </a:moveTo>
                  <a:cubicBezTo>
                    <a:pt x="5027" y="82550"/>
                    <a:pt x="5027" y="82550"/>
                    <a:pt x="57685" y="82550"/>
                  </a:cubicBezTo>
                  <a:cubicBezTo>
                    <a:pt x="59002" y="86122"/>
                    <a:pt x="59002" y="89694"/>
                    <a:pt x="59002" y="92075"/>
                  </a:cubicBezTo>
                  <a:cubicBezTo>
                    <a:pt x="59002" y="92075"/>
                    <a:pt x="59002" y="92075"/>
                    <a:pt x="7660" y="92075"/>
                  </a:cubicBezTo>
                  <a:cubicBezTo>
                    <a:pt x="6343" y="89694"/>
                    <a:pt x="6343" y="87313"/>
                    <a:pt x="5027" y="82550"/>
                  </a:cubicBezTo>
                  <a:close/>
                  <a:moveTo>
                    <a:pt x="106627" y="47625"/>
                  </a:moveTo>
                  <a:lnTo>
                    <a:pt x="128852" y="47625"/>
                  </a:lnTo>
                  <a:lnTo>
                    <a:pt x="128852" y="66675"/>
                  </a:lnTo>
                  <a:lnTo>
                    <a:pt x="209815" y="66675"/>
                  </a:lnTo>
                  <a:lnTo>
                    <a:pt x="209815" y="47625"/>
                  </a:lnTo>
                  <a:lnTo>
                    <a:pt x="232040" y="47625"/>
                  </a:lnTo>
                  <a:lnTo>
                    <a:pt x="232040" y="66675"/>
                  </a:lnTo>
                  <a:lnTo>
                    <a:pt x="254265" y="66675"/>
                  </a:lnTo>
                  <a:lnTo>
                    <a:pt x="295540" y="238125"/>
                  </a:lnTo>
                  <a:lnTo>
                    <a:pt x="43127" y="238125"/>
                  </a:lnTo>
                  <a:lnTo>
                    <a:pt x="84402" y="66675"/>
                  </a:lnTo>
                  <a:lnTo>
                    <a:pt x="106627" y="66675"/>
                  </a:lnTo>
                  <a:close/>
                  <a:moveTo>
                    <a:pt x="169334" y="0"/>
                  </a:moveTo>
                  <a:cubicBezTo>
                    <a:pt x="244740" y="0"/>
                    <a:pt x="309563" y="11815"/>
                    <a:pt x="333376" y="30193"/>
                  </a:cubicBezTo>
                  <a:cubicBezTo>
                    <a:pt x="338667" y="34132"/>
                    <a:pt x="339990" y="48572"/>
                    <a:pt x="337344" y="68263"/>
                  </a:cubicBezTo>
                  <a:cubicBezTo>
                    <a:pt x="281782" y="68263"/>
                    <a:pt x="281782" y="68263"/>
                    <a:pt x="281782" y="68263"/>
                  </a:cubicBezTo>
                  <a:cubicBezTo>
                    <a:pt x="281782" y="57761"/>
                    <a:pt x="279136" y="49884"/>
                    <a:pt x="275167" y="45946"/>
                  </a:cubicBezTo>
                  <a:cubicBezTo>
                    <a:pt x="256646" y="26255"/>
                    <a:pt x="207698" y="19691"/>
                    <a:pt x="169334" y="19691"/>
                  </a:cubicBezTo>
                  <a:cubicBezTo>
                    <a:pt x="130969" y="19691"/>
                    <a:pt x="82021" y="26255"/>
                    <a:pt x="63500" y="45946"/>
                  </a:cubicBezTo>
                  <a:cubicBezTo>
                    <a:pt x="59531" y="49884"/>
                    <a:pt x="56885" y="57761"/>
                    <a:pt x="56885" y="68263"/>
                  </a:cubicBezTo>
                  <a:cubicBezTo>
                    <a:pt x="1323" y="68263"/>
                    <a:pt x="1323" y="68263"/>
                    <a:pt x="1323" y="68263"/>
                  </a:cubicBezTo>
                  <a:cubicBezTo>
                    <a:pt x="-1323" y="48572"/>
                    <a:pt x="0" y="35444"/>
                    <a:pt x="5291" y="30193"/>
                  </a:cubicBezTo>
                  <a:cubicBezTo>
                    <a:pt x="29104" y="11815"/>
                    <a:pt x="93927" y="0"/>
                    <a:pt x="169334" y="0"/>
                  </a:cubicBezTo>
                  <a:close/>
                </a:path>
              </a:pathLst>
            </a:custGeom>
            <a:solidFill>
              <a:schemeClr val="accent2"/>
            </a:solidFill>
            <a:ln w="19050">
              <a:noFill/>
            </a:ln>
          </p:spPr>
          <p:style>
            <a:lnRef idx="0"/>
            <a:fillRef idx="0"/>
            <a:effectRef idx="0"/>
            <a:fontRef idx="minor"/>
          </p:style>
        </p:sp>
        <p:grpSp>
          <p:nvGrpSpPr>
            <p:cNvPr id="153" name="组合 11"/>
            <p:cNvGrpSpPr/>
            <p:nvPr/>
          </p:nvGrpSpPr>
          <p:grpSpPr>
            <a:xfrm>
              <a:off x="5591160" y="2832480"/>
              <a:ext cx="3151440" cy="739800"/>
              <a:chOff x="5591160" y="2832480"/>
              <a:chExt cx="3151440" cy="739800"/>
            </a:xfrm>
          </p:grpSpPr>
          <p:sp>
            <p:nvSpPr>
              <p:cNvPr id="154" name="文本框 25"/>
              <p:cNvSpPr/>
              <p:nvPr/>
            </p:nvSpPr>
            <p:spPr>
              <a:xfrm>
                <a:off x="5591160" y="2832480"/>
                <a:ext cx="3151440" cy="312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72000" rIns="72000" tIns="72000" bIns="72000" anchor="b">
                <a:normAutofit fontScale="61000"/>
              </a:bodyPr>
              <a:p>
                <a:pPr>
                  <a:lnSpc>
                    <a:spcPct val="100000"/>
                  </a:lnSpc>
                  <a:buNone/>
                </a:pPr>
                <a:r>
                  <a:rPr b="1" lang="zh-CN" sz="1800" spc="-1" strike="noStrike">
                    <a:solidFill>
                      <a:srgbClr val="ffffff"/>
                    </a:solidFill>
                    <a:latin typeface="微软雅黑"/>
                    <a:ea typeface="微软雅黑"/>
                  </a:rPr>
                  <a:t>单击添加标题</a:t>
                </a:r>
                <a:endParaRPr b="0" lang="en-HK" sz="1800" spc="-1" strike="noStrike">
                  <a:latin typeface="Arial"/>
                </a:endParaRPr>
              </a:p>
            </p:txBody>
          </p:sp>
          <p:sp>
            <p:nvSpPr>
              <p:cNvPr id="155" name="文本框 26"/>
              <p:cNvSpPr/>
              <p:nvPr/>
            </p:nvSpPr>
            <p:spPr>
              <a:xfrm>
                <a:off x="5591160" y="3149280"/>
                <a:ext cx="3151440" cy="4230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2000" rIns="72000" tIns="72000" bIns="72000" anchor="t">
                <a:normAutofit fontScale="62000"/>
              </a:bodyPr>
              <a:p>
                <a:pPr>
                  <a:lnSpc>
                    <a:spcPct val="120000"/>
                  </a:lnSpc>
                  <a:buNone/>
                </a:pPr>
                <a:r>
                  <a:rPr b="0" lang="zh-CN" sz="1200" spc="-1" strike="noStrike">
                    <a:solidFill>
                      <a:srgbClr val="ffffff"/>
                    </a:solidFill>
                    <a:latin typeface="微软雅黑"/>
                    <a:ea typeface="微软雅黑"/>
                  </a:rPr>
                  <a:t>此部分内容作为文字排版占位显示（建议使用主题字体）</a:t>
                </a:r>
                <a:br>
                  <a:rPr sz="1200"/>
                </a:br>
                <a:r>
                  <a:rPr b="0" lang="zh-CN" sz="1200" spc="-1" strike="noStrike">
                    <a:solidFill>
                      <a:srgbClr val="ffffff"/>
                    </a:solidFill>
                    <a:latin typeface="微软雅黑"/>
                    <a:ea typeface="微软雅黑"/>
                  </a:rPr>
                  <a:t>如需更改请在（设置形状格式）菜单下（文本选项）中调整</a:t>
                </a:r>
                <a:endParaRPr b="0" lang="en-HK" sz="1200" spc="-1" strike="noStrike">
                  <a:latin typeface="Arial"/>
                </a:endParaRPr>
              </a:p>
            </p:txBody>
          </p:sp>
        </p:grpSp>
      </p:grpSp>
      <p:grpSp>
        <p:nvGrpSpPr>
          <p:cNvPr id="156" name="组合 26"/>
          <p:cNvGrpSpPr/>
          <p:nvPr/>
        </p:nvGrpSpPr>
        <p:grpSpPr>
          <a:xfrm>
            <a:off x="323640" y="0"/>
            <a:ext cx="2084040" cy="574200"/>
            <a:chOff x="323640" y="0"/>
            <a:chExt cx="2084040" cy="574200"/>
          </a:xfrm>
        </p:grpSpPr>
        <p:sp>
          <p:nvSpPr>
            <p:cNvPr id="157" name="TextBox 86"/>
            <p:cNvSpPr/>
            <p:nvPr/>
          </p:nvSpPr>
          <p:spPr>
            <a:xfrm>
              <a:off x="576360" y="58320"/>
              <a:ext cx="183132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zh-CN" sz="24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请输入标题</a:t>
              </a:r>
              <a:endParaRPr b="0" lang="en-HK" sz="2400" spc="-1" strike="noStrike">
                <a:latin typeface="Arial"/>
              </a:endParaRPr>
            </a:p>
          </p:txBody>
        </p:sp>
        <p:sp>
          <p:nvSpPr>
            <p:cNvPr id="158" name="矩形 2"/>
            <p:cNvSpPr/>
            <p:nvPr/>
          </p:nvSpPr>
          <p:spPr>
            <a:xfrm>
              <a:off x="323640" y="0"/>
              <a:ext cx="212040" cy="5742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</p:spTree>
  </p:cSld>
  <p:transition spd="med">
    <p:pull dir="r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9" name="组合 3"/>
          <p:cNvGrpSpPr/>
          <p:nvPr/>
        </p:nvGrpSpPr>
        <p:grpSpPr>
          <a:xfrm>
            <a:off x="2899080" y="901800"/>
            <a:ext cx="3341880" cy="3336120"/>
            <a:chOff x="2899080" y="901800"/>
            <a:chExt cx="3341880" cy="3336120"/>
          </a:xfrm>
        </p:grpSpPr>
        <p:sp>
          <p:nvSpPr>
            <p:cNvPr id="160" name="椭圆 16"/>
            <p:cNvSpPr/>
            <p:nvPr/>
          </p:nvSpPr>
          <p:spPr>
            <a:xfrm>
              <a:off x="3573000" y="1575000"/>
              <a:ext cx="1994040" cy="1990440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1" name="任意多边形: 形状 17"/>
            <p:cNvSpPr/>
            <p:nvPr/>
          </p:nvSpPr>
          <p:spPr>
            <a:xfrm>
              <a:off x="3030840" y="2170800"/>
              <a:ext cx="1938960" cy="1935000"/>
            </a:xfrm>
            <a:custGeom>
              <a:avLst/>
              <a:gdLst/>
              <a:ahLst/>
              <a:rect l="l" t="t" r="r" b="b"/>
              <a:pathLst>
                <a:path w="1219" h="1219">
                  <a:moveTo>
                    <a:pt x="1114" y="104"/>
                  </a:moveTo>
                  <a:cubicBezTo>
                    <a:pt x="1101" y="92"/>
                    <a:pt x="1088" y="80"/>
                    <a:pt x="1073" y="69"/>
                  </a:cubicBezTo>
                  <a:cubicBezTo>
                    <a:pt x="1058" y="59"/>
                    <a:pt x="1044" y="50"/>
                    <a:pt x="1028" y="41"/>
                  </a:cubicBezTo>
                  <a:cubicBezTo>
                    <a:pt x="1012" y="33"/>
                    <a:pt x="996" y="26"/>
                    <a:pt x="980" y="20"/>
                  </a:cubicBezTo>
                  <a:cubicBezTo>
                    <a:pt x="963" y="15"/>
                    <a:pt x="947" y="10"/>
                    <a:pt x="930" y="7"/>
                  </a:cubicBezTo>
                  <a:cubicBezTo>
                    <a:pt x="913" y="4"/>
                    <a:pt x="896" y="2"/>
                    <a:pt x="879" y="0"/>
                  </a:cubicBezTo>
                  <a:cubicBezTo>
                    <a:pt x="861" y="0"/>
                    <a:pt x="845" y="0"/>
                    <a:pt x="827" y="2"/>
                  </a:cubicBezTo>
                  <a:cubicBezTo>
                    <a:pt x="810" y="4"/>
                    <a:pt x="794" y="7"/>
                    <a:pt x="776" y="10"/>
                  </a:cubicBezTo>
                  <a:cubicBezTo>
                    <a:pt x="760" y="15"/>
                    <a:pt x="743" y="20"/>
                    <a:pt x="727" y="26"/>
                  </a:cubicBezTo>
                  <a:cubicBezTo>
                    <a:pt x="711" y="33"/>
                    <a:pt x="695" y="41"/>
                    <a:pt x="680" y="49"/>
                  </a:cubicBezTo>
                  <a:cubicBezTo>
                    <a:pt x="650" y="69"/>
                    <a:pt x="650" y="69"/>
                    <a:pt x="650" y="69"/>
                  </a:cubicBezTo>
                  <a:cubicBezTo>
                    <a:pt x="636" y="80"/>
                    <a:pt x="623" y="91"/>
                    <a:pt x="610" y="104"/>
                  </a:cubicBezTo>
                  <a:cubicBezTo>
                    <a:pt x="92" y="622"/>
                    <a:pt x="92" y="622"/>
                    <a:pt x="92" y="622"/>
                  </a:cubicBezTo>
                  <a:cubicBezTo>
                    <a:pt x="80" y="636"/>
                    <a:pt x="69" y="650"/>
                    <a:pt x="59" y="665"/>
                  </a:cubicBezTo>
                  <a:cubicBezTo>
                    <a:pt x="49" y="680"/>
                    <a:pt x="41" y="695"/>
                    <a:pt x="33" y="711"/>
                  </a:cubicBezTo>
                  <a:cubicBezTo>
                    <a:pt x="26" y="727"/>
                    <a:pt x="20" y="743"/>
                    <a:pt x="14" y="760"/>
                  </a:cubicBezTo>
                  <a:cubicBezTo>
                    <a:pt x="10" y="777"/>
                    <a:pt x="6" y="793"/>
                    <a:pt x="3" y="810"/>
                  </a:cubicBezTo>
                  <a:cubicBezTo>
                    <a:pt x="1" y="828"/>
                    <a:pt x="0" y="844"/>
                    <a:pt x="0" y="862"/>
                  </a:cubicBezTo>
                  <a:cubicBezTo>
                    <a:pt x="0" y="879"/>
                    <a:pt x="1" y="896"/>
                    <a:pt x="3" y="913"/>
                  </a:cubicBezTo>
                  <a:cubicBezTo>
                    <a:pt x="6" y="930"/>
                    <a:pt x="10" y="947"/>
                    <a:pt x="14" y="963"/>
                  </a:cubicBezTo>
                  <a:cubicBezTo>
                    <a:pt x="20" y="980"/>
                    <a:pt x="26" y="996"/>
                    <a:pt x="33" y="1012"/>
                  </a:cubicBezTo>
                  <a:cubicBezTo>
                    <a:pt x="41" y="1028"/>
                    <a:pt x="49" y="1043"/>
                    <a:pt x="59" y="1059"/>
                  </a:cubicBezTo>
                  <a:cubicBezTo>
                    <a:pt x="69" y="1074"/>
                    <a:pt x="80" y="1087"/>
                    <a:pt x="92" y="1101"/>
                  </a:cubicBezTo>
                  <a:cubicBezTo>
                    <a:pt x="104" y="1115"/>
                    <a:pt x="117" y="1127"/>
                    <a:pt x="131" y="1139"/>
                  </a:cubicBezTo>
                  <a:cubicBezTo>
                    <a:pt x="146" y="1150"/>
                    <a:pt x="160" y="1160"/>
                    <a:pt x="175" y="1170"/>
                  </a:cubicBezTo>
                  <a:cubicBezTo>
                    <a:pt x="191" y="1178"/>
                    <a:pt x="206" y="1186"/>
                    <a:pt x="223" y="1193"/>
                  </a:cubicBezTo>
                  <a:cubicBezTo>
                    <a:pt x="239" y="1199"/>
                    <a:pt x="255" y="1204"/>
                    <a:pt x="272" y="1209"/>
                  </a:cubicBezTo>
                  <a:cubicBezTo>
                    <a:pt x="289" y="1212"/>
                    <a:pt x="305" y="1215"/>
                    <a:pt x="323" y="1217"/>
                  </a:cubicBezTo>
                  <a:cubicBezTo>
                    <a:pt x="340" y="1218"/>
                    <a:pt x="357" y="1219"/>
                    <a:pt x="374" y="1218"/>
                  </a:cubicBezTo>
                  <a:cubicBezTo>
                    <a:pt x="391" y="1217"/>
                    <a:pt x="408" y="1215"/>
                    <a:pt x="425" y="1212"/>
                  </a:cubicBezTo>
                  <a:cubicBezTo>
                    <a:pt x="442" y="1209"/>
                    <a:pt x="459" y="1204"/>
                    <a:pt x="475" y="1199"/>
                  </a:cubicBezTo>
                  <a:cubicBezTo>
                    <a:pt x="492" y="1193"/>
                    <a:pt x="507" y="1186"/>
                    <a:pt x="523" y="1178"/>
                  </a:cubicBezTo>
                  <a:cubicBezTo>
                    <a:pt x="539" y="1169"/>
                    <a:pt x="554" y="1160"/>
                    <a:pt x="568" y="1150"/>
                  </a:cubicBezTo>
                  <a:cubicBezTo>
                    <a:pt x="583" y="1139"/>
                    <a:pt x="596" y="1128"/>
                    <a:pt x="609" y="1115"/>
                  </a:cubicBezTo>
                  <a:cubicBezTo>
                    <a:pt x="1127" y="597"/>
                    <a:pt x="1127" y="597"/>
                    <a:pt x="1127" y="597"/>
                  </a:cubicBezTo>
                  <a:cubicBezTo>
                    <a:pt x="1139" y="583"/>
                    <a:pt x="1149" y="569"/>
                    <a:pt x="1160" y="554"/>
                  </a:cubicBezTo>
                  <a:cubicBezTo>
                    <a:pt x="1169" y="539"/>
                    <a:pt x="1178" y="524"/>
                    <a:pt x="1186" y="508"/>
                  </a:cubicBezTo>
                  <a:cubicBezTo>
                    <a:pt x="1193" y="492"/>
                    <a:pt x="1199" y="476"/>
                    <a:pt x="1204" y="459"/>
                  </a:cubicBezTo>
                  <a:cubicBezTo>
                    <a:pt x="1209" y="442"/>
                    <a:pt x="1212" y="426"/>
                    <a:pt x="1215" y="408"/>
                  </a:cubicBezTo>
                  <a:cubicBezTo>
                    <a:pt x="1217" y="391"/>
                    <a:pt x="1218" y="375"/>
                    <a:pt x="1219" y="357"/>
                  </a:cubicBezTo>
                  <a:cubicBezTo>
                    <a:pt x="1218" y="340"/>
                    <a:pt x="1217" y="323"/>
                    <a:pt x="1215" y="306"/>
                  </a:cubicBezTo>
                  <a:cubicBezTo>
                    <a:pt x="1212" y="289"/>
                    <a:pt x="1209" y="272"/>
                    <a:pt x="1204" y="255"/>
                  </a:cubicBezTo>
                  <a:cubicBezTo>
                    <a:pt x="1199" y="239"/>
                    <a:pt x="1193" y="223"/>
                    <a:pt x="1186" y="207"/>
                  </a:cubicBezTo>
                  <a:cubicBezTo>
                    <a:pt x="1178" y="191"/>
                    <a:pt x="1169" y="176"/>
                    <a:pt x="1160" y="160"/>
                  </a:cubicBezTo>
                  <a:cubicBezTo>
                    <a:pt x="1149" y="145"/>
                    <a:pt x="1139" y="132"/>
                    <a:pt x="1127" y="118"/>
                  </a:cubicBezTo>
                  <a:cubicBezTo>
                    <a:pt x="1114" y="104"/>
                    <a:pt x="1114" y="104"/>
                    <a:pt x="1114" y="104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2" name="任意多边形: 形状 18"/>
            <p:cNvSpPr/>
            <p:nvPr/>
          </p:nvSpPr>
          <p:spPr>
            <a:xfrm>
              <a:off x="3098520" y="2238120"/>
              <a:ext cx="1803960" cy="1799280"/>
            </a:xfrm>
            <a:custGeom>
              <a:avLst/>
              <a:gdLst/>
              <a:ahLst/>
              <a:rect l="l" t="t" r="r" b="b"/>
              <a:pathLst>
                <a:path w="1135" h="1134">
                  <a:moveTo>
                    <a:pt x="1042" y="92"/>
                  </a:moveTo>
                  <a:cubicBezTo>
                    <a:pt x="1031" y="81"/>
                    <a:pt x="1019" y="71"/>
                    <a:pt x="1006" y="61"/>
                  </a:cubicBezTo>
                  <a:cubicBezTo>
                    <a:pt x="993" y="52"/>
                    <a:pt x="980" y="44"/>
                    <a:pt x="966" y="36"/>
                  </a:cubicBezTo>
                  <a:cubicBezTo>
                    <a:pt x="942" y="25"/>
                    <a:pt x="920" y="16"/>
                    <a:pt x="895" y="9"/>
                  </a:cubicBezTo>
                  <a:cubicBezTo>
                    <a:pt x="880" y="6"/>
                    <a:pt x="865" y="4"/>
                    <a:pt x="850" y="2"/>
                  </a:cubicBezTo>
                  <a:cubicBezTo>
                    <a:pt x="824" y="0"/>
                    <a:pt x="800" y="1"/>
                    <a:pt x="774" y="4"/>
                  </a:cubicBezTo>
                  <a:cubicBezTo>
                    <a:pt x="759" y="6"/>
                    <a:pt x="745" y="9"/>
                    <a:pt x="730" y="13"/>
                  </a:cubicBezTo>
                  <a:cubicBezTo>
                    <a:pt x="705" y="21"/>
                    <a:pt x="682" y="31"/>
                    <a:pt x="659" y="44"/>
                  </a:cubicBezTo>
                  <a:cubicBezTo>
                    <a:pt x="633" y="61"/>
                    <a:pt x="633" y="61"/>
                    <a:pt x="633" y="61"/>
                  </a:cubicBezTo>
                  <a:cubicBezTo>
                    <a:pt x="620" y="71"/>
                    <a:pt x="609" y="81"/>
                    <a:pt x="597" y="92"/>
                  </a:cubicBezTo>
                  <a:cubicBezTo>
                    <a:pt x="81" y="609"/>
                    <a:pt x="81" y="609"/>
                    <a:pt x="81" y="609"/>
                  </a:cubicBezTo>
                  <a:cubicBezTo>
                    <a:pt x="71" y="621"/>
                    <a:pt x="61" y="633"/>
                    <a:pt x="52" y="646"/>
                  </a:cubicBezTo>
                  <a:cubicBezTo>
                    <a:pt x="44" y="660"/>
                    <a:pt x="36" y="673"/>
                    <a:pt x="29" y="687"/>
                  </a:cubicBezTo>
                  <a:cubicBezTo>
                    <a:pt x="19" y="711"/>
                    <a:pt x="12" y="734"/>
                    <a:pt x="6" y="760"/>
                  </a:cubicBezTo>
                  <a:cubicBezTo>
                    <a:pt x="3" y="775"/>
                    <a:pt x="2" y="789"/>
                    <a:pt x="1" y="805"/>
                  </a:cubicBezTo>
                  <a:cubicBezTo>
                    <a:pt x="0" y="831"/>
                    <a:pt x="2" y="854"/>
                    <a:pt x="6" y="880"/>
                  </a:cubicBezTo>
                  <a:cubicBezTo>
                    <a:pt x="9" y="895"/>
                    <a:pt x="13" y="909"/>
                    <a:pt x="18" y="924"/>
                  </a:cubicBezTo>
                  <a:cubicBezTo>
                    <a:pt x="27" y="949"/>
                    <a:pt x="38" y="971"/>
                    <a:pt x="52" y="993"/>
                  </a:cubicBezTo>
                  <a:cubicBezTo>
                    <a:pt x="61" y="1006"/>
                    <a:pt x="71" y="1019"/>
                    <a:pt x="81" y="1031"/>
                  </a:cubicBezTo>
                  <a:cubicBezTo>
                    <a:pt x="92" y="1043"/>
                    <a:pt x="104" y="1053"/>
                    <a:pt x="116" y="1064"/>
                  </a:cubicBezTo>
                  <a:cubicBezTo>
                    <a:pt x="129" y="1074"/>
                    <a:pt x="141" y="1083"/>
                    <a:pt x="155" y="1091"/>
                  </a:cubicBezTo>
                  <a:cubicBezTo>
                    <a:pt x="169" y="1099"/>
                    <a:pt x="182" y="1105"/>
                    <a:pt x="196" y="1112"/>
                  </a:cubicBezTo>
                  <a:cubicBezTo>
                    <a:pt x="221" y="1121"/>
                    <a:pt x="244" y="1127"/>
                    <a:pt x="270" y="1131"/>
                  </a:cubicBezTo>
                  <a:cubicBezTo>
                    <a:pt x="285" y="1133"/>
                    <a:pt x="300" y="1134"/>
                    <a:pt x="315" y="1134"/>
                  </a:cubicBezTo>
                  <a:cubicBezTo>
                    <a:pt x="341" y="1134"/>
                    <a:pt x="365" y="1131"/>
                    <a:pt x="390" y="1126"/>
                  </a:cubicBezTo>
                  <a:cubicBezTo>
                    <a:pt x="405" y="1121"/>
                    <a:pt x="419" y="1117"/>
                    <a:pt x="434" y="1112"/>
                  </a:cubicBezTo>
                  <a:cubicBezTo>
                    <a:pt x="458" y="1101"/>
                    <a:pt x="479" y="1089"/>
                    <a:pt x="501" y="1074"/>
                  </a:cubicBezTo>
                  <a:cubicBezTo>
                    <a:pt x="514" y="1064"/>
                    <a:pt x="526" y="1054"/>
                    <a:pt x="537" y="1043"/>
                  </a:cubicBezTo>
                  <a:cubicBezTo>
                    <a:pt x="1053" y="526"/>
                    <a:pt x="1053" y="526"/>
                    <a:pt x="1053" y="526"/>
                  </a:cubicBezTo>
                  <a:cubicBezTo>
                    <a:pt x="1064" y="514"/>
                    <a:pt x="1073" y="502"/>
                    <a:pt x="1083" y="489"/>
                  </a:cubicBezTo>
                  <a:cubicBezTo>
                    <a:pt x="1091" y="475"/>
                    <a:pt x="1098" y="462"/>
                    <a:pt x="1105" y="448"/>
                  </a:cubicBezTo>
                  <a:cubicBezTo>
                    <a:pt x="1116" y="424"/>
                    <a:pt x="1123" y="401"/>
                    <a:pt x="1129" y="375"/>
                  </a:cubicBezTo>
                  <a:cubicBezTo>
                    <a:pt x="1131" y="360"/>
                    <a:pt x="1133" y="346"/>
                    <a:pt x="1134" y="330"/>
                  </a:cubicBezTo>
                  <a:cubicBezTo>
                    <a:pt x="1135" y="304"/>
                    <a:pt x="1133" y="281"/>
                    <a:pt x="1129" y="255"/>
                  </a:cubicBezTo>
                  <a:cubicBezTo>
                    <a:pt x="1125" y="240"/>
                    <a:pt x="1121" y="226"/>
                    <a:pt x="1117" y="211"/>
                  </a:cubicBezTo>
                  <a:cubicBezTo>
                    <a:pt x="1107" y="186"/>
                    <a:pt x="1097" y="164"/>
                    <a:pt x="1083" y="142"/>
                  </a:cubicBezTo>
                  <a:cubicBezTo>
                    <a:pt x="1073" y="128"/>
                    <a:pt x="1064" y="116"/>
                    <a:pt x="1053" y="104"/>
                  </a:cubicBezTo>
                  <a:cubicBezTo>
                    <a:pt x="1042" y="92"/>
                    <a:pt x="1042" y="92"/>
                    <a:pt x="1042" y="92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3" name="任意多边形: 形状 19"/>
            <p:cNvSpPr/>
            <p:nvPr/>
          </p:nvSpPr>
          <p:spPr>
            <a:xfrm>
              <a:off x="3123720" y="2263680"/>
              <a:ext cx="1751760" cy="1750320"/>
            </a:xfrm>
            <a:custGeom>
              <a:avLst/>
              <a:gdLst/>
              <a:ahLst/>
              <a:rect l="l" t="t" r="r" b="b"/>
              <a:pathLst>
                <a:path w="1102" h="1103">
                  <a:moveTo>
                    <a:pt x="996" y="106"/>
                  </a:moveTo>
                  <a:cubicBezTo>
                    <a:pt x="996" y="106"/>
                    <a:pt x="996" y="106"/>
                    <a:pt x="996" y="106"/>
                  </a:cubicBezTo>
                  <a:cubicBezTo>
                    <a:pt x="890" y="0"/>
                    <a:pt x="717" y="0"/>
                    <a:pt x="611" y="106"/>
                  </a:cubicBezTo>
                  <a:cubicBezTo>
                    <a:pt x="106" y="611"/>
                    <a:pt x="106" y="611"/>
                    <a:pt x="106" y="611"/>
                  </a:cubicBezTo>
                  <a:cubicBezTo>
                    <a:pt x="0" y="717"/>
                    <a:pt x="0" y="890"/>
                    <a:pt x="106" y="997"/>
                  </a:cubicBezTo>
                  <a:cubicBezTo>
                    <a:pt x="106" y="997"/>
                    <a:pt x="106" y="997"/>
                    <a:pt x="106" y="997"/>
                  </a:cubicBezTo>
                  <a:cubicBezTo>
                    <a:pt x="212" y="1103"/>
                    <a:pt x="386" y="1103"/>
                    <a:pt x="492" y="997"/>
                  </a:cubicBezTo>
                  <a:cubicBezTo>
                    <a:pt x="996" y="492"/>
                    <a:pt x="996" y="492"/>
                    <a:pt x="996" y="492"/>
                  </a:cubicBezTo>
                  <a:cubicBezTo>
                    <a:pt x="1102" y="386"/>
                    <a:pt x="1102" y="212"/>
                    <a:pt x="996" y="106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4" name="任意多边形: 形状 20"/>
            <p:cNvSpPr/>
            <p:nvPr/>
          </p:nvSpPr>
          <p:spPr>
            <a:xfrm>
              <a:off x="3244680" y="3187440"/>
              <a:ext cx="706680" cy="703800"/>
            </a:xfrm>
            <a:custGeom>
              <a:avLst/>
              <a:gdLst/>
              <a:ahLst/>
              <a:rect l="l" t="t" r="r" b="b"/>
              <a:pathLst>
                <a:path w="446" h="445">
                  <a:moveTo>
                    <a:pt x="79" y="79"/>
                  </a:moveTo>
                  <a:cubicBezTo>
                    <a:pt x="159" y="0"/>
                    <a:pt x="287" y="0"/>
                    <a:pt x="367" y="79"/>
                  </a:cubicBezTo>
                  <a:cubicBezTo>
                    <a:pt x="446" y="158"/>
                    <a:pt x="446" y="287"/>
                    <a:pt x="367" y="366"/>
                  </a:cubicBezTo>
                  <a:cubicBezTo>
                    <a:pt x="287" y="445"/>
                    <a:pt x="159" y="445"/>
                    <a:pt x="79" y="366"/>
                  </a:cubicBezTo>
                  <a:cubicBezTo>
                    <a:pt x="0" y="287"/>
                    <a:pt x="0" y="158"/>
                    <a:pt x="79" y="79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5" name="任意多边形: 形状 21"/>
            <p:cNvSpPr/>
            <p:nvPr/>
          </p:nvSpPr>
          <p:spPr>
            <a:xfrm>
              <a:off x="4170240" y="1033560"/>
              <a:ext cx="1938960" cy="1935000"/>
            </a:xfrm>
            <a:custGeom>
              <a:avLst/>
              <a:gdLst/>
              <a:ahLst/>
              <a:rect l="l" t="t" r="r" b="b"/>
              <a:pathLst>
                <a:path w="1219" h="1219">
                  <a:moveTo>
                    <a:pt x="104" y="1114"/>
                  </a:moveTo>
                  <a:cubicBezTo>
                    <a:pt x="92" y="1101"/>
                    <a:pt x="80" y="1088"/>
                    <a:pt x="69" y="1073"/>
                  </a:cubicBezTo>
                  <a:cubicBezTo>
                    <a:pt x="59" y="1058"/>
                    <a:pt x="50" y="1044"/>
                    <a:pt x="41" y="1028"/>
                  </a:cubicBezTo>
                  <a:cubicBezTo>
                    <a:pt x="33" y="1012"/>
                    <a:pt x="26" y="996"/>
                    <a:pt x="20" y="980"/>
                  </a:cubicBezTo>
                  <a:cubicBezTo>
                    <a:pt x="15" y="963"/>
                    <a:pt x="10" y="947"/>
                    <a:pt x="7" y="930"/>
                  </a:cubicBezTo>
                  <a:cubicBezTo>
                    <a:pt x="4" y="913"/>
                    <a:pt x="2" y="896"/>
                    <a:pt x="0" y="879"/>
                  </a:cubicBezTo>
                  <a:cubicBezTo>
                    <a:pt x="0" y="861"/>
                    <a:pt x="0" y="845"/>
                    <a:pt x="2" y="827"/>
                  </a:cubicBezTo>
                  <a:cubicBezTo>
                    <a:pt x="4" y="810"/>
                    <a:pt x="7" y="794"/>
                    <a:pt x="10" y="776"/>
                  </a:cubicBezTo>
                  <a:cubicBezTo>
                    <a:pt x="15" y="760"/>
                    <a:pt x="20" y="743"/>
                    <a:pt x="26" y="727"/>
                  </a:cubicBezTo>
                  <a:cubicBezTo>
                    <a:pt x="33" y="711"/>
                    <a:pt x="41" y="695"/>
                    <a:pt x="49" y="680"/>
                  </a:cubicBezTo>
                  <a:cubicBezTo>
                    <a:pt x="69" y="650"/>
                    <a:pt x="69" y="650"/>
                    <a:pt x="69" y="650"/>
                  </a:cubicBezTo>
                  <a:cubicBezTo>
                    <a:pt x="80" y="636"/>
                    <a:pt x="91" y="623"/>
                    <a:pt x="104" y="610"/>
                  </a:cubicBezTo>
                  <a:cubicBezTo>
                    <a:pt x="622" y="92"/>
                    <a:pt x="622" y="92"/>
                    <a:pt x="622" y="92"/>
                  </a:cubicBezTo>
                  <a:cubicBezTo>
                    <a:pt x="636" y="80"/>
                    <a:pt x="650" y="69"/>
                    <a:pt x="665" y="59"/>
                  </a:cubicBezTo>
                  <a:cubicBezTo>
                    <a:pt x="680" y="49"/>
                    <a:pt x="695" y="41"/>
                    <a:pt x="711" y="33"/>
                  </a:cubicBezTo>
                  <a:cubicBezTo>
                    <a:pt x="727" y="26"/>
                    <a:pt x="743" y="20"/>
                    <a:pt x="760" y="14"/>
                  </a:cubicBezTo>
                  <a:cubicBezTo>
                    <a:pt x="777" y="10"/>
                    <a:pt x="793" y="6"/>
                    <a:pt x="810" y="3"/>
                  </a:cubicBezTo>
                  <a:cubicBezTo>
                    <a:pt x="828" y="1"/>
                    <a:pt x="844" y="0"/>
                    <a:pt x="862" y="0"/>
                  </a:cubicBezTo>
                  <a:cubicBezTo>
                    <a:pt x="879" y="0"/>
                    <a:pt x="896" y="1"/>
                    <a:pt x="913" y="3"/>
                  </a:cubicBezTo>
                  <a:cubicBezTo>
                    <a:pt x="930" y="6"/>
                    <a:pt x="947" y="10"/>
                    <a:pt x="963" y="14"/>
                  </a:cubicBezTo>
                  <a:cubicBezTo>
                    <a:pt x="980" y="20"/>
                    <a:pt x="996" y="26"/>
                    <a:pt x="1012" y="33"/>
                  </a:cubicBezTo>
                  <a:cubicBezTo>
                    <a:pt x="1028" y="41"/>
                    <a:pt x="1043" y="49"/>
                    <a:pt x="1059" y="59"/>
                  </a:cubicBezTo>
                  <a:cubicBezTo>
                    <a:pt x="1074" y="69"/>
                    <a:pt x="1087" y="80"/>
                    <a:pt x="1101" y="92"/>
                  </a:cubicBezTo>
                  <a:cubicBezTo>
                    <a:pt x="1115" y="104"/>
                    <a:pt x="1127" y="117"/>
                    <a:pt x="1139" y="131"/>
                  </a:cubicBezTo>
                  <a:cubicBezTo>
                    <a:pt x="1150" y="146"/>
                    <a:pt x="1160" y="160"/>
                    <a:pt x="1170" y="175"/>
                  </a:cubicBezTo>
                  <a:cubicBezTo>
                    <a:pt x="1178" y="191"/>
                    <a:pt x="1186" y="206"/>
                    <a:pt x="1193" y="223"/>
                  </a:cubicBezTo>
                  <a:cubicBezTo>
                    <a:pt x="1199" y="239"/>
                    <a:pt x="1204" y="255"/>
                    <a:pt x="1209" y="272"/>
                  </a:cubicBezTo>
                  <a:cubicBezTo>
                    <a:pt x="1212" y="289"/>
                    <a:pt x="1215" y="305"/>
                    <a:pt x="1217" y="323"/>
                  </a:cubicBezTo>
                  <a:cubicBezTo>
                    <a:pt x="1218" y="340"/>
                    <a:pt x="1219" y="357"/>
                    <a:pt x="1218" y="374"/>
                  </a:cubicBezTo>
                  <a:cubicBezTo>
                    <a:pt x="1217" y="391"/>
                    <a:pt x="1215" y="408"/>
                    <a:pt x="1212" y="425"/>
                  </a:cubicBezTo>
                  <a:cubicBezTo>
                    <a:pt x="1209" y="442"/>
                    <a:pt x="1204" y="459"/>
                    <a:pt x="1199" y="475"/>
                  </a:cubicBezTo>
                  <a:cubicBezTo>
                    <a:pt x="1193" y="492"/>
                    <a:pt x="1186" y="507"/>
                    <a:pt x="1178" y="523"/>
                  </a:cubicBezTo>
                  <a:cubicBezTo>
                    <a:pt x="1169" y="539"/>
                    <a:pt x="1160" y="554"/>
                    <a:pt x="1150" y="568"/>
                  </a:cubicBezTo>
                  <a:cubicBezTo>
                    <a:pt x="1139" y="583"/>
                    <a:pt x="1128" y="596"/>
                    <a:pt x="1115" y="609"/>
                  </a:cubicBezTo>
                  <a:cubicBezTo>
                    <a:pt x="597" y="1127"/>
                    <a:pt x="597" y="1127"/>
                    <a:pt x="597" y="1127"/>
                  </a:cubicBezTo>
                  <a:cubicBezTo>
                    <a:pt x="583" y="1139"/>
                    <a:pt x="569" y="1149"/>
                    <a:pt x="554" y="1160"/>
                  </a:cubicBezTo>
                  <a:cubicBezTo>
                    <a:pt x="539" y="1169"/>
                    <a:pt x="524" y="1178"/>
                    <a:pt x="508" y="1186"/>
                  </a:cubicBezTo>
                  <a:cubicBezTo>
                    <a:pt x="492" y="1193"/>
                    <a:pt x="476" y="1199"/>
                    <a:pt x="459" y="1204"/>
                  </a:cubicBezTo>
                  <a:cubicBezTo>
                    <a:pt x="442" y="1209"/>
                    <a:pt x="426" y="1212"/>
                    <a:pt x="408" y="1215"/>
                  </a:cubicBezTo>
                  <a:cubicBezTo>
                    <a:pt x="391" y="1217"/>
                    <a:pt x="375" y="1218"/>
                    <a:pt x="357" y="1219"/>
                  </a:cubicBezTo>
                  <a:cubicBezTo>
                    <a:pt x="340" y="1218"/>
                    <a:pt x="323" y="1217"/>
                    <a:pt x="306" y="1215"/>
                  </a:cubicBezTo>
                  <a:cubicBezTo>
                    <a:pt x="289" y="1212"/>
                    <a:pt x="272" y="1209"/>
                    <a:pt x="255" y="1204"/>
                  </a:cubicBezTo>
                  <a:cubicBezTo>
                    <a:pt x="239" y="1199"/>
                    <a:pt x="223" y="1193"/>
                    <a:pt x="207" y="1186"/>
                  </a:cubicBezTo>
                  <a:cubicBezTo>
                    <a:pt x="191" y="1178"/>
                    <a:pt x="176" y="1169"/>
                    <a:pt x="160" y="1160"/>
                  </a:cubicBezTo>
                  <a:cubicBezTo>
                    <a:pt x="145" y="1149"/>
                    <a:pt x="132" y="1139"/>
                    <a:pt x="118" y="1127"/>
                  </a:cubicBezTo>
                  <a:cubicBezTo>
                    <a:pt x="104" y="1114"/>
                    <a:pt x="104" y="1114"/>
                    <a:pt x="104" y="1114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6" name="任意多边形: 形状 22"/>
            <p:cNvSpPr/>
            <p:nvPr/>
          </p:nvSpPr>
          <p:spPr>
            <a:xfrm>
              <a:off x="4237560" y="1100520"/>
              <a:ext cx="1802520" cy="1801800"/>
            </a:xfrm>
            <a:custGeom>
              <a:avLst/>
              <a:gdLst/>
              <a:ahLst/>
              <a:rect l="l" t="t" r="r" b="b"/>
              <a:pathLst>
                <a:path w="1134" h="1135">
                  <a:moveTo>
                    <a:pt x="92" y="1042"/>
                  </a:moveTo>
                  <a:cubicBezTo>
                    <a:pt x="81" y="1031"/>
                    <a:pt x="71" y="1019"/>
                    <a:pt x="61" y="1006"/>
                  </a:cubicBezTo>
                  <a:cubicBezTo>
                    <a:pt x="52" y="993"/>
                    <a:pt x="44" y="980"/>
                    <a:pt x="36" y="966"/>
                  </a:cubicBezTo>
                  <a:cubicBezTo>
                    <a:pt x="25" y="942"/>
                    <a:pt x="16" y="920"/>
                    <a:pt x="9" y="895"/>
                  </a:cubicBezTo>
                  <a:cubicBezTo>
                    <a:pt x="6" y="880"/>
                    <a:pt x="4" y="865"/>
                    <a:pt x="2" y="850"/>
                  </a:cubicBezTo>
                  <a:cubicBezTo>
                    <a:pt x="0" y="824"/>
                    <a:pt x="1" y="800"/>
                    <a:pt x="4" y="774"/>
                  </a:cubicBezTo>
                  <a:cubicBezTo>
                    <a:pt x="6" y="759"/>
                    <a:pt x="9" y="745"/>
                    <a:pt x="13" y="730"/>
                  </a:cubicBezTo>
                  <a:cubicBezTo>
                    <a:pt x="21" y="705"/>
                    <a:pt x="31" y="682"/>
                    <a:pt x="44" y="659"/>
                  </a:cubicBezTo>
                  <a:cubicBezTo>
                    <a:pt x="61" y="633"/>
                    <a:pt x="61" y="633"/>
                    <a:pt x="61" y="633"/>
                  </a:cubicBezTo>
                  <a:cubicBezTo>
                    <a:pt x="71" y="620"/>
                    <a:pt x="81" y="609"/>
                    <a:pt x="92" y="597"/>
                  </a:cubicBezTo>
                  <a:cubicBezTo>
                    <a:pt x="609" y="81"/>
                    <a:pt x="609" y="81"/>
                    <a:pt x="609" y="81"/>
                  </a:cubicBezTo>
                  <a:cubicBezTo>
                    <a:pt x="621" y="71"/>
                    <a:pt x="633" y="61"/>
                    <a:pt x="646" y="52"/>
                  </a:cubicBezTo>
                  <a:cubicBezTo>
                    <a:pt x="660" y="44"/>
                    <a:pt x="673" y="36"/>
                    <a:pt x="687" y="29"/>
                  </a:cubicBezTo>
                  <a:cubicBezTo>
                    <a:pt x="711" y="19"/>
                    <a:pt x="734" y="12"/>
                    <a:pt x="760" y="6"/>
                  </a:cubicBezTo>
                  <a:cubicBezTo>
                    <a:pt x="775" y="3"/>
                    <a:pt x="789" y="2"/>
                    <a:pt x="805" y="1"/>
                  </a:cubicBezTo>
                  <a:cubicBezTo>
                    <a:pt x="831" y="0"/>
                    <a:pt x="854" y="2"/>
                    <a:pt x="880" y="6"/>
                  </a:cubicBezTo>
                  <a:cubicBezTo>
                    <a:pt x="895" y="9"/>
                    <a:pt x="909" y="13"/>
                    <a:pt x="924" y="18"/>
                  </a:cubicBezTo>
                  <a:cubicBezTo>
                    <a:pt x="949" y="27"/>
                    <a:pt x="971" y="38"/>
                    <a:pt x="993" y="52"/>
                  </a:cubicBezTo>
                  <a:cubicBezTo>
                    <a:pt x="1006" y="61"/>
                    <a:pt x="1019" y="71"/>
                    <a:pt x="1031" y="81"/>
                  </a:cubicBezTo>
                  <a:cubicBezTo>
                    <a:pt x="1043" y="92"/>
                    <a:pt x="1053" y="104"/>
                    <a:pt x="1064" y="116"/>
                  </a:cubicBezTo>
                  <a:cubicBezTo>
                    <a:pt x="1074" y="129"/>
                    <a:pt x="1083" y="141"/>
                    <a:pt x="1091" y="155"/>
                  </a:cubicBezTo>
                  <a:cubicBezTo>
                    <a:pt x="1099" y="169"/>
                    <a:pt x="1105" y="182"/>
                    <a:pt x="1112" y="196"/>
                  </a:cubicBezTo>
                  <a:cubicBezTo>
                    <a:pt x="1121" y="221"/>
                    <a:pt x="1127" y="244"/>
                    <a:pt x="1131" y="270"/>
                  </a:cubicBezTo>
                  <a:cubicBezTo>
                    <a:pt x="1133" y="285"/>
                    <a:pt x="1134" y="300"/>
                    <a:pt x="1134" y="315"/>
                  </a:cubicBezTo>
                  <a:cubicBezTo>
                    <a:pt x="1134" y="341"/>
                    <a:pt x="1131" y="365"/>
                    <a:pt x="1126" y="390"/>
                  </a:cubicBezTo>
                  <a:cubicBezTo>
                    <a:pt x="1121" y="405"/>
                    <a:pt x="1117" y="419"/>
                    <a:pt x="1112" y="434"/>
                  </a:cubicBezTo>
                  <a:cubicBezTo>
                    <a:pt x="1101" y="458"/>
                    <a:pt x="1089" y="479"/>
                    <a:pt x="1074" y="501"/>
                  </a:cubicBezTo>
                  <a:cubicBezTo>
                    <a:pt x="1064" y="514"/>
                    <a:pt x="1054" y="526"/>
                    <a:pt x="1043" y="537"/>
                  </a:cubicBezTo>
                  <a:cubicBezTo>
                    <a:pt x="526" y="1053"/>
                    <a:pt x="526" y="1053"/>
                    <a:pt x="526" y="1053"/>
                  </a:cubicBezTo>
                  <a:cubicBezTo>
                    <a:pt x="514" y="1064"/>
                    <a:pt x="502" y="1073"/>
                    <a:pt x="489" y="1083"/>
                  </a:cubicBezTo>
                  <a:cubicBezTo>
                    <a:pt x="475" y="1091"/>
                    <a:pt x="462" y="1098"/>
                    <a:pt x="448" y="1105"/>
                  </a:cubicBezTo>
                  <a:cubicBezTo>
                    <a:pt x="424" y="1116"/>
                    <a:pt x="401" y="1123"/>
                    <a:pt x="375" y="1129"/>
                  </a:cubicBezTo>
                  <a:cubicBezTo>
                    <a:pt x="360" y="1131"/>
                    <a:pt x="346" y="1133"/>
                    <a:pt x="330" y="1134"/>
                  </a:cubicBezTo>
                  <a:cubicBezTo>
                    <a:pt x="304" y="1135"/>
                    <a:pt x="281" y="1133"/>
                    <a:pt x="255" y="1129"/>
                  </a:cubicBezTo>
                  <a:cubicBezTo>
                    <a:pt x="240" y="1125"/>
                    <a:pt x="226" y="1121"/>
                    <a:pt x="211" y="1117"/>
                  </a:cubicBezTo>
                  <a:cubicBezTo>
                    <a:pt x="186" y="1107"/>
                    <a:pt x="164" y="1097"/>
                    <a:pt x="142" y="1083"/>
                  </a:cubicBezTo>
                  <a:cubicBezTo>
                    <a:pt x="128" y="1073"/>
                    <a:pt x="116" y="1064"/>
                    <a:pt x="104" y="1053"/>
                  </a:cubicBezTo>
                  <a:cubicBezTo>
                    <a:pt x="92" y="1042"/>
                    <a:pt x="92" y="1042"/>
                    <a:pt x="92" y="1042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7" name="任意多边形: 形状 23"/>
            <p:cNvSpPr/>
            <p:nvPr/>
          </p:nvSpPr>
          <p:spPr>
            <a:xfrm>
              <a:off x="4263120" y="1126440"/>
              <a:ext cx="1753200" cy="1748160"/>
            </a:xfrm>
            <a:custGeom>
              <a:avLst/>
              <a:gdLst/>
              <a:ahLst/>
              <a:rect l="l" t="t" r="r" b="b"/>
              <a:pathLst>
                <a:path w="1103" h="1102">
                  <a:moveTo>
                    <a:pt x="106" y="996"/>
                  </a:moveTo>
                  <a:cubicBezTo>
                    <a:pt x="106" y="996"/>
                    <a:pt x="106" y="996"/>
                    <a:pt x="106" y="996"/>
                  </a:cubicBezTo>
                  <a:cubicBezTo>
                    <a:pt x="0" y="890"/>
                    <a:pt x="0" y="717"/>
                    <a:pt x="106" y="611"/>
                  </a:cubicBezTo>
                  <a:cubicBezTo>
                    <a:pt x="611" y="106"/>
                    <a:pt x="611" y="106"/>
                    <a:pt x="611" y="106"/>
                  </a:cubicBezTo>
                  <a:cubicBezTo>
                    <a:pt x="717" y="0"/>
                    <a:pt x="890" y="0"/>
                    <a:pt x="997" y="106"/>
                  </a:cubicBezTo>
                  <a:cubicBezTo>
                    <a:pt x="997" y="106"/>
                    <a:pt x="997" y="106"/>
                    <a:pt x="997" y="106"/>
                  </a:cubicBezTo>
                  <a:cubicBezTo>
                    <a:pt x="1103" y="212"/>
                    <a:pt x="1103" y="386"/>
                    <a:pt x="997" y="492"/>
                  </a:cubicBezTo>
                  <a:cubicBezTo>
                    <a:pt x="492" y="996"/>
                    <a:pt x="492" y="996"/>
                    <a:pt x="492" y="996"/>
                  </a:cubicBezTo>
                  <a:cubicBezTo>
                    <a:pt x="386" y="1102"/>
                    <a:pt x="212" y="1102"/>
                    <a:pt x="106" y="996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8" name="任意多边形: 形状 24"/>
            <p:cNvSpPr/>
            <p:nvPr/>
          </p:nvSpPr>
          <p:spPr>
            <a:xfrm>
              <a:off x="5188320" y="1246680"/>
              <a:ext cx="705240" cy="705240"/>
            </a:xfrm>
            <a:custGeom>
              <a:avLst/>
              <a:gdLst/>
              <a:ahLst/>
              <a:rect l="l" t="t" r="r" b="b"/>
              <a:pathLst>
                <a:path w="445" h="446">
                  <a:moveTo>
                    <a:pt x="79" y="79"/>
                  </a:moveTo>
                  <a:cubicBezTo>
                    <a:pt x="0" y="159"/>
                    <a:pt x="0" y="287"/>
                    <a:pt x="79" y="367"/>
                  </a:cubicBezTo>
                  <a:cubicBezTo>
                    <a:pt x="158" y="446"/>
                    <a:pt x="287" y="446"/>
                    <a:pt x="366" y="367"/>
                  </a:cubicBezTo>
                  <a:cubicBezTo>
                    <a:pt x="445" y="287"/>
                    <a:pt x="445" y="159"/>
                    <a:pt x="366" y="79"/>
                  </a:cubicBezTo>
                  <a:cubicBezTo>
                    <a:pt x="287" y="0"/>
                    <a:pt x="158" y="0"/>
                    <a:pt x="79" y="79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9" name="任意多边形: 形状 25"/>
            <p:cNvSpPr/>
            <p:nvPr/>
          </p:nvSpPr>
          <p:spPr>
            <a:xfrm>
              <a:off x="4170240" y="2170800"/>
              <a:ext cx="1938960" cy="1935000"/>
            </a:xfrm>
            <a:custGeom>
              <a:avLst/>
              <a:gdLst/>
              <a:ahLst/>
              <a:rect l="l" t="t" r="r" b="b"/>
              <a:pathLst>
                <a:path w="1219" h="1219">
                  <a:moveTo>
                    <a:pt x="104" y="104"/>
                  </a:moveTo>
                  <a:cubicBezTo>
                    <a:pt x="118" y="92"/>
                    <a:pt x="131" y="80"/>
                    <a:pt x="146" y="69"/>
                  </a:cubicBezTo>
                  <a:cubicBezTo>
                    <a:pt x="161" y="59"/>
                    <a:pt x="175" y="50"/>
                    <a:pt x="191" y="41"/>
                  </a:cubicBezTo>
                  <a:cubicBezTo>
                    <a:pt x="207" y="33"/>
                    <a:pt x="222" y="26"/>
                    <a:pt x="239" y="20"/>
                  </a:cubicBezTo>
                  <a:cubicBezTo>
                    <a:pt x="256" y="15"/>
                    <a:pt x="272" y="10"/>
                    <a:pt x="289" y="7"/>
                  </a:cubicBezTo>
                  <a:cubicBezTo>
                    <a:pt x="306" y="4"/>
                    <a:pt x="323" y="2"/>
                    <a:pt x="340" y="0"/>
                  </a:cubicBezTo>
                  <a:cubicBezTo>
                    <a:pt x="357" y="0"/>
                    <a:pt x="374" y="0"/>
                    <a:pt x="391" y="2"/>
                  </a:cubicBezTo>
                  <a:cubicBezTo>
                    <a:pt x="409" y="4"/>
                    <a:pt x="425" y="7"/>
                    <a:pt x="442" y="10"/>
                  </a:cubicBezTo>
                  <a:cubicBezTo>
                    <a:pt x="459" y="15"/>
                    <a:pt x="475" y="20"/>
                    <a:pt x="492" y="26"/>
                  </a:cubicBezTo>
                  <a:cubicBezTo>
                    <a:pt x="508" y="33"/>
                    <a:pt x="523" y="41"/>
                    <a:pt x="539" y="49"/>
                  </a:cubicBezTo>
                  <a:cubicBezTo>
                    <a:pt x="569" y="69"/>
                    <a:pt x="569" y="69"/>
                    <a:pt x="569" y="69"/>
                  </a:cubicBezTo>
                  <a:cubicBezTo>
                    <a:pt x="583" y="80"/>
                    <a:pt x="596" y="91"/>
                    <a:pt x="609" y="104"/>
                  </a:cubicBezTo>
                  <a:cubicBezTo>
                    <a:pt x="1127" y="622"/>
                    <a:pt x="1127" y="622"/>
                    <a:pt x="1127" y="622"/>
                  </a:cubicBezTo>
                  <a:cubicBezTo>
                    <a:pt x="1139" y="636"/>
                    <a:pt x="1150" y="650"/>
                    <a:pt x="1160" y="665"/>
                  </a:cubicBezTo>
                  <a:cubicBezTo>
                    <a:pt x="1170" y="680"/>
                    <a:pt x="1178" y="695"/>
                    <a:pt x="1186" y="711"/>
                  </a:cubicBezTo>
                  <a:cubicBezTo>
                    <a:pt x="1193" y="727"/>
                    <a:pt x="1199" y="743"/>
                    <a:pt x="1204" y="760"/>
                  </a:cubicBezTo>
                  <a:cubicBezTo>
                    <a:pt x="1209" y="777"/>
                    <a:pt x="1212" y="793"/>
                    <a:pt x="1215" y="810"/>
                  </a:cubicBezTo>
                  <a:cubicBezTo>
                    <a:pt x="1217" y="828"/>
                    <a:pt x="1218" y="844"/>
                    <a:pt x="1219" y="862"/>
                  </a:cubicBezTo>
                  <a:cubicBezTo>
                    <a:pt x="1218" y="879"/>
                    <a:pt x="1217" y="896"/>
                    <a:pt x="1215" y="913"/>
                  </a:cubicBezTo>
                  <a:cubicBezTo>
                    <a:pt x="1212" y="930"/>
                    <a:pt x="1209" y="947"/>
                    <a:pt x="1204" y="963"/>
                  </a:cubicBezTo>
                  <a:cubicBezTo>
                    <a:pt x="1199" y="980"/>
                    <a:pt x="1193" y="996"/>
                    <a:pt x="1186" y="1012"/>
                  </a:cubicBezTo>
                  <a:cubicBezTo>
                    <a:pt x="1178" y="1028"/>
                    <a:pt x="1170" y="1043"/>
                    <a:pt x="1160" y="1059"/>
                  </a:cubicBezTo>
                  <a:cubicBezTo>
                    <a:pt x="1150" y="1074"/>
                    <a:pt x="1139" y="1087"/>
                    <a:pt x="1127" y="1101"/>
                  </a:cubicBezTo>
                  <a:cubicBezTo>
                    <a:pt x="1114" y="1115"/>
                    <a:pt x="1102" y="1127"/>
                    <a:pt x="1087" y="1139"/>
                  </a:cubicBezTo>
                  <a:cubicBezTo>
                    <a:pt x="1073" y="1150"/>
                    <a:pt x="1059" y="1160"/>
                    <a:pt x="1043" y="1170"/>
                  </a:cubicBezTo>
                  <a:cubicBezTo>
                    <a:pt x="1028" y="1178"/>
                    <a:pt x="1013" y="1186"/>
                    <a:pt x="996" y="1193"/>
                  </a:cubicBezTo>
                  <a:cubicBezTo>
                    <a:pt x="980" y="1199"/>
                    <a:pt x="964" y="1204"/>
                    <a:pt x="947" y="1209"/>
                  </a:cubicBezTo>
                  <a:cubicBezTo>
                    <a:pt x="930" y="1212"/>
                    <a:pt x="913" y="1215"/>
                    <a:pt x="896" y="1217"/>
                  </a:cubicBezTo>
                  <a:cubicBezTo>
                    <a:pt x="879" y="1218"/>
                    <a:pt x="862" y="1219"/>
                    <a:pt x="845" y="1218"/>
                  </a:cubicBezTo>
                  <a:cubicBezTo>
                    <a:pt x="827" y="1217"/>
                    <a:pt x="811" y="1215"/>
                    <a:pt x="794" y="1212"/>
                  </a:cubicBezTo>
                  <a:cubicBezTo>
                    <a:pt x="776" y="1209"/>
                    <a:pt x="760" y="1204"/>
                    <a:pt x="744" y="1199"/>
                  </a:cubicBezTo>
                  <a:cubicBezTo>
                    <a:pt x="727" y="1193"/>
                    <a:pt x="711" y="1186"/>
                    <a:pt x="695" y="1178"/>
                  </a:cubicBezTo>
                  <a:cubicBezTo>
                    <a:pt x="680" y="1169"/>
                    <a:pt x="665" y="1160"/>
                    <a:pt x="650" y="1150"/>
                  </a:cubicBezTo>
                  <a:cubicBezTo>
                    <a:pt x="636" y="1139"/>
                    <a:pt x="623" y="1128"/>
                    <a:pt x="610" y="1115"/>
                  </a:cubicBezTo>
                  <a:cubicBezTo>
                    <a:pt x="92" y="597"/>
                    <a:pt x="92" y="597"/>
                    <a:pt x="92" y="597"/>
                  </a:cubicBezTo>
                  <a:cubicBezTo>
                    <a:pt x="80" y="583"/>
                    <a:pt x="69" y="569"/>
                    <a:pt x="59" y="554"/>
                  </a:cubicBezTo>
                  <a:cubicBezTo>
                    <a:pt x="49" y="539"/>
                    <a:pt x="41" y="524"/>
                    <a:pt x="33" y="508"/>
                  </a:cubicBezTo>
                  <a:cubicBezTo>
                    <a:pt x="26" y="492"/>
                    <a:pt x="20" y="476"/>
                    <a:pt x="15" y="459"/>
                  </a:cubicBezTo>
                  <a:cubicBezTo>
                    <a:pt x="10" y="442"/>
                    <a:pt x="7" y="426"/>
                    <a:pt x="4" y="408"/>
                  </a:cubicBezTo>
                  <a:cubicBezTo>
                    <a:pt x="2" y="391"/>
                    <a:pt x="0" y="375"/>
                    <a:pt x="0" y="357"/>
                  </a:cubicBezTo>
                  <a:cubicBezTo>
                    <a:pt x="0" y="340"/>
                    <a:pt x="2" y="323"/>
                    <a:pt x="4" y="306"/>
                  </a:cubicBezTo>
                  <a:cubicBezTo>
                    <a:pt x="7" y="289"/>
                    <a:pt x="10" y="272"/>
                    <a:pt x="15" y="255"/>
                  </a:cubicBezTo>
                  <a:cubicBezTo>
                    <a:pt x="20" y="239"/>
                    <a:pt x="26" y="223"/>
                    <a:pt x="33" y="207"/>
                  </a:cubicBezTo>
                  <a:cubicBezTo>
                    <a:pt x="41" y="191"/>
                    <a:pt x="49" y="176"/>
                    <a:pt x="59" y="160"/>
                  </a:cubicBezTo>
                  <a:cubicBezTo>
                    <a:pt x="69" y="145"/>
                    <a:pt x="80" y="132"/>
                    <a:pt x="92" y="118"/>
                  </a:cubicBezTo>
                  <a:cubicBezTo>
                    <a:pt x="104" y="104"/>
                    <a:pt x="104" y="104"/>
                    <a:pt x="104" y="104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0" name="任意多边形: 形状 26"/>
            <p:cNvSpPr/>
            <p:nvPr/>
          </p:nvSpPr>
          <p:spPr>
            <a:xfrm>
              <a:off x="4237560" y="2238120"/>
              <a:ext cx="1803960" cy="1799280"/>
            </a:xfrm>
            <a:custGeom>
              <a:avLst/>
              <a:gdLst/>
              <a:ahLst/>
              <a:rect l="l" t="t" r="r" b="b"/>
              <a:pathLst>
                <a:path w="1135" h="1134">
                  <a:moveTo>
                    <a:pt x="92" y="92"/>
                  </a:moveTo>
                  <a:cubicBezTo>
                    <a:pt x="104" y="81"/>
                    <a:pt x="116" y="71"/>
                    <a:pt x="129" y="61"/>
                  </a:cubicBezTo>
                  <a:cubicBezTo>
                    <a:pt x="142" y="52"/>
                    <a:pt x="155" y="44"/>
                    <a:pt x="169" y="36"/>
                  </a:cubicBezTo>
                  <a:cubicBezTo>
                    <a:pt x="192" y="25"/>
                    <a:pt x="215" y="16"/>
                    <a:pt x="240" y="9"/>
                  </a:cubicBezTo>
                  <a:cubicBezTo>
                    <a:pt x="255" y="6"/>
                    <a:pt x="270" y="4"/>
                    <a:pt x="285" y="2"/>
                  </a:cubicBezTo>
                  <a:cubicBezTo>
                    <a:pt x="311" y="0"/>
                    <a:pt x="335" y="1"/>
                    <a:pt x="360" y="4"/>
                  </a:cubicBezTo>
                  <a:cubicBezTo>
                    <a:pt x="376" y="6"/>
                    <a:pt x="390" y="9"/>
                    <a:pt x="405" y="13"/>
                  </a:cubicBezTo>
                  <a:cubicBezTo>
                    <a:pt x="430" y="21"/>
                    <a:pt x="452" y="31"/>
                    <a:pt x="475" y="44"/>
                  </a:cubicBezTo>
                  <a:cubicBezTo>
                    <a:pt x="502" y="61"/>
                    <a:pt x="502" y="61"/>
                    <a:pt x="502" y="61"/>
                  </a:cubicBezTo>
                  <a:cubicBezTo>
                    <a:pt x="514" y="71"/>
                    <a:pt x="526" y="81"/>
                    <a:pt x="538" y="92"/>
                  </a:cubicBezTo>
                  <a:cubicBezTo>
                    <a:pt x="1054" y="609"/>
                    <a:pt x="1054" y="609"/>
                    <a:pt x="1054" y="609"/>
                  </a:cubicBezTo>
                  <a:cubicBezTo>
                    <a:pt x="1064" y="621"/>
                    <a:pt x="1074" y="633"/>
                    <a:pt x="1083" y="646"/>
                  </a:cubicBezTo>
                  <a:cubicBezTo>
                    <a:pt x="1091" y="660"/>
                    <a:pt x="1098" y="673"/>
                    <a:pt x="1105" y="687"/>
                  </a:cubicBezTo>
                  <a:cubicBezTo>
                    <a:pt x="1116" y="711"/>
                    <a:pt x="1123" y="734"/>
                    <a:pt x="1129" y="760"/>
                  </a:cubicBezTo>
                  <a:cubicBezTo>
                    <a:pt x="1131" y="775"/>
                    <a:pt x="1133" y="789"/>
                    <a:pt x="1134" y="805"/>
                  </a:cubicBezTo>
                  <a:cubicBezTo>
                    <a:pt x="1135" y="831"/>
                    <a:pt x="1133" y="854"/>
                    <a:pt x="1129" y="880"/>
                  </a:cubicBezTo>
                  <a:cubicBezTo>
                    <a:pt x="1125" y="895"/>
                    <a:pt x="1122" y="909"/>
                    <a:pt x="1117" y="924"/>
                  </a:cubicBezTo>
                  <a:cubicBezTo>
                    <a:pt x="1108" y="949"/>
                    <a:pt x="1097" y="971"/>
                    <a:pt x="1083" y="993"/>
                  </a:cubicBezTo>
                  <a:cubicBezTo>
                    <a:pt x="1074" y="1006"/>
                    <a:pt x="1064" y="1019"/>
                    <a:pt x="1054" y="1031"/>
                  </a:cubicBezTo>
                  <a:cubicBezTo>
                    <a:pt x="1042" y="1043"/>
                    <a:pt x="1031" y="1053"/>
                    <a:pt x="1019" y="1064"/>
                  </a:cubicBezTo>
                  <a:cubicBezTo>
                    <a:pt x="1006" y="1074"/>
                    <a:pt x="993" y="1083"/>
                    <a:pt x="980" y="1091"/>
                  </a:cubicBezTo>
                  <a:cubicBezTo>
                    <a:pt x="966" y="1099"/>
                    <a:pt x="953" y="1105"/>
                    <a:pt x="938" y="1112"/>
                  </a:cubicBezTo>
                  <a:cubicBezTo>
                    <a:pt x="914" y="1121"/>
                    <a:pt x="891" y="1127"/>
                    <a:pt x="865" y="1131"/>
                  </a:cubicBezTo>
                  <a:cubicBezTo>
                    <a:pt x="850" y="1133"/>
                    <a:pt x="835" y="1134"/>
                    <a:pt x="820" y="1134"/>
                  </a:cubicBezTo>
                  <a:cubicBezTo>
                    <a:pt x="794" y="1134"/>
                    <a:pt x="770" y="1131"/>
                    <a:pt x="745" y="1126"/>
                  </a:cubicBezTo>
                  <a:cubicBezTo>
                    <a:pt x="730" y="1121"/>
                    <a:pt x="716" y="1117"/>
                    <a:pt x="701" y="1112"/>
                  </a:cubicBezTo>
                  <a:cubicBezTo>
                    <a:pt x="677" y="1101"/>
                    <a:pt x="655" y="1089"/>
                    <a:pt x="633" y="1074"/>
                  </a:cubicBezTo>
                  <a:cubicBezTo>
                    <a:pt x="621" y="1064"/>
                    <a:pt x="609" y="1054"/>
                    <a:pt x="597" y="1043"/>
                  </a:cubicBezTo>
                  <a:cubicBezTo>
                    <a:pt x="81" y="526"/>
                    <a:pt x="81" y="526"/>
                    <a:pt x="81" y="526"/>
                  </a:cubicBezTo>
                  <a:cubicBezTo>
                    <a:pt x="71" y="514"/>
                    <a:pt x="61" y="502"/>
                    <a:pt x="52" y="489"/>
                  </a:cubicBezTo>
                  <a:cubicBezTo>
                    <a:pt x="44" y="475"/>
                    <a:pt x="37" y="462"/>
                    <a:pt x="30" y="448"/>
                  </a:cubicBezTo>
                  <a:cubicBezTo>
                    <a:pt x="19" y="424"/>
                    <a:pt x="12" y="401"/>
                    <a:pt x="6" y="375"/>
                  </a:cubicBezTo>
                  <a:cubicBezTo>
                    <a:pt x="4" y="360"/>
                    <a:pt x="2" y="346"/>
                    <a:pt x="1" y="330"/>
                  </a:cubicBezTo>
                  <a:cubicBezTo>
                    <a:pt x="0" y="304"/>
                    <a:pt x="2" y="281"/>
                    <a:pt x="6" y="255"/>
                  </a:cubicBezTo>
                  <a:cubicBezTo>
                    <a:pt x="9" y="240"/>
                    <a:pt x="13" y="226"/>
                    <a:pt x="18" y="211"/>
                  </a:cubicBezTo>
                  <a:cubicBezTo>
                    <a:pt x="27" y="186"/>
                    <a:pt x="38" y="164"/>
                    <a:pt x="52" y="142"/>
                  </a:cubicBezTo>
                  <a:cubicBezTo>
                    <a:pt x="61" y="128"/>
                    <a:pt x="71" y="116"/>
                    <a:pt x="81" y="104"/>
                  </a:cubicBezTo>
                  <a:cubicBezTo>
                    <a:pt x="92" y="92"/>
                    <a:pt x="92" y="92"/>
                    <a:pt x="92" y="92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1" name="任意多边形: 形状 27"/>
            <p:cNvSpPr/>
            <p:nvPr/>
          </p:nvSpPr>
          <p:spPr>
            <a:xfrm>
              <a:off x="4263120" y="2263680"/>
              <a:ext cx="1753200" cy="1750320"/>
            </a:xfrm>
            <a:custGeom>
              <a:avLst/>
              <a:gdLst/>
              <a:ahLst/>
              <a:rect l="l" t="t" r="r" b="b"/>
              <a:pathLst>
                <a:path w="1103" h="1103">
                  <a:moveTo>
                    <a:pt x="106" y="106"/>
                  </a:moveTo>
                  <a:cubicBezTo>
                    <a:pt x="106" y="106"/>
                    <a:pt x="106" y="106"/>
                    <a:pt x="106" y="106"/>
                  </a:cubicBezTo>
                  <a:cubicBezTo>
                    <a:pt x="212" y="0"/>
                    <a:pt x="386" y="0"/>
                    <a:pt x="492" y="106"/>
                  </a:cubicBezTo>
                  <a:cubicBezTo>
                    <a:pt x="997" y="611"/>
                    <a:pt x="997" y="611"/>
                    <a:pt x="997" y="611"/>
                  </a:cubicBezTo>
                  <a:cubicBezTo>
                    <a:pt x="1103" y="717"/>
                    <a:pt x="1103" y="890"/>
                    <a:pt x="997" y="997"/>
                  </a:cubicBezTo>
                  <a:cubicBezTo>
                    <a:pt x="997" y="997"/>
                    <a:pt x="997" y="997"/>
                    <a:pt x="997" y="997"/>
                  </a:cubicBezTo>
                  <a:cubicBezTo>
                    <a:pt x="890" y="1103"/>
                    <a:pt x="717" y="1103"/>
                    <a:pt x="611" y="997"/>
                  </a:cubicBezTo>
                  <a:cubicBezTo>
                    <a:pt x="106" y="492"/>
                    <a:pt x="106" y="492"/>
                    <a:pt x="106" y="492"/>
                  </a:cubicBezTo>
                  <a:cubicBezTo>
                    <a:pt x="0" y="386"/>
                    <a:pt x="0" y="212"/>
                    <a:pt x="106" y="106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2" name="任意多边形: 形状 28"/>
            <p:cNvSpPr/>
            <p:nvPr/>
          </p:nvSpPr>
          <p:spPr>
            <a:xfrm>
              <a:off x="5188320" y="3187440"/>
              <a:ext cx="705240" cy="703800"/>
            </a:xfrm>
            <a:custGeom>
              <a:avLst/>
              <a:gdLst/>
              <a:ahLst/>
              <a:rect l="l" t="t" r="r" b="b"/>
              <a:pathLst>
                <a:path w="445" h="445">
                  <a:moveTo>
                    <a:pt x="366" y="79"/>
                  </a:moveTo>
                  <a:cubicBezTo>
                    <a:pt x="287" y="0"/>
                    <a:pt x="158" y="0"/>
                    <a:pt x="79" y="79"/>
                  </a:cubicBezTo>
                  <a:cubicBezTo>
                    <a:pt x="0" y="158"/>
                    <a:pt x="0" y="287"/>
                    <a:pt x="79" y="366"/>
                  </a:cubicBezTo>
                  <a:cubicBezTo>
                    <a:pt x="158" y="445"/>
                    <a:pt x="287" y="445"/>
                    <a:pt x="366" y="366"/>
                  </a:cubicBezTo>
                  <a:cubicBezTo>
                    <a:pt x="445" y="287"/>
                    <a:pt x="445" y="158"/>
                    <a:pt x="366" y="79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3" name="任意多边形: 形状 29"/>
            <p:cNvSpPr/>
            <p:nvPr/>
          </p:nvSpPr>
          <p:spPr>
            <a:xfrm>
              <a:off x="3030840" y="1033560"/>
              <a:ext cx="1938960" cy="1935000"/>
            </a:xfrm>
            <a:custGeom>
              <a:avLst/>
              <a:gdLst/>
              <a:ahLst/>
              <a:rect l="l" t="t" r="r" b="b"/>
              <a:pathLst>
                <a:path w="1219" h="1219">
                  <a:moveTo>
                    <a:pt x="1114" y="1114"/>
                  </a:moveTo>
                  <a:cubicBezTo>
                    <a:pt x="1127" y="1101"/>
                    <a:pt x="1138" y="1088"/>
                    <a:pt x="1150" y="1073"/>
                  </a:cubicBezTo>
                  <a:cubicBezTo>
                    <a:pt x="1160" y="1058"/>
                    <a:pt x="1169" y="1044"/>
                    <a:pt x="1178" y="1028"/>
                  </a:cubicBezTo>
                  <a:cubicBezTo>
                    <a:pt x="1186" y="1012"/>
                    <a:pt x="1192" y="996"/>
                    <a:pt x="1199" y="980"/>
                  </a:cubicBezTo>
                  <a:cubicBezTo>
                    <a:pt x="1204" y="963"/>
                    <a:pt x="1208" y="947"/>
                    <a:pt x="1212" y="930"/>
                  </a:cubicBezTo>
                  <a:cubicBezTo>
                    <a:pt x="1215" y="913"/>
                    <a:pt x="1217" y="896"/>
                    <a:pt x="1218" y="879"/>
                  </a:cubicBezTo>
                  <a:cubicBezTo>
                    <a:pt x="1219" y="861"/>
                    <a:pt x="1218" y="845"/>
                    <a:pt x="1217" y="827"/>
                  </a:cubicBezTo>
                  <a:cubicBezTo>
                    <a:pt x="1215" y="810"/>
                    <a:pt x="1212" y="794"/>
                    <a:pt x="1209" y="776"/>
                  </a:cubicBezTo>
                  <a:cubicBezTo>
                    <a:pt x="1204" y="760"/>
                    <a:pt x="1199" y="743"/>
                    <a:pt x="1193" y="727"/>
                  </a:cubicBezTo>
                  <a:cubicBezTo>
                    <a:pt x="1186" y="711"/>
                    <a:pt x="1178" y="695"/>
                    <a:pt x="1169" y="680"/>
                  </a:cubicBezTo>
                  <a:cubicBezTo>
                    <a:pt x="1150" y="650"/>
                    <a:pt x="1150" y="650"/>
                    <a:pt x="1150" y="650"/>
                  </a:cubicBezTo>
                  <a:cubicBezTo>
                    <a:pt x="1139" y="636"/>
                    <a:pt x="1127" y="623"/>
                    <a:pt x="1115" y="610"/>
                  </a:cubicBezTo>
                  <a:cubicBezTo>
                    <a:pt x="596" y="92"/>
                    <a:pt x="596" y="92"/>
                    <a:pt x="596" y="92"/>
                  </a:cubicBezTo>
                  <a:cubicBezTo>
                    <a:pt x="583" y="80"/>
                    <a:pt x="569" y="69"/>
                    <a:pt x="554" y="59"/>
                  </a:cubicBezTo>
                  <a:cubicBezTo>
                    <a:pt x="539" y="49"/>
                    <a:pt x="524" y="41"/>
                    <a:pt x="508" y="33"/>
                  </a:cubicBezTo>
                  <a:cubicBezTo>
                    <a:pt x="491" y="26"/>
                    <a:pt x="476" y="20"/>
                    <a:pt x="459" y="14"/>
                  </a:cubicBezTo>
                  <a:cubicBezTo>
                    <a:pt x="442" y="10"/>
                    <a:pt x="425" y="6"/>
                    <a:pt x="408" y="3"/>
                  </a:cubicBezTo>
                  <a:cubicBezTo>
                    <a:pt x="391" y="1"/>
                    <a:pt x="374" y="0"/>
                    <a:pt x="357" y="0"/>
                  </a:cubicBezTo>
                  <a:cubicBezTo>
                    <a:pt x="340" y="0"/>
                    <a:pt x="323" y="1"/>
                    <a:pt x="306" y="3"/>
                  </a:cubicBezTo>
                  <a:cubicBezTo>
                    <a:pt x="289" y="6"/>
                    <a:pt x="272" y="10"/>
                    <a:pt x="255" y="14"/>
                  </a:cubicBezTo>
                  <a:cubicBezTo>
                    <a:pt x="238" y="20"/>
                    <a:pt x="223" y="26"/>
                    <a:pt x="206" y="33"/>
                  </a:cubicBezTo>
                  <a:cubicBezTo>
                    <a:pt x="190" y="41"/>
                    <a:pt x="175" y="49"/>
                    <a:pt x="160" y="59"/>
                  </a:cubicBezTo>
                  <a:cubicBezTo>
                    <a:pt x="145" y="69"/>
                    <a:pt x="131" y="80"/>
                    <a:pt x="117" y="92"/>
                  </a:cubicBezTo>
                  <a:cubicBezTo>
                    <a:pt x="104" y="104"/>
                    <a:pt x="92" y="117"/>
                    <a:pt x="80" y="131"/>
                  </a:cubicBezTo>
                  <a:cubicBezTo>
                    <a:pt x="69" y="146"/>
                    <a:pt x="59" y="160"/>
                    <a:pt x="49" y="175"/>
                  </a:cubicBezTo>
                  <a:cubicBezTo>
                    <a:pt x="40" y="191"/>
                    <a:pt x="33" y="206"/>
                    <a:pt x="26" y="223"/>
                  </a:cubicBezTo>
                  <a:cubicBezTo>
                    <a:pt x="20" y="239"/>
                    <a:pt x="15" y="255"/>
                    <a:pt x="10" y="272"/>
                  </a:cubicBezTo>
                  <a:cubicBezTo>
                    <a:pt x="6" y="289"/>
                    <a:pt x="4" y="305"/>
                    <a:pt x="1" y="323"/>
                  </a:cubicBezTo>
                  <a:cubicBezTo>
                    <a:pt x="0" y="340"/>
                    <a:pt x="0" y="357"/>
                    <a:pt x="0" y="374"/>
                  </a:cubicBezTo>
                  <a:cubicBezTo>
                    <a:pt x="1" y="391"/>
                    <a:pt x="3" y="408"/>
                    <a:pt x="6" y="425"/>
                  </a:cubicBezTo>
                  <a:cubicBezTo>
                    <a:pt x="10" y="442"/>
                    <a:pt x="14" y="458"/>
                    <a:pt x="20" y="475"/>
                  </a:cubicBezTo>
                  <a:cubicBezTo>
                    <a:pt x="26" y="492"/>
                    <a:pt x="33" y="507"/>
                    <a:pt x="41" y="523"/>
                  </a:cubicBezTo>
                  <a:cubicBezTo>
                    <a:pt x="49" y="539"/>
                    <a:pt x="58" y="554"/>
                    <a:pt x="69" y="568"/>
                  </a:cubicBezTo>
                  <a:cubicBezTo>
                    <a:pt x="80" y="583"/>
                    <a:pt x="91" y="596"/>
                    <a:pt x="103" y="609"/>
                  </a:cubicBezTo>
                  <a:cubicBezTo>
                    <a:pt x="622" y="1127"/>
                    <a:pt x="622" y="1127"/>
                    <a:pt x="622" y="1127"/>
                  </a:cubicBezTo>
                  <a:cubicBezTo>
                    <a:pt x="636" y="1139"/>
                    <a:pt x="650" y="1149"/>
                    <a:pt x="665" y="1160"/>
                  </a:cubicBezTo>
                  <a:cubicBezTo>
                    <a:pt x="680" y="1169"/>
                    <a:pt x="695" y="1178"/>
                    <a:pt x="711" y="1186"/>
                  </a:cubicBezTo>
                  <a:cubicBezTo>
                    <a:pt x="727" y="1193"/>
                    <a:pt x="743" y="1199"/>
                    <a:pt x="760" y="1204"/>
                  </a:cubicBezTo>
                  <a:cubicBezTo>
                    <a:pt x="777" y="1209"/>
                    <a:pt x="793" y="1212"/>
                    <a:pt x="810" y="1215"/>
                  </a:cubicBezTo>
                  <a:cubicBezTo>
                    <a:pt x="828" y="1217"/>
                    <a:pt x="844" y="1218"/>
                    <a:pt x="862" y="1219"/>
                  </a:cubicBezTo>
                  <a:cubicBezTo>
                    <a:pt x="879" y="1218"/>
                    <a:pt x="896" y="1217"/>
                    <a:pt x="913" y="1215"/>
                  </a:cubicBezTo>
                  <a:cubicBezTo>
                    <a:pt x="930" y="1212"/>
                    <a:pt x="946" y="1209"/>
                    <a:pt x="963" y="1204"/>
                  </a:cubicBezTo>
                  <a:cubicBezTo>
                    <a:pt x="980" y="1199"/>
                    <a:pt x="996" y="1193"/>
                    <a:pt x="1012" y="1186"/>
                  </a:cubicBezTo>
                  <a:cubicBezTo>
                    <a:pt x="1028" y="1178"/>
                    <a:pt x="1043" y="1169"/>
                    <a:pt x="1058" y="1160"/>
                  </a:cubicBezTo>
                  <a:cubicBezTo>
                    <a:pt x="1073" y="1149"/>
                    <a:pt x="1087" y="1139"/>
                    <a:pt x="1101" y="1127"/>
                  </a:cubicBezTo>
                  <a:cubicBezTo>
                    <a:pt x="1114" y="1114"/>
                    <a:pt x="1114" y="1114"/>
                    <a:pt x="1114" y="1114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4" name="任意多边形: 形状 30"/>
            <p:cNvSpPr/>
            <p:nvPr/>
          </p:nvSpPr>
          <p:spPr>
            <a:xfrm>
              <a:off x="3098520" y="1100520"/>
              <a:ext cx="1803960" cy="1801800"/>
            </a:xfrm>
            <a:custGeom>
              <a:avLst/>
              <a:gdLst/>
              <a:ahLst/>
              <a:rect l="l" t="t" r="r" b="b"/>
              <a:pathLst>
                <a:path w="1135" h="1135">
                  <a:moveTo>
                    <a:pt x="1042" y="1042"/>
                  </a:moveTo>
                  <a:cubicBezTo>
                    <a:pt x="1054" y="1031"/>
                    <a:pt x="1064" y="1019"/>
                    <a:pt x="1074" y="1006"/>
                  </a:cubicBezTo>
                  <a:cubicBezTo>
                    <a:pt x="1083" y="993"/>
                    <a:pt x="1091" y="980"/>
                    <a:pt x="1098" y="966"/>
                  </a:cubicBezTo>
                  <a:cubicBezTo>
                    <a:pt x="1110" y="942"/>
                    <a:pt x="1118" y="920"/>
                    <a:pt x="1125" y="895"/>
                  </a:cubicBezTo>
                  <a:cubicBezTo>
                    <a:pt x="1129" y="880"/>
                    <a:pt x="1131" y="865"/>
                    <a:pt x="1133" y="850"/>
                  </a:cubicBezTo>
                  <a:cubicBezTo>
                    <a:pt x="1135" y="824"/>
                    <a:pt x="1134" y="800"/>
                    <a:pt x="1131" y="774"/>
                  </a:cubicBezTo>
                  <a:cubicBezTo>
                    <a:pt x="1128" y="759"/>
                    <a:pt x="1125" y="745"/>
                    <a:pt x="1121" y="730"/>
                  </a:cubicBezTo>
                  <a:cubicBezTo>
                    <a:pt x="1113" y="705"/>
                    <a:pt x="1104" y="682"/>
                    <a:pt x="1091" y="659"/>
                  </a:cubicBezTo>
                  <a:cubicBezTo>
                    <a:pt x="1074" y="633"/>
                    <a:pt x="1074" y="633"/>
                    <a:pt x="1074" y="633"/>
                  </a:cubicBezTo>
                  <a:cubicBezTo>
                    <a:pt x="1064" y="620"/>
                    <a:pt x="1054" y="609"/>
                    <a:pt x="1043" y="597"/>
                  </a:cubicBezTo>
                  <a:cubicBezTo>
                    <a:pt x="526" y="81"/>
                    <a:pt x="526" y="81"/>
                    <a:pt x="526" y="81"/>
                  </a:cubicBezTo>
                  <a:cubicBezTo>
                    <a:pt x="514" y="71"/>
                    <a:pt x="502" y="61"/>
                    <a:pt x="488" y="52"/>
                  </a:cubicBezTo>
                  <a:cubicBezTo>
                    <a:pt x="475" y="44"/>
                    <a:pt x="462" y="36"/>
                    <a:pt x="448" y="29"/>
                  </a:cubicBezTo>
                  <a:cubicBezTo>
                    <a:pt x="424" y="19"/>
                    <a:pt x="401" y="12"/>
                    <a:pt x="375" y="6"/>
                  </a:cubicBezTo>
                  <a:cubicBezTo>
                    <a:pt x="360" y="3"/>
                    <a:pt x="345" y="2"/>
                    <a:pt x="330" y="1"/>
                  </a:cubicBezTo>
                  <a:cubicBezTo>
                    <a:pt x="304" y="0"/>
                    <a:pt x="280" y="2"/>
                    <a:pt x="255" y="6"/>
                  </a:cubicBezTo>
                  <a:cubicBezTo>
                    <a:pt x="240" y="9"/>
                    <a:pt x="225" y="13"/>
                    <a:pt x="211" y="18"/>
                  </a:cubicBezTo>
                  <a:cubicBezTo>
                    <a:pt x="186" y="27"/>
                    <a:pt x="164" y="38"/>
                    <a:pt x="142" y="52"/>
                  </a:cubicBezTo>
                  <a:cubicBezTo>
                    <a:pt x="128" y="61"/>
                    <a:pt x="116" y="71"/>
                    <a:pt x="104" y="81"/>
                  </a:cubicBezTo>
                  <a:cubicBezTo>
                    <a:pt x="92" y="92"/>
                    <a:pt x="81" y="104"/>
                    <a:pt x="71" y="116"/>
                  </a:cubicBezTo>
                  <a:cubicBezTo>
                    <a:pt x="61" y="129"/>
                    <a:pt x="52" y="141"/>
                    <a:pt x="44" y="155"/>
                  </a:cubicBezTo>
                  <a:cubicBezTo>
                    <a:pt x="36" y="169"/>
                    <a:pt x="29" y="182"/>
                    <a:pt x="23" y="196"/>
                  </a:cubicBezTo>
                  <a:cubicBezTo>
                    <a:pt x="14" y="221"/>
                    <a:pt x="8" y="244"/>
                    <a:pt x="3" y="270"/>
                  </a:cubicBezTo>
                  <a:cubicBezTo>
                    <a:pt x="2" y="285"/>
                    <a:pt x="1" y="300"/>
                    <a:pt x="0" y="315"/>
                  </a:cubicBezTo>
                  <a:cubicBezTo>
                    <a:pt x="1" y="341"/>
                    <a:pt x="4" y="365"/>
                    <a:pt x="9" y="390"/>
                  </a:cubicBezTo>
                  <a:cubicBezTo>
                    <a:pt x="13" y="405"/>
                    <a:pt x="18" y="419"/>
                    <a:pt x="23" y="434"/>
                  </a:cubicBezTo>
                  <a:cubicBezTo>
                    <a:pt x="34" y="458"/>
                    <a:pt x="46" y="479"/>
                    <a:pt x="61" y="501"/>
                  </a:cubicBezTo>
                  <a:cubicBezTo>
                    <a:pt x="71" y="514"/>
                    <a:pt x="81" y="526"/>
                    <a:pt x="92" y="537"/>
                  </a:cubicBezTo>
                  <a:cubicBezTo>
                    <a:pt x="608" y="1053"/>
                    <a:pt x="608" y="1053"/>
                    <a:pt x="608" y="1053"/>
                  </a:cubicBezTo>
                  <a:cubicBezTo>
                    <a:pt x="621" y="1064"/>
                    <a:pt x="633" y="1073"/>
                    <a:pt x="646" y="1083"/>
                  </a:cubicBezTo>
                  <a:cubicBezTo>
                    <a:pt x="659" y="1091"/>
                    <a:pt x="673" y="1098"/>
                    <a:pt x="687" y="1105"/>
                  </a:cubicBezTo>
                  <a:cubicBezTo>
                    <a:pt x="711" y="1116"/>
                    <a:pt x="734" y="1123"/>
                    <a:pt x="759" y="1129"/>
                  </a:cubicBezTo>
                  <a:cubicBezTo>
                    <a:pt x="774" y="1131"/>
                    <a:pt x="789" y="1133"/>
                    <a:pt x="804" y="1134"/>
                  </a:cubicBezTo>
                  <a:cubicBezTo>
                    <a:pt x="830" y="1135"/>
                    <a:pt x="854" y="1133"/>
                    <a:pt x="880" y="1129"/>
                  </a:cubicBezTo>
                  <a:cubicBezTo>
                    <a:pt x="895" y="1125"/>
                    <a:pt x="909" y="1121"/>
                    <a:pt x="924" y="1117"/>
                  </a:cubicBezTo>
                  <a:cubicBezTo>
                    <a:pt x="949" y="1107"/>
                    <a:pt x="970" y="1097"/>
                    <a:pt x="993" y="1083"/>
                  </a:cubicBezTo>
                  <a:cubicBezTo>
                    <a:pt x="1006" y="1073"/>
                    <a:pt x="1018" y="1064"/>
                    <a:pt x="1031" y="1053"/>
                  </a:cubicBezTo>
                  <a:cubicBezTo>
                    <a:pt x="1042" y="1042"/>
                    <a:pt x="1042" y="1042"/>
                    <a:pt x="1042" y="1042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5" name="任意多边形: 形状 31"/>
            <p:cNvSpPr/>
            <p:nvPr/>
          </p:nvSpPr>
          <p:spPr>
            <a:xfrm>
              <a:off x="3123720" y="1126440"/>
              <a:ext cx="1751760" cy="1748160"/>
            </a:xfrm>
            <a:custGeom>
              <a:avLst/>
              <a:gdLst/>
              <a:ahLst/>
              <a:rect l="l" t="t" r="r" b="b"/>
              <a:pathLst>
                <a:path w="1102" h="1102">
                  <a:moveTo>
                    <a:pt x="996" y="996"/>
                  </a:moveTo>
                  <a:cubicBezTo>
                    <a:pt x="996" y="996"/>
                    <a:pt x="996" y="996"/>
                    <a:pt x="996" y="996"/>
                  </a:cubicBezTo>
                  <a:cubicBezTo>
                    <a:pt x="1102" y="890"/>
                    <a:pt x="1102" y="717"/>
                    <a:pt x="996" y="611"/>
                  </a:cubicBezTo>
                  <a:cubicBezTo>
                    <a:pt x="492" y="106"/>
                    <a:pt x="492" y="106"/>
                    <a:pt x="492" y="106"/>
                  </a:cubicBezTo>
                  <a:cubicBezTo>
                    <a:pt x="386" y="0"/>
                    <a:pt x="212" y="0"/>
                    <a:pt x="106" y="106"/>
                  </a:cubicBezTo>
                  <a:cubicBezTo>
                    <a:pt x="106" y="106"/>
                    <a:pt x="106" y="106"/>
                    <a:pt x="106" y="106"/>
                  </a:cubicBezTo>
                  <a:cubicBezTo>
                    <a:pt x="0" y="212"/>
                    <a:pt x="0" y="386"/>
                    <a:pt x="106" y="492"/>
                  </a:cubicBezTo>
                  <a:cubicBezTo>
                    <a:pt x="611" y="996"/>
                    <a:pt x="611" y="996"/>
                    <a:pt x="611" y="996"/>
                  </a:cubicBezTo>
                  <a:cubicBezTo>
                    <a:pt x="717" y="1102"/>
                    <a:pt x="890" y="1102"/>
                    <a:pt x="996" y="99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6" name="椭圆 32"/>
            <p:cNvSpPr/>
            <p:nvPr/>
          </p:nvSpPr>
          <p:spPr>
            <a:xfrm>
              <a:off x="3639600" y="1641600"/>
              <a:ext cx="1860840" cy="1856880"/>
            </a:xfrm>
            <a:prstGeom prst="ellipse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7" name="任意多边形: 形状 33"/>
            <p:cNvSpPr/>
            <p:nvPr/>
          </p:nvSpPr>
          <p:spPr>
            <a:xfrm>
              <a:off x="3244680" y="1246680"/>
              <a:ext cx="706680" cy="705240"/>
            </a:xfrm>
            <a:custGeom>
              <a:avLst/>
              <a:gdLst/>
              <a:ahLst/>
              <a:rect l="l" t="t" r="r" b="b"/>
              <a:pathLst>
                <a:path w="446" h="446">
                  <a:moveTo>
                    <a:pt x="367" y="79"/>
                  </a:moveTo>
                  <a:cubicBezTo>
                    <a:pt x="446" y="159"/>
                    <a:pt x="446" y="287"/>
                    <a:pt x="367" y="367"/>
                  </a:cubicBezTo>
                  <a:cubicBezTo>
                    <a:pt x="287" y="446"/>
                    <a:pt x="159" y="446"/>
                    <a:pt x="79" y="367"/>
                  </a:cubicBezTo>
                  <a:cubicBezTo>
                    <a:pt x="0" y="287"/>
                    <a:pt x="0" y="159"/>
                    <a:pt x="79" y="79"/>
                  </a:cubicBezTo>
                  <a:cubicBezTo>
                    <a:pt x="159" y="0"/>
                    <a:pt x="287" y="0"/>
                    <a:pt x="367" y="79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8" name="任意多边形: 形状 34"/>
            <p:cNvSpPr/>
            <p:nvPr/>
          </p:nvSpPr>
          <p:spPr>
            <a:xfrm>
              <a:off x="3299400" y="1301400"/>
              <a:ext cx="597960" cy="597240"/>
            </a:xfrm>
            <a:custGeom>
              <a:avLst/>
              <a:gdLst/>
              <a:ahLst/>
              <a:rect l="l" t="t" r="r" b="b"/>
              <a:pathLst>
                <a:path w="378" h="378">
                  <a:moveTo>
                    <a:pt x="311" y="67"/>
                  </a:moveTo>
                  <a:cubicBezTo>
                    <a:pt x="378" y="134"/>
                    <a:pt x="378" y="244"/>
                    <a:pt x="311" y="311"/>
                  </a:cubicBezTo>
                  <a:cubicBezTo>
                    <a:pt x="244" y="378"/>
                    <a:pt x="134" y="378"/>
                    <a:pt x="67" y="311"/>
                  </a:cubicBezTo>
                  <a:cubicBezTo>
                    <a:pt x="0" y="244"/>
                    <a:pt x="0" y="134"/>
                    <a:pt x="67" y="67"/>
                  </a:cubicBezTo>
                  <a:cubicBezTo>
                    <a:pt x="134" y="0"/>
                    <a:pt x="244" y="0"/>
                    <a:pt x="311" y="67"/>
                  </a:cubicBezTo>
                  <a:close/>
                  <a:moveTo>
                    <a:pt x="295" y="83"/>
                  </a:moveTo>
                  <a:cubicBezTo>
                    <a:pt x="354" y="141"/>
                    <a:pt x="354" y="237"/>
                    <a:pt x="295" y="295"/>
                  </a:cubicBezTo>
                  <a:cubicBezTo>
                    <a:pt x="237" y="354"/>
                    <a:pt x="141" y="354"/>
                    <a:pt x="83" y="295"/>
                  </a:cubicBezTo>
                  <a:cubicBezTo>
                    <a:pt x="24" y="237"/>
                    <a:pt x="24" y="141"/>
                    <a:pt x="83" y="83"/>
                  </a:cubicBezTo>
                  <a:cubicBezTo>
                    <a:pt x="141" y="24"/>
                    <a:pt x="237" y="24"/>
                    <a:pt x="295" y="83"/>
                  </a:cubicBezTo>
                  <a:close/>
                </a:path>
              </a:pathLst>
            </a:custGeom>
            <a:solidFill>
              <a:srgbClr val="dcddd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9" name="任意多边形: 形状 35"/>
            <p:cNvSpPr/>
            <p:nvPr/>
          </p:nvSpPr>
          <p:spPr>
            <a:xfrm>
              <a:off x="3299400" y="3241080"/>
              <a:ext cx="597960" cy="595440"/>
            </a:xfrm>
            <a:custGeom>
              <a:avLst/>
              <a:gdLst/>
              <a:ahLst/>
              <a:rect l="l" t="t" r="r" b="b"/>
              <a:pathLst>
                <a:path w="378" h="377">
                  <a:moveTo>
                    <a:pt x="311" y="67"/>
                  </a:moveTo>
                  <a:cubicBezTo>
                    <a:pt x="378" y="134"/>
                    <a:pt x="378" y="243"/>
                    <a:pt x="311" y="310"/>
                  </a:cubicBezTo>
                  <a:cubicBezTo>
                    <a:pt x="244" y="377"/>
                    <a:pt x="134" y="377"/>
                    <a:pt x="67" y="310"/>
                  </a:cubicBezTo>
                  <a:cubicBezTo>
                    <a:pt x="0" y="243"/>
                    <a:pt x="0" y="134"/>
                    <a:pt x="67" y="67"/>
                  </a:cubicBezTo>
                  <a:cubicBezTo>
                    <a:pt x="134" y="0"/>
                    <a:pt x="244" y="0"/>
                    <a:pt x="311" y="67"/>
                  </a:cubicBezTo>
                  <a:close/>
                  <a:moveTo>
                    <a:pt x="295" y="83"/>
                  </a:moveTo>
                  <a:cubicBezTo>
                    <a:pt x="354" y="141"/>
                    <a:pt x="354" y="236"/>
                    <a:pt x="295" y="295"/>
                  </a:cubicBezTo>
                  <a:cubicBezTo>
                    <a:pt x="237" y="353"/>
                    <a:pt x="141" y="353"/>
                    <a:pt x="83" y="295"/>
                  </a:cubicBezTo>
                  <a:cubicBezTo>
                    <a:pt x="24" y="236"/>
                    <a:pt x="24" y="141"/>
                    <a:pt x="83" y="83"/>
                  </a:cubicBezTo>
                  <a:cubicBezTo>
                    <a:pt x="141" y="24"/>
                    <a:pt x="237" y="24"/>
                    <a:pt x="295" y="83"/>
                  </a:cubicBezTo>
                  <a:close/>
                </a:path>
              </a:pathLst>
            </a:custGeom>
            <a:solidFill>
              <a:srgbClr val="dcddd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0" name="任意多边形: 形状 36"/>
            <p:cNvSpPr/>
            <p:nvPr/>
          </p:nvSpPr>
          <p:spPr>
            <a:xfrm>
              <a:off x="5243040" y="1301400"/>
              <a:ext cx="596520" cy="597240"/>
            </a:xfrm>
            <a:custGeom>
              <a:avLst/>
              <a:gdLst/>
              <a:ahLst/>
              <a:rect l="l" t="t" r="r" b="b"/>
              <a:pathLst>
                <a:path w="377" h="378">
                  <a:moveTo>
                    <a:pt x="310" y="67"/>
                  </a:moveTo>
                  <a:cubicBezTo>
                    <a:pt x="377" y="134"/>
                    <a:pt x="377" y="244"/>
                    <a:pt x="310" y="311"/>
                  </a:cubicBezTo>
                  <a:cubicBezTo>
                    <a:pt x="243" y="378"/>
                    <a:pt x="134" y="378"/>
                    <a:pt x="67" y="311"/>
                  </a:cubicBezTo>
                  <a:cubicBezTo>
                    <a:pt x="0" y="244"/>
                    <a:pt x="0" y="134"/>
                    <a:pt x="67" y="67"/>
                  </a:cubicBezTo>
                  <a:cubicBezTo>
                    <a:pt x="134" y="0"/>
                    <a:pt x="243" y="0"/>
                    <a:pt x="310" y="67"/>
                  </a:cubicBezTo>
                  <a:close/>
                  <a:moveTo>
                    <a:pt x="295" y="83"/>
                  </a:moveTo>
                  <a:cubicBezTo>
                    <a:pt x="353" y="141"/>
                    <a:pt x="353" y="237"/>
                    <a:pt x="295" y="295"/>
                  </a:cubicBezTo>
                  <a:cubicBezTo>
                    <a:pt x="236" y="354"/>
                    <a:pt x="141" y="354"/>
                    <a:pt x="83" y="295"/>
                  </a:cubicBezTo>
                  <a:cubicBezTo>
                    <a:pt x="24" y="237"/>
                    <a:pt x="24" y="141"/>
                    <a:pt x="83" y="83"/>
                  </a:cubicBezTo>
                  <a:cubicBezTo>
                    <a:pt x="141" y="24"/>
                    <a:pt x="236" y="24"/>
                    <a:pt x="295" y="83"/>
                  </a:cubicBezTo>
                  <a:close/>
                </a:path>
              </a:pathLst>
            </a:custGeom>
            <a:solidFill>
              <a:srgbClr val="dcddd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1" name="任意多边形: 形状 37"/>
            <p:cNvSpPr/>
            <p:nvPr/>
          </p:nvSpPr>
          <p:spPr>
            <a:xfrm>
              <a:off x="5243040" y="3241080"/>
              <a:ext cx="596520" cy="595440"/>
            </a:xfrm>
            <a:custGeom>
              <a:avLst/>
              <a:gdLst/>
              <a:ahLst/>
              <a:rect l="l" t="t" r="r" b="b"/>
              <a:pathLst>
                <a:path w="377" h="377">
                  <a:moveTo>
                    <a:pt x="310" y="67"/>
                  </a:moveTo>
                  <a:cubicBezTo>
                    <a:pt x="377" y="134"/>
                    <a:pt x="377" y="243"/>
                    <a:pt x="310" y="310"/>
                  </a:cubicBezTo>
                  <a:cubicBezTo>
                    <a:pt x="243" y="377"/>
                    <a:pt x="134" y="377"/>
                    <a:pt x="67" y="310"/>
                  </a:cubicBezTo>
                  <a:cubicBezTo>
                    <a:pt x="0" y="243"/>
                    <a:pt x="0" y="134"/>
                    <a:pt x="67" y="67"/>
                  </a:cubicBezTo>
                  <a:cubicBezTo>
                    <a:pt x="134" y="0"/>
                    <a:pt x="243" y="0"/>
                    <a:pt x="310" y="67"/>
                  </a:cubicBezTo>
                  <a:close/>
                  <a:moveTo>
                    <a:pt x="295" y="83"/>
                  </a:moveTo>
                  <a:cubicBezTo>
                    <a:pt x="353" y="141"/>
                    <a:pt x="353" y="236"/>
                    <a:pt x="295" y="295"/>
                  </a:cubicBezTo>
                  <a:cubicBezTo>
                    <a:pt x="236" y="353"/>
                    <a:pt x="141" y="353"/>
                    <a:pt x="83" y="295"/>
                  </a:cubicBezTo>
                  <a:cubicBezTo>
                    <a:pt x="24" y="236"/>
                    <a:pt x="24" y="141"/>
                    <a:pt x="83" y="83"/>
                  </a:cubicBezTo>
                  <a:cubicBezTo>
                    <a:pt x="141" y="24"/>
                    <a:pt x="236" y="24"/>
                    <a:pt x="295" y="83"/>
                  </a:cubicBezTo>
                  <a:close/>
                </a:path>
              </a:pathLst>
            </a:custGeom>
            <a:solidFill>
              <a:srgbClr val="dcddd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2" name="任意多边形: 形状 38"/>
            <p:cNvSpPr/>
            <p:nvPr/>
          </p:nvSpPr>
          <p:spPr>
            <a:xfrm>
              <a:off x="3472560" y="3409920"/>
              <a:ext cx="251280" cy="285840"/>
            </a:xfrm>
            <a:custGeom>
              <a:avLst/>
              <a:gdLst/>
              <a:ahLst/>
              <a:rect l="l" t="t" r="r" b="b"/>
              <a:pathLst>
                <a:path w="160" h="182">
                  <a:moveTo>
                    <a:pt x="80" y="182"/>
                  </a:moveTo>
                  <a:cubicBezTo>
                    <a:pt x="64" y="153"/>
                    <a:pt x="8" y="149"/>
                    <a:pt x="6" y="12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18" y="34"/>
                    <a:pt x="39" y="20"/>
                    <a:pt x="39" y="2"/>
                  </a:cubicBezTo>
                  <a:cubicBezTo>
                    <a:pt x="39" y="1"/>
                    <a:pt x="39" y="1"/>
                    <a:pt x="39" y="0"/>
                  </a:cubicBezTo>
                  <a:cubicBezTo>
                    <a:pt x="121" y="0"/>
                    <a:pt x="121" y="0"/>
                    <a:pt x="121" y="0"/>
                  </a:cubicBezTo>
                  <a:cubicBezTo>
                    <a:pt x="121" y="1"/>
                    <a:pt x="121" y="1"/>
                    <a:pt x="121" y="2"/>
                  </a:cubicBezTo>
                  <a:cubicBezTo>
                    <a:pt x="121" y="20"/>
                    <a:pt x="142" y="34"/>
                    <a:pt x="160" y="36"/>
                  </a:cubicBezTo>
                  <a:cubicBezTo>
                    <a:pt x="154" y="120"/>
                    <a:pt x="154" y="120"/>
                    <a:pt x="154" y="120"/>
                  </a:cubicBezTo>
                  <a:cubicBezTo>
                    <a:pt x="152" y="149"/>
                    <a:pt x="97" y="153"/>
                    <a:pt x="80" y="182"/>
                  </a:cubicBezTo>
                  <a:cubicBezTo>
                    <a:pt x="80" y="182"/>
                    <a:pt x="80" y="182"/>
                    <a:pt x="80" y="182"/>
                  </a:cubicBezTo>
                  <a:close/>
                  <a:moveTo>
                    <a:pt x="112" y="11"/>
                  </a:moveTo>
                  <a:cubicBezTo>
                    <a:pt x="113" y="14"/>
                    <a:pt x="115" y="18"/>
                    <a:pt x="117" y="21"/>
                  </a:cubicBezTo>
                  <a:cubicBezTo>
                    <a:pt x="125" y="33"/>
                    <a:pt x="136" y="41"/>
                    <a:pt x="149" y="44"/>
                  </a:cubicBezTo>
                  <a:cubicBezTo>
                    <a:pt x="144" y="120"/>
                    <a:pt x="144" y="120"/>
                    <a:pt x="144" y="120"/>
                  </a:cubicBezTo>
                  <a:cubicBezTo>
                    <a:pt x="142" y="127"/>
                    <a:pt x="136" y="131"/>
                    <a:pt x="131" y="135"/>
                  </a:cubicBezTo>
                  <a:cubicBezTo>
                    <a:pt x="123" y="140"/>
                    <a:pt x="114" y="144"/>
                    <a:pt x="105" y="148"/>
                  </a:cubicBezTo>
                  <a:cubicBezTo>
                    <a:pt x="97" y="153"/>
                    <a:pt x="87" y="158"/>
                    <a:pt x="80" y="165"/>
                  </a:cubicBezTo>
                  <a:cubicBezTo>
                    <a:pt x="71" y="157"/>
                    <a:pt x="59" y="151"/>
                    <a:pt x="49" y="145"/>
                  </a:cubicBezTo>
                  <a:cubicBezTo>
                    <a:pt x="44" y="143"/>
                    <a:pt x="39" y="140"/>
                    <a:pt x="34" y="137"/>
                  </a:cubicBezTo>
                  <a:cubicBezTo>
                    <a:pt x="27" y="133"/>
                    <a:pt x="19" y="129"/>
                    <a:pt x="16" y="120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23" y="41"/>
                    <a:pt x="34" y="33"/>
                    <a:pt x="42" y="23"/>
                  </a:cubicBezTo>
                  <a:cubicBezTo>
                    <a:pt x="45" y="19"/>
                    <a:pt x="47" y="15"/>
                    <a:pt x="48" y="11"/>
                  </a:cubicBezTo>
                  <a:cubicBezTo>
                    <a:pt x="112" y="11"/>
                    <a:pt x="112" y="11"/>
                    <a:pt x="112" y="11"/>
                  </a:cubicBezTo>
                  <a:close/>
                  <a:moveTo>
                    <a:pt x="116" y="131"/>
                  </a:moveTo>
                  <a:cubicBezTo>
                    <a:pt x="104" y="138"/>
                    <a:pt x="91" y="144"/>
                    <a:pt x="80" y="152"/>
                  </a:cubicBezTo>
                  <a:cubicBezTo>
                    <a:pt x="67" y="143"/>
                    <a:pt x="53" y="136"/>
                    <a:pt x="39" y="129"/>
                  </a:cubicBezTo>
                  <a:cubicBezTo>
                    <a:pt x="37" y="127"/>
                    <a:pt x="35" y="126"/>
                    <a:pt x="33" y="125"/>
                  </a:cubicBezTo>
                  <a:cubicBezTo>
                    <a:pt x="27" y="118"/>
                    <a:pt x="27" y="118"/>
                    <a:pt x="27" y="118"/>
                  </a:cubicBezTo>
                  <a:cubicBezTo>
                    <a:pt x="21" y="51"/>
                    <a:pt x="21" y="51"/>
                    <a:pt x="21" y="51"/>
                  </a:cubicBezTo>
                  <a:cubicBezTo>
                    <a:pt x="22" y="51"/>
                    <a:pt x="23" y="50"/>
                    <a:pt x="24" y="50"/>
                  </a:cubicBezTo>
                  <a:cubicBezTo>
                    <a:pt x="35" y="45"/>
                    <a:pt x="46" y="36"/>
                    <a:pt x="52" y="25"/>
                  </a:cubicBezTo>
                  <a:cubicBezTo>
                    <a:pt x="53" y="24"/>
                    <a:pt x="54" y="22"/>
                    <a:pt x="55" y="21"/>
                  </a:cubicBezTo>
                  <a:cubicBezTo>
                    <a:pt x="105" y="21"/>
                    <a:pt x="105" y="21"/>
                    <a:pt x="105" y="21"/>
                  </a:cubicBezTo>
                  <a:cubicBezTo>
                    <a:pt x="112" y="34"/>
                    <a:pt x="125" y="45"/>
                    <a:pt x="139" y="51"/>
                  </a:cubicBezTo>
                  <a:cubicBezTo>
                    <a:pt x="133" y="119"/>
                    <a:pt x="133" y="119"/>
                    <a:pt x="133" y="119"/>
                  </a:cubicBezTo>
                  <a:cubicBezTo>
                    <a:pt x="132" y="122"/>
                    <a:pt x="128" y="124"/>
                    <a:pt x="126" y="126"/>
                  </a:cubicBezTo>
                  <a:cubicBezTo>
                    <a:pt x="123" y="128"/>
                    <a:pt x="119" y="130"/>
                    <a:pt x="116" y="131"/>
                  </a:cubicBezTo>
                  <a:cubicBezTo>
                    <a:pt x="116" y="131"/>
                    <a:pt x="116" y="131"/>
                    <a:pt x="116" y="131"/>
                  </a:cubicBezTo>
                  <a:close/>
                  <a:moveTo>
                    <a:pt x="96" y="64"/>
                  </a:moveTo>
                  <a:cubicBezTo>
                    <a:pt x="80" y="80"/>
                    <a:pt x="80" y="80"/>
                    <a:pt x="80" y="80"/>
                  </a:cubicBezTo>
                  <a:cubicBezTo>
                    <a:pt x="65" y="64"/>
                    <a:pt x="65" y="64"/>
                    <a:pt x="65" y="64"/>
                  </a:cubicBezTo>
                  <a:cubicBezTo>
                    <a:pt x="71" y="58"/>
                    <a:pt x="71" y="58"/>
                    <a:pt x="71" y="58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54" y="75"/>
                    <a:pt x="54" y="75"/>
                    <a:pt x="54" y="75"/>
                  </a:cubicBezTo>
                  <a:cubicBezTo>
                    <a:pt x="59" y="69"/>
                    <a:pt x="59" y="69"/>
                    <a:pt x="59" y="69"/>
                  </a:cubicBezTo>
                  <a:cubicBezTo>
                    <a:pt x="75" y="85"/>
                    <a:pt x="75" y="85"/>
                    <a:pt x="75" y="85"/>
                  </a:cubicBezTo>
                  <a:cubicBezTo>
                    <a:pt x="63" y="97"/>
                    <a:pt x="63" y="97"/>
                    <a:pt x="63" y="97"/>
                  </a:cubicBezTo>
                  <a:cubicBezTo>
                    <a:pt x="55" y="96"/>
                    <a:pt x="55" y="96"/>
                    <a:pt x="55" y="96"/>
                  </a:cubicBezTo>
                  <a:cubicBezTo>
                    <a:pt x="38" y="113"/>
                    <a:pt x="38" y="113"/>
                    <a:pt x="38" y="113"/>
                  </a:cubicBezTo>
                  <a:cubicBezTo>
                    <a:pt x="50" y="114"/>
                    <a:pt x="50" y="114"/>
                    <a:pt x="50" y="114"/>
                  </a:cubicBezTo>
                  <a:cubicBezTo>
                    <a:pt x="53" y="127"/>
                    <a:pt x="53" y="127"/>
                    <a:pt x="53" y="127"/>
                  </a:cubicBezTo>
                  <a:cubicBezTo>
                    <a:pt x="69" y="110"/>
                    <a:pt x="69" y="110"/>
                    <a:pt x="69" y="110"/>
                  </a:cubicBezTo>
                  <a:cubicBezTo>
                    <a:pt x="68" y="102"/>
                    <a:pt x="68" y="102"/>
                    <a:pt x="68" y="102"/>
                  </a:cubicBezTo>
                  <a:cubicBezTo>
                    <a:pt x="80" y="90"/>
                    <a:pt x="80" y="90"/>
                    <a:pt x="80" y="90"/>
                  </a:cubicBezTo>
                  <a:cubicBezTo>
                    <a:pt x="92" y="102"/>
                    <a:pt x="92" y="102"/>
                    <a:pt x="92" y="102"/>
                  </a:cubicBezTo>
                  <a:cubicBezTo>
                    <a:pt x="91" y="110"/>
                    <a:pt x="91" y="110"/>
                    <a:pt x="91" y="110"/>
                  </a:cubicBezTo>
                  <a:cubicBezTo>
                    <a:pt x="108" y="127"/>
                    <a:pt x="108" y="127"/>
                    <a:pt x="108" y="127"/>
                  </a:cubicBezTo>
                  <a:cubicBezTo>
                    <a:pt x="110" y="114"/>
                    <a:pt x="110" y="114"/>
                    <a:pt x="110" y="114"/>
                  </a:cubicBezTo>
                  <a:cubicBezTo>
                    <a:pt x="122" y="113"/>
                    <a:pt x="122" y="113"/>
                    <a:pt x="122" y="113"/>
                  </a:cubicBezTo>
                  <a:cubicBezTo>
                    <a:pt x="105" y="96"/>
                    <a:pt x="105" y="96"/>
                    <a:pt x="105" y="96"/>
                  </a:cubicBezTo>
                  <a:cubicBezTo>
                    <a:pt x="97" y="97"/>
                    <a:pt x="97" y="97"/>
                    <a:pt x="97" y="97"/>
                  </a:cubicBezTo>
                  <a:cubicBezTo>
                    <a:pt x="85" y="85"/>
                    <a:pt x="85" y="85"/>
                    <a:pt x="85" y="85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107" y="75"/>
                    <a:pt x="107" y="75"/>
                    <a:pt x="107" y="75"/>
                  </a:cubicBezTo>
                  <a:cubicBezTo>
                    <a:pt x="119" y="46"/>
                    <a:pt x="119" y="46"/>
                    <a:pt x="119" y="46"/>
                  </a:cubicBezTo>
                  <a:cubicBezTo>
                    <a:pt x="89" y="58"/>
                    <a:pt x="89" y="58"/>
                    <a:pt x="89" y="58"/>
                  </a:cubicBezTo>
                  <a:cubicBezTo>
                    <a:pt x="96" y="64"/>
                    <a:pt x="96" y="64"/>
                    <a:pt x="96" y="64"/>
                  </a:cubicBezTo>
                  <a:close/>
                </a:path>
              </a:pathLst>
            </a:custGeom>
            <a:solidFill>
              <a:schemeClr val="accent3">
                <a:lumMod val="10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3" name="任意多边形: 形状 39"/>
            <p:cNvSpPr/>
            <p:nvPr/>
          </p:nvSpPr>
          <p:spPr>
            <a:xfrm>
              <a:off x="5392440" y="3368520"/>
              <a:ext cx="319680" cy="318960"/>
            </a:xfrm>
            <a:custGeom>
              <a:avLst/>
              <a:gdLst/>
              <a:ahLst/>
              <a:rect l="l" t="t" r="r" b="b"/>
              <a:pathLst>
                <a:path w="203" h="203">
                  <a:moveTo>
                    <a:pt x="99" y="57"/>
                  </a:moveTo>
                  <a:cubicBezTo>
                    <a:pt x="107" y="57"/>
                    <a:pt x="113" y="59"/>
                    <a:pt x="119" y="63"/>
                  </a:cubicBezTo>
                  <a:cubicBezTo>
                    <a:pt x="112" y="70"/>
                    <a:pt x="112" y="70"/>
                    <a:pt x="112" y="70"/>
                  </a:cubicBezTo>
                  <a:cubicBezTo>
                    <a:pt x="108" y="68"/>
                    <a:pt x="104" y="67"/>
                    <a:pt x="99" y="66"/>
                  </a:cubicBezTo>
                  <a:cubicBezTo>
                    <a:pt x="99" y="86"/>
                    <a:pt x="99" y="86"/>
                    <a:pt x="99" y="86"/>
                  </a:cubicBezTo>
                  <a:cubicBezTo>
                    <a:pt x="102" y="87"/>
                    <a:pt x="104" y="88"/>
                    <a:pt x="107" y="89"/>
                  </a:cubicBezTo>
                  <a:cubicBezTo>
                    <a:pt x="151" y="45"/>
                    <a:pt x="151" y="45"/>
                    <a:pt x="151" y="45"/>
                  </a:cubicBezTo>
                  <a:cubicBezTo>
                    <a:pt x="149" y="25"/>
                    <a:pt x="149" y="25"/>
                    <a:pt x="149" y="25"/>
                  </a:cubicBezTo>
                  <a:cubicBezTo>
                    <a:pt x="174" y="0"/>
                    <a:pt x="174" y="0"/>
                    <a:pt x="174" y="0"/>
                  </a:cubicBezTo>
                  <a:cubicBezTo>
                    <a:pt x="177" y="26"/>
                    <a:pt x="177" y="26"/>
                    <a:pt x="177" y="26"/>
                  </a:cubicBezTo>
                  <a:cubicBezTo>
                    <a:pt x="203" y="29"/>
                    <a:pt x="203" y="29"/>
                    <a:pt x="203" y="29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58" y="52"/>
                    <a:pt x="158" y="52"/>
                    <a:pt x="158" y="52"/>
                  </a:cubicBezTo>
                  <a:cubicBezTo>
                    <a:pt x="114" y="96"/>
                    <a:pt x="114" y="96"/>
                    <a:pt x="114" y="96"/>
                  </a:cubicBezTo>
                  <a:cubicBezTo>
                    <a:pt x="115" y="98"/>
                    <a:pt x="116" y="101"/>
                    <a:pt x="117" y="104"/>
                  </a:cubicBezTo>
                  <a:cubicBezTo>
                    <a:pt x="137" y="104"/>
                    <a:pt x="137" y="104"/>
                    <a:pt x="137" y="104"/>
                  </a:cubicBezTo>
                  <a:cubicBezTo>
                    <a:pt x="136" y="99"/>
                    <a:pt x="135" y="95"/>
                    <a:pt x="133" y="91"/>
                  </a:cubicBezTo>
                  <a:cubicBezTo>
                    <a:pt x="140" y="83"/>
                    <a:pt x="140" y="83"/>
                    <a:pt x="140" y="83"/>
                  </a:cubicBezTo>
                  <a:cubicBezTo>
                    <a:pt x="144" y="90"/>
                    <a:pt x="146" y="96"/>
                    <a:pt x="147" y="104"/>
                  </a:cubicBezTo>
                  <a:cubicBezTo>
                    <a:pt x="166" y="104"/>
                    <a:pt x="166" y="104"/>
                    <a:pt x="166" y="104"/>
                  </a:cubicBezTo>
                  <a:cubicBezTo>
                    <a:pt x="165" y="91"/>
                    <a:pt x="161" y="79"/>
                    <a:pt x="155" y="69"/>
                  </a:cubicBezTo>
                  <a:cubicBezTo>
                    <a:pt x="161" y="62"/>
                    <a:pt x="161" y="62"/>
                    <a:pt x="161" y="62"/>
                  </a:cubicBezTo>
                  <a:cubicBezTo>
                    <a:pt x="162" y="62"/>
                    <a:pt x="162" y="62"/>
                    <a:pt x="162" y="62"/>
                  </a:cubicBezTo>
                  <a:cubicBezTo>
                    <a:pt x="170" y="74"/>
                    <a:pt x="175" y="88"/>
                    <a:pt x="176" y="104"/>
                  </a:cubicBezTo>
                  <a:cubicBezTo>
                    <a:pt x="189" y="104"/>
                    <a:pt x="189" y="104"/>
                    <a:pt x="189" y="104"/>
                  </a:cubicBezTo>
                  <a:cubicBezTo>
                    <a:pt x="189" y="114"/>
                    <a:pt x="189" y="114"/>
                    <a:pt x="189" y="114"/>
                  </a:cubicBezTo>
                  <a:cubicBezTo>
                    <a:pt x="176" y="114"/>
                    <a:pt x="176" y="114"/>
                    <a:pt x="176" y="114"/>
                  </a:cubicBezTo>
                  <a:cubicBezTo>
                    <a:pt x="174" y="155"/>
                    <a:pt x="141" y="188"/>
                    <a:pt x="99" y="190"/>
                  </a:cubicBezTo>
                  <a:cubicBezTo>
                    <a:pt x="99" y="203"/>
                    <a:pt x="99" y="203"/>
                    <a:pt x="99" y="203"/>
                  </a:cubicBezTo>
                  <a:cubicBezTo>
                    <a:pt x="90" y="203"/>
                    <a:pt x="90" y="203"/>
                    <a:pt x="90" y="203"/>
                  </a:cubicBezTo>
                  <a:cubicBezTo>
                    <a:pt x="90" y="190"/>
                    <a:pt x="90" y="190"/>
                    <a:pt x="90" y="190"/>
                  </a:cubicBezTo>
                  <a:cubicBezTo>
                    <a:pt x="49" y="188"/>
                    <a:pt x="15" y="155"/>
                    <a:pt x="13" y="114"/>
                  </a:cubicBezTo>
                  <a:cubicBezTo>
                    <a:pt x="0" y="114"/>
                    <a:pt x="0" y="114"/>
                    <a:pt x="0" y="114"/>
                  </a:cubicBezTo>
                  <a:cubicBezTo>
                    <a:pt x="0" y="104"/>
                    <a:pt x="0" y="104"/>
                    <a:pt x="0" y="104"/>
                  </a:cubicBezTo>
                  <a:cubicBezTo>
                    <a:pt x="13" y="104"/>
                    <a:pt x="13" y="104"/>
                    <a:pt x="13" y="104"/>
                  </a:cubicBezTo>
                  <a:cubicBezTo>
                    <a:pt x="15" y="63"/>
                    <a:pt x="49" y="30"/>
                    <a:pt x="90" y="27"/>
                  </a:cubicBezTo>
                  <a:cubicBezTo>
                    <a:pt x="90" y="14"/>
                    <a:pt x="90" y="14"/>
                    <a:pt x="90" y="14"/>
                  </a:cubicBezTo>
                  <a:cubicBezTo>
                    <a:pt x="99" y="14"/>
                    <a:pt x="99" y="14"/>
                    <a:pt x="99" y="14"/>
                  </a:cubicBezTo>
                  <a:cubicBezTo>
                    <a:pt x="99" y="27"/>
                    <a:pt x="99" y="27"/>
                    <a:pt x="99" y="27"/>
                  </a:cubicBezTo>
                  <a:cubicBezTo>
                    <a:pt x="115" y="28"/>
                    <a:pt x="129" y="33"/>
                    <a:pt x="141" y="41"/>
                  </a:cubicBezTo>
                  <a:cubicBezTo>
                    <a:pt x="141" y="41"/>
                    <a:pt x="141" y="41"/>
                    <a:pt x="141" y="41"/>
                  </a:cubicBezTo>
                  <a:cubicBezTo>
                    <a:pt x="134" y="48"/>
                    <a:pt x="134" y="48"/>
                    <a:pt x="134" y="48"/>
                  </a:cubicBezTo>
                  <a:cubicBezTo>
                    <a:pt x="124" y="42"/>
                    <a:pt x="112" y="38"/>
                    <a:pt x="99" y="37"/>
                  </a:cubicBezTo>
                  <a:cubicBezTo>
                    <a:pt x="99" y="57"/>
                    <a:pt x="99" y="57"/>
                    <a:pt x="99" y="57"/>
                  </a:cubicBezTo>
                  <a:close/>
                  <a:moveTo>
                    <a:pt x="117" y="114"/>
                  </a:moveTo>
                  <a:cubicBezTo>
                    <a:pt x="115" y="122"/>
                    <a:pt x="108" y="129"/>
                    <a:pt x="99" y="131"/>
                  </a:cubicBezTo>
                  <a:cubicBezTo>
                    <a:pt x="99" y="151"/>
                    <a:pt x="99" y="151"/>
                    <a:pt x="99" y="151"/>
                  </a:cubicBezTo>
                  <a:cubicBezTo>
                    <a:pt x="119" y="149"/>
                    <a:pt x="134" y="133"/>
                    <a:pt x="137" y="114"/>
                  </a:cubicBezTo>
                  <a:cubicBezTo>
                    <a:pt x="117" y="114"/>
                    <a:pt x="117" y="114"/>
                    <a:pt x="117" y="114"/>
                  </a:cubicBezTo>
                  <a:close/>
                  <a:moveTo>
                    <a:pt x="90" y="131"/>
                  </a:moveTo>
                  <a:cubicBezTo>
                    <a:pt x="81" y="129"/>
                    <a:pt x="74" y="122"/>
                    <a:pt x="72" y="114"/>
                  </a:cubicBezTo>
                  <a:cubicBezTo>
                    <a:pt x="52" y="114"/>
                    <a:pt x="52" y="114"/>
                    <a:pt x="52" y="114"/>
                  </a:cubicBezTo>
                  <a:cubicBezTo>
                    <a:pt x="55" y="133"/>
                    <a:pt x="70" y="149"/>
                    <a:pt x="90" y="151"/>
                  </a:cubicBezTo>
                  <a:cubicBezTo>
                    <a:pt x="90" y="131"/>
                    <a:pt x="90" y="131"/>
                    <a:pt x="90" y="131"/>
                  </a:cubicBezTo>
                  <a:close/>
                  <a:moveTo>
                    <a:pt x="72" y="104"/>
                  </a:moveTo>
                  <a:cubicBezTo>
                    <a:pt x="74" y="95"/>
                    <a:pt x="81" y="88"/>
                    <a:pt x="90" y="86"/>
                  </a:cubicBezTo>
                  <a:cubicBezTo>
                    <a:pt x="90" y="66"/>
                    <a:pt x="90" y="66"/>
                    <a:pt x="90" y="66"/>
                  </a:cubicBezTo>
                  <a:cubicBezTo>
                    <a:pt x="70" y="69"/>
                    <a:pt x="55" y="84"/>
                    <a:pt x="52" y="104"/>
                  </a:cubicBezTo>
                  <a:cubicBezTo>
                    <a:pt x="72" y="104"/>
                    <a:pt x="72" y="104"/>
                    <a:pt x="72" y="104"/>
                  </a:cubicBezTo>
                  <a:close/>
                  <a:moveTo>
                    <a:pt x="90" y="37"/>
                  </a:moveTo>
                  <a:cubicBezTo>
                    <a:pt x="54" y="39"/>
                    <a:pt x="25" y="68"/>
                    <a:pt x="23" y="104"/>
                  </a:cubicBezTo>
                  <a:cubicBezTo>
                    <a:pt x="42" y="104"/>
                    <a:pt x="42" y="104"/>
                    <a:pt x="42" y="104"/>
                  </a:cubicBezTo>
                  <a:cubicBezTo>
                    <a:pt x="45" y="79"/>
                    <a:pt x="65" y="59"/>
                    <a:pt x="90" y="57"/>
                  </a:cubicBezTo>
                  <a:cubicBezTo>
                    <a:pt x="90" y="37"/>
                    <a:pt x="90" y="37"/>
                    <a:pt x="90" y="37"/>
                  </a:cubicBezTo>
                  <a:close/>
                  <a:moveTo>
                    <a:pt x="90" y="180"/>
                  </a:moveTo>
                  <a:cubicBezTo>
                    <a:pt x="90" y="161"/>
                    <a:pt x="90" y="161"/>
                    <a:pt x="90" y="161"/>
                  </a:cubicBezTo>
                  <a:cubicBezTo>
                    <a:pt x="65" y="158"/>
                    <a:pt x="45" y="138"/>
                    <a:pt x="42" y="114"/>
                  </a:cubicBezTo>
                  <a:cubicBezTo>
                    <a:pt x="23" y="114"/>
                    <a:pt x="23" y="114"/>
                    <a:pt x="23" y="114"/>
                  </a:cubicBezTo>
                  <a:cubicBezTo>
                    <a:pt x="25" y="149"/>
                    <a:pt x="54" y="178"/>
                    <a:pt x="90" y="180"/>
                  </a:cubicBezTo>
                  <a:close/>
                  <a:moveTo>
                    <a:pt x="99" y="161"/>
                  </a:moveTo>
                  <a:cubicBezTo>
                    <a:pt x="99" y="180"/>
                    <a:pt x="99" y="180"/>
                    <a:pt x="99" y="180"/>
                  </a:cubicBezTo>
                  <a:cubicBezTo>
                    <a:pt x="135" y="178"/>
                    <a:pt x="164" y="149"/>
                    <a:pt x="166" y="114"/>
                  </a:cubicBezTo>
                  <a:cubicBezTo>
                    <a:pt x="147" y="114"/>
                    <a:pt x="147" y="114"/>
                    <a:pt x="147" y="114"/>
                  </a:cubicBezTo>
                  <a:cubicBezTo>
                    <a:pt x="144" y="138"/>
                    <a:pt x="124" y="158"/>
                    <a:pt x="99" y="161"/>
                  </a:cubicBezTo>
                  <a:close/>
                </a:path>
              </a:pathLst>
            </a:custGeom>
            <a:solidFill>
              <a:schemeClr val="accent4">
                <a:lumMod val="10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4" name="任意多边形: 形状 40"/>
            <p:cNvSpPr/>
            <p:nvPr/>
          </p:nvSpPr>
          <p:spPr>
            <a:xfrm>
              <a:off x="5421600" y="1460160"/>
              <a:ext cx="239760" cy="279000"/>
            </a:xfrm>
            <a:custGeom>
              <a:avLst/>
              <a:gdLst/>
              <a:ahLst/>
              <a:rect l="l" t="t" r="r" b="b"/>
              <a:pathLst>
                <a:path w="153" h="178">
                  <a:moveTo>
                    <a:pt x="56" y="153"/>
                  </a:moveTo>
                  <a:cubicBezTo>
                    <a:pt x="97" y="153"/>
                    <a:pt x="97" y="153"/>
                    <a:pt x="97" y="153"/>
                  </a:cubicBezTo>
                  <a:cubicBezTo>
                    <a:pt x="99" y="153"/>
                    <a:pt x="100" y="154"/>
                    <a:pt x="100" y="156"/>
                  </a:cubicBezTo>
                  <a:cubicBezTo>
                    <a:pt x="100" y="160"/>
                    <a:pt x="100" y="160"/>
                    <a:pt x="100" y="160"/>
                  </a:cubicBezTo>
                  <a:cubicBezTo>
                    <a:pt x="100" y="161"/>
                    <a:pt x="99" y="163"/>
                    <a:pt x="97" y="163"/>
                  </a:cubicBezTo>
                  <a:cubicBezTo>
                    <a:pt x="56" y="163"/>
                    <a:pt x="56" y="163"/>
                    <a:pt x="56" y="163"/>
                  </a:cubicBezTo>
                  <a:cubicBezTo>
                    <a:pt x="54" y="163"/>
                    <a:pt x="53" y="161"/>
                    <a:pt x="53" y="160"/>
                  </a:cubicBezTo>
                  <a:cubicBezTo>
                    <a:pt x="53" y="156"/>
                    <a:pt x="53" y="156"/>
                    <a:pt x="53" y="156"/>
                  </a:cubicBezTo>
                  <a:cubicBezTo>
                    <a:pt x="53" y="154"/>
                    <a:pt x="54" y="153"/>
                    <a:pt x="56" y="153"/>
                  </a:cubicBezTo>
                  <a:close/>
                  <a:moveTo>
                    <a:pt x="92" y="168"/>
                  </a:moveTo>
                  <a:cubicBezTo>
                    <a:pt x="92" y="173"/>
                    <a:pt x="92" y="173"/>
                    <a:pt x="92" y="173"/>
                  </a:cubicBezTo>
                  <a:cubicBezTo>
                    <a:pt x="92" y="176"/>
                    <a:pt x="89" y="178"/>
                    <a:pt x="87" y="178"/>
                  </a:cubicBezTo>
                  <a:cubicBezTo>
                    <a:pt x="66" y="178"/>
                    <a:pt x="66" y="178"/>
                    <a:pt x="66" y="178"/>
                  </a:cubicBezTo>
                  <a:cubicBezTo>
                    <a:pt x="63" y="178"/>
                    <a:pt x="61" y="176"/>
                    <a:pt x="61" y="173"/>
                  </a:cubicBezTo>
                  <a:cubicBezTo>
                    <a:pt x="61" y="168"/>
                    <a:pt x="61" y="168"/>
                    <a:pt x="61" y="168"/>
                  </a:cubicBezTo>
                  <a:cubicBezTo>
                    <a:pt x="92" y="168"/>
                    <a:pt x="92" y="168"/>
                    <a:pt x="92" y="168"/>
                  </a:cubicBezTo>
                  <a:close/>
                  <a:moveTo>
                    <a:pt x="76" y="41"/>
                  </a:moveTo>
                  <a:cubicBezTo>
                    <a:pt x="98" y="41"/>
                    <a:pt x="116" y="59"/>
                    <a:pt x="116" y="80"/>
                  </a:cubicBezTo>
                  <a:cubicBezTo>
                    <a:pt x="116" y="105"/>
                    <a:pt x="96" y="111"/>
                    <a:pt x="96" y="147"/>
                  </a:cubicBezTo>
                  <a:cubicBezTo>
                    <a:pt x="57" y="147"/>
                    <a:pt x="57" y="147"/>
                    <a:pt x="57" y="147"/>
                  </a:cubicBezTo>
                  <a:cubicBezTo>
                    <a:pt x="57" y="111"/>
                    <a:pt x="37" y="105"/>
                    <a:pt x="37" y="80"/>
                  </a:cubicBezTo>
                  <a:cubicBezTo>
                    <a:pt x="37" y="59"/>
                    <a:pt x="54" y="41"/>
                    <a:pt x="76" y="41"/>
                  </a:cubicBezTo>
                  <a:close/>
                  <a:moveTo>
                    <a:pt x="81" y="48"/>
                  </a:moveTo>
                  <a:cubicBezTo>
                    <a:pt x="85" y="48"/>
                    <a:pt x="85" y="48"/>
                    <a:pt x="85" y="48"/>
                  </a:cubicBezTo>
                  <a:cubicBezTo>
                    <a:pt x="89" y="50"/>
                    <a:pt x="93" y="52"/>
                    <a:pt x="97" y="55"/>
                  </a:cubicBezTo>
                  <a:cubicBezTo>
                    <a:pt x="96" y="54"/>
                    <a:pt x="94" y="53"/>
                    <a:pt x="92" y="53"/>
                  </a:cubicBezTo>
                  <a:cubicBezTo>
                    <a:pt x="89" y="52"/>
                    <a:pt x="89" y="52"/>
                    <a:pt x="89" y="52"/>
                  </a:cubicBezTo>
                  <a:cubicBezTo>
                    <a:pt x="87" y="52"/>
                    <a:pt x="85" y="52"/>
                    <a:pt x="83" y="52"/>
                  </a:cubicBezTo>
                  <a:cubicBezTo>
                    <a:pt x="80" y="52"/>
                    <a:pt x="77" y="52"/>
                    <a:pt x="74" y="53"/>
                  </a:cubicBezTo>
                  <a:cubicBezTo>
                    <a:pt x="68" y="55"/>
                    <a:pt x="64" y="58"/>
                    <a:pt x="59" y="63"/>
                  </a:cubicBezTo>
                  <a:cubicBezTo>
                    <a:pt x="56" y="65"/>
                    <a:pt x="56" y="65"/>
                    <a:pt x="56" y="65"/>
                  </a:cubicBezTo>
                  <a:cubicBezTo>
                    <a:pt x="53" y="70"/>
                    <a:pt x="50" y="75"/>
                    <a:pt x="49" y="81"/>
                  </a:cubicBezTo>
                  <a:cubicBezTo>
                    <a:pt x="48" y="85"/>
                    <a:pt x="48" y="85"/>
                    <a:pt x="48" y="85"/>
                  </a:cubicBezTo>
                  <a:cubicBezTo>
                    <a:pt x="47" y="89"/>
                    <a:pt x="47" y="92"/>
                    <a:pt x="47" y="96"/>
                  </a:cubicBezTo>
                  <a:cubicBezTo>
                    <a:pt x="46" y="94"/>
                    <a:pt x="46" y="92"/>
                    <a:pt x="45" y="91"/>
                  </a:cubicBezTo>
                  <a:cubicBezTo>
                    <a:pt x="44" y="88"/>
                    <a:pt x="44" y="88"/>
                    <a:pt x="44" y="88"/>
                  </a:cubicBezTo>
                  <a:cubicBezTo>
                    <a:pt x="43" y="83"/>
                    <a:pt x="43" y="79"/>
                    <a:pt x="44" y="74"/>
                  </a:cubicBezTo>
                  <a:cubicBezTo>
                    <a:pt x="45" y="71"/>
                    <a:pt x="45" y="71"/>
                    <a:pt x="45" y="71"/>
                  </a:cubicBezTo>
                  <a:cubicBezTo>
                    <a:pt x="46" y="66"/>
                    <a:pt x="49" y="62"/>
                    <a:pt x="52" y="58"/>
                  </a:cubicBezTo>
                  <a:cubicBezTo>
                    <a:pt x="54" y="56"/>
                    <a:pt x="54" y="56"/>
                    <a:pt x="54" y="56"/>
                  </a:cubicBezTo>
                  <a:cubicBezTo>
                    <a:pt x="58" y="52"/>
                    <a:pt x="63" y="50"/>
                    <a:pt x="68" y="48"/>
                  </a:cubicBezTo>
                  <a:cubicBezTo>
                    <a:pt x="71" y="48"/>
                    <a:pt x="74" y="47"/>
                    <a:pt x="76" y="47"/>
                  </a:cubicBezTo>
                  <a:cubicBezTo>
                    <a:pt x="78" y="47"/>
                    <a:pt x="80" y="48"/>
                    <a:pt x="81" y="48"/>
                  </a:cubicBezTo>
                  <a:close/>
                  <a:moveTo>
                    <a:pt x="7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80" y="27"/>
                    <a:pt x="78" y="27"/>
                    <a:pt x="77" y="27"/>
                  </a:cubicBezTo>
                  <a:cubicBezTo>
                    <a:pt x="75" y="27"/>
                    <a:pt x="74" y="27"/>
                    <a:pt x="72" y="27"/>
                  </a:cubicBezTo>
                  <a:cubicBezTo>
                    <a:pt x="72" y="0"/>
                    <a:pt x="72" y="0"/>
                    <a:pt x="72" y="0"/>
                  </a:cubicBezTo>
                  <a:close/>
                  <a:moveTo>
                    <a:pt x="128" y="19"/>
                  </a:moveTo>
                  <a:cubicBezTo>
                    <a:pt x="134" y="26"/>
                    <a:pt x="134" y="26"/>
                    <a:pt x="134" y="26"/>
                  </a:cubicBezTo>
                  <a:cubicBezTo>
                    <a:pt x="116" y="44"/>
                    <a:pt x="116" y="44"/>
                    <a:pt x="116" y="44"/>
                  </a:cubicBezTo>
                  <a:cubicBezTo>
                    <a:pt x="114" y="42"/>
                    <a:pt x="112" y="40"/>
                    <a:pt x="109" y="38"/>
                  </a:cubicBezTo>
                  <a:cubicBezTo>
                    <a:pt x="128" y="19"/>
                    <a:pt x="128" y="19"/>
                    <a:pt x="128" y="19"/>
                  </a:cubicBezTo>
                  <a:close/>
                  <a:moveTo>
                    <a:pt x="40" y="120"/>
                  </a:moveTo>
                  <a:cubicBezTo>
                    <a:pt x="26" y="134"/>
                    <a:pt x="26" y="134"/>
                    <a:pt x="26" y="134"/>
                  </a:cubicBezTo>
                  <a:cubicBezTo>
                    <a:pt x="19" y="128"/>
                    <a:pt x="19" y="128"/>
                    <a:pt x="19" y="128"/>
                  </a:cubicBezTo>
                  <a:cubicBezTo>
                    <a:pt x="34" y="113"/>
                    <a:pt x="34" y="113"/>
                    <a:pt x="34" y="113"/>
                  </a:cubicBezTo>
                  <a:cubicBezTo>
                    <a:pt x="36" y="116"/>
                    <a:pt x="38" y="118"/>
                    <a:pt x="40" y="120"/>
                  </a:cubicBezTo>
                  <a:close/>
                  <a:moveTo>
                    <a:pt x="26" y="19"/>
                  </a:moveTo>
                  <a:cubicBezTo>
                    <a:pt x="19" y="26"/>
                    <a:pt x="19" y="26"/>
                    <a:pt x="19" y="26"/>
                  </a:cubicBezTo>
                  <a:cubicBezTo>
                    <a:pt x="37" y="44"/>
                    <a:pt x="37" y="44"/>
                    <a:pt x="37" y="44"/>
                  </a:cubicBezTo>
                  <a:cubicBezTo>
                    <a:pt x="40" y="42"/>
                    <a:pt x="42" y="40"/>
                    <a:pt x="44" y="38"/>
                  </a:cubicBezTo>
                  <a:cubicBezTo>
                    <a:pt x="26" y="19"/>
                    <a:pt x="26" y="19"/>
                    <a:pt x="26" y="19"/>
                  </a:cubicBezTo>
                  <a:close/>
                  <a:moveTo>
                    <a:pt x="113" y="120"/>
                  </a:moveTo>
                  <a:cubicBezTo>
                    <a:pt x="128" y="134"/>
                    <a:pt x="128" y="134"/>
                    <a:pt x="128" y="134"/>
                  </a:cubicBezTo>
                  <a:cubicBezTo>
                    <a:pt x="134" y="128"/>
                    <a:pt x="134" y="128"/>
                    <a:pt x="134" y="128"/>
                  </a:cubicBezTo>
                  <a:cubicBezTo>
                    <a:pt x="120" y="113"/>
                    <a:pt x="120" y="113"/>
                    <a:pt x="120" y="113"/>
                  </a:cubicBezTo>
                  <a:cubicBezTo>
                    <a:pt x="118" y="116"/>
                    <a:pt x="116" y="118"/>
                    <a:pt x="113" y="120"/>
                  </a:cubicBezTo>
                  <a:close/>
                  <a:moveTo>
                    <a:pt x="153" y="72"/>
                  </a:moveTo>
                  <a:cubicBezTo>
                    <a:pt x="153" y="81"/>
                    <a:pt x="153" y="81"/>
                    <a:pt x="153" y="81"/>
                  </a:cubicBezTo>
                  <a:cubicBezTo>
                    <a:pt x="131" y="81"/>
                    <a:pt x="131" y="81"/>
                    <a:pt x="131" y="81"/>
                  </a:cubicBezTo>
                  <a:cubicBezTo>
                    <a:pt x="131" y="81"/>
                    <a:pt x="131" y="81"/>
                    <a:pt x="131" y="81"/>
                  </a:cubicBezTo>
                  <a:cubicBezTo>
                    <a:pt x="131" y="78"/>
                    <a:pt x="130" y="75"/>
                    <a:pt x="130" y="72"/>
                  </a:cubicBezTo>
                  <a:cubicBezTo>
                    <a:pt x="153" y="72"/>
                    <a:pt x="153" y="72"/>
                    <a:pt x="153" y="72"/>
                  </a:cubicBezTo>
                  <a:close/>
                  <a:moveTo>
                    <a:pt x="23" y="81"/>
                  </a:moveTo>
                  <a:cubicBezTo>
                    <a:pt x="0" y="81"/>
                    <a:pt x="0" y="81"/>
                    <a:pt x="0" y="81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3" y="75"/>
                    <a:pt x="23" y="78"/>
                    <a:pt x="23" y="81"/>
                  </a:cubicBezTo>
                  <a:cubicBezTo>
                    <a:pt x="23" y="81"/>
                    <a:pt x="23" y="81"/>
                    <a:pt x="23" y="81"/>
                  </a:cubicBezTo>
                  <a:close/>
                </a:path>
              </a:pathLst>
            </a:custGeom>
            <a:solidFill>
              <a:schemeClr val="accent2">
                <a:lumMod val="10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5" name="任意多边形: 形状 41"/>
            <p:cNvSpPr/>
            <p:nvPr/>
          </p:nvSpPr>
          <p:spPr>
            <a:xfrm>
              <a:off x="3708720" y="1710000"/>
              <a:ext cx="825480" cy="824760"/>
            </a:xfrm>
            <a:custGeom>
              <a:avLst/>
              <a:gdLst/>
              <a:ahLst/>
              <a:rect l="l" t="t" r="r" b="b"/>
              <a:pathLst>
                <a:path w="521" h="521">
                  <a:moveTo>
                    <a:pt x="0" y="521"/>
                  </a:moveTo>
                  <a:cubicBezTo>
                    <a:pt x="11" y="239"/>
                    <a:pt x="239" y="11"/>
                    <a:pt x="521" y="0"/>
                  </a:cubicBezTo>
                  <a:cubicBezTo>
                    <a:pt x="521" y="521"/>
                    <a:pt x="521" y="521"/>
                    <a:pt x="521" y="521"/>
                  </a:cubicBezTo>
                  <a:cubicBezTo>
                    <a:pt x="0" y="521"/>
                    <a:pt x="0" y="521"/>
                    <a:pt x="0" y="521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 anchorCtr="1">
              <a:normAutofit/>
            </a:bodyPr>
            <a:p>
              <a:pPr algn="ctr">
                <a:lnSpc>
                  <a:spcPct val="100000"/>
                </a:lnSpc>
                <a:buNone/>
              </a:pPr>
              <a:r>
                <a:rPr b="0" lang="zh-CN" sz="14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关键词</a:t>
              </a:r>
              <a:endParaRPr b="0" lang="en-HK" sz="1400" spc="-1" strike="noStrike">
                <a:latin typeface="Arial"/>
              </a:endParaRPr>
            </a:p>
          </p:txBody>
        </p:sp>
        <p:sp>
          <p:nvSpPr>
            <p:cNvPr id="186" name="任意多边形: 形状 42"/>
            <p:cNvSpPr/>
            <p:nvPr/>
          </p:nvSpPr>
          <p:spPr>
            <a:xfrm>
              <a:off x="3708720" y="2603880"/>
              <a:ext cx="825480" cy="825480"/>
            </a:xfrm>
            <a:custGeom>
              <a:avLst/>
              <a:gdLst/>
              <a:ahLst/>
              <a:rect l="l" t="t" r="r" b="b"/>
              <a:pathLst>
                <a:path w="521" h="522">
                  <a:moveTo>
                    <a:pt x="521" y="522"/>
                  </a:moveTo>
                  <a:cubicBezTo>
                    <a:pt x="239" y="511"/>
                    <a:pt x="11" y="283"/>
                    <a:pt x="0" y="0"/>
                  </a:cubicBezTo>
                  <a:cubicBezTo>
                    <a:pt x="521" y="0"/>
                    <a:pt x="521" y="0"/>
                    <a:pt x="521" y="0"/>
                  </a:cubicBezTo>
                  <a:cubicBezTo>
                    <a:pt x="521" y="522"/>
                    <a:pt x="521" y="522"/>
                    <a:pt x="521" y="522"/>
                  </a:cubicBez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 anchorCtr="1">
              <a:normAutofit/>
            </a:bodyPr>
            <a:p>
              <a:pPr algn="ctr">
                <a:lnSpc>
                  <a:spcPct val="100000"/>
                </a:lnSpc>
                <a:buNone/>
              </a:pPr>
              <a:r>
                <a:rPr b="0" lang="zh-CN" sz="14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关键词</a:t>
              </a:r>
              <a:endParaRPr b="0" lang="en-HK" sz="1400" spc="-1" strike="noStrike">
                <a:latin typeface="Arial"/>
              </a:endParaRPr>
            </a:p>
          </p:txBody>
        </p:sp>
        <p:sp>
          <p:nvSpPr>
            <p:cNvPr id="187" name="任意多边形: 形状 43"/>
            <p:cNvSpPr/>
            <p:nvPr/>
          </p:nvSpPr>
          <p:spPr>
            <a:xfrm>
              <a:off x="4604040" y="2603880"/>
              <a:ext cx="827280" cy="825480"/>
            </a:xfrm>
            <a:custGeom>
              <a:avLst/>
              <a:gdLst/>
              <a:ahLst/>
              <a:rect l="l" t="t" r="r" b="b"/>
              <a:pathLst>
                <a:path w="522" h="522">
                  <a:moveTo>
                    <a:pt x="522" y="0"/>
                  </a:moveTo>
                  <a:cubicBezTo>
                    <a:pt x="511" y="283"/>
                    <a:pt x="283" y="511"/>
                    <a:pt x="0" y="52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22" y="0"/>
                    <a:pt x="522" y="0"/>
                    <a:pt x="522" y="0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 anchorCtr="1">
              <a:normAutofit/>
            </a:bodyPr>
            <a:p>
              <a:pPr algn="ctr">
                <a:lnSpc>
                  <a:spcPct val="100000"/>
                </a:lnSpc>
                <a:buNone/>
              </a:pPr>
              <a:r>
                <a:rPr b="0" lang="zh-CN" sz="14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关键词</a:t>
              </a:r>
              <a:endParaRPr b="0" lang="en-HK" sz="1400" spc="-1" strike="noStrike">
                <a:latin typeface="Arial"/>
              </a:endParaRPr>
            </a:p>
          </p:txBody>
        </p:sp>
        <p:sp>
          <p:nvSpPr>
            <p:cNvPr id="188" name="任意多边形: 形状 44"/>
            <p:cNvSpPr/>
            <p:nvPr/>
          </p:nvSpPr>
          <p:spPr>
            <a:xfrm>
              <a:off x="4604040" y="1710000"/>
              <a:ext cx="827280" cy="824760"/>
            </a:xfrm>
            <a:custGeom>
              <a:avLst/>
              <a:gdLst/>
              <a:ahLst/>
              <a:rect l="l" t="t" r="r" b="b"/>
              <a:pathLst>
                <a:path w="522" h="521">
                  <a:moveTo>
                    <a:pt x="0" y="0"/>
                  </a:moveTo>
                  <a:cubicBezTo>
                    <a:pt x="283" y="11"/>
                    <a:pt x="511" y="239"/>
                    <a:pt x="522" y="521"/>
                  </a:cubicBezTo>
                  <a:cubicBezTo>
                    <a:pt x="0" y="521"/>
                    <a:pt x="0" y="521"/>
                    <a:pt x="0" y="521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 anchorCtr="1">
              <a:normAutofit/>
            </a:bodyPr>
            <a:p>
              <a:pPr algn="ctr">
                <a:lnSpc>
                  <a:spcPct val="100000"/>
                </a:lnSpc>
                <a:buNone/>
              </a:pPr>
              <a:r>
                <a:rPr b="0" lang="zh-CN" sz="14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关键词</a:t>
              </a:r>
              <a:endParaRPr b="0" lang="en-HK" sz="1400" spc="-1" strike="noStrike">
                <a:latin typeface="Arial"/>
              </a:endParaRPr>
            </a:p>
          </p:txBody>
        </p:sp>
        <p:sp>
          <p:nvSpPr>
            <p:cNvPr id="189" name="任意多边形: 形状 45"/>
            <p:cNvSpPr/>
            <p:nvPr/>
          </p:nvSpPr>
          <p:spPr>
            <a:xfrm>
              <a:off x="3459600" y="1473120"/>
              <a:ext cx="276840" cy="253800"/>
            </a:xfrm>
            <a:custGeom>
              <a:avLst/>
              <a:gdLst/>
              <a:ahLst/>
              <a:rect l="l" t="t" r="r" b="b"/>
              <a:pathLst>
                <a:path w="176" h="162">
                  <a:moveTo>
                    <a:pt x="130" y="63"/>
                  </a:moveTo>
                  <a:cubicBezTo>
                    <a:pt x="148" y="63"/>
                    <a:pt x="148" y="63"/>
                    <a:pt x="148" y="63"/>
                  </a:cubicBezTo>
                  <a:cubicBezTo>
                    <a:pt x="152" y="54"/>
                    <a:pt x="152" y="54"/>
                    <a:pt x="152" y="54"/>
                  </a:cubicBezTo>
                  <a:cubicBezTo>
                    <a:pt x="125" y="54"/>
                    <a:pt x="125" y="54"/>
                    <a:pt x="125" y="54"/>
                  </a:cubicBezTo>
                  <a:cubicBezTo>
                    <a:pt x="130" y="63"/>
                    <a:pt x="130" y="63"/>
                    <a:pt x="130" y="63"/>
                  </a:cubicBezTo>
                  <a:close/>
                  <a:moveTo>
                    <a:pt x="130" y="68"/>
                  </a:moveTo>
                  <a:cubicBezTo>
                    <a:pt x="148" y="68"/>
                    <a:pt x="148" y="68"/>
                    <a:pt x="148" y="68"/>
                  </a:cubicBezTo>
                  <a:cubicBezTo>
                    <a:pt x="150" y="134"/>
                    <a:pt x="150" y="134"/>
                    <a:pt x="150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0" y="68"/>
                    <a:pt x="130" y="68"/>
                    <a:pt x="130" y="68"/>
                  </a:cubicBezTo>
                  <a:close/>
                  <a:moveTo>
                    <a:pt x="79" y="63"/>
                  </a:moveTo>
                  <a:cubicBezTo>
                    <a:pt x="85" y="63"/>
                    <a:pt x="91" y="63"/>
                    <a:pt x="97" y="63"/>
                  </a:cubicBezTo>
                  <a:cubicBezTo>
                    <a:pt x="98" y="60"/>
                    <a:pt x="100" y="57"/>
                    <a:pt x="101" y="54"/>
                  </a:cubicBezTo>
                  <a:cubicBezTo>
                    <a:pt x="92" y="54"/>
                    <a:pt x="83" y="54"/>
                    <a:pt x="75" y="54"/>
                  </a:cubicBezTo>
                  <a:cubicBezTo>
                    <a:pt x="76" y="57"/>
                    <a:pt x="78" y="60"/>
                    <a:pt x="79" y="63"/>
                  </a:cubicBezTo>
                  <a:cubicBezTo>
                    <a:pt x="79" y="63"/>
                    <a:pt x="79" y="63"/>
                    <a:pt x="79" y="63"/>
                  </a:cubicBezTo>
                  <a:close/>
                  <a:moveTo>
                    <a:pt x="79" y="68"/>
                  </a:moveTo>
                  <a:cubicBezTo>
                    <a:pt x="85" y="68"/>
                    <a:pt x="91" y="68"/>
                    <a:pt x="97" y="68"/>
                  </a:cubicBezTo>
                  <a:cubicBezTo>
                    <a:pt x="97" y="90"/>
                    <a:pt x="98" y="112"/>
                    <a:pt x="99" y="134"/>
                  </a:cubicBezTo>
                  <a:cubicBezTo>
                    <a:pt x="92" y="134"/>
                    <a:pt x="84" y="134"/>
                    <a:pt x="76" y="134"/>
                  </a:cubicBezTo>
                  <a:cubicBezTo>
                    <a:pt x="77" y="112"/>
                    <a:pt x="78" y="90"/>
                    <a:pt x="79" y="68"/>
                  </a:cubicBezTo>
                  <a:cubicBezTo>
                    <a:pt x="79" y="68"/>
                    <a:pt x="79" y="68"/>
                    <a:pt x="79" y="68"/>
                  </a:cubicBezTo>
                  <a:close/>
                  <a:moveTo>
                    <a:pt x="28" y="63"/>
                  </a:moveTo>
                  <a:cubicBezTo>
                    <a:pt x="46" y="63"/>
                    <a:pt x="46" y="63"/>
                    <a:pt x="46" y="63"/>
                  </a:cubicBezTo>
                  <a:cubicBezTo>
                    <a:pt x="50" y="54"/>
                    <a:pt x="50" y="54"/>
                    <a:pt x="50" y="54"/>
                  </a:cubicBezTo>
                  <a:cubicBezTo>
                    <a:pt x="24" y="54"/>
                    <a:pt x="24" y="54"/>
                    <a:pt x="24" y="54"/>
                  </a:cubicBezTo>
                  <a:cubicBezTo>
                    <a:pt x="28" y="63"/>
                    <a:pt x="28" y="63"/>
                    <a:pt x="28" y="63"/>
                  </a:cubicBezTo>
                  <a:close/>
                  <a:moveTo>
                    <a:pt x="28" y="68"/>
                  </a:moveTo>
                  <a:cubicBezTo>
                    <a:pt x="46" y="68"/>
                    <a:pt x="46" y="68"/>
                    <a:pt x="46" y="68"/>
                  </a:cubicBezTo>
                  <a:cubicBezTo>
                    <a:pt x="49" y="134"/>
                    <a:pt x="49" y="134"/>
                    <a:pt x="49" y="134"/>
                  </a:cubicBezTo>
                  <a:cubicBezTo>
                    <a:pt x="26" y="134"/>
                    <a:pt x="26" y="134"/>
                    <a:pt x="26" y="134"/>
                  </a:cubicBezTo>
                  <a:cubicBezTo>
                    <a:pt x="28" y="68"/>
                    <a:pt x="28" y="68"/>
                    <a:pt x="28" y="68"/>
                  </a:cubicBezTo>
                  <a:close/>
                  <a:moveTo>
                    <a:pt x="9" y="148"/>
                  </a:moveTo>
                  <a:cubicBezTo>
                    <a:pt x="62" y="148"/>
                    <a:pt x="114" y="148"/>
                    <a:pt x="166" y="148"/>
                  </a:cubicBezTo>
                  <a:cubicBezTo>
                    <a:pt x="166" y="150"/>
                    <a:pt x="166" y="151"/>
                    <a:pt x="166" y="153"/>
                  </a:cubicBezTo>
                  <a:cubicBezTo>
                    <a:pt x="114" y="153"/>
                    <a:pt x="62" y="153"/>
                    <a:pt x="9" y="153"/>
                  </a:cubicBezTo>
                  <a:cubicBezTo>
                    <a:pt x="9" y="151"/>
                    <a:pt x="9" y="150"/>
                    <a:pt x="9" y="148"/>
                  </a:cubicBezTo>
                  <a:cubicBezTo>
                    <a:pt x="9" y="148"/>
                    <a:pt x="9" y="148"/>
                    <a:pt x="9" y="148"/>
                  </a:cubicBezTo>
                  <a:close/>
                  <a:moveTo>
                    <a:pt x="0" y="156"/>
                  </a:moveTo>
                  <a:cubicBezTo>
                    <a:pt x="59" y="156"/>
                    <a:pt x="117" y="156"/>
                    <a:pt x="176" y="156"/>
                  </a:cubicBezTo>
                  <a:cubicBezTo>
                    <a:pt x="176" y="158"/>
                    <a:pt x="176" y="160"/>
                    <a:pt x="176" y="162"/>
                  </a:cubicBezTo>
                  <a:cubicBezTo>
                    <a:pt x="117" y="162"/>
                    <a:pt x="59" y="162"/>
                    <a:pt x="0" y="162"/>
                  </a:cubicBezTo>
                  <a:cubicBezTo>
                    <a:pt x="0" y="160"/>
                    <a:pt x="0" y="158"/>
                    <a:pt x="0" y="156"/>
                  </a:cubicBezTo>
                  <a:cubicBezTo>
                    <a:pt x="0" y="156"/>
                    <a:pt x="0" y="156"/>
                    <a:pt x="0" y="156"/>
                  </a:cubicBezTo>
                  <a:close/>
                  <a:moveTo>
                    <a:pt x="149" y="37"/>
                  </a:moveTo>
                  <a:cubicBezTo>
                    <a:pt x="88" y="14"/>
                    <a:pt x="88" y="14"/>
                    <a:pt x="88" y="14"/>
                  </a:cubicBezTo>
                  <a:cubicBezTo>
                    <a:pt x="27" y="37"/>
                    <a:pt x="27" y="37"/>
                    <a:pt x="27" y="37"/>
                  </a:cubicBezTo>
                  <a:cubicBezTo>
                    <a:pt x="149" y="37"/>
                    <a:pt x="149" y="37"/>
                    <a:pt x="149" y="37"/>
                  </a:cubicBezTo>
                  <a:close/>
                  <a:moveTo>
                    <a:pt x="11" y="50"/>
                  </a:moveTo>
                  <a:cubicBezTo>
                    <a:pt x="165" y="50"/>
                    <a:pt x="165" y="50"/>
                    <a:pt x="165" y="50"/>
                  </a:cubicBezTo>
                  <a:cubicBezTo>
                    <a:pt x="165" y="29"/>
                    <a:pt x="165" y="29"/>
                    <a:pt x="165" y="29"/>
                  </a:cubicBezTo>
                  <a:cubicBezTo>
                    <a:pt x="88" y="0"/>
                    <a:pt x="88" y="0"/>
                    <a:pt x="88" y="0"/>
                  </a:cubicBezTo>
                  <a:cubicBezTo>
                    <a:pt x="11" y="29"/>
                    <a:pt x="11" y="29"/>
                    <a:pt x="11" y="29"/>
                  </a:cubicBezTo>
                  <a:cubicBezTo>
                    <a:pt x="11" y="50"/>
                    <a:pt x="11" y="50"/>
                    <a:pt x="11" y="50"/>
                  </a:cubicBezTo>
                  <a:close/>
                  <a:moveTo>
                    <a:pt x="21" y="139"/>
                  </a:moveTo>
                  <a:cubicBezTo>
                    <a:pt x="66" y="139"/>
                    <a:pt x="110" y="139"/>
                    <a:pt x="155" y="139"/>
                  </a:cubicBezTo>
                  <a:cubicBezTo>
                    <a:pt x="155" y="141"/>
                    <a:pt x="155" y="142"/>
                    <a:pt x="155" y="144"/>
                  </a:cubicBezTo>
                  <a:cubicBezTo>
                    <a:pt x="110" y="144"/>
                    <a:pt x="66" y="144"/>
                    <a:pt x="21" y="144"/>
                  </a:cubicBezTo>
                  <a:cubicBezTo>
                    <a:pt x="21" y="142"/>
                    <a:pt x="21" y="141"/>
                    <a:pt x="21" y="139"/>
                  </a:cubicBezTo>
                  <a:cubicBezTo>
                    <a:pt x="21" y="139"/>
                    <a:pt x="21" y="139"/>
                    <a:pt x="21" y="139"/>
                  </a:cubicBezTo>
                  <a:close/>
                </a:path>
              </a:pathLst>
            </a:custGeom>
            <a:solidFill>
              <a:schemeClr val="accent1">
                <a:lumMod val="10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0" name="任意多边形: 形状 46"/>
            <p:cNvSpPr/>
            <p:nvPr/>
          </p:nvSpPr>
          <p:spPr>
            <a:xfrm>
              <a:off x="2899080" y="2337840"/>
              <a:ext cx="462960" cy="462240"/>
            </a:xfrm>
            <a:custGeom>
              <a:avLst/>
              <a:gdLst/>
              <a:ahLst/>
              <a:rect l="l" t="t" r="r" b="b"/>
              <a:pathLst>
                <a:path w="293" h="293">
                  <a:moveTo>
                    <a:pt x="52" y="241"/>
                  </a:moveTo>
                  <a:cubicBezTo>
                    <a:pt x="104" y="293"/>
                    <a:pt x="189" y="293"/>
                    <a:pt x="241" y="241"/>
                  </a:cubicBezTo>
                  <a:cubicBezTo>
                    <a:pt x="293" y="189"/>
                    <a:pt x="293" y="104"/>
                    <a:pt x="241" y="52"/>
                  </a:cubicBezTo>
                  <a:cubicBezTo>
                    <a:pt x="189" y="0"/>
                    <a:pt x="104" y="0"/>
                    <a:pt x="52" y="52"/>
                  </a:cubicBezTo>
                  <a:cubicBezTo>
                    <a:pt x="0" y="104"/>
                    <a:pt x="0" y="189"/>
                    <a:pt x="52" y="241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1" name="任意多边形: 形状 47"/>
            <p:cNvSpPr/>
            <p:nvPr/>
          </p:nvSpPr>
          <p:spPr>
            <a:xfrm>
              <a:off x="2934360" y="2374560"/>
              <a:ext cx="392400" cy="390240"/>
            </a:xfrm>
            <a:custGeom>
              <a:avLst/>
              <a:gdLst/>
              <a:ahLst/>
              <a:rect l="l" t="t" r="r" b="b"/>
              <a:pathLst>
                <a:path w="249" h="248">
                  <a:moveTo>
                    <a:pt x="44" y="44"/>
                  </a:moveTo>
                  <a:cubicBezTo>
                    <a:pt x="88" y="0"/>
                    <a:pt x="160" y="0"/>
                    <a:pt x="205" y="44"/>
                  </a:cubicBezTo>
                  <a:cubicBezTo>
                    <a:pt x="249" y="88"/>
                    <a:pt x="249" y="160"/>
                    <a:pt x="205" y="204"/>
                  </a:cubicBezTo>
                  <a:cubicBezTo>
                    <a:pt x="160" y="248"/>
                    <a:pt x="88" y="248"/>
                    <a:pt x="44" y="204"/>
                  </a:cubicBezTo>
                  <a:cubicBezTo>
                    <a:pt x="0" y="160"/>
                    <a:pt x="0" y="88"/>
                    <a:pt x="44" y="44"/>
                  </a:cubicBezTo>
                  <a:close/>
                  <a:moveTo>
                    <a:pt x="55" y="54"/>
                  </a:moveTo>
                  <a:cubicBezTo>
                    <a:pt x="93" y="15"/>
                    <a:pt x="156" y="15"/>
                    <a:pt x="194" y="54"/>
                  </a:cubicBezTo>
                  <a:cubicBezTo>
                    <a:pt x="233" y="92"/>
                    <a:pt x="233" y="155"/>
                    <a:pt x="194" y="194"/>
                  </a:cubicBezTo>
                  <a:cubicBezTo>
                    <a:pt x="156" y="232"/>
                    <a:pt x="93" y="232"/>
                    <a:pt x="55" y="194"/>
                  </a:cubicBezTo>
                  <a:cubicBezTo>
                    <a:pt x="16" y="155"/>
                    <a:pt x="16" y="92"/>
                    <a:pt x="55" y="54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2" name="任意多边形: 形状 48"/>
            <p:cNvSpPr/>
            <p:nvPr/>
          </p:nvSpPr>
          <p:spPr>
            <a:xfrm>
              <a:off x="3338280" y="2559600"/>
              <a:ext cx="255960" cy="19800"/>
            </a:xfrm>
            <a:custGeom>
              <a:avLst/>
              <a:gdLst/>
              <a:ahLst/>
              <a:rect l="l" t="t" r="r" b="b"/>
              <a:pathLst>
                <a:path w="339" h="31">
                  <a:moveTo>
                    <a:pt x="0" y="31"/>
                  </a:moveTo>
                  <a:lnTo>
                    <a:pt x="0" y="0"/>
                  </a:lnTo>
                  <a:lnTo>
                    <a:pt x="339" y="0"/>
                  </a:lnTo>
                  <a:lnTo>
                    <a:pt x="339" y="31"/>
                  </a:lnTo>
                  <a:lnTo>
                    <a:pt x="0" y="31"/>
                  </a:lnTo>
                  <a:lnTo>
                    <a:pt x="0" y="31"/>
                  </a:lnTo>
                  <a:close/>
                </a:path>
              </a:pathLst>
            </a:custGeom>
            <a:solidFill>
              <a:srgbClr val="c9cac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3" name="任意多边形: 形状 49"/>
            <p:cNvSpPr/>
            <p:nvPr/>
          </p:nvSpPr>
          <p:spPr>
            <a:xfrm>
              <a:off x="5778000" y="2337840"/>
              <a:ext cx="462960" cy="462240"/>
            </a:xfrm>
            <a:custGeom>
              <a:avLst/>
              <a:gdLst/>
              <a:ahLst/>
              <a:rect l="l" t="t" r="r" b="b"/>
              <a:pathLst>
                <a:path w="293" h="293">
                  <a:moveTo>
                    <a:pt x="241" y="241"/>
                  </a:moveTo>
                  <a:cubicBezTo>
                    <a:pt x="189" y="293"/>
                    <a:pt x="104" y="293"/>
                    <a:pt x="52" y="241"/>
                  </a:cubicBezTo>
                  <a:cubicBezTo>
                    <a:pt x="0" y="189"/>
                    <a:pt x="0" y="104"/>
                    <a:pt x="52" y="52"/>
                  </a:cubicBezTo>
                  <a:cubicBezTo>
                    <a:pt x="104" y="0"/>
                    <a:pt x="189" y="0"/>
                    <a:pt x="241" y="52"/>
                  </a:cubicBezTo>
                  <a:cubicBezTo>
                    <a:pt x="293" y="104"/>
                    <a:pt x="293" y="189"/>
                    <a:pt x="241" y="241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4" name="任意多边形: 形状 50"/>
            <p:cNvSpPr/>
            <p:nvPr/>
          </p:nvSpPr>
          <p:spPr>
            <a:xfrm>
              <a:off x="5813280" y="2374560"/>
              <a:ext cx="392400" cy="390240"/>
            </a:xfrm>
            <a:custGeom>
              <a:avLst/>
              <a:gdLst/>
              <a:ahLst/>
              <a:rect l="l" t="t" r="r" b="b"/>
              <a:pathLst>
                <a:path w="249" h="248">
                  <a:moveTo>
                    <a:pt x="204" y="44"/>
                  </a:moveTo>
                  <a:cubicBezTo>
                    <a:pt x="160" y="0"/>
                    <a:pt x="88" y="0"/>
                    <a:pt x="44" y="44"/>
                  </a:cubicBezTo>
                  <a:cubicBezTo>
                    <a:pt x="0" y="88"/>
                    <a:pt x="0" y="160"/>
                    <a:pt x="44" y="204"/>
                  </a:cubicBezTo>
                  <a:cubicBezTo>
                    <a:pt x="88" y="248"/>
                    <a:pt x="160" y="248"/>
                    <a:pt x="204" y="204"/>
                  </a:cubicBezTo>
                  <a:cubicBezTo>
                    <a:pt x="249" y="160"/>
                    <a:pt x="249" y="88"/>
                    <a:pt x="204" y="44"/>
                  </a:cubicBezTo>
                  <a:close/>
                  <a:moveTo>
                    <a:pt x="194" y="54"/>
                  </a:moveTo>
                  <a:cubicBezTo>
                    <a:pt x="156" y="15"/>
                    <a:pt x="93" y="15"/>
                    <a:pt x="54" y="54"/>
                  </a:cubicBezTo>
                  <a:cubicBezTo>
                    <a:pt x="16" y="92"/>
                    <a:pt x="16" y="155"/>
                    <a:pt x="54" y="194"/>
                  </a:cubicBezTo>
                  <a:cubicBezTo>
                    <a:pt x="93" y="232"/>
                    <a:pt x="156" y="232"/>
                    <a:pt x="194" y="194"/>
                  </a:cubicBezTo>
                  <a:cubicBezTo>
                    <a:pt x="233" y="155"/>
                    <a:pt x="233" y="92"/>
                    <a:pt x="194" y="54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5" name="任意多边形: 形状 51"/>
            <p:cNvSpPr/>
            <p:nvPr/>
          </p:nvSpPr>
          <p:spPr>
            <a:xfrm>
              <a:off x="5545800" y="2559600"/>
              <a:ext cx="255240" cy="19800"/>
            </a:xfrm>
            <a:custGeom>
              <a:avLst/>
              <a:gdLst/>
              <a:ahLst/>
              <a:rect l="l" t="t" r="r" b="b"/>
              <a:pathLst>
                <a:path w="338" h="31">
                  <a:moveTo>
                    <a:pt x="338" y="31"/>
                  </a:moveTo>
                  <a:lnTo>
                    <a:pt x="338" y="0"/>
                  </a:lnTo>
                  <a:lnTo>
                    <a:pt x="0" y="0"/>
                  </a:lnTo>
                  <a:lnTo>
                    <a:pt x="0" y="31"/>
                  </a:lnTo>
                  <a:lnTo>
                    <a:pt x="338" y="31"/>
                  </a:lnTo>
                  <a:lnTo>
                    <a:pt x="338" y="31"/>
                  </a:lnTo>
                  <a:close/>
                </a:path>
              </a:pathLst>
            </a:custGeom>
            <a:solidFill>
              <a:srgbClr val="c9cac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6" name="任意多边形: 形状 52"/>
            <p:cNvSpPr/>
            <p:nvPr/>
          </p:nvSpPr>
          <p:spPr>
            <a:xfrm>
              <a:off x="5918400" y="2522520"/>
              <a:ext cx="180720" cy="94320"/>
            </a:xfrm>
            <a:custGeom>
              <a:avLst/>
              <a:gdLst/>
              <a:ahLst/>
              <a:rect l="l" t="t" r="r" b="b"/>
              <a:pathLst>
                <a:path w="116" h="62">
                  <a:moveTo>
                    <a:pt x="0" y="0"/>
                  </a:moveTo>
                  <a:cubicBezTo>
                    <a:pt x="18" y="0"/>
                    <a:pt x="18" y="0"/>
                    <a:pt x="18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94" y="0"/>
                    <a:pt x="94" y="0"/>
                    <a:pt x="94" y="0"/>
                  </a:cubicBezTo>
                  <a:cubicBezTo>
                    <a:pt x="98" y="0"/>
                    <a:pt x="98" y="0"/>
                    <a:pt x="98" y="0"/>
                  </a:cubicBezTo>
                  <a:cubicBezTo>
                    <a:pt x="116" y="0"/>
                    <a:pt x="116" y="0"/>
                    <a:pt x="116" y="0"/>
                  </a:cubicBezTo>
                  <a:cubicBezTo>
                    <a:pt x="116" y="17"/>
                    <a:pt x="116" y="17"/>
                    <a:pt x="116" y="17"/>
                  </a:cubicBezTo>
                  <a:cubicBezTo>
                    <a:pt x="116" y="21"/>
                    <a:pt x="116" y="21"/>
                    <a:pt x="116" y="21"/>
                  </a:cubicBezTo>
                  <a:cubicBezTo>
                    <a:pt x="116" y="40"/>
                    <a:pt x="116" y="40"/>
                    <a:pt x="116" y="40"/>
                  </a:cubicBezTo>
                  <a:cubicBezTo>
                    <a:pt x="116" y="45"/>
                    <a:pt x="116" y="45"/>
                    <a:pt x="116" y="45"/>
                  </a:cubicBezTo>
                  <a:cubicBezTo>
                    <a:pt x="116" y="62"/>
                    <a:pt x="116" y="62"/>
                    <a:pt x="116" y="62"/>
                  </a:cubicBezTo>
                  <a:cubicBezTo>
                    <a:pt x="98" y="62"/>
                    <a:pt x="98" y="62"/>
                    <a:pt x="98" y="62"/>
                  </a:cubicBezTo>
                  <a:cubicBezTo>
                    <a:pt x="94" y="62"/>
                    <a:pt x="94" y="62"/>
                    <a:pt x="94" y="62"/>
                  </a:cubicBezTo>
                  <a:cubicBezTo>
                    <a:pt x="22" y="62"/>
                    <a:pt x="22" y="62"/>
                    <a:pt x="22" y="62"/>
                  </a:cubicBezTo>
                  <a:cubicBezTo>
                    <a:pt x="18" y="62"/>
                    <a:pt x="18" y="62"/>
                    <a:pt x="18" y="62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0" y="45"/>
                    <a:pt x="0" y="45"/>
                    <a:pt x="0" y="45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0"/>
                    <a:pt x="0" y="0"/>
                    <a:pt x="0" y="0"/>
                  </a:cubicBezTo>
                  <a:close/>
                  <a:moveTo>
                    <a:pt x="71" y="6"/>
                  </a:moveTo>
                  <a:cubicBezTo>
                    <a:pt x="71" y="6"/>
                    <a:pt x="71" y="6"/>
                    <a:pt x="71" y="6"/>
                  </a:cubicBezTo>
                  <a:cubicBezTo>
                    <a:pt x="72" y="7"/>
                    <a:pt x="73" y="8"/>
                    <a:pt x="74" y="9"/>
                  </a:cubicBezTo>
                  <a:cubicBezTo>
                    <a:pt x="76" y="11"/>
                    <a:pt x="77" y="13"/>
                    <a:pt x="78" y="15"/>
                  </a:cubicBezTo>
                  <a:cubicBezTo>
                    <a:pt x="79" y="17"/>
                    <a:pt x="79" y="17"/>
                    <a:pt x="79" y="17"/>
                  </a:cubicBezTo>
                  <a:cubicBezTo>
                    <a:pt x="81" y="21"/>
                    <a:pt x="82" y="24"/>
                    <a:pt x="82" y="28"/>
                  </a:cubicBezTo>
                  <a:cubicBezTo>
                    <a:pt x="82" y="30"/>
                    <a:pt x="82" y="33"/>
                    <a:pt x="82" y="35"/>
                  </a:cubicBezTo>
                  <a:cubicBezTo>
                    <a:pt x="82" y="37"/>
                    <a:pt x="81" y="39"/>
                    <a:pt x="81" y="41"/>
                  </a:cubicBezTo>
                  <a:cubicBezTo>
                    <a:pt x="80" y="43"/>
                    <a:pt x="79" y="46"/>
                    <a:pt x="78" y="48"/>
                  </a:cubicBezTo>
                  <a:cubicBezTo>
                    <a:pt x="76" y="50"/>
                    <a:pt x="76" y="50"/>
                    <a:pt x="76" y="50"/>
                  </a:cubicBezTo>
                  <a:cubicBezTo>
                    <a:pt x="74" y="52"/>
                    <a:pt x="73" y="54"/>
                    <a:pt x="71" y="56"/>
                  </a:cubicBezTo>
                  <a:cubicBezTo>
                    <a:pt x="95" y="56"/>
                    <a:pt x="95" y="56"/>
                    <a:pt x="95" y="56"/>
                  </a:cubicBezTo>
                  <a:cubicBezTo>
                    <a:pt x="96" y="48"/>
                    <a:pt x="102" y="42"/>
                    <a:pt x="110" y="41"/>
                  </a:cubicBezTo>
                  <a:cubicBezTo>
                    <a:pt x="110" y="21"/>
                    <a:pt x="110" y="21"/>
                    <a:pt x="110" y="21"/>
                  </a:cubicBezTo>
                  <a:cubicBezTo>
                    <a:pt x="102" y="19"/>
                    <a:pt x="96" y="13"/>
                    <a:pt x="95" y="6"/>
                  </a:cubicBezTo>
                  <a:cubicBezTo>
                    <a:pt x="71" y="6"/>
                    <a:pt x="71" y="6"/>
                    <a:pt x="71" y="6"/>
                  </a:cubicBezTo>
                  <a:close/>
                  <a:moveTo>
                    <a:pt x="46" y="56"/>
                  </a:moveTo>
                  <a:cubicBezTo>
                    <a:pt x="45" y="55"/>
                    <a:pt x="44" y="55"/>
                    <a:pt x="44" y="54"/>
                  </a:cubicBezTo>
                  <a:cubicBezTo>
                    <a:pt x="43" y="53"/>
                    <a:pt x="42" y="52"/>
                    <a:pt x="41" y="51"/>
                  </a:cubicBezTo>
                  <a:cubicBezTo>
                    <a:pt x="39" y="49"/>
                    <a:pt x="38" y="47"/>
                    <a:pt x="37" y="44"/>
                  </a:cubicBezTo>
                  <a:cubicBezTo>
                    <a:pt x="36" y="43"/>
                    <a:pt x="36" y="41"/>
                    <a:pt x="35" y="39"/>
                  </a:cubicBezTo>
                  <a:cubicBezTo>
                    <a:pt x="35" y="37"/>
                    <a:pt x="35" y="35"/>
                    <a:pt x="34" y="32"/>
                  </a:cubicBezTo>
                  <a:cubicBezTo>
                    <a:pt x="34" y="30"/>
                    <a:pt x="35" y="28"/>
                    <a:pt x="35" y="25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6" y="19"/>
                    <a:pt x="38" y="16"/>
                    <a:pt x="40" y="13"/>
                  </a:cubicBezTo>
                  <a:cubicBezTo>
                    <a:pt x="41" y="11"/>
                    <a:pt x="42" y="10"/>
                    <a:pt x="43" y="9"/>
                  </a:cubicBezTo>
                  <a:cubicBezTo>
                    <a:pt x="44" y="8"/>
                    <a:pt x="45" y="7"/>
                    <a:pt x="46" y="6"/>
                  </a:cubicBezTo>
                  <a:cubicBezTo>
                    <a:pt x="46" y="6"/>
                    <a:pt x="46" y="6"/>
                    <a:pt x="46" y="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0" y="13"/>
                    <a:pt x="14" y="19"/>
                    <a:pt x="6" y="21"/>
                  </a:cubicBezTo>
                  <a:cubicBezTo>
                    <a:pt x="6" y="41"/>
                    <a:pt x="6" y="41"/>
                    <a:pt x="6" y="41"/>
                  </a:cubicBezTo>
                  <a:cubicBezTo>
                    <a:pt x="14" y="42"/>
                    <a:pt x="20" y="48"/>
                    <a:pt x="22" y="56"/>
                  </a:cubicBezTo>
                  <a:cubicBezTo>
                    <a:pt x="46" y="56"/>
                    <a:pt x="46" y="56"/>
                    <a:pt x="46" y="56"/>
                  </a:cubicBezTo>
                  <a:close/>
                  <a:moveTo>
                    <a:pt x="58" y="6"/>
                  </a:moveTo>
                  <a:cubicBezTo>
                    <a:pt x="69" y="6"/>
                    <a:pt x="78" y="17"/>
                    <a:pt x="78" y="31"/>
                  </a:cubicBezTo>
                  <a:cubicBezTo>
                    <a:pt x="78" y="44"/>
                    <a:pt x="69" y="55"/>
                    <a:pt x="59" y="56"/>
                  </a:cubicBezTo>
                  <a:cubicBezTo>
                    <a:pt x="58" y="56"/>
                    <a:pt x="58" y="56"/>
                    <a:pt x="58" y="56"/>
                  </a:cubicBezTo>
                  <a:cubicBezTo>
                    <a:pt x="47" y="55"/>
                    <a:pt x="39" y="44"/>
                    <a:pt x="39" y="31"/>
                  </a:cubicBezTo>
                  <a:cubicBezTo>
                    <a:pt x="39" y="17"/>
                    <a:pt x="47" y="6"/>
                    <a:pt x="58" y="6"/>
                  </a:cubicBezTo>
                  <a:close/>
                  <a:moveTo>
                    <a:pt x="110" y="45"/>
                  </a:moveTo>
                  <a:cubicBezTo>
                    <a:pt x="105" y="47"/>
                    <a:pt x="101" y="51"/>
                    <a:pt x="99" y="56"/>
                  </a:cubicBezTo>
                  <a:cubicBezTo>
                    <a:pt x="110" y="56"/>
                    <a:pt x="110" y="56"/>
                    <a:pt x="110" y="56"/>
                  </a:cubicBezTo>
                  <a:cubicBezTo>
                    <a:pt x="110" y="45"/>
                    <a:pt x="110" y="45"/>
                    <a:pt x="110" y="45"/>
                  </a:cubicBezTo>
                  <a:close/>
                  <a:moveTo>
                    <a:pt x="6" y="45"/>
                  </a:moveTo>
                  <a:cubicBezTo>
                    <a:pt x="12" y="47"/>
                    <a:pt x="16" y="51"/>
                    <a:pt x="18" y="56"/>
                  </a:cubicBezTo>
                  <a:cubicBezTo>
                    <a:pt x="6" y="56"/>
                    <a:pt x="6" y="56"/>
                    <a:pt x="6" y="56"/>
                  </a:cubicBezTo>
                  <a:cubicBezTo>
                    <a:pt x="6" y="45"/>
                    <a:pt x="6" y="45"/>
                    <a:pt x="6" y="45"/>
                  </a:cubicBezTo>
                  <a:close/>
                  <a:moveTo>
                    <a:pt x="110" y="17"/>
                  </a:moveTo>
                  <a:cubicBezTo>
                    <a:pt x="105" y="15"/>
                    <a:pt x="101" y="11"/>
                    <a:pt x="99" y="6"/>
                  </a:cubicBezTo>
                  <a:cubicBezTo>
                    <a:pt x="110" y="6"/>
                    <a:pt x="110" y="6"/>
                    <a:pt x="110" y="6"/>
                  </a:cubicBezTo>
                  <a:cubicBezTo>
                    <a:pt x="110" y="17"/>
                    <a:pt x="110" y="17"/>
                    <a:pt x="110" y="17"/>
                  </a:cubicBezTo>
                  <a:close/>
                  <a:moveTo>
                    <a:pt x="6" y="17"/>
                  </a:moveTo>
                  <a:cubicBezTo>
                    <a:pt x="12" y="15"/>
                    <a:pt x="16" y="11"/>
                    <a:pt x="18" y="6"/>
                  </a:cubicBezTo>
                  <a:cubicBezTo>
                    <a:pt x="6" y="6"/>
                    <a:pt x="6" y="6"/>
                    <a:pt x="6" y="6"/>
                  </a:cubicBezTo>
                  <a:cubicBezTo>
                    <a:pt x="6" y="17"/>
                    <a:pt x="6" y="17"/>
                    <a:pt x="6" y="17"/>
                  </a:cubicBezTo>
                  <a:close/>
                  <a:moveTo>
                    <a:pt x="50" y="43"/>
                  </a:moveTo>
                  <a:cubicBezTo>
                    <a:pt x="52" y="44"/>
                    <a:pt x="53" y="44"/>
                    <a:pt x="57" y="44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9" y="47"/>
                    <a:pt x="59" y="47"/>
                    <a:pt x="59" y="47"/>
                  </a:cubicBezTo>
                  <a:cubicBezTo>
                    <a:pt x="59" y="44"/>
                    <a:pt x="59" y="44"/>
                    <a:pt x="59" y="44"/>
                  </a:cubicBezTo>
                  <a:cubicBezTo>
                    <a:pt x="61" y="44"/>
                    <a:pt x="63" y="43"/>
                    <a:pt x="64" y="42"/>
                  </a:cubicBezTo>
                  <a:cubicBezTo>
                    <a:pt x="66" y="41"/>
                    <a:pt x="67" y="39"/>
                    <a:pt x="67" y="36"/>
                  </a:cubicBezTo>
                  <a:cubicBezTo>
                    <a:pt x="67" y="34"/>
                    <a:pt x="66" y="32"/>
                    <a:pt x="64" y="31"/>
                  </a:cubicBezTo>
                  <a:cubicBezTo>
                    <a:pt x="63" y="30"/>
                    <a:pt x="62" y="29"/>
                    <a:pt x="59" y="28"/>
                  </a:cubicBezTo>
                  <a:cubicBezTo>
                    <a:pt x="59" y="22"/>
                    <a:pt x="59" y="22"/>
                    <a:pt x="59" y="22"/>
                  </a:cubicBezTo>
                  <a:cubicBezTo>
                    <a:pt x="61" y="22"/>
                    <a:pt x="63" y="22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4" y="18"/>
                    <a:pt x="62" y="18"/>
                    <a:pt x="59" y="18"/>
                  </a:cubicBezTo>
                  <a:cubicBezTo>
                    <a:pt x="59" y="15"/>
                    <a:pt x="59" y="15"/>
                    <a:pt x="59" y="15"/>
                  </a:cubicBezTo>
                  <a:cubicBezTo>
                    <a:pt x="57" y="15"/>
                    <a:pt x="57" y="15"/>
                    <a:pt x="57" y="15"/>
                  </a:cubicBezTo>
                  <a:cubicBezTo>
                    <a:pt x="57" y="18"/>
                    <a:pt x="57" y="18"/>
                    <a:pt x="57" y="18"/>
                  </a:cubicBezTo>
                  <a:cubicBezTo>
                    <a:pt x="52" y="18"/>
                    <a:pt x="49" y="21"/>
                    <a:pt x="49" y="25"/>
                  </a:cubicBezTo>
                  <a:cubicBezTo>
                    <a:pt x="49" y="27"/>
                    <a:pt x="50" y="29"/>
                    <a:pt x="52" y="31"/>
                  </a:cubicBezTo>
                  <a:cubicBezTo>
                    <a:pt x="53" y="31"/>
                    <a:pt x="54" y="32"/>
                    <a:pt x="57" y="33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0"/>
                    <a:pt x="56" y="40"/>
                    <a:pt x="56" y="40"/>
                  </a:cubicBezTo>
                  <a:cubicBezTo>
                    <a:pt x="55" y="40"/>
                    <a:pt x="52" y="39"/>
                    <a:pt x="50" y="38"/>
                  </a:cubicBezTo>
                  <a:cubicBezTo>
                    <a:pt x="50" y="43"/>
                    <a:pt x="50" y="43"/>
                    <a:pt x="50" y="43"/>
                  </a:cubicBezTo>
                  <a:close/>
                  <a:moveTo>
                    <a:pt x="57" y="28"/>
                  </a:moveTo>
                  <a:cubicBezTo>
                    <a:pt x="55" y="27"/>
                    <a:pt x="54" y="26"/>
                    <a:pt x="54" y="25"/>
                  </a:cubicBezTo>
                  <a:cubicBezTo>
                    <a:pt x="54" y="23"/>
                    <a:pt x="55" y="22"/>
                    <a:pt x="57" y="22"/>
                  </a:cubicBezTo>
                  <a:cubicBezTo>
                    <a:pt x="57" y="28"/>
                    <a:pt x="57" y="28"/>
                    <a:pt x="57" y="28"/>
                  </a:cubicBezTo>
                  <a:close/>
                  <a:moveTo>
                    <a:pt x="59" y="40"/>
                  </a:moveTo>
                  <a:cubicBezTo>
                    <a:pt x="59" y="33"/>
                    <a:pt x="59" y="33"/>
                    <a:pt x="59" y="33"/>
                  </a:cubicBezTo>
                  <a:cubicBezTo>
                    <a:pt x="61" y="34"/>
                    <a:pt x="62" y="35"/>
                    <a:pt x="62" y="37"/>
                  </a:cubicBezTo>
                  <a:cubicBezTo>
                    <a:pt x="62" y="38"/>
                    <a:pt x="61" y="39"/>
                    <a:pt x="59" y="40"/>
                  </a:cubicBezTo>
                  <a:cubicBezTo>
                    <a:pt x="59" y="40"/>
                    <a:pt x="59" y="40"/>
                    <a:pt x="59" y="40"/>
                  </a:cubicBez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7" name="任意多边形: 形状 53"/>
            <p:cNvSpPr/>
            <p:nvPr/>
          </p:nvSpPr>
          <p:spPr>
            <a:xfrm>
              <a:off x="3048480" y="2489040"/>
              <a:ext cx="163080" cy="160200"/>
            </a:xfrm>
            <a:custGeom>
              <a:avLst/>
              <a:gdLst/>
              <a:ahLst/>
              <a:rect l="l" t="t" r="r" b="b"/>
              <a:pathLst>
                <a:path w="105" h="103">
                  <a:moveTo>
                    <a:pt x="2" y="8"/>
                  </a:moveTo>
                  <a:cubicBezTo>
                    <a:pt x="50" y="8"/>
                    <a:pt x="50" y="8"/>
                    <a:pt x="50" y="8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5" y="8"/>
                    <a:pt x="55" y="8"/>
                    <a:pt x="55" y="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4" y="8"/>
                    <a:pt x="105" y="9"/>
                    <a:pt x="105" y="10"/>
                  </a:cubicBezTo>
                  <a:cubicBezTo>
                    <a:pt x="105" y="19"/>
                    <a:pt x="105" y="19"/>
                    <a:pt x="105" y="19"/>
                  </a:cubicBezTo>
                  <a:cubicBezTo>
                    <a:pt x="105" y="20"/>
                    <a:pt x="104" y="21"/>
                    <a:pt x="103" y="21"/>
                  </a:cubicBezTo>
                  <a:cubicBezTo>
                    <a:pt x="103" y="21"/>
                    <a:pt x="103" y="21"/>
                    <a:pt x="103" y="21"/>
                  </a:cubicBezTo>
                  <a:cubicBezTo>
                    <a:pt x="103" y="78"/>
                    <a:pt x="103" y="78"/>
                    <a:pt x="103" y="78"/>
                  </a:cubicBezTo>
                  <a:cubicBezTo>
                    <a:pt x="103" y="80"/>
                    <a:pt x="101" y="81"/>
                    <a:pt x="100" y="81"/>
                  </a:cubicBezTo>
                  <a:cubicBezTo>
                    <a:pt x="64" y="81"/>
                    <a:pt x="64" y="81"/>
                    <a:pt x="64" y="81"/>
                  </a:cubicBezTo>
                  <a:cubicBezTo>
                    <a:pt x="86" y="103"/>
                    <a:pt x="86" y="103"/>
                    <a:pt x="86" y="103"/>
                  </a:cubicBezTo>
                  <a:cubicBezTo>
                    <a:pt x="77" y="103"/>
                    <a:pt x="77" y="103"/>
                    <a:pt x="77" y="103"/>
                  </a:cubicBezTo>
                  <a:cubicBezTo>
                    <a:pt x="70" y="96"/>
                    <a:pt x="70" y="96"/>
                    <a:pt x="70" y="96"/>
                  </a:cubicBezTo>
                  <a:cubicBezTo>
                    <a:pt x="55" y="96"/>
                    <a:pt x="55" y="96"/>
                    <a:pt x="55" y="96"/>
                  </a:cubicBezTo>
                  <a:cubicBezTo>
                    <a:pt x="55" y="103"/>
                    <a:pt x="55" y="103"/>
                    <a:pt x="55" y="103"/>
                  </a:cubicBezTo>
                  <a:cubicBezTo>
                    <a:pt x="50" y="103"/>
                    <a:pt x="50" y="103"/>
                    <a:pt x="50" y="103"/>
                  </a:cubicBezTo>
                  <a:cubicBezTo>
                    <a:pt x="50" y="96"/>
                    <a:pt x="50" y="96"/>
                    <a:pt x="50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27" y="103"/>
                    <a:pt x="27" y="103"/>
                    <a:pt x="27" y="103"/>
                  </a:cubicBezTo>
                  <a:cubicBezTo>
                    <a:pt x="19" y="103"/>
                    <a:pt x="19" y="103"/>
                    <a:pt x="19" y="103"/>
                  </a:cubicBezTo>
                  <a:cubicBezTo>
                    <a:pt x="41" y="81"/>
                    <a:pt x="41" y="81"/>
                    <a:pt x="41" y="81"/>
                  </a:cubicBezTo>
                  <a:cubicBezTo>
                    <a:pt x="5" y="81"/>
                    <a:pt x="5" y="81"/>
                    <a:pt x="5" y="81"/>
                  </a:cubicBezTo>
                  <a:cubicBezTo>
                    <a:pt x="4" y="81"/>
                    <a:pt x="2" y="80"/>
                    <a:pt x="2" y="78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1" y="21"/>
                    <a:pt x="0" y="20"/>
                    <a:pt x="0" y="19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9"/>
                    <a:pt x="1" y="8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close/>
                  <a:moveTo>
                    <a:pt x="97" y="21"/>
                  </a:moveTo>
                  <a:cubicBezTo>
                    <a:pt x="8" y="21"/>
                    <a:pt x="8" y="21"/>
                    <a:pt x="8" y="21"/>
                  </a:cubicBezTo>
                  <a:cubicBezTo>
                    <a:pt x="8" y="72"/>
                    <a:pt x="8" y="72"/>
                    <a:pt x="8" y="72"/>
                  </a:cubicBezTo>
                  <a:cubicBezTo>
                    <a:pt x="8" y="74"/>
                    <a:pt x="9" y="75"/>
                    <a:pt x="11" y="75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6" y="75"/>
                    <a:pt x="97" y="74"/>
                    <a:pt x="97" y="72"/>
                  </a:cubicBezTo>
                  <a:cubicBezTo>
                    <a:pt x="97" y="21"/>
                    <a:pt x="97" y="21"/>
                    <a:pt x="97" y="21"/>
                  </a:cubicBezTo>
                  <a:close/>
                  <a:moveTo>
                    <a:pt x="37" y="94"/>
                  </a:moveTo>
                  <a:cubicBezTo>
                    <a:pt x="50" y="94"/>
                    <a:pt x="50" y="94"/>
                    <a:pt x="50" y="94"/>
                  </a:cubicBezTo>
                  <a:cubicBezTo>
                    <a:pt x="50" y="81"/>
                    <a:pt x="50" y="81"/>
                    <a:pt x="50" y="81"/>
                  </a:cubicBezTo>
                  <a:cubicBezTo>
                    <a:pt x="37" y="94"/>
                    <a:pt x="37" y="94"/>
                    <a:pt x="37" y="94"/>
                  </a:cubicBezTo>
                  <a:close/>
                  <a:moveTo>
                    <a:pt x="55" y="94"/>
                  </a:moveTo>
                  <a:cubicBezTo>
                    <a:pt x="68" y="94"/>
                    <a:pt x="68" y="94"/>
                    <a:pt x="68" y="94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55" y="94"/>
                    <a:pt x="55" y="94"/>
                    <a:pt x="55" y="94"/>
                  </a:cubicBezTo>
                  <a:close/>
                  <a:moveTo>
                    <a:pt x="18" y="55"/>
                  </a:moveTo>
                  <a:cubicBezTo>
                    <a:pt x="20" y="55"/>
                    <a:pt x="21" y="56"/>
                    <a:pt x="22" y="56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6" y="47"/>
                    <a:pt x="35" y="46"/>
                    <a:pt x="35" y="46"/>
                  </a:cubicBezTo>
                  <a:cubicBezTo>
                    <a:pt x="35" y="43"/>
                    <a:pt x="38" y="40"/>
                    <a:pt x="41" y="40"/>
                  </a:cubicBezTo>
                  <a:cubicBezTo>
                    <a:pt x="44" y="40"/>
                    <a:pt x="47" y="43"/>
                    <a:pt x="47" y="46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59" y="52"/>
                    <a:pt x="59" y="52"/>
                    <a:pt x="59" y="52"/>
                  </a:cubicBezTo>
                  <a:cubicBezTo>
                    <a:pt x="60" y="50"/>
                    <a:pt x="62" y="50"/>
                    <a:pt x="63" y="50"/>
                  </a:cubicBezTo>
                  <a:cubicBezTo>
                    <a:pt x="65" y="50"/>
                    <a:pt x="66" y="50"/>
                    <a:pt x="67" y="50"/>
                  </a:cubicBezTo>
                  <a:cubicBezTo>
                    <a:pt x="81" y="36"/>
                    <a:pt x="81" y="36"/>
                    <a:pt x="81" y="36"/>
                  </a:cubicBezTo>
                  <a:cubicBezTo>
                    <a:pt x="81" y="36"/>
                    <a:pt x="81" y="35"/>
                    <a:pt x="81" y="34"/>
                  </a:cubicBezTo>
                  <a:cubicBezTo>
                    <a:pt x="81" y="31"/>
                    <a:pt x="83" y="29"/>
                    <a:pt x="86" y="29"/>
                  </a:cubicBezTo>
                  <a:cubicBezTo>
                    <a:pt x="89" y="29"/>
                    <a:pt x="92" y="31"/>
                    <a:pt x="92" y="34"/>
                  </a:cubicBezTo>
                  <a:cubicBezTo>
                    <a:pt x="92" y="37"/>
                    <a:pt x="89" y="40"/>
                    <a:pt x="86" y="40"/>
                  </a:cubicBezTo>
                  <a:cubicBezTo>
                    <a:pt x="85" y="40"/>
                    <a:pt x="84" y="40"/>
                    <a:pt x="83" y="39"/>
                  </a:cubicBezTo>
                  <a:cubicBezTo>
                    <a:pt x="69" y="53"/>
                    <a:pt x="69" y="53"/>
                    <a:pt x="69" y="53"/>
                  </a:cubicBezTo>
                  <a:cubicBezTo>
                    <a:pt x="69" y="54"/>
                    <a:pt x="69" y="54"/>
                    <a:pt x="69" y="55"/>
                  </a:cubicBezTo>
                  <a:cubicBezTo>
                    <a:pt x="69" y="58"/>
                    <a:pt x="67" y="61"/>
                    <a:pt x="63" y="61"/>
                  </a:cubicBezTo>
                  <a:cubicBezTo>
                    <a:pt x="60" y="61"/>
                    <a:pt x="58" y="58"/>
                    <a:pt x="58" y="55"/>
                  </a:cubicBezTo>
                  <a:cubicBezTo>
                    <a:pt x="58" y="55"/>
                    <a:pt x="58" y="55"/>
                    <a:pt x="58" y="55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4" y="51"/>
                    <a:pt x="43" y="51"/>
                    <a:pt x="41" y="51"/>
                  </a:cubicBezTo>
                  <a:cubicBezTo>
                    <a:pt x="40" y="51"/>
                    <a:pt x="38" y="51"/>
                    <a:pt x="38" y="50"/>
                  </a:cubicBezTo>
                  <a:cubicBezTo>
                    <a:pt x="24" y="59"/>
                    <a:pt x="24" y="59"/>
                    <a:pt x="24" y="59"/>
                  </a:cubicBezTo>
                  <a:cubicBezTo>
                    <a:pt x="24" y="60"/>
                    <a:pt x="24" y="60"/>
                    <a:pt x="24" y="61"/>
                  </a:cubicBezTo>
                  <a:cubicBezTo>
                    <a:pt x="24" y="64"/>
                    <a:pt x="22" y="66"/>
                    <a:pt x="18" y="66"/>
                  </a:cubicBezTo>
                  <a:cubicBezTo>
                    <a:pt x="15" y="66"/>
                    <a:pt x="13" y="64"/>
                    <a:pt x="13" y="61"/>
                  </a:cubicBezTo>
                  <a:cubicBezTo>
                    <a:pt x="13" y="58"/>
                    <a:pt x="15" y="55"/>
                    <a:pt x="18" y="55"/>
                  </a:cubicBezTo>
                  <a:cubicBezTo>
                    <a:pt x="18" y="55"/>
                    <a:pt x="18" y="55"/>
                    <a:pt x="18" y="55"/>
                  </a:cubicBezTo>
                  <a:close/>
                  <a:moveTo>
                    <a:pt x="86" y="31"/>
                  </a:moveTo>
                  <a:cubicBezTo>
                    <a:pt x="88" y="31"/>
                    <a:pt x="89" y="33"/>
                    <a:pt x="89" y="34"/>
                  </a:cubicBezTo>
                  <a:cubicBezTo>
                    <a:pt x="89" y="36"/>
                    <a:pt x="88" y="37"/>
                    <a:pt x="86" y="37"/>
                  </a:cubicBezTo>
                  <a:cubicBezTo>
                    <a:pt x="84" y="37"/>
                    <a:pt x="83" y="36"/>
                    <a:pt x="83" y="34"/>
                  </a:cubicBezTo>
                  <a:cubicBezTo>
                    <a:pt x="83" y="33"/>
                    <a:pt x="84" y="31"/>
                    <a:pt x="86" y="31"/>
                  </a:cubicBezTo>
                  <a:cubicBezTo>
                    <a:pt x="86" y="31"/>
                    <a:pt x="86" y="31"/>
                    <a:pt x="86" y="31"/>
                  </a:cubicBezTo>
                  <a:close/>
                  <a:moveTo>
                    <a:pt x="63" y="52"/>
                  </a:moveTo>
                  <a:cubicBezTo>
                    <a:pt x="65" y="52"/>
                    <a:pt x="67" y="53"/>
                    <a:pt x="67" y="55"/>
                  </a:cubicBezTo>
                  <a:cubicBezTo>
                    <a:pt x="67" y="57"/>
                    <a:pt x="65" y="58"/>
                    <a:pt x="63" y="58"/>
                  </a:cubicBezTo>
                  <a:cubicBezTo>
                    <a:pt x="62" y="58"/>
                    <a:pt x="61" y="57"/>
                    <a:pt x="61" y="55"/>
                  </a:cubicBezTo>
                  <a:cubicBezTo>
                    <a:pt x="61" y="53"/>
                    <a:pt x="62" y="52"/>
                    <a:pt x="63" y="52"/>
                  </a:cubicBezTo>
                  <a:cubicBezTo>
                    <a:pt x="63" y="52"/>
                    <a:pt x="63" y="52"/>
                    <a:pt x="63" y="52"/>
                  </a:cubicBezTo>
                  <a:close/>
                  <a:moveTo>
                    <a:pt x="41" y="43"/>
                  </a:moveTo>
                  <a:cubicBezTo>
                    <a:pt x="43" y="43"/>
                    <a:pt x="44" y="44"/>
                    <a:pt x="44" y="46"/>
                  </a:cubicBezTo>
                  <a:cubicBezTo>
                    <a:pt x="44" y="48"/>
                    <a:pt x="43" y="49"/>
                    <a:pt x="41" y="49"/>
                  </a:cubicBezTo>
                  <a:cubicBezTo>
                    <a:pt x="39" y="49"/>
                    <a:pt x="38" y="48"/>
                    <a:pt x="38" y="46"/>
                  </a:cubicBezTo>
                  <a:cubicBezTo>
                    <a:pt x="38" y="44"/>
                    <a:pt x="39" y="43"/>
                    <a:pt x="41" y="43"/>
                  </a:cubicBezTo>
                  <a:cubicBezTo>
                    <a:pt x="41" y="43"/>
                    <a:pt x="41" y="43"/>
                    <a:pt x="41" y="43"/>
                  </a:cubicBezTo>
                  <a:close/>
                  <a:moveTo>
                    <a:pt x="18" y="58"/>
                  </a:moveTo>
                  <a:cubicBezTo>
                    <a:pt x="20" y="58"/>
                    <a:pt x="21" y="59"/>
                    <a:pt x="21" y="61"/>
                  </a:cubicBezTo>
                  <a:cubicBezTo>
                    <a:pt x="21" y="62"/>
                    <a:pt x="20" y="64"/>
                    <a:pt x="18" y="64"/>
                  </a:cubicBezTo>
                  <a:cubicBezTo>
                    <a:pt x="17" y="64"/>
                    <a:pt x="16" y="62"/>
                    <a:pt x="16" y="61"/>
                  </a:cubicBezTo>
                  <a:cubicBezTo>
                    <a:pt x="16" y="59"/>
                    <a:pt x="17" y="58"/>
                    <a:pt x="18" y="58"/>
                  </a:cubicBezTo>
                  <a:cubicBezTo>
                    <a:pt x="18" y="58"/>
                    <a:pt x="18" y="58"/>
                    <a:pt x="18" y="58"/>
                  </a:cubicBez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8" name="任意多边形: 形状 54"/>
            <p:cNvSpPr/>
            <p:nvPr/>
          </p:nvSpPr>
          <p:spPr>
            <a:xfrm>
              <a:off x="4337280" y="901800"/>
              <a:ext cx="462960" cy="462240"/>
            </a:xfrm>
            <a:custGeom>
              <a:avLst/>
              <a:gdLst/>
              <a:ahLst/>
              <a:rect l="l" t="t" r="r" b="b"/>
              <a:pathLst>
                <a:path w="293" h="293">
                  <a:moveTo>
                    <a:pt x="52" y="52"/>
                  </a:moveTo>
                  <a:cubicBezTo>
                    <a:pt x="0" y="104"/>
                    <a:pt x="0" y="189"/>
                    <a:pt x="52" y="241"/>
                  </a:cubicBezTo>
                  <a:cubicBezTo>
                    <a:pt x="104" y="293"/>
                    <a:pt x="189" y="293"/>
                    <a:pt x="241" y="241"/>
                  </a:cubicBezTo>
                  <a:cubicBezTo>
                    <a:pt x="293" y="189"/>
                    <a:pt x="293" y="104"/>
                    <a:pt x="241" y="52"/>
                  </a:cubicBezTo>
                  <a:cubicBezTo>
                    <a:pt x="189" y="0"/>
                    <a:pt x="104" y="0"/>
                    <a:pt x="52" y="52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9" name="任意多边形: 形状 55"/>
            <p:cNvSpPr/>
            <p:nvPr/>
          </p:nvSpPr>
          <p:spPr>
            <a:xfrm>
              <a:off x="4374360" y="937080"/>
              <a:ext cx="391680" cy="391680"/>
            </a:xfrm>
            <a:custGeom>
              <a:avLst/>
              <a:gdLst/>
              <a:ahLst/>
              <a:rect l="l" t="t" r="r" b="b"/>
              <a:pathLst>
                <a:path w="248" h="249">
                  <a:moveTo>
                    <a:pt x="204" y="44"/>
                  </a:moveTo>
                  <a:cubicBezTo>
                    <a:pt x="248" y="88"/>
                    <a:pt x="248" y="160"/>
                    <a:pt x="204" y="205"/>
                  </a:cubicBezTo>
                  <a:cubicBezTo>
                    <a:pt x="160" y="249"/>
                    <a:pt x="88" y="249"/>
                    <a:pt x="44" y="205"/>
                  </a:cubicBezTo>
                  <a:cubicBezTo>
                    <a:pt x="0" y="160"/>
                    <a:pt x="0" y="88"/>
                    <a:pt x="44" y="44"/>
                  </a:cubicBezTo>
                  <a:cubicBezTo>
                    <a:pt x="88" y="0"/>
                    <a:pt x="160" y="0"/>
                    <a:pt x="204" y="44"/>
                  </a:cubicBezTo>
                  <a:close/>
                  <a:moveTo>
                    <a:pt x="194" y="55"/>
                  </a:moveTo>
                  <a:cubicBezTo>
                    <a:pt x="232" y="93"/>
                    <a:pt x="232" y="156"/>
                    <a:pt x="194" y="194"/>
                  </a:cubicBezTo>
                  <a:cubicBezTo>
                    <a:pt x="155" y="233"/>
                    <a:pt x="92" y="233"/>
                    <a:pt x="54" y="194"/>
                  </a:cubicBezTo>
                  <a:cubicBezTo>
                    <a:pt x="15" y="156"/>
                    <a:pt x="15" y="93"/>
                    <a:pt x="54" y="55"/>
                  </a:cubicBezTo>
                  <a:cubicBezTo>
                    <a:pt x="92" y="16"/>
                    <a:pt x="155" y="16"/>
                    <a:pt x="194" y="55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0" name="任意多边形: 形状 56"/>
            <p:cNvSpPr/>
            <p:nvPr/>
          </p:nvSpPr>
          <p:spPr>
            <a:xfrm>
              <a:off x="4559040" y="1341000"/>
              <a:ext cx="20520" cy="255240"/>
            </a:xfrm>
            <a:custGeom>
              <a:avLst/>
              <a:gdLst/>
              <a:ahLst/>
              <a:rect l="l" t="t" r="r" b="b"/>
              <a:pathLst>
                <a:path w="32" h="338">
                  <a:moveTo>
                    <a:pt x="0" y="0"/>
                  </a:moveTo>
                  <a:lnTo>
                    <a:pt x="32" y="0"/>
                  </a:lnTo>
                  <a:lnTo>
                    <a:pt x="32" y="338"/>
                  </a:lnTo>
                  <a:lnTo>
                    <a:pt x="0" y="33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9cac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1" name="任意多边形: 形状 57"/>
            <p:cNvSpPr/>
            <p:nvPr/>
          </p:nvSpPr>
          <p:spPr>
            <a:xfrm>
              <a:off x="4337280" y="3775680"/>
              <a:ext cx="462960" cy="462240"/>
            </a:xfrm>
            <a:custGeom>
              <a:avLst/>
              <a:gdLst/>
              <a:ahLst/>
              <a:rect l="l" t="t" r="r" b="b"/>
              <a:pathLst>
                <a:path w="293" h="293">
                  <a:moveTo>
                    <a:pt x="52" y="241"/>
                  </a:moveTo>
                  <a:cubicBezTo>
                    <a:pt x="0" y="189"/>
                    <a:pt x="0" y="104"/>
                    <a:pt x="52" y="52"/>
                  </a:cubicBezTo>
                  <a:cubicBezTo>
                    <a:pt x="104" y="0"/>
                    <a:pt x="189" y="0"/>
                    <a:pt x="241" y="52"/>
                  </a:cubicBezTo>
                  <a:cubicBezTo>
                    <a:pt x="293" y="104"/>
                    <a:pt x="293" y="189"/>
                    <a:pt x="241" y="241"/>
                  </a:cubicBezTo>
                  <a:cubicBezTo>
                    <a:pt x="189" y="293"/>
                    <a:pt x="104" y="293"/>
                    <a:pt x="52" y="241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2" name="任意多边形: 形状 58"/>
            <p:cNvSpPr/>
            <p:nvPr/>
          </p:nvSpPr>
          <p:spPr>
            <a:xfrm>
              <a:off x="4374360" y="3810600"/>
              <a:ext cx="391680" cy="391680"/>
            </a:xfrm>
            <a:custGeom>
              <a:avLst/>
              <a:gdLst/>
              <a:ahLst/>
              <a:rect l="l" t="t" r="r" b="b"/>
              <a:pathLst>
                <a:path w="248" h="249">
                  <a:moveTo>
                    <a:pt x="204" y="204"/>
                  </a:moveTo>
                  <a:cubicBezTo>
                    <a:pt x="248" y="160"/>
                    <a:pt x="248" y="88"/>
                    <a:pt x="204" y="44"/>
                  </a:cubicBezTo>
                  <a:cubicBezTo>
                    <a:pt x="160" y="0"/>
                    <a:pt x="88" y="0"/>
                    <a:pt x="44" y="44"/>
                  </a:cubicBezTo>
                  <a:cubicBezTo>
                    <a:pt x="0" y="88"/>
                    <a:pt x="0" y="160"/>
                    <a:pt x="44" y="204"/>
                  </a:cubicBezTo>
                  <a:cubicBezTo>
                    <a:pt x="88" y="249"/>
                    <a:pt x="160" y="249"/>
                    <a:pt x="204" y="204"/>
                  </a:cubicBezTo>
                  <a:close/>
                  <a:moveTo>
                    <a:pt x="194" y="194"/>
                  </a:moveTo>
                  <a:cubicBezTo>
                    <a:pt x="232" y="156"/>
                    <a:pt x="232" y="93"/>
                    <a:pt x="194" y="54"/>
                  </a:cubicBezTo>
                  <a:cubicBezTo>
                    <a:pt x="155" y="16"/>
                    <a:pt x="92" y="16"/>
                    <a:pt x="54" y="54"/>
                  </a:cubicBezTo>
                  <a:cubicBezTo>
                    <a:pt x="15" y="93"/>
                    <a:pt x="15" y="156"/>
                    <a:pt x="54" y="194"/>
                  </a:cubicBezTo>
                  <a:cubicBezTo>
                    <a:pt x="92" y="233"/>
                    <a:pt x="155" y="233"/>
                    <a:pt x="194" y="194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3" name="任意多边形: 形状 59"/>
            <p:cNvSpPr/>
            <p:nvPr/>
          </p:nvSpPr>
          <p:spPr>
            <a:xfrm>
              <a:off x="4559040" y="3543840"/>
              <a:ext cx="20520" cy="255240"/>
            </a:xfrm>
            <a:custGeom>
              <a:avLst/>
              <a:gdLst/>
              <a:ahLst/>
              <a:rect l="l" t="t" r="r" b="b"/>
              <a:pathLst>
                <a:path w="32" h="338">
                  <a:moveTo>
                    <a:pt x="0" y="338"/>
                  </a:moveTo>
                  <a:lnTo>
                    <a:pt x="32" y="338"/>
                  </a:lnTo>
                  <a:lnTo>
                    <a:pt x="32" y="0"/>
                  </a:lnTo>
                  <a:lnTo>
                    <a:pt x="0" y="0"/>
                  </a:lnTo>
                  <a:lnTo>
                    <a:pt x="0" y="338"/>
                  </a:lnTo>
                  <a:lnTo>
                    <a:pt x="0" y="338"/>
                  </a:lnTo>
                  <a:close/>
                </a:path>
              </a:pathLst>
            </a:custGeom>
            <a:solidFill>
              <a:srgbClr val="c9cac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4" name="任意多边形: 形状 60"/>
            <p:cNvSpPr/>
            <p:nvPr/>
          </p:nvSpPr>
          <p:spPr>
            <a:xfrm>
              <a:off x="4484520" y="1059120"/>
              <a:ext cx="169200" cy="133200"/>
            </a:xfrm>
            <a:custGeom>
              <a:avLst/>
              <a:gdLst/>
              <a:ahLst/>
              <a:rect l="l" t="t" r="r" b="b"/>
              <a:pathLst>
                <a:path w="109" h="86">
                  <a:moveTo>
                    <a:pt x="109" y="47"/>
                  </a:moveTo>
                  <a:cubicBezTo>
                    <a:pt x="109" y="80"/>
                    <a:pt x="109" y="80"/>
                    <a:pt x="109" y="80"/>
                  </a:cubicBezTo>
                  <a:cubicBezTo>
                    <a:pt x="109" y="83"/>
                    <a:pt x="107" y="86"/>
                    <a:pt x="104" y="86"/>
                  </a:cubicBezTo>
                  <a:cubicBezTo>
                    <a:pt x="6" y="85"/>
                    <a:pt x="6" y="85"/>
                    <a:pt x="6" y="85"/>
                  </a:cubicBezTo>
                  <a:cubicBezTo>
                    <a:pt x="3" y="85"/>
                    <a:pt x="0" y="83"/>
                    <a:pt x="0" y="80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49" y="47"/>
                    <a:pt x="49" y="47"/>
                    <a:pt x="49" y="47"/>
                  </a:cubicBezTo>
                  <a:cubicBezTo>
                    <a:pt x="49" y="54"/>
                    <a:pt x="49" y="54"/>
                    <a:pt x="49" y="54"/>
                  </a:cubicBezTo>
                  <a:cubicBezTo>
                    <a:pt x="49" y="56"/>
                    <a:pt x="50" y="57"/>
                    <a:pt x="52" y="57"/>
                  </a:cubicBezTo>
                  <a:cubicBezTo>
                    <a:pt x="58" y="57"/>
                    <a:pt x="58" y="57"/>
                    <a:pt x="58" y="57"/>
                  </a:cubicBezTo>
                  <a:cubicBezTo>
                    <a:pt x="60" y="57"/>
                    <a:pt x="61" y="56"/>
                    <a:pt x="61" y="54"/>
                  </a:cubicBezTo>
                  <a:cubicBezTo>
                    <a:pt x="61" y="47"/>
                    <a:pt x="61" y="47"/>
                    <a:pt x="61" y="47"/>
                  </a:cubicBezTo>
                  <a:cubicBezTo>
                    <a:pt x="109" y="47"/>
                    <a:pt x="109" y="47"/>
                    <a:pt x="109" y="47"/>
                  </a:cubicBezTo>
                  <a:close/>
                  <a:moveTo>
                    <a:pt x="44" y="17"/>
                  </a:moveTo>
                  <a:cubicBezTo>
                    <a:pt x="66" y="17"/>
                    <a:pt x="66" y="17"/>
                    <a:pt x="66" y="17"/>
                  </a:cubicBezTo>
                  <a:cubicBezTo>
                    <a:pt x="66" y="9"/>
                    <a:pt x="66" y="9"/>
                    <a:pt x="66" y="9"/>
                  </a:cubicBezTo>
                  <a:cubicBezTo>
                    <a:pt x="66" y="8"/>
                    <a:pt x="65" y="7"/>
                    <a:pt x="63" y="7"/>
                  </a:cubicBezTo>
                  <a:cubicBezTo>
                    <a:pt x="47" y="7"/>
                    <a:pt x="47" y="7"/>
                    <a:pt x="47" y="7"/>
                  </a:cubicBezTo>
                  <a:cubicBezTo>
                    <a:pt x="45" y="7"/>
                    <a:pt x="44" y="8"/>
                    <a:pt x="44" y="9"/>
                  </a:cubicBezTo>
                  <a:cubicBezTo>
                    <a:pt x="44" y="17"/>
                    <a:pt x="44" y="17"/>
                    <a:pt x="44" y="17"/>
                  </a:cubicBezTo>
                  <a:close/>
                  <a:moveTo>
                    <a:pt x="6" y="17"/>
                  </a:moveTo>
                  <a:cubicBezTo>
                    <a:pt x="38" y="17"/>
                    <a:pt x="38" y="17"/>
                    <a:pt x="38" y="17"/>
                  </a:cubicBezTo>
                  <a:cubicBezTo>
                    <a:pt x="38" y="9"/>
                    <a:pt x="38" y="9"/>
                    <a:pt x="38" y="9"/>
                  </a:cubicBezTo>
                  <a:cubicBezTo>
                    <a:pt x="38" y="5"/>
                    <a:pt x="42" y="0"/>
                    <a:pt x="47" y="0"/>
                  </a:cubicBezTo>
                  <a:cubicBezTo>
                    <a:pt x="63" y="0"/>
                    <a:pt x="63" y="0"/>
                    <a:pt x="63" y="0"/>
                  </a:cubicBezTo>
                  <a:cubicBezTo>
                    <a:pt x="68" y="0"/>
                    <a:pt x="72" y="5"/>
                    <a:pt x="72" y="9"/>
                  </a:cubicBezTo>
                  <a:cubicBezTo>
                    <a:pt x="72" y="17"/>
                    <a:pt x="72" y="17"/>
                    <a:pt x="72" y="17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7" y="17"/>
                    <a:pt x="109" y="19"/>
                    <a:pt x="109" y="23"/>
                  </a:cubicBezTo>
                  <a:cubicBezTo>
                    <a:pt x="109" y="41"/>
                    <a:pt x="109" y="41"/>
                    <a:pt x="109" y="41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19"/>
                    <a:pt x="3" y="17"/>
                    <a:pt x="6" y="17"/>
                  </a:cubicBezTo>
                  <a:cubicBezTo>
                    <a:pt x="6" y="17"/>
                    <a:pt x="6" y="17"/>
                    <a:pt x="6" y="17"/>
                  </a:cubicBez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5" name="任意多边形: 形状 61"/>
            <p:cNvSpPr/>
            <p:nvPr/>
          </p:nvSpPr>
          <p:spPr>
            <a:xfrm>
              <a:off x="4484520" y="3942720"/>
              <a:ext cx="169200" cy="142560"/>
            </a:xfrm>
            <a:custGeom>
              <a:avLst/>
              <a:gdLst/>
              <a:ahLst/>
              <a:rect l="l" t="t" r="r" b="b"/>
              <a:pathLst>
                <a:path w="109" h="92">
                  <a:moveTo>
                    <a:pt x="17" y="48"/>
                  </a:moveTo>
                  <a:cubicBezTo>
                    <a:pt x="65" y="48"/>
                    <a:pt x="65" y="48"/>
                    <a:pt x="65" y="48"/>
                  </a:cubicBezTo>
                  <a:cubicBezTo>
                    <a:pt x="65" y="48"/>
                    <a:pt x="66" y="49"/>
                    <a:pt x="66" y="49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6" y="53"/>
                    <a:pt x="65" y="53"/>
                    <a:pt x="65" y="53"/>
                  </a:cubicBezTo>
                  <a:cubicBezTo>
                    <a:pt x="17" y="53"/>
                    <a:pt x="17" y="53"/>
                    <a:pt x="17" y="53"/>
                  </a:cubicBezTo>
                  <a:cubicBezTo>
                    <a:pt x="16" y="53"/>
                    <a:pt x="16" y="53"/>
                    <a:pt x="16" y="52"/>
                  </a:cubicBezTo>
                  <a:cubicBezTo>
                    <a:pt x="16" y="49"/>
                    <a:pt x="16" y="49"/>
                    <a:pt x="16" y="49"/>
                  </a:cubicBezTo>
                  <a:cubicBezTo>
                    <a:pt x="16" y="49"/>
                    <a:pt x="16" y="48"/>
                    <a:pt x="17" y="48"/>
                  </a:cubicBezTo>
                  <a:close/>
                  <a:moveTo>
                    <a:pt x="55" y="64"/>
                  </a:moveTo>
                  <a:cubicBezTo>
                    <a:pt x="57" y="64"/>
                    <a:pt x="58" y="65"/>
                    <a:pt x="58" y="67"/>
                  </a:cubicBezTo>
                  <a:cubicBezTo>
                    <a:pt x="58" y="69"/>
                    <a:pt x="57" y="71"/>
                    <a:pt x="55" y="71"/>
                  </a:cubicBezTo>
                  <a:cubicBezTo>
                    <a:pt x="53" y="71"/>
                    <a:pt x="51" y="69"/>
                    <a:pt x="51" y="67"/>
                  </a:cubicBezTo>
                  <a:cubicBezTo>
                    <a:pt x="51" y="65"/>
                    <a:pt x="53" y="64"/>
                    <a:pt x="55" y="64"/>
                  </a:cubicBezTo>
                  <a:close/>
                  <a:moveTo>
                    <a:pt x="11" y="8"/>
                  </a:moveTo>
                  <a:cubicBezTo>
                    <a:pt x="99" y="8"/>
                    <a:pt x="99" y="8"/>
                    <a:pt x="99" y="8"/>
                  </a:cubicBezTo>
                  <a:cubicBezTo>
                    <a:pt x="100" y="8"/>
                    <a:pt x="101" y="9"/>
                    <a:pt x="101" y="10"/>
                  </a:cubicBezTo>
                  <a:cubicBezTo>
                    <a:pt x="101" y="58"/>
                    <a:pt x="101" y="58"/>
                    <a:pt x="101" y="58"/>
                  </a:cubicBezTo>
                  <a:cubicBezTo>
                    <a:pt x="101" y="59"/>
                    <a:pt x="100" y="60"/>
                    <a:pt x="99" y="60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0" y="60"/>
                    <a:pt x="9" y="59"/>
                    <a:pt x="9" y="58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9"/>
                    <a:pt x="10" y="8"/>
                    <a:pt x="11" y="8"/>
                  </a:cubicBezTo>
                  <a:close/>
                  <a:moveTo>
                    <a:pt x="66" y="75"/>
                  </a:moveTo>
                  <a:cubicBezTo>
                    <a:pt x="66" y="83"/>
                    <a:pt x="66" y="83"/>
                    <a:pt x="66" y="83"/>
                  </a:cubicBezTo>
                  <a:cubicBezTo>
                    <a:pt x="78" y="83"/>
                    <a:pt x="78" y="83"/>
                    <a:pt x="78" y="83"/>
                  </a:cubicBezTo>
                  <a:cubicBezTo>
                    <a:pt x="81" y="83"/>
                    <a:pt x="83" y="85"/>
                    <a:pt x="83" y="87"/>
                  </a:cubicBezTo>
                  <a:cubicBezTo>
                    <a:pt x="83" y="92"/>
                    <a:pt x="83" y="92"/>
                    <a:pt x="83" y="92"/>
                  </a:cubicBezTo>
                  <a:cubicBezTo>
                    <a:pt x="27" y="92"/>
                    <a:pt x="27" y="92"/>
                    <a:pt x="27" y="92"/>
                  </a:cubicBezTo>
                  <a:cubicBezTo>
                    <a:pt x="27" y="87"/>
                    <a:pt x="27" y="87"/>
                    <a:pt x="27" y="87"/>
                  </a:cubicBezTo>
                  <a:cubicBezTo>
                    <a:pt x="27" y="85"/>
                    <a:pt x="29" y="83"/>
                    <a:pt x="31" y="83"/>
                  </a:cubicBezTo>
                  <a:cubicBezTo>
                    <a:pt x="44" y="83"/>
                    <a:pt x="44" y="83"/>
                    <a:pt x="44" y="83"/>
                  </a:cubicBezTo>
                  <a:cubicBezTo>
                    <a:pt x="44" y="75"/>
                    <a:pt x="44" y="75"/>
                    <a:pt x="44" y="75"/>
                  </a:cubicBezTo>
                  <a:cubicBezTo>
                    <a:pt x="6" y="75"/>
                    <a:pt x="6" y="75"/>
                    <a:pt x="6" y="75"/>
                  </a:cubicBezTo>
                  <a:cubicBezTo>
                    <a:pt x="3" y="75"/>
                    <a:pt x="0" y="73"/>
                    <a:pt x="0" y="69"/>
                  </a:cubicBezTo>
                  <a:cubicBezTo>
                    <a:pt x="0" y="50"/>
                    <a:pt x="0" y="25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7" y="0"/>
                    <a:pt x="109" y="2"/>
                    <a:pt x="109" y="6"/>
                  </a:cubicBezTo>
                  <a:cubicBezTo>
                    <a:pt x="109" y="25"/>
                    <a:pt x="109" y="50"/>
                    <a:pt x="109" y="69"/>
                  </a:cubicBezTo>
                  <a:cubicBezTo>
                    <a:pt x="109" y="73"/>
                    <a:pt x="107" y="75"/>
                    <a:pt x="104" y="75"/>
                  </a:cubicBezTo>
                  <a:cubicBezTo>
                    <a:pt x="66" y="75"/>
                    <a:pt x="66" y="75"/>
                    <a:pt x="66" y="75"/>
                  </a:cubicBezTo>
                  <a:close/>
                  <a:moveTo>
                    <a:pt x="9" y="65"/>
                  </a:moveTo>
                  <a:cubicBezTo>
                    <a:pt x="19" y="65"/>
                    <a:pt x="19" y="65"/>
                    <a:pt x="19" y="65"/>
                  </a:cubicBezTo>
                  <a:cubicBezTo>
                    <a:pt x="19" y="65"/>
                    <a:pt x="20" y="65"/>
                    <a:pt x="20" y="66"/>
                  </a:cubicBezTo>
                  <a:cubicBezTo>
                    <a:pt x="20" y="69"/>
                    <a:pt x="20" y="69"/>
                    <a:pt x="20" y="69"/>
                  </a:cubicBezTo>
                  <a:cubicBezTo>
                    <a:pt x="20" y="69"/>
                    <a:pt x="19" y="70"/>
                    <a:pt x="19" y="70"/>
                  </a:cubicBezTo>
                  <a:cubicBezTo>
                    <a:pt x="9" y="70"/>
                    <a:pt x="9" y="70"/>
                    <a:pt x="9" y="70"/>
                  </a:cubicBezTo>
                  <a:cubicBezTo>
                    <a:pt x="9" y="70"/>
                    <a:pt x="9" y="69"/>
                    <a:pt x="9" y="69"/>
                  </a:cubicBezTo>
                  <a:cubicBezTo>
                    <a:pt x="9" y="66"/>
                    <a:pt x="9" y="66"/>
                    <a:pt x="9" y="66"/>
                  </a:cubicBezTo>
                  <a:cubicBezTo>
                    <a:pt x="9" y="65"/>
                    <a:pt x="9" y="65"/>
                    <a:pt x="9" y="65"/>
                  </a:cubicBezTo>
                  <a:close/>
                  <a:moveTo>
                    <a:pt x="25" y="65"/>
                  </a:moveTo>
                  <a:cubicBezTo>
                    <a:pt x="29" y="65"/>
                    <a:pt x="31" y="65"/>
                    <a:pt x="35" y="65"/>
                  </a:cubicBezTo>
                  <a:cubicBezTo>
                    <a:pt x="35" y="65"/>
                    <a:pt x="35" y="65"/>
                    <a:pt x="35" y="66"/>
                  </a:cubicBezTo>
                  <a:cubicBezTo>
                    <a:pt x="35" y="67"/>
                    <a:pt x="35" y="68"/>
                    <a:pt x="35" y="69"/>
                  </a:cubicBezTo>
                  <a:cubicBezTo>
                    <a:pt x="35" y="69"/>
                    <a:pt x="35" y="70"/>
                    <a:pt x="35" y="70"/>
                  </a:cubicBezTo>
                  <a:cubicBezTo>
                    <a:pt x="31" y="70"/>
                    <a:pt x="29" y="70"/>
                    <a:pt x="25" y="70"/>
                  </a:cubicBezTo>
                  <a:cubicBezTo>
                    <a:pt x="25" y="70"/>
                    <a:pt x="24" y="69"/>
                    <a:pt x="24" y="69"/>
                  </a:cubicBezTo>
                  <a:cubicBezTo>
                    <a:pt x="24" y="68"/>
                    <a:pt x="24" y="67"/>
                    <a:pt x="24" y="66"/>
                  </a:cubicBezTo>
                  <a:cubicBezTo>
                    <a:pt x="24" y="65"/>
                    <a:pt x="25" y="65"/>
                    <a:pt x="25" y="65"/>
                  </a:cubicBezTo>
                  <a:close/>
                  <a:moveTo>
                    <a:pt x="17" y="15"/>
                  </a:moveTo>
                  <a:cubicBezTo>
                    <a:pt x="93" y="15"/>
                    <a:pt x="93" y="15"/>
                    <a:pt x="93" y="15"/>
                  </a:cubicBezTo>
                  <a:cubicBezTo>
                    <a:pt x="93" y="15"/>
                    <a:pt x="94" y="16"/>
                    <a:pt x="94" y="16"/>
                  </a:cubicBezTo>
                  <a:cubicBezTo>
                    <a:pt x="94" y="19"/>
                    <a:pt x="94" y="19"/>
                    <a:pt x="94" y="19"/>
                  </a:cubicBezTo>
                  <a:cubicBezTo>
                    <a:pt x="94" y="20"/>
                    <a:pt x="93" y="20"/>
                    <a:pt x="93" y="20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6" y="20"/>
                    <a:pt x="16" y="20"/>
                    <a:pt x="16" y="19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6" y="16"/>
                    <a:pt x="16" y="15"/>
                    <a:pt x="17" y="15"/>
                  </a:cubicBezTo>
                  <a:close/>
                  <a:moveTo>
                    <a:pt x="17" y="37"/>
                  </a:moveTo>
                  <a:cubicBezTo>
                    <a:pt x="42" y="37"/>
                    <a:pt x="68" y="37"/>
                    <a:pt x="93" y="37"/>
                  </a:cubicBezTo>
                  <a:cubicBezTo>
                    <a:pt x="93" y="37"/>
                    <a:pt x="94" y="38"/>
                    <a:pt x="94" y="38"/>
                  </a:cubicBezTo>
                  <a:cubicBezTo>
                    <a:pt x="94" y="39"/>
                    <a:pt x="94" y="40"/>
                    <a:pt x="94" y="41"/>
                  </a:cubicBezTo>
                  <a:cubicBezTo>
                    <a:pt x="94" y="42"/>
                    <a:pt x="93" y="42"/>
                    <a:pt x="93" y="42"/>
                  </a:cubicBezTo>
                  <a:cubicBezTo>
                    <a:pt x="68" y="42"/>
                    <a:pt x="42" y="42"/>
                    <a:pt x="17" y="42"/>
                  </a:cubicBezTo>
                  <a:cubicBezTo>
                    <a:pt x="16" y="42"/>
                    <a:pt x="16" y="42"/>
                    <a:pt x="16" y="41"/>
                  </a:cubicBezTo>
                  <a:cubicBezTo>
                    <a:pt x="16" y="40"/>
                    <a:pt x="16" y="39"/>
                    <a:pt x="16" y="38"/>
                  </a:cubicBezTo>
                  <a:cubicBezTo>
                    <a:pt x="16" y="38"/>
                    <a:pt x="16" y="37"/>
                    <a:pt x="17" y="37"/>
                  </a:cubicBezTo>
                  <a:close/>
                  <a:moveTo>
                    <a:pt x="17" y="26"/>
                  </a:moveTo>
                  <a:cubicBezTo>
                    <a:pt x="42" y="26"/>
                    <a:pt x="68" y="26"/>
                    <a:pt x="93" y="26"/>
                  </a:cubicBezTo>
                  <a:cubicBezTo>
                    <a:pt x="93" y="26"/>
                    <a:pt x="94" y="27"/>
                    <a:pt x="94" y="27"/>
                  </a:cubicBezTo>
                  <a:cubicBezTo>
                    <a:pt x="94" y="28"/>
                    <a:pt x="94" y="29"/>
                    <a:pt x="94" y="30"/>
                  </a:cubicBezTo>
                  <a:cubicBezTo>
                    <a:pt x="94" y="31"/>
                    <a:pt x="93" y="31"/>
                    <a:pt x="93" y="31"/>
                  </a:cubicBezTo>
                  <a:cubicBezTo>
                    <a:pt x="68" y="31"/>
                    <a:pt x="42" y="31"/>
                    <a:pt x="17" y="31"/>
                  </a:cubicBezTo>
                  <a:cubicBezTo>
                    <a:pt x="16" y="31"/>
                    <a:pt x="16" y="31"/>
                    <a:pt x="16" y="30"/>
                  </a:cubicBezTo>
                  <a:cubicBezTo>
                    <a:pt x="16" y="29"/>
                    <a:pt x="16" y="28"/>
                    <a:pt x="16" y="27"/>
                  </a:cubicBezTo>
                  <a:cubicBezTo>
                    <a:pt x="16" y="27"/>
                    <a:pt x="16" y="26"/>
                    <a:pt x="17" y="26"/>
                  </a:cubicBez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6" name="任意多边形: 形状 62"/>
            <p:cNvSpPr/>
            <p:nvPr/>
          </p:nvSpPr>
          <p:spPr>
            <a:xfrm>
              <a:off x="4217040" y="2217600"/>
              <a:ext cx="704520" cy="703800"/>
            </a:xfrm>
            <a:custGeom>
              <a:avLst/>
              <a:gdLst/>
              <a:ahLst/>
              <a:rect l="l" t="t" r="r" b="b"/>
              <a:pathLst>
                <a:path w="445" h="445">
                  <a:moveTo>
                    <a:pt x="79" y="79"/>
                  </a:moveTo>
                  <a:cubicBezTo>
                    <a:pt x="0" y="158"/>
                    <a:pt x="0" y="287"/>
                    <a:pt x="79" y="366"/>
                  </a:cubicBezTo>
                  <a:cubicBezTo>
                    <a:pt x="158" y="445"/>
                    <a:pt x="287" y="445"/>
                    <a:pt x="366" y="366"/>
                  </a:cubicBezTo>
                  <a:cubicBezTo>
                    <a:pt x="445" y="287"/>
                    <a:pt x="445" y="158"/>
                    <a:pt x="366" y="79"/>
                  </a:cubicBezTo>
                  <a:cubicBezTo>
                    <a:pt x="287" y="0"/>
                    <a:pt x="158" y="0"/>
                    <a:pt x="79" y="79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7" name="任意多边形: 形状 63"/>
            <p:cNvSpPr/>
            <p:nvPr/>
          </p:nvSpPr>
          <p:spPr>
            <a:xfrm>
              <a:off x="4270680" y="2271240"/>
              <a:ext cx="598680" cy="597240"/>
            </a:xfrm>
            <a:custGeom>
              <a:avLst/>
              <a:gdLst/>
              <a:ahLst/>
              <a:rect l="l" t="t" r="r" b="b"/>
              <a:pathLst>
                <a:path w="378" h="378">
                  <a:moveTo>
                    <a:pt x="311" y="67"/>
                  </a:moveTo>
                  <a:cubicBezTo>
                    <a:pt x="378" y="134"/>
                    <a:pt x="378" y="244"/>
                    <a:pt x="311" y="311"/>
                  </a:cubicBezTo>
                  <a:cubicBezTo>
                    <a:pt x="244" y="378"/>
                    <a:pt x="134" y="378"/>
                    <a:pt x="67" y="311"/>
                  </a:cubicBezTo>
                  <a:cubicBezTo>
                    <a:pt x="0" y="244"/>
                    <a:pt x="0" y="134"/>
                    <a:pt x="67" y="67"/>
                  </a:cubicBezTo>
                  <a:cubicBezTo>
                    <a:pt x="134" y="0"/>
                    <a:pt x="244" y="0"/>
                    <a:pt x="311" y="67"/>
                  </a:cubicBezTo>
                  <a:close/>
                  <a:moveTo>
                    <a:pt x="295" y="83"/>
                  </a:moveTo>
                  <a:cubicBezTo>
                    <a:pt x="354" y="141"/>
                    <a:pt x="354" y="237"/>
                    <a:pt x="295" y="295"/>
                  </a:cubicBezTo>
                  <a:cubicBezTo>
                    <a:pt x="237" y="354"/>
                    <a:pt x="141" y="354"/>
                    <a:pt x="83" y="295"/>
                  </a:cubicBezTo>
                  <a:cubicBezTo>
                    <a:pt x="24" y="237"/>
                    <a:pt x="24" y="141"/>
                    <a:pt x="83" y="83"/>
                  </a:cubicBezTo>
                  <a:cubicBezTo>
                    <a:pt x="141" y="24"/>
                    <a:pt x="237" y="24"/>
                    <a:pt x="295" y="83"/>
                  </a:cubicBezTo>
                  <a:close/>
                </a:path>
              </a:pathLst>
            </a:custGeom>
            <a:solidFill>
              <a:srgbClr val="dcddd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8" name="任意多边形: 形状 64"/>
            <p:cNvSpPr/>
            <p:nvPr/>
          </p:nvSpPr>
          <p:spPr>
            <a:xfrm>
              <a:off x="4437720" y="2422080"/>
              <a:ext cx="264240" cy="277560"/>
            </a:xfrm>
            <a:custGeom>
              <a:avLst/>
              <a:gdLst/>
              <a:ahLst/>
              <a:rect l="l" t="t" r="r" b="b"/>
              <a:pathLst>
                <a:path w="168" h="177">
                  <a:moveTo>
                    <a:pt x="84" y="96"/>
                  </a:moveTo>
                  <a:cubicBezTo>
                    <a:pt x="89" y="96"/>
                    <a:pt x="94" y="100"/>
                    <a:pt x="94" y="106"/>
                  </a:cubicBezTo>
                  <a:cubicBezTo>
                    <a:pt x="94" y="110"/>
                    <a:pt x="91" y="113"/>
                    <a:pt x="88" y="115"/>
                  </a:cubicBezTo>
                  <a:cubicBezTo>
                    <a:pt x="93" y="147"/>
                    <a:pt x="93" y="147"/>
                    <a:pt x="93" y="147"/>
                  </a:cubicBezTo>
                  <a:cubicBezTo>
                    <a:pt x="114" y="94"/>
                    <a:pt x="114" y="94"/>
                    <a:pt x="114" y="94"/>
                  </a:cubicBezTo>
                  <a:cubicBezTo>
                    <a:pt x="150" y="107"/>
                    <a:pt x="150" y="107"/>
                    <a:pt x="150" y="107"/>
                  </a:cubicBezTo>
                  <a:cubicBezTo>
                    <a:pt x="162" y="111"/>
                    <a:pt x="168" y="120"/>
                    <a:pt x="168" y="133"/>
                  </a:cubicBezTo>
                  <a:cubicBezTo>
                    <a:pt x="168" y="177"/>
                    <a:pt x="168" y="177"/>
                    <a:pt x="168" y="177"/>
                  </a:cubicBezTo>
                  <a:cubicBezTo>
                    <a:pt x="0" y="177"/>
                    <a:pt x="0" y="177"/>
                    <a:pt x="0" y="177"/>
                  </a:cubicBezTo>
                  <a:cubicBezTo>
                    <a:pt x="0" y="133"/>
                    <a:pt x="0" y="133"/>
                    <a:pt x="0" y="133"/>
                  </a:cubicBezTo>
                  <a:cubicBezTo>
                    <a:pt x="0" y="120"/>
                    <a:pt x="6" y="111"/>
                    <a:pt x="18" y="107"/>
                  </a:cubicBezTo>
                  <a:cubicBezTo>
                    <a:pt x="53" y="94"/>
                    <a:pt x="53" y="94"/>
                    <a:pt x="53" y="94"/>
                  </a:cubicBezTo>
                  <a:cubicBezTo>
                    <a:pt x="75" y="147"/>
                    <a:pt x="75" y="147"/>
                    <a:pt x="75" y="147"/>
                  </a:cubicBezTo>
                  <a:cubicBezTo>
                    <a:pt x="80" y="115"/>
                    <a:pt x="80" y="115"/>
                    <a:pt x="80" y="115"/>
                  </a:cubicBezTo>
                  <a:cubicBezTo>
                    <a:pt x="76" y="113"/>
                    <a:pt x="74" y="110"/>
                    <a:pt x="74" y="106"/>
                  </a:cubicBezTo>
                  <a:cubicBezTo>
                    <a:pt x="74" y="100"/>
                    <a:pt x="78" y="96"/>
                    <a:pt x="84" y="96"/>
                  </a:cubicBezTo>
                  <a:close/>
                  <a:moveTo>
                    <a:pt x="84" y="87"/>
                  </a:moveTo>
                  <a:cubicBezTo>
                    <a:pt x="72" y="87"/>
                    <a:pt x="63" y="78"/>
                    <a:pt x="58" y="69"/>
                  </a:cubicBezTo>
                  <a:cubicBezTo>
                    <a:pt x="50" y="56"/>
                    <a:pt x="46" y="39"/>
                    <a:pt x="50" y="25"/>
                  </a:cubicBezTo>
                  <a:cubicBezTo>
                    <a:pt x="54" y="11"/>
                    <a:pt x="64" y="0"/>
                    <a:pt x="84" y="0"/>
                  </a:cubicBezTo>
                  <a:cubicBezTo>
                    <a:pt x="104" y="0"/>
                    <a:pt x="114" y="11"/>
                    <a:pt x="118" y="25"/>
                  </a:cubicBezTo>
                  <a:cubicBezTo>
                    <a:pt x="121" y="39"/>
                    <a:pt x="118" y="56"/>
                    <a:pt x="110" y="69"/>
                  </a:cubicBezTo>
                  <a:cubicBezTo>
                    <a:pt x="104" y="79"/>
                    <a:pt x="95" y="87"/>
                    <a:pt x="84" y="87"/>
                  </a:cubicBezTo>
                  <a:close/>
                </a:path>
              </a:pathLst>
            </a:custGeom>
            <a:solidFill>
              <a:schemeClr val="tx2">
                <a:lumMod val="5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209" name="组合 4"/>
          <p:cNvGrpSpPr/>
          <p:nvPr/>
        </p:nvGrpSpPr>
        <p:grpSpPr>
          <a:xfrm>
            <a:off x="182160" y="1536840"/>
            <a:ext cx="2469240" cy="538920"/>
            <a:chOff x="182160" y="1536840"/>
            <a:chExt cx="2469240" cy="538920"/>
          </a:xfrm>
        </p:grpSpPr>
        <p:sp>
          <p:nvSpPr>
            <p:cNvPr id="210" name="文本框 202"/>
            <p:cNvSpPr/>
            <p:nvPr/>
          </p:nvSpPr>
          <p:spPr>
            <a:xfrm>
              <a:off x="182160" y="1721520"/>
              <a:ext cx="2469240" cy="354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72000" tIns="0" bIns="0" anchor="t">
              <a:normAutofit fontScale="88000"/>
            </a:bodyPr>
            <a:p>
              <a:pPr algn="r">
                <a:lnSpc>
                  <a:spcPct val="120000"/>
                </a:lnSpc>
                <a:buNone/>
              </a:pPr>
              <a:r>
                <a:rPr b="0" lang="zh-CN" sz="11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此部分内容作为文字排版占位显示</a:t>
              </a:r>
              <a:br>
                <a:rPr sz="1100"/>
              </a:br>
              <a:r>
                <a:rPr b="0" lang="zh-CN" sz="11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（建议使用主题字体）</a:t>
              </a:r>
              <a:endParaRPr b="0" lang="en-HK" sz="1100" spc="-1" strike="noStrike">
                <a:latin typeface="Arial"/>
              </a:endParaRPr>
            </a:p>
          </p:txBody>
        </p:sp>
        <p:sp>
          <p:nvSpPr>
            <p:cNvPr id="211" name="矩形 15"/>
            <p:cNvSpPr/>
            <p:nvPr/>
          </p:nvSpPr>
          <p:spPr>
            <a:xfrm>
              <a:off x="182160" y="1536840"/>
              <a:ext cx="2469240" cy="180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72000" rIns="72000" tIns="0" bIns="0" anchor="t">
              <a:normAutofit fontScale="74000"/>
            </a:bodyPr>
            <a:p>
              <a:pPr algn="r">
                <a:lnSpc>
                  <a:spcPct val="100000"/>
                </a:lnSpc>
                <a:buNone/>
              </a:pPr>
              <a:r>
                <a:rPr b="1" lang="zh-CN" sz="1600" spc="-1" strike="noStrike">
                  <a:solidFill>
                    <a:srgbClr val="959595"/>
                  </a:solidFill>
                  <a:latin typeface="微软雅黑"/>
                  <a:ea typeface="微软雅黑"/>
                </a:rPr>
                <a:t>单击添加标题</a:t>
              </a:r>
              <a:endParaRPr b="0" lang="en-HK" sz="1600" spc="-1" strike="noStrike">
                <a:latin typeface="Arial"/>
              </a:endParaRPr>
            </a:p>
          </p:txBody>
        </p:sp>
      </p:grpSp>
      <p:grpSp>
        <p:nvGrpSpPr>
          <p:cNvPr id="212" name="组合 5"/>
          <p:cNvGrpSpPr/>
          <p:nvPr/>
        </p:nvGrpSpPr>
        <p:grpSpPr>
          <a:xfrm>
            <a:off x="6488640" y="1536840"/>
            <a:ext cx="2469240" cy="538920"/>
            <a:chOff x="6488640" y="1536840"/>
            <a:chExt cx="2469240" cy="538920"/>
          </a:xfrm>
        </p:grpSpPr>
        <p:sp>
          <p:nvSpPr>
            <p:cNvPr id="213" name="文本框 205"/>
            <p:cNvSpPr/>
            <p:nvPr/>
          </p:nvSpPr>
          <p:spPr>
            <a:xfrm>
              <a:off x="6488640" y="1721520"/>
              <a:ext cx="2469240" cy="354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72000" tIns="0" bIns="0" anchor="t">
              <a:normAutofit fontScale="88000"/>
            </a:bodyPr>
            <a:p>
              <a:pPr>
                <a:lnSpc>
                  <a:spcPct val="120000"/>
                </a:lnSpc>
                <a:buNone/>
              </a:pPr>
              <a:r>
                <a:rPr b="0" lang="zh-CN" sz="11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此部分内容作为文字排版占位显示</a:t>
              </a:r>
              <a:br>
                <a:rPr sz="1100"/>
              </a:br>
              <a:r>
                <a:rPr b="0" lang="zh-CN" sz="11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（建议使用主题字体）</a:t>
              </a:r>
              <a:endParaRPr b="0" lang="en-HK" sz="1100" spc="-1" strike="noStrike">
                <a:latin typeface="Arial"/>
              </a:endParaRPr>
            </a:p>
          </p:txBody>
        </p:sp>
        <p:sp>
          <p:nvSpPr>
            <p:cNvPr id="214" name="矩形 13"/>
            <p:cNvSpPr/>
            <p:nvPr/>
          </p:nvSpPr>
          <p:spPr>
            <a:xfrm>
              <a:off x="6488640" y="1536840"/>
              <a:ext cx="2469240" cy="180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72000" rIns="72000" tIns="0" bIns="0" anchor="t">
              <a:normAutofit fontScale="74000"/>
            </a:bodyPr>
            <a:p>
              <a:pPr>
                <a:lnSpc>
                  <a:spcPct val="100000"/>
                </a:lnSpc>
                <a:buNone/>
              </a:pPr>
              <a:r>
                <a:rPr b="1" lang="zh-CN" sz="1600" spc="-1" strike="noStrike">
                  <a:solidFill>
                    <a:srgbClr val="272f42"/>
                  </a:solidFill>
                  <a:latin typeface="微软雅黑"/>
                  <a:ea typeface="微软雅黑"/>
                </a:rPr>
                <a:t>单击添加标题</a:t>
              </a:r>
              <a:endParaRPr b="0" lang="en-HK" sz="1600" spc="-1" strike="noStrike">
                <a:latin typeface="Arial"/>
              </a:endParaRPr>
            </a:p>
          </p:txBody>
        </p:sp>
      </p:grpSp>
      <p:grpSp>
        <p:nvGrpSpPr>
          <p:cNvPr id="215" name="组合 6"/>
          <p:cNvGrpSpPr/>
          <p:nvPr/>
        </p:nvGrpSpPr>
        <p:grpSpPr>
          <a:xfrm>
            <a:off x="182160" y="3393720"/>
            <a:ext cx="2469240" cy="538920"/>
            <a:chOff x="182160" y="3393720"/>
            <a:chExt cx="2469240" cy="538920"/>
          </a:xfrm>
        </p:grpSpPr>
        <p:sp>
          <p:nvSpPr>
            <p:cNvPr id="216" name="文本框 208"/>
            <p:cNvSpPr/>
            <p:nvPr/>
          </p:nvSpPr>
          <p:spPr>
            <a:xfrm>
              <a:off x="182160" y="3578400"/>
              <a:ext cx="2469240" cy="354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72000" tIns="0" bIns="0" anchor="t">
              <a:normAutofit fontScale="88000"/>
            </a:bodyPr>
            <a:p>
              <a:pPr algn="r">
                <a:lnSpc>
                  <a:spcPct val="120000"/>
                </a:lnSpc>
                <a:buNone/>
              </a:pPr>
              <a:r>
                <a:rPr b="0" lang="zh-CN" sz="11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此部分内容作为文字排版占位显示</a:t>
              </a:r>
              <a:br>
                <a:rPr sz="1100"/>
              </a:br>
              <a:r>
                <a:rPr b="0" lang="zh-CN" sz="11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（建议使用主题字体）</a:t>
              </a:r>
              <a:endParaRPr b="0" lang="en-HK" sz="1100" spc="-1" strike="noStrike">
                <a:latin typeface="Arial"/>
              </a:endParaRPr>
            </a:p>
          </p:txBody>
        </p:sp>
        <p:sp>
          <p:nvSpPr>
            <p:cNvPr id="217" name="矩形 11"/>
            <p:cNvSpPr/>
            <p:nvPr/>
          </p:nvSpPr>
          <p:spPr>
            <a:xfrm>
              <a:off x="182160" y="3393720"/>
              <a:ext cx="2469240" cy="180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72000" rIns="72000" tIns="0" bIns="0" anchor="t">
              <a:normAutofit fontScale="74000"/>
            </a:bodyPr>
            <a:p>
              <a:pPr algn="r">
                <a:lnSpc>
                  <a:spcPct val="100000"/>
                </a:lnSpc>
                <a:buNone/>
              </a:pPr>
              <a:r>
                <a:rPr b="1" lang="zh-CN" sz="1600" spc="-1" strike="noStrike">
                  <a:solidFill>
                    <a:srgbClr val="959595"/>
                  </a:solidFill>
                  <a:latin typeface="微软雅黑"/>
                  <a:ea typeface="微软雅黑"/>
                </a:rPr>
                <a:t>单击添加标题</a:t>
              </a:r>
              <a:endParaRPr b="0" lang="en-HK" sz="1600" spc="-1" strike="noStrike">
                <a:latin typeface="Arial"/>
              </a:endParaRPr>
            </a:p>
          </p:txBody>
        </p:sp>
      </p:grpSp>
      <p:grpSp>
        <p:nvGrpSpPr>
          <p:cNvPr id="218" name="组合 7"/>
          <p:cNvGrpSpPr/>
          <p:nvPr/>
        </p:nvGrpSpPr>
        <p:grpSpPr>
          <a:xfrm>
            <a:off x="6488640" y="3393720"/>
            <a:ext cx="2469240" cy="538920"/>
            <a:chOff x="6488640" y="3393720"/>
            <a:chExt cx="2469240" cy="538920"/>
          </a:xfrm>
        </p:grpSpPr>
        <p:sp>
          <p:nvSpPr>
            <p:cNvPr id="219" name="文本框 211"/>
            <p:cNvSpPr/>
            <p:nvPr/>
          </p:nvSpPr>
          <p:spPr>
            <a:xfrm>
              <a:off x="6488640" y="3578400"/>
              <a:ext cx="2469240" cy="354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72000" tIns="0" bIns="0" anchor="t">
              <a:normAutofit fontScale="88000"/>
            </a:bodyPr>
            <a:p>
              <a:pPr>
                <a:lnSpc>
                  <a:spcPct val="120000"/>
                </a:lnSpc>
                <a:buNone/>
              </a:pPr>
              <a:r>
                <a:rPr b="0" lang="zh-CN" sz="11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此部分内容作为文字排版占位显示</a:t>
              </a:r>
              <a:br>
                <a:rPr sz="1100"/>
              </a:br>
              <a:r>
                <a:rPr b="0" lang="zh-CN" sz="11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（建议使用主题字体）</a:t>
              </a:r>
              <a:endParaRPr b="0" lang="en-HK" sz="1100" spc="-1" strike="noStrike">
                <a:latin typeface="Arial"/>
              </a:endParaRPr>
            </a:p>
          </p:txBody>
        </p:sp>
        <p:sp>
          <p:nvSpPr>
            <p:cNvPr id="220" name="矩形 9"/>
            <p:cNvSpPr/>
            <p:nvPr/>
          </p:nvSpPr>
          <p:spPr>
            <a:xfrm>
              <a:off x="6488640" y="3393720"/>
              <a:ext cx="2469240" cy="180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72000" rIns="72000" tIns="0" bIns="0" anchor="t">
              <a:normAutofit fontScale="74000"/>
            </a:bodyPr>
            <a:p>
              <a:pPr>
                <a:lnSpc>
                  <a:spcPct val="100000"/>
                </a:lnSpc>
                <a:buNone/>
              </a:pPr>
              <a:r>
                <a:rPr b="1" lang="zh-CN" sz="16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单击添加标题</a:t>
              </a:r>
              <a:endParaRPr b="0" lang="en-HK" sz="1600" spc="-1" strike="noStrike">
                <a:latin typeface="Arial"/>
              </a:endParaRPr>
            </a:p>
          </p:txBody>
        </p:sp>
      </p:grpSp>
      <p:grpSp>
        <p:nvGrpSpPr>
          <p:cNvPr id="221" name="组合 66"/>
          <p:cNvGrpSpPr/>
          <p:nvPr/>
        </p:nvGrpSpPr>
        <p:grpSpPr>
          <a:xfrm>
            <a:off x="323640" y="0"/>
            <a:ext cx="2084040" cy="574200"/>
            <a:chOff x="323640" y="0"/>
            <a:chExt cx="2084040" cy="574200"/>
          </a:xfrm>
        </p:grpSpPr>
        <p:sp>
          <p:nvSpPr>
            <p:cNvPr id="222" name="TextBox 86"/>
            <p:cNvSpPr/>
            <p:nvPr/>
          </p:nvSpPr>
          <p:spPr>
            <a:xfrm>
              <a:off x="576360" y="58320"/>
              <a:ext cx="183132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zh-CN" sz="24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请输入标题</a:t>
              </a:r>
              <a:endParaRPr b="0" lang="en-HK" sz="2400" spc="-1" strike="noStrike">
                <a:latin typeface="Arial"/>
              </a:endParaRPr>
            </a:p>
          </p:txBody>
        </p:sp>
        <p:sp>
          <p:nvSpPr>
            <p:cNvPr id="223" name="矩形 68"/>
            <p:cNvSpPr/>
            <p:nvPr/>
          </p:nvSpPr>
          <p:spPr>
            <a:xfrm>
              <a:off x="323640" y="0"/>
              <a:ext cx="212040" cy="5742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</p:spTree>
  </p:cSld>
  <p:transition spd="med">
    <p:pull dir="r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4" name="af7dcf01-6a0f-4fcd-b523-a845d2963cf0"/>
          <p:cNvGrpSpPr/>
          <p:nvPr/>
        </p:nvGrpSpPr>
        <p:grpSpPr>
          <a:xfrm>
            <a:off x="-163800" y="1078920"/>
            <a:ext cx="9320400" cy="3367080"/>
            <a:chOff x="-163800" y="1078920"/>
            <a:chExt cx="9320400" cy="3367080"/>
          </a:xfrm>
        </p:grpSpPr>
        <p:sp>
          <p:nvSpPr>
            <p:cNvPr id="225" name="Straight Connector 4"/>
            <p:cNvSpPr/>
            <p:nvPr/>
          </p:nvSpPr>
          <p:spPr>
            <a:xfrm>
              <a:off x="6211080" y="3305520"/>
              <a:ext cx="360" cy="1140480"/>
            </a:xfrm>
            <a:prstGeom prst="line">
              <a:avLst/>
            </a:prstGeom>
            <a:ln>
              <a:solidFill>
                <a:srgbClr val="00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26" name="Freeform: Shape 5"/>
            <p:cNvSpPr/>
            <p:nvPr/>
          </p:nvSpPr>
          <p:spPr>
            <a:xfrm>
              <a:off x="-163800" y="1815840"/>
              <a:ext cx="9320400" cy="2257200"/>
            </a:xfrm>
            <a:custGeom>
              <a:avLst/>
              <a:gdLst/>
              <a:ahLst/>
              <a:rect l="l" t="t" r="r" b="b"/>
              <a:pathLst>
                <a:path w="10000" h="10000">
                  <a:moveTo>
                    <a:pt x="0" y="10000"/>
                  </a:moveTo>
                  <a:lnTo>
                    <a:pt x="3118" y="10000"/>
                  </a:lnTo>
                  <a:lnTo>
                    <a:pt x="5230" y="5845"/>
                  </a:lnTo>
                  <a:lnTo>
                    <a:pt x="6915" y="6788"/>
                  </a:lnTo>
                  <a:lnTo>
                    <a:pt x="7725" y="1487"/>
                  </a:lnTo>
                  <a:cubicBezTo>
                    <a:pt x="8308" y="981"/>
                    <a:pt x="9416" y="506"/>
                    <a:pt x="10000" y="0"/>
                  </a:cubicBezTo>
                </a:path>
              </a:pathLst>
            </a:custGeom>
            <a:noFill/>
            <a:ln w="76200">
              <a:solidFill>
                <a:srgbClr val="80808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7" name="Straight Connector 9"/>
            <p:cNvSpPr/>
            <p:nvPr/>
          </p:nvSpPr>
          <p:spPr>
            <a:xfrm>
              <a:off x="2717640" y="2394720"/>
              <a:ext cx="360" cy="1684080"/>
            </a:xfrm>
            <a:prstGeom prst="line">
              <a:avLst/>
            </a:prstGeom>
            <a:ln>
              <a:solidFill>
                <a:srgbClr val="272f42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28" name="Straight Connector 13"/>
            <p:cNvSpPr/>
            <p:nvPr/>
          </p:nvSpPr>
          <p:spPr>
            <a:xfrm>
              <a:off x="4674240" y="1908720"/>
              <a:ext cx="360" cy="1254600"/>
            </a:xfrm>
            <a:prstGeom prst="line">
              <a:avLst/>
            </a:prstGeom>
            <a:ln>
              <a:solidFill>
                <a:srgbClr val="959595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29" name="Straight Connector 17"/>
            <p:cNvSpPr/>
            <p:nvPr/>
          </p:nvSpPr>
          <p:spPr>
            <a:xfrm>
              <a:off x="6945840" y="1078920"/>
              <a:ext cx="360" cy="1083240"/>
            </a:xfrm>
            <a:prstGeom prst="line">
              <a:avLst/>
            </a:prstGeom>
            <a:ln>
              <a:solidFill>
                <a:srgbClr val="959595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30" name="Freeform: Shape 28"/>
            <p:cNvSpPr/>
            <p:nvPr/>
          </p:nvSpPr>
          <p:spPr>
            <a:xfrm>
              <a:off x="468360" y="1958400"/>
              <a:ext cx="1973880" cy="1970280"/>
            </a:xfrm>
            <a:custGeom>
              <a:avLst/>
              <a:gdLst/>
              <a:ahLst/>
              <a:rect l="l" t="t" r="r" b="b"/>
              <a:pathLst>
                <a:path w="2208" h="2204">
                  <a:moveTo>
                    <a:pt x="2208" y="1170"/>
                  </a:moveTo>
                  <a:lnTo>
                    <a:pt x="2208" y="1170"/>
                  </a:lnTo>
                  <a:lnTo>
                    <a:pt x="2208" y="2204"/>
                  </a:lnTo>
                  <a:lnTo>
                    <a:pt x="2208" y="2204"/>
                  </a:lnTo>
                  <a:lnTo>
                    <a:pt x="2208" y="1170"/>
                  </a:lnTo>
                  <a:moveTo>
                    <a:pt x="971" y="0"/>
                  </a:moveTo>
                  <a:lnTo>
                    <a:pt x="0" y="0"/>
                  </a:lnTo>
                  <a:lnTo>
                    <a:pt x="0" y="2204"/>
                  </a:lnTo>
                  <a:lnTo>
                    <a:pt x="968" y="2204"/>
                  </a:lnTo>
                  <a:lnTo>
                    <a:pt x="968" y="2203"/>
                  </a:lnTo>
                  <a:lnTo>
                    <a:pt x="0" y="2203"/>
                  </a:lnTo>
                  <a:lnTo>
                    <a:pt x="0" y="1029"/>
                  </a:lnTo>
                  <a:lnTo>
                    <a:pt x="3" y="1029"/>
                  </a:lnTo>
                  <a:lnTo>
                    <a:pt x="3" y="1"/>
                  </a:lnTo>
                  <a:lnTo>
                    <a:pt x="971" y="1"/>
                  </a:lnTo>
                  <a:lnTo>
                    <a:pt x="971" y="0"/>
                  </a:lnTo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grpSp>
          <p:nvGrpSpPr>
            <p:cNvPr id="231" name="Group 1065"/>
            <p:cNvGrpSpPr/>
            <p:nvPr/>
          </p:nvGrpSpPr>
          <p:grpSpPr>
            <a:xfrm>
              <a:off x="746640" y="2508120"/>
              <a:ext cx="1485360" cy="1508760"/>
              <a:chOff x="746640" y="2508120"/>
              <a:chExt cx="1485360" cy="1508760"/>
            </a:xfrm>
          </p:grpSpPr>
          <p:sp>
            <p:nvSpPr>
              <p:cNvPr id="232" name="Freeform: Shape 29"/>
              <p:cNvSpPr/>
              <p:nvPr/>
            </p:nvSpPr>
            <p:spPr>
              <a:xfrm>
                <a:off x="1994040" y="3087720"/>
                <a:ext cx="183240" cy="160200"/>
              </a:xfrm>
              <a:custGeom>
                <a:avLst/>
                <a:gdLst/>
                <a:ahLst/>
                <a:rect l="l" t="t" r="r" b="b"/>
                <a:pathLst>
                  <a:path w="236" h="209">
                    <a:moveTo>
                      <a:pt x="47" y="209"/>
                    </a:moveTo>
                    <a:cubicBezTo>
                      <a:pt x="47" y="209"/>
                      <a:pt x="211" y="115"/>
                      <a:pt x="223" y="72"/>
                    </a:cubicBezTo>
                    <a:cubicBezTo>
                      <a:pt x="236" y="29"/>
                      <a:pt x="210" y="8"/>
                      <a:pt x="183" y="15"/>
                    </a:cubicBezTo>
                    <a:cubicBezTo>
                      <a:pt x="159" y="21"/>
                      <a:pt x="103" y="65"/>
                      <a:pt x="103" y="65"/>
                    </a:cubicBezTo>
                    <a:cubicBezTo>
                      <a:pt x="103" y="65"/>
                      <a:pt x="165" y="27"/>
                      <a:pt x="113" y="14"/>
                    </a:cubicBezTo>
                    <a:cubicBezTo>
                      <a:pt x="61" y="0"/>
                      <a:pt x="0" y="114"/>
                      <a:pt x="0" y="114"/>
                    </a:cubicBezTo>
                    <a:lnTo>
                      <a:pt x="47" y="209"/>
                    </a:lnTo>
                    <a:close/>
                  </a:path>
                </a:pathLst>
              </a:custGeom>
              <a:solidFill>
                <a:srgbClr val="ebb18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33" name="Freeform: Shape 30"/>
              <p:cNvSpPr/>
              <p:nvPr/>
            </p:nvSpPr>
            <p:spPr>
              <a:xfrm>
                <a:off x="1600200" y="2957040"/>
                <a:ext cx="442440" cy="382680"/>
              </a:xfrm>
              <a:custGeom>
                <a:avLst/>
                <a:gdLst/>
                <a:ahLst/>
                <a:rect l="l" t="t" r="r" b="b"/>
                <a:pathLst>
                  <a:path w="564" h="489">
                    <a:moveTo>
                      <a:pt x="511" y="240"/>
                    </a:moveTo>
                    <a:cubicBezTo>
                      <a:pt x="508" y="241"/>
                      <a:pt x="505" y="242"/>
                      <a:pt x="502" y="243"/>
                    </a:cubicBezTo>
                    <a:cubicBezTo>
                      <a:pt x="266" y="323"/>
                      <a:pt x="266" y="323"/>
                      <a:pt x="266" y="323"/>
                    </a:cubicBezTo>
                    <a:cubicBezTo>
                      <a:pt x="146" y="37"/>
                      <a:pt x="146" y="37"/>
                      <a:pt x="146" y="37"/>
                    </a:cubicBezTo>
                    <a:cubicBezTo>
                      <a:pt x="130" y="0"/>
                      <a:pt x="91" y="7"/>
                      <a:pt x="54" y="23"/>
                    </a:cubicBezTo>
                    <a:cubicBezTo>
                      <a:pt x="17" y="40"/>
                      <a:pt x="0" y="83"/>
                      <a:pt x="16" y="120"/>
                    </a:cubicBezTo>
                    <a:cubicBezTo>
                      <a:pt x="158" y="444"/>
                      <a:pt x="158" y="444"/>
                      <a:pt x="158" y="444"/>
                    </a:cubicBezTo>
                    <a:cubicBezTo>
                      <a:pt x="168" y="467"/>
                      <a:pt x="189" y="482"/>
                      <a:pt x="212" y="486"/>
                    </a:cubicBezTo>
                    <a:cubicBezTo>
                      <a:pt x="224" y="489"/>
                      <a:pt x="237" y="488"/>
                      <a:pt x="249" y="484"/>
                    </a:cubicBezTo>
                    <a:cubicBezTo>
                      <a:pt x="550" y="382"/>
                      <a:pt x="550" y="382"/>
                      <a:pt x="550" y="382"/>
                    </a:cubicBezTo>
                    <a:cubicBezTo>
                      <a:pt x="555" y="380"/>
                      <a:pt x="559" y="378"/>
                      <a:pt x="564" y="376"/>
                    </a:cubicBezTo>
                    <a:cubicBezTo>
                      <a:pt x="543" y="331"/>
                      <a:pt x="519" y="289"/>
                      <a:pt x="511" y="240"/>
                    </a:cubicBezTo>
                    <a:close/>
                  </a:path>
                </a:pathLst>
              </a:custGeom>
              <a:solidFill>
                <a:srgbClr val="e3e5e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34" name="Freeform: Shape 1023"/>
              <p:cNvSpPr/>
              <p:nvPr/>
            </p:nvSpPr>
            <p:spPr>
              <a:xfrm>
                <a:off x="1643760" y="2872080"/>
                <a:ext cx="93600" cy="95760"/>
              </a:xfrm>
              <a:custGeom>
                <a:avLst/>
                <a:gdLst/>
                <a:ahLst/>
                <a:rect l="l" t="t" r="r" b="b"/>
                <a:pathLst>
                  <a:path w="85" h="87">
                    <a:moveTo>
                      <a:pt x="33" y="0"/>
                    </a:moveTo>
                    <a:lnTo>
                      <a:pt x="0" y="33"/>
                    </a:lnTo>
                    <a:lnTo>
                      <a:pt x="71" y="87"/>
                    </a:lnTo>
                    <a:lnTo>
                      <a:pt x="85" y="44"/>
                    </a:lnTo>
                    <a:lnTo>
                      <a:pt x="33" y="0"/>
                    </a:lnTo>
                    <a:close/>
                  </a:path>
                </a:pathLst>
              </a:custGeom>
              <a:solidFill>
                <a:srgbClr val="e3ae8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35" name="Freeform: Shape 1024"/>
              <p:cNvSpPr/>
              <p:nvPr/>
            </p:nvSpPr>
            <p:spPr>
              <a:xfrm>
                <a:off x="894600" y="3821040"/>
                <a:ext cx="204840" cy="195840"/>
              </a:xfrm>
              <a:custGeom>
                <a:avLst/>
                <a:gdLst/>
                <a:ahLst/>
                <a:rect l="l" t="t" r="r" b="b"/>
                <a:pathLst>
                  <a:path w="265" h="252">
                    <a:moveTo>
                      <a:pt x="115" y="0"/>
                    </a:moveTo>
                    <a:cubicBezTo>
                      <a:pt x="115" y="0"/>
                      <a:pt x="106" y="7"/>
                      <a:pt x="85" y="20"/>
                    </a:cubicBezTo>
                    <a:cubicBezTo>
                      <a:pt x="64" y="33"/>
                      <a:pt x="0" y="86"/>
                      <a:pt x="0" y="86"/>
                    </a:cubicBezTo>
                    <a:cubicBezTo>
                      <a:pt x="55" y="141"/>
                      <a:pt x="55" y="141"/>
                      <a:pt x="55" y="141"/>
                    </a:cubicBezTo>
                    <a:cubicBezTo>
                      <a:pt x="90" y="137"/>
                      <a:pt x="90" y="137"/>
                      <a:pt x="90" y="137"/>
                    </a:cubicBezTo>
                    <a:cubicBezTo>
                      <a:pt x="90" y="137"/>
                      <a:pt x="90" y="231"/>
                      <a:pt x="153" y="249"/>
                    </a:cubicBezTo>
                    <a:cubicBezTo>
                      <a:pt x="214" y="249"/>
                      <a:pt x="228" y="252"/>
                      <a:pt x="251" y="252"/>
                    </a:cubicBezTo>
                    <a:cubicBezTo>
                      <a:pt x="265" y="229"/>
                      <a:pt x="221" y="212"/>
                      <a:pt x="204" y="199"/>
                    </a:cubicBezTo>
                    <a:cubicBezTo>
                      <a:pt x="186" y="186"/>
                      <a:pt x="184" y="147"/>
                      <a:pt x="179" y="126"/>
                    </a:cubicBezTo>
                    <a:cubicBezTo>
                      <a:pt x="175" y="106"/>
                      <a:pt x="193" y="68"/>
                      <a:pt x="193" y="68"/>
                    </a:cubicBezTo>
                    <a:lnTo>
                      <a:pt x="115" y="0"/>
                    </a:lnTo>
                    <a:close/>
                  </a:path>
                </a:pathLst>
              </a:custGeom>
              <a:solidFill>
                <a:srgbClr val="1e1a1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36" name="Freeform: Shape 1025"/>
              <p:cNvSpPr/>
              <p:nvPr/>
            </p:nvSpPr>
            <p:spPr>
              <a:xfrm>
                <a:off x="962280" y="3249720"/>
                <a:ext cx="518040" cy="643320"/>
              </a:xfrm>
              <a:custGeom>
                <a:avLst/>
                <a:gdLst/>
                <a:ahLst/>
                <a:rect l="l" t="t" r="r" b="b"/>
                <a:pathLst>
                  <a:path w="661" h="818">
                    <a:moveTo>
                      <a:pt x="626" y="96"/>
                    </a:moveTo>
                    <a:cubicBezTo>
                      <a:pt x="534" y="20"/>
                      <a:pt x="534" y="20"/>
                      <a:pt x="534" y="20"/>
                    </a:cubicBezTo>
                    <a:cubicBezTo>
                      <a:pt x="515" y="5"/>
                      <a:pt x="490" y="0"/>
                      <a:pt x="467" y="7"/>
                    </a:cubicBezTo>
                    <a:cubicBezTo>
                      <a:pt x="443" y="13"/>
                      <a:pt x="425" y="31"/>
                      <a:pt x="417" y="55"/>
                    </a:cubicBezTo>
                    <a:cubicBezTo>
                      <a:pt x="417" y="55"/>
                      <a:pt x="308" y="407"/>
                      <a:pt x="299" y="422"/>
                    </a:cubicBezTo>
                    <a:cubicBezTo>
                      <a:pt x="290" y="436"/>
                      <a:pt x="8" y="708"/>
                      <a:pt x="8" y="708"/>
                    </a:cubicBezTo>
                    <a:cubicBezTo>
                      <a:pt x="0" y="716"/>
                      <a:pt x="85" y="794"/>
                      <a:pt x="119" y="818"/>
                    </a:cubicBezTo>
                    <a:cubicBezTo>
                      <a:pt x="120" y="818"/>
                      <a:pt x="121" y="817"/>
                      <a:pt x="121" y="816"/>
                    </a:cubicBezTo>
                    <a:cubicBezTo>
                      <a:pt x="121" y="816"/>
                      <a:pt x="402" y="525"/>
                      <a:pt x="417" y="510"/>
                    </a:cubicBezTo>
                    <a:cubicBezTo>
                      <a:pt x="432" y="494"/>
                      <a:pt x="639" y="195"/>
                      <a:pt x="639" y="195"/>
                    </a:cubicBezTo>
                    <a:cubicBezTo>
                      <a:pt x="661" y="163"/>
                      <a:pt x="656" y="120"/>
                      <a:pt x="626" y="96"/>
                    </a:cubicBezTo>
                    <a:close/>
                  </a:path>
                </a:pathLst>
              </a:custGeom>
              <a:solidFill>
                <a:srgbClr val="4c3b2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37" name="Freeform: Shape 1026"/>
              <p:cNvSpPr/>
              <p:nvPr/>
            </p:nvSpPr>
            <p:spPr>
              <a:xfrm>
                <a:off x="2008800" y="2976480"/>
                <a:ext cx="70560" cy="37440"/>
              </a:xfrm>
              <a:custGeom>
                <a:avLst/>
                <a:gdLst/>
                <a:ahLst/>
                <a:rect l="l" t="t" r="r" b="b"/>
                <a:pathLst>
                  <a:path w="94" h="52">
                    <a:moveTo>
                      <a:pt x="93" y="17"/>
                    </a:moveTo>
                    <a:cubicBezTo>
                      <a:pt x="94" y="15"/>
                      <a:pt x="61" y="0"/>
                      <a:pt x="33" y="11"/>
                    </a:cubicBezTo>
                    <a:cubicBezTo>
                      <a:pt x="5" y="22"/>
                      <a:pt x="0" y="26"/>
                      <a:pt x="7" y="39"/>
                    </a:cubicBezTo>
                    <a:cubicBezTo>
                      <a:pt x="14" y="52"/>
                      <a:pt x="76" y="45"/>
                      <a:pt x="93" y="17"/>
                    </a:cubicBezTo>
                    <a:close/>
                  </a:path>
                </a:pathLst>
              </a:custGeom>
              <a:solidFill>
                <a:srgbClr val="b0810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38" name="Freeform: Shape 1027"/>
              <p:cNvSpPr/>
              <p:nvPr/>
            </p:nvSpPr>
            <p:spPr>
              <a:xfrm>
                <a:off x="1940040" y="2970720"/>
                <a:ext cx="291960" cy="541080"/>
              </a:xfrm>
              <a:custGeom>
                <a:avLst/>
                <a:gdLst/>
                <a:ahLst/>
                <a:rect l="l" t="t" r="r" b="b"/>
                <a:pathLst>
                  <a:path w="375" h="689">
                    <a:moveTo>
                      <a:pt x="265" y="165"/>
                    </a:moveTo>
                    <a:cubicBezTo>
                      <a:pt x="266" y="160"/>
                      <a:pt x="313" y="55"/>
                      <a:pt x="313" y="55"/>
                    </a:cubicBezTo>
                    <a:cubicBezTo>
                      <a:pt x="313" y="55"/>
                      <a:pt x="326" y="12"/>
                      <a:pt x="284" y="18"/>
                    </a:cubicBezTo>
                    <a:cubicBezTo>
                      <a:pt x="245" y="23"/>
                      <a:pt x="258" y="0"/>
                      <a:pt x="221" y="4"/>
                    </a:cubicBezTo>
                    <a:cubicBezTo>
                      <a:pt x="184" y="9"/>
                      <a:pt x="194" y="19"/>
                      <a:pt x="168" y="30"/>
                    </a:cubicBezTo>
                    <a:cubicBezTo>
                      <a:pt x="142" y="42"/>
                      <a:pt x="71" y="54"/>
                      <a:pt x="100" y="29"/>
                    </a:cubicBezTo>
                    <a:cubicBezTo>
                      <a:pt x="126" y="8"/>
                      <a:pt x="153" y="17"/>
                      <a:pt x="171" y="19"/>
                    </a:cubicBezTo>
                    <a:cubicBezTo>
                      <a:pt x="125" y="1"/>
                      <a:pt x="72" y="21"/>
                      <a:pt x="93" y="48"/>
                    </a:cubicBezTo>
                    <a:cubicBezTo>
                      <a:pt x="115" y="75"/>
                      <a:pt x="164" y="183"/>
                      <a:pt x="159" y="183"/>
                    </a:cubicBezTo>
                    <a:cubicBezTo>
                      <a:pt x="154" y="183"/>
                      <a:pt x="36" y="344"/>
                      <a:pt x="18" y="417"/>
                    </a:cubicBezTo>
                    <a:cubicBezTo>
                      <a:pt x="0" y="489"/>
                      <a:pt x="38" y="669"/>
                      <a:pt x="188" y="679"/>
                    </a:cubicBezTo>
                    <a:cubicBezTo>
                      <a:pt x="337" y="689"/>
                      <a:pt x="352" y="568"/>
                      <a:pt x="364" y="444"/>
                    </a:cubicBezTo>
                    <a:cubicBezTo>
                      <a:pt x="375" y="321"/>
                      <a:pt x="262" y="194"/>
                      <a:pt x="265" y="165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39" name="Freeform: Shape 1028"/>
              <p:cNvSpPr/>
              <p:nvPr/>
            </p:nvSpPr>
            <p:spPr>
              <a:xfrm>
                <a:off x="2052360" y="3100320"/>
                <a:ext cx="109800" cy="28080"/>
              </a:xfrm>
              <a:custGeom>
                <a:avLst/>
                <a:gdLst/>
                <a:ahLst/>
                <a:rect l="l" t="t" r="r" b="b"/>
                <a:pathLst>
                  <a:path w="143" h="41">
                    <a:moveTo>
                      <a:pt x="15" y="10"/>
                    </a:moveTo>
                    <a:cubicBezTo>
                      <a:pt x="15" y="10"/>
                      <a:pt x="29" y="41"/>
                      <a:pt x="122" y="3"/>
                    </a:cubicBezTo>
                    <a:cubicBezTo>
                      <a:pt x="130" y="0"/>
                      <a:pt x="143" y="32"/>
                      <a:pt x="88" y="37"/>
                    </a:cubicBezTo>
                    <a:cubicBezTo>
                      <a:pt x="33" y="41"/>
                      <a:pt x="20" y="35"/>
                      <a:pt x="10" y="28"/>
                    </a:cubicBezTo>
                    <a:cubicBezTo>
                      <a:pt x="0" y="21"/>
                      <a:pt x="15" y="10"/>
                      <a:pt x="15" y="10"/>
                    </a:cubicBezTo>
                    <a:close/>
                  </a:path>
                </a:pathLst>
              </a:custGeom>
              <a:solidFill>
                <a:srgbClr val="503d2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40" name="Freeform: Shape 1029"/>
              <p:cNvSpPr/>
              <p:nvPr/>
            </p:nvSpPr>
            <p:spPr>
              <a:xfrm>
                <a:off x="2030760" y="3239280"/>
                <a:ext cx="106200" cy="171720"/>
              </a:xfrm>
              <a:custGeom>
                <a:avLst/>
                <a:gdLst/>
                <a:ahLst/>
                <a:rect l="l" t="t" r="r" b="b"/>
                <a:pathLst>
                  <a:path w="139" h="222">
                    <a:moveTo>
                      <a:pt x="139" y="141"/>
                    </a:moveTo>
                    <a:cubicBezTo>
                      <a:pt x="139" y="149"/>
                      <a:pt x="138" y="156"/>
                      <a:pt x="135" y="161"/>
                    </a:cubicBezTo>
                    <a:cubicBezTo>
                      <a:pt x="134" y="163"/>
                      <a:pt x="133" y="165"/>
                      <a:pt x="131" y="168"/>
                    </a:cubicBezTo>
                    <a:cubicBezTo>
                      <a:pt x="129" y="173"/>
                      <a:pt x="124" y="179"/>
                      <a:pt x="116" y="184"/>
                    </a:cubicBezTo>
                    <a:cubicBezTo>
                      <a:pt x="109" y="189"/>
                      <a:pt x="102" y="193"/>
                      <a:pt x="96" y="194"/>
                    </a:cubicBezTo>
                    <a:cubicBezTo>
                      <a:pt x="87" y="196"/>
                      <a:pt x="76" y="197"/>
                      <a:pt x="64" y="195"/>
                    </a:cubicBezTo>
                    <a:cubicBezTo>
                      <a:pt x="57" y="194"/>
                      <a:pt x="50" y="193"/>
                      <a:pt x="43" y="190"/>
                    </a:cubicBezTo>
                    <a:cubicBezTo>
                      <a:pt x="24" y="184"/>
                      <a:pt x="10" y="176"/>
                      <a:pt x="0" y="166"/>
                    </a:cubicBezTo>
                    <a:cubicBezTo>
                      <a:pt x="2" y="157"/>
                      <a:pt x="5" y="147"/>
                      <a:pt x="9" y="135"/>
                    </a:cubicBezTo>
                    <a:cubicBezTo>
                      <a:pt x="10" y="129"/>
                      <a:pt x="12" y="123"/>
                      <a:pt x="12" y="117"/>
                    </a:cubicBezTo>
                    <a:cubicBezTo>
                      <a:pt x="13" y="116"/>
                      <a:pt x="15" y="116"/>
                      <a:pt x="18" y="116"/>
                    </a:cubicBezTo>
                    <a:cubicBezTo>
                      <a:pt x="20" y="116"/>
                      <a:pt x="23" y="117"/>
                      <a:pt x="27" y="119"/>
                    </a:cubicBezTo>
                    <a:cubicBezTo>
                      <a:pt x="32" y="120"/>
                      <a:pt x="35" y="121"/>
                      <a:pt x="37" y="122"/>
                    </a:cubicBezTo>
                    <a:cubicBezTo>
                      <a:pt x="42" y="123"/>
                      <a:pt x="45" y="123"/>
                      <a:pt x="48" y="124"/>
                    </a:cubicBezTo>
                    <a:cubicBezTo>
                      <a:pt x="47" y="124"/>
                      <a:pt x="50" y="123"/>
                      <a:pt x="55" y="122"/>
                    </a:cubicBezTo>
                    <a:cubicBezTo>
                      <a:pt x="56" y="122"/>
                      <a:pt x="57" y="122"/>
                      <a:pt x="58" y="121"/>
                    </a:cubicBezTo>
                    <a:cubicBezTo>
                      <a:pt x="61" y="114"/>
                      <a:pt x="54" y="105"/>
                      <a:pt x="37" y="95"/>
                    </a:cubicBezTo>
                    <a:cubicBezTo>
                      <a:pt x="24" y="87"/>
                      <a:pt x="15" y="79"/>
                      <a:pt x="8" y="70"/>
                    </a:cubicBezTo>
                    <a:cubicBezTo>
                      <a:pt x="6" y="68"/>
                      <a:pt x="4" y="63"/>
                      <a:pt x="3" y="56"/>
                    </a:cubicBezTo>
                    <a:cubicBezTo>
                      <a:pt x="3" y="55"/>
                      <a:pt x="3" y="55"/>
                      <a:pt x="3" y="54"/>
                    </a:cubicBezTo>
                    <a:cubicBezTo>
                      <a:pt x="4" y="52"/>
                      <a:pt x="5" y="48"/>
                      <a:pt x="8" y="42"/>
                    </a:cubicBezTo>
                    <a:cubicBezTo>
                      <a:pt x="14" y="31"/>
                      <a:pt x="24" y="23"/>
                      <a:pt x="37" y="19"/>
                    </a:cubicBezTo>
                    <a:cubicBezTo>
                      <a:pt x="45" y="17"/>
                      <a:pt x="57" y="17"/>
                      <a:pt x="71" y="17"/>
                    </a:cubicBezTo>
                    <a:cubicBezTo>
                      <a:pt x="76" y="18"/>
                      <a:pt x="80" y="18"/>
                      <a:pt x="83" y="19"/>
                    </a:cubicBezTo>
                    <a:cubicBezTo>
                      <a:pt x="95" y="21"/>
                      <a:pt x="105" y="23"/>
                      <a:pt x="114" y="24"/>
                    </a:cubicBezTo>
                    <a:cubicBezTo>
                      <a:pt x="116" y="25"/>
                      <a:pt x="120" y="26"/>
                      <a:pt x="124" y="27"/>
                    </a:cubicBezTo>
                    <a:cubicBezTo>
                      <a:pt x="133" y="31"/>
                      <a:pt x="133" y="31"/>
                      <a:pt x="133" y="31"/>
                    </a:cubicBezTo>
                    <a:cubicBezTo>
                      <a:pt x="135" y="33"/>
                      <a:pt x="137" y="35"/>
                      <a:pt x="139" y="37"/>
                    </a:cubicBezTo>
                    <a:cubicBezTo>
                      <a:pt x="139" y="38"/>
                      <a:pt x="139" y="44"/>
                      <a:pt x="138" y="53"/>
                    </a:cubicBezTo>
                    <a:cubicBezTo>
                      <a:pt x="137" y="69"/>
                      <a:pt x="136" y="78"/>
                      <a:pt x="136" y="78"/>
                    </a:cubicBezTo>
                    <a:cubicBezTo>
                      <a:pt x="136" y="81"/>
                      <a:pt x="136" y="85"/>
                      <a:pt x="134" y="90"/>
                    </a:cubicBezTo>
                    <a:cubicBezTo>
                      <a:pt x="133" y="92"/>
                      <a:pt x="131" y="93"/>
                      <a:pt x="129" y="92"/>
                    </a:cubicBezTo>
                    <a:cubicBezTo>
                      <a:pt x="127" y="92"/>
                      <a:pt x="124" y="91"/>
                      <a:pt x="121" y="90"/>
                    </a:cubicBezTo>
                    <a:cubicBezTo>
                      <a:pt x="119" y="88"/>
                      <a:pt x="116" y="87"/>
                      <a:pt x="114" y="85"/>
                    </a:cubicBezTo>
                    <a:cubicBezTo>
                      <a:pt x="104" y="80"/>
                      <a:pt x="98" y="78"/>
                      <a:pt x="93" y="77"/>
                    </a:cubicBezTo>
                    <a:cubicBezTo>
                      <a:pt x="92" y="78"/>
                      <a:pt x="92" y="78"/>
                      <a:pt x="92" y="78"/>
                    </a:cubicBezTo>
                    <a:cubicBezTo>
                      <a:pt x="98" y="87"/>
                      <a:pt x="108" y="97"/>
                      <a:pt x="122" y="107"/>
                    </a:cubicBezTo>
                    <a:cubicBezTo>
                      <a:pt x="133" y="115"/>
                      <a:pt x="139" y="127"/>
                      <a:pt x="139" y="141"/>
                    </a:cubicBezTo>
                    <a:close/>
                    <a:moveTo>
                      <a:pt x="72" y="0"/>
                    </a:moveTo>
                    <a:cubicBezTo>
                      <a:pt x="101" y="4"/>
                      <a:pt x="101" y="4"/>
                      <a:pt x="101" y="4"/>
                    </a:cubicBezTo>
                    <a:cubicBezTo>
                      <a:pt x="99" y="23"/>
                      <a:pt x="99" y="23"/>
                      <a:pt x="99" y="23"/>
                    </a:cubicBezTo>
                    <a:cubicBezTo>
                      <a:pt x="69" y="23"/>
                      <a:pt x="69" y="23"/>
                      <a:pt x="69" y="23"/>
                    </a:cubicBezTo>
                    <a:lnTo>
                      <a:pt x="72" y="0"/>
                    </a:lnTo>
                    <a:close/>
                    <a:moveTo>
                      <a:pt x="54" y="186"/>
                    </a:moveTo>
                    <a:cubicBezTo>
                      <a:pt x="88" y="191"/>
                      <a:pt x="88" y="191"/>
                      <a:pt x="88" y="191"/>
                    </a:cubicBezTo>
                    <a:cubicBezTo>
                      <a:pt x="84" y="222"/>
                      <a:pt x="84" y="222"/>
                      <a:pt x="84" y="222"/>
                    </a:cubicBezTo>
                    <a:cubicBezTo>
                      <a:pt x="50" y="217"/>
                      <a:pt x="50" y="217"/>
                      <a:pt x="50" y="217"/>
                    </a:cubicBezTo>
                    <a:lnTo>
                      <a:pt x="54" y="186"/>
                    </a:ln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41" name="Freeform: Shape 1045"/>
              <p:cNvSpPr/>
              <p:nvPr/>
            </p:nvSpPr>
            <p:spPr>
              <a:xfrm>
                <a:off x="2075400" y="3125520"/>
                <a:ext cx="12240" cy="8640"/>
              </a:xfrm>
              <a:custGeom>
                <a:avLst/>
                <a:gdLst/>
                <a:ahLst/>
                <a:rect l="l" t="t" r="r" b="b"/>
                <a:pathLst>
                  <a:path w="20" h="17">
                    <a:moveTo>
                      <a:pt x="0" y="17"/>
                    </a:moveTo>
                    <a:cubicBezTo>
                      <a:pt x="0" y="17"/>
                      <a:pt x="7" y="13"/>
                      <a:pt x="14" y="7"/>
                    </a:cubicBezTo>
                    <a:cubicBezTo>
                      <a:pt x="16" y="5"/>
                      <a:pt x="18" y="3"/>
                      <a:pt x="20" y="0"/>
                    </a:cubicBezTo>
                    <a:cubicBezTo>
                      <a:pt x="8" y="10"/>
                      <a:pt x="0" y="17"/>
                      <a:pt x="0" y="17"/>
                    </a:cubicBezTo>
                    <a:close/>
                  </a:path>
                </a:pathLst>
              </a:custGeom>
              <a:solidFill>
                <a:srgbClr val="f3b9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42" name="Freeform: Shape 1046"/>
              <p:cNvSpPr/>
              <p:nvPr/>
            </p:nvSpPr>
            <p:spPr>
              <a:xfrm>
                <a:off x="2086920" y="3124440"/>
                <a:ext cx="1800" cy="1800"/>
              </a:xfrm>
              <a:custGeom>
                <a:avLst/>
                <a:gdLst/>
                <a:ahLst/>
                <a:rect l="l" t="t" r="r" b="b"/>
                <a:pathLst>
                  <a:path w="8" h="8">
                    <a:moveTo>
                      <a:pt x="0" y="8"/>
                    </a:moveTo>
                    <a:cubicBezTo>
                      <a:pt x="3" y="6"/>
                      <a:pt x="5" y="3"/>
                      <a:pt x="8" y="0"/>
                    </a:cubicBezTo>
                    <a:cubicBezTo>
                      <a:pt x="7" y="1"/>
                      <a:pt x="7" y="1"/>
                      <a:pt x="6" y="1"/>
                    </a:cubicBezTo>
                    <a:cubicBezTo>
                      <a:pt x="4" y="4"/>
                      <a:pt x="2" y="6"/>
                      <a:pt x="0" y="8"/>
                    </a:cubicBezTo>
                    <a:close/>
                  </a:path>
                </a:pathLst>
              </a:custGeom>
              <a:solidFill>
                <a:srgbClr val="f3b9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43" name="Freeform: Shape 1047"/>
              <p:cNvSpPr/>
              <p:nvPr/>
            </p:nvSpPr>
            <p:spPr>
              <a:xfrm>
                <a:off x="2091600" y="3119760"/>
                <a:ext cx="1800" cy="1800"/>
              </a:xfrm>
              <a:custGeom>
                <a:avLst/>
                <a:gdLst/>
                <a:ahLst/>
                <a:rect l="l" t="t" r="r" b="b"/>
                <a:pathLst>
                  <a:path w="7" h="7">
                    <a:moveTo>
                      <a:pt x="0" y="7"/>
                    </a:moveTo>
                    <a:cubicBezTo>
                      <a:pt x="1" y="7"/>
                      <a:pt x="1" y="7"/>
                      <a:pt x="2" y="6"/>
                    </a:cubicBezTo>
                    <a:cubicBezTo>
                      <a:pt x="4" y="4"/>
                      <a:pt x="6" y="2"/>
                      <a:pt x="7" y="0"/>
                    </a:cubicBezTo>
                    <a:cubicBezTo>
                      <a:pt x="5" y="2"/>
                      <a:pt x="3" y="5"/>
                      <a:pt x="0" y="7"/>
                    </a:cubicBezTo>
                    <a:close/>
                  </a:path>
                </a:pathLst>
              </a:custGeom>
              <a:solidFill>
                <a:srgbClr val="f3b9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44" name="Freeform: Shape 1051"/>
              <p:cNvSpPr/>
              <p:nvPr/>
            </p:nvSpPr>
            <p:spPr>
              <a:xfrm>
                <a:off x="2005560" y="3091320"/>
                <a:ext cx="109800" cy="78840"/>
              </a:xfrm>
              <a:custGeom>
                <a:avLst/>
                <a:gdLst/>
                <a:ahLst/>
                <a:rect l="l" t="t" r="r" b="b"/>
                <a:pathLst>
                  <a:path w="143" h="104">
                    <a:moveTo>
                      <a:pt x="137" y="21"/>
                    </a:moveTo>
                    <a:cubicBezTo>
                      <a:pt x="143" y="0"/>
                      <a:pt x="113" y="1"/>
                      <a:pt x="89" y="5"/>
                    </a:cubicBezTo>
                    <a:cubicBezTo>
                      <a:pt x="53" y="10"/>
                      <a:pt x="19" y="55"/>
                      <a:pt x="0" y="84"/>
                    </a:cubicBezTo>
                    <a:cubicBezTo>
                      <a:pt x="2" y="87"/>
                      <a:pt x="6" y="104"/>
                      <a:pt x="6" y="104"/>
                    </a:cubicBezTo>
                    <a:cubicBezTo>
                      <a:pt x="54" y="85"/>
                      <a:pt x="131" y="40"/>
                      <a:pt x="137" y="21"/>
                    </a:cubicBezTo>
                    <a:close/>
                  </a:path>
                </a:pathLst>
              </a:custGeom>
              <a:solidFill>
                <a:srgbClr val="f3b9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45" name="Freeform: Shape 1052"/>
              <p:cNvSpPr/>
              <p:nvPr/>
            </p:nvSpPr>
            <p:spPr>
              <a:xfrm>
                <a:off x="1313280" y="3670920"/>
                <a:ext cx="131400" cy="205920"/>
              </a:xfrm>
              <a:custGeom>
                <a:avLst/>
                <a:gdLst/>
                <a:ahLst/>
                <a:rect l="l" t="t" r="r" b="b"/>
                <a:pathLst>
                  <a:path w="172" h="266">
                    <a:moveTo>
                      <a:pt x="85" y="0"/>
                    </a:moveTo>
                    <a:cubicBezTo>
                      <a:pt x="0" y="59"/>
                      <a:pt x="0" y="59"/>
                      <a:pt x="0" y="59"/>
                    </a:cubicBezTo>
                    <a:cubicBezTo>
                      <a:pt x="31" y="109"/>
                      <a:pt x="31" y="109"/>
                      <a:pt x="31" y="109"/>
                    </a:cubicBezTo>
                    <a:cubicBezTo>
                      <a:pt x="31" y="109"/>
                      <a:pt x="59" y="95"/>
                      <a:pt x="62" y="104"/>
                    </a:cubicBezTo>
                    <a:cubicBezTo>
                      <a:pt x="64" y="113"/>
                      <a:pt x="63" y="157"/>
                      <a:pt x="69" y="179"/>
                    </a:cubicBezTo>
                    <a:cubicBezTo>
                      <a:pt x="74" y="200"/>
                      <a:pt x="105" y="240"/>
                      <a:pt x="132" y="253"/>
                    </a:cubicBezTo>
                    <a:cubicBezTo>
                      <a:pt x="159" y="266"/>
                      <a:pt x="160" y="222"/>
                      <a:pt x="151" y="197"/>
                    </a:cubicBezTo>
                    <a:cubicBezTo>
                      <a:pt x="145" y="181"/>
                      <a:pt x="139" y="124"/>
                      <a:pt x="146" y="116"/>
                    </a:cubicBezTo>
                    <a:cubicBezTo>
                      <a:pt x="152" y="108"/>
                      <a:pt x="172" y="81"/>
                      <a:pt x="172" y="81"/>
                    </a:cubicBezTo>
                    <a:lnTo>
                      <a:pt x="85" y="0"/>
                    </a:lnTo>
                    <a:close/>
                  </a:path>
                </a:pathLst>
              </a:custGeom>
              <a:solidFill>
                <a:srgbClr val="231f2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46" name="Freeform: Shape 1053"/>
              <p:cNvSpPr/>
              <p:nvPr/>
            </p:nvSpPr>
            <p:spPr>
              <a:xfrm>
                <a:off x="1297440" y="3264480"/>
                <a:ext cx="406800" cy="489600"/>
              </a:xfrm>
              <a:custGeom>
                <a:avLst/>
                <a:gdLst/>
                <a:ahLst/>
                <a:rect l="l" t="t" r="r" b="b"/>
                <a:pathLst>
                  <a:path w="519" h="625">
                    <a:moveTo>
                      <a:pt x="494" y="279"/>
                    </a:moveTo>
                    <a:cubicBezTo>
                      <a:pt x="290" y="90"/>
                      <a:pt x="290" y="90"/>
                      <a:pt x="290" y="90"/>
                    </a:cubicBezTo>
                    <a:cubicBezTo>
                      <a:pt x="290" y="90"/>
                      <a:pt x="189" y="48"/>
                      <a:pt x="96" y="0"/>
                    </a:cubicBezTo>
                    <a:cubicBezTo>
                      <a:pt x="30" y="49"/>
                      <a:pt x="30" y="49"/>
                      <a:pt x="30" y="49"/>
                    </a:cubicBezTo>
                    <a:cubicBezTo>
                      <a:pt x="11" y="64"/>
                      <a:pt x="0" y="86"/>
                      <a:pt x="1" y="110"/>
                    </a:cubicBezTo>
                    <a:cubicBezTo>
                      <a:pt x="1" y="134"/>
                      <a:pt x="13" y="156"/>
                      <a:pt x="33" y="169"/>
                    </a:cubicBezTo>
                    <a:cubicBezTo>
                      <a:pt x="297" y="351"/>
                      <a:pt x="297" y="351"/>
                      <a:pt x="297" y="351"/>
                    </a:cubicBezTo>
                    <a:cubicBezTo>
                      <a:pt x="97" y="508"/>
                      <a:pt x="97" y="508"/>
                      <a:pt x="97" y="508"/>
                    </a:cubicBezTo>
                    <a:cubicBezTo>
                      <a:pt x="140" y="560"/>
                      <a:pt x="153" y="585"/>
                      <a:pt x="181" y="625"/>
                    </a:cubicBezTo>
                    <a:cubicBezTo>
                      <a:pt x="186" y="623"/>
                      <a:pt x="488" y="393"/>
                      <a:pt x="488" y="393"/>
                    </a:cubicBezTo>
                    <a:cubicBezTo>
                      <a:pt x="506" y="380"/>
                      <a:pt x="517" y="360"/>
                      <a:pt x="518" y="338"/>
                    </a:cubicBezTo>
                    <a:cubicBezTo>
                      <a:pt x="519" y="316"/>
                      <a:pt x="510" y="294"/>
                      <a:pt x="494" y="279"/>
                    </a:cubicBezTo>
                    <a:close/>
                  </a:path>
                </a:pathLst>
              </a:custGeom>
              <a:solidFill>
                <a:srgbClr val="58452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47" name="Freeform: Shape 1054"/>
              <p:cNvSpPr/>
              <p:nvPr/>
            </p:nvSpPr>
            <p:spPr>
              <a:xfrm>
                <a:off x="1251360" y="3213000"/>
                <a:ext cx="261000" cy="264600"/>
              </a:xfrm>
              <a:custGeom>
                <a:avLst/>
                <a:gdLst/>
                <a:ahLst/>
                <a:rect l="l" t="t" r="r" b="b"/>
                <a:pathLst>
                  <a:path w="335" h="339">
                    <a:moveTo>
                      <a:pt x="335" y="159"/>
                    </a:moveTo>
                    <a:cubicBezTo>
                      <a:pt x="335" y="159"/>
                      <a:pt x="308" y="339"/>
                      <a:pt x="237" y="335"/>
                    </a:cubicBezTo>
                    <a:cubicBezTo>
                      <a:pt x="177" y="300"/>
                      <a:pt x="62" y="257"/>
                      <a:pt x="31" y="193"/>
                    </a:cubicBezTo>
                    <a:cubicBezTo>
                      <a:pt x="0" y="129"/>
                      <a:pt x="102" y="0"/>
                      <a:pt x="102" y="0"/>
                    </a:cubicBezTo>
                    <a:lnTo>
                      <a:pt x="335" y="159"/>
                    </a:lnTo>
                    <a:close/>
                  </a:path>
                </a:pathLst>
              </a:custGeom>
              <a:solidFill>
                <a:srgbClr val="58452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48" name="Freeform: Shape 1055"/>
              <p:cNvSpPr/>
              <p:nvPr/>
            </p:nvSpPr>
            <p:spPr>
              <a:xfrm>
                <a:off x="1313280" y="2886840"/>
                <a:ext cx="409320" cy="444600"/>
              </a:xfrm>
              <a:custGeom>
                <a:avLst/>
                <a:gdLst/>
                <a:ahLst/>
                <a:rect l="l" t="t" r="r" b="b"/>
                <a:pathLst>
                  <a:path w="523" h="567">
                    <a:moveTo>
                      <a:pt x="423" y="23"/>
                    </a:moveTo>
                    <a:cubicBezTo>
                      <a:pt x="423" y="23"/>
                      <a:pt x="340" y="0"/>
                      <a:pt x="294" y="38"/>
                    </a:cubicBezTo>
                    <a:cubicBezTo>
                      <a:pt x="214" y="104"/>
                      <a:pt x="16" y="420"/>
                      <a:pt x="0" y="446"/>
                    </a:cubicBezTo>
                    <a:cubicBezTo>
                      <a:pt x="83" y="474"/>
                      <a:pt x="83" y="486"/>
                      <a:pt x="270" y="567"/>
                    </a:cubicBezTo>
                    <a:cubicBezTo>
                      <a:pt x="459" y="353"/>
                      <a:pt x="523" y="101"/>
                      <a:pt x="523" y="101"/>
                    </a:cubicBezTo>
                    <a:lnTo>
                      <a:pt x="423" y="23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49" name="Freeform: Shape 1056"/>
              <p:cNvSpPr/>
              <p:nvPr/>
            </p:nvSpPr>
            <p:spPr>
              <a:xfrm>
                <a:off x="1647360" y="2593080"/>
                <a:ext cx="330120" cy="398880"/>
              </a:xfrm>
              <a:custGeom>
                <a:avLst/>
                <a:gdLst/>
                <a:ahLst/>
                <a:rect l="l" t="t" r="r" b="b"/>
                <a:pathLst>
                  <a:path w="422" h="509">
                    <a:moveTo>
                      <a:pt x="409" y="121"/>
                    </a:moveTo>
                    <a:cubicBezTo>
                      <a:pt x="397" y="170"/>
                      <a:pt x="377" y="334"/>
                      <a:pt x="261" y="422"/>
                    </a:cubicBezTo>
                    <a:cubicBezTo>
                      <a:pt x="145" y="509"/>
                      <a:pt x="4" y="360"/>
                      <a:pt x="2" y="250"/>
                    </a:cubicBezTo>
                    <a:cubicBezTo>
                      <a:pt x="0" y="140"/>
                      <a:pt x="66" y="45"/>
                      <a:pt x="130" y="26"/>
                    </a:cubicBezTo>
                    <a:cubicBezTo>
                      <a:pt x="194" y="6"/>
                      <a:pt x="202" y="0"/>
                      <a:pt x="291" y="26"/>
                    </a:cubicBezTo>
                    <a:cubicBezTo>
                      <a:pt x="380" y="53"/>
                      <a:pt x="422" y="71"/>
                      <a:pt x="409" y="121"/>
                    </a:cubicBezTo>
                    <a:close/>
                  </a:path>
                </a:pathLst>
              </a:custGeom>
              <a:solidFill>
                <a:srgbClr val="f3b9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50" name="Freeform: Shape 1057"/>
              <p:cNvSpPr/>
              <p:nvPr/>
            </p:nvSpPr>
            <p:spPr>
              <a:xfrm>
                <a:off x="1618560" y="2508120"/>
                <a:ext cx="419400" cy="288720"/>
              </a:xfrm>
              <a:custGeom>
                <a:avLst/>
                <a:gdLst/>
                <a:ahLst/>
                <a:rect l="l" t="t" r="r" b="b"/>
                <a:pathLst>
                  <a:path w="535" h="370">
                    <a:moveTo>
                      <a:pt x="422" y="232"/>
                    </a:moveTo>
                    <a:cubicBezTo>
                      <a:pt x="519" y="305"/>
                      <a:pt x="535" y="98"/>
                      <a:pt x="499" y="86"/>
                    </a:cubicBezTo>
                    <a:cubicBezTo>
                      <a:pt x="463" y="75"/>
                      <a:pt x="442" y="117"/>
                      <a:pt x="370" y="73"/>
                    </a:cubicBezTo>
                    <a:cubicBezTo>
                      <a:pt x="322" y="44"/>
                      <a:pt x="301" y="13"/>
                      <a:pt x="238" y="8"/>
                    </a:cubicBezTo>
                    <a:cubicBezTo>
                      <a:pt x="132" y="0"/>
                      <a:pt x="29" y="151"/>
                      <a:pt x="15" y="233"/>
                    </a:cubicBezTo>
                    <a:cubicBezTo>
                      <a:pt x="0" y="316"/>
                      <a:pt x="28" y="370"/>
                      <a:pt x="48" y="366"/>
                    </a:cubicBezTo>
                    <a:cubicBezTo>
                      <a:pt x="69" y="362"/>
                      <a:pt x="101" y="346"/>
                      <a:pt x="110" y="314"/>
                    </a:cubicBezTo>
                    <a:cubicBezTo>
                      <a:pt x="119" y="282"/>
                      <a:pt x="122" y="200"/>
                      <a:pt x="163" y="215"/>
                    </a:cubicBezTo>
                    <a:cubicBezTo>
                      <a:pt x="203" y="229"/>
                      <a:pt x="158" y="315"/>
                      <a:pt x="158" y="315"/>
                    </a:cubicBezTo>
                    <a:cubicBezTo>
                      <a:pt x="158" y="315"/>
                      <a:pt x="192" y="335"/>
                      <a:pt x="202" y="321"/>
                    </a:cubicBezTo>
                    <a:cubicBezTo>
                      <a:pt x="211" y="307"/>
                      <a:pt x="186" y="201"/>
                      <a:pt x="226" y="169"/>
                    </a:cubicBezTo>
                    <a:cubicBezTo>
                      <a:pt x="265" y="138"/>
                      <a:pt x="324" y="160"/>
                      <a:pt x="422" y="232"/>
                    </a:cubicBezTo>
                    <a:close/>
                  </a:path>
                </a:pathLst>
              </a:custGeom>
              <a:solidFill>
                <a:srgbClr val="231f2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51" name="Freeform: Shape 1058"/>
              <p:cNvSpPr/>
              <p:nvPr/>
            </p:nvSpPr>
            <p:spPr>
              <a:xfrm>
                <a:off x="978120" y="3058920"/>
                <a:ext cx="146520" cy="159120"/>
              </a:xfrm>
              <a:custGeom>
                <a:avLst/>
                <a:gdLst/>
                <a:ahLst/>
                <a:rect l="l" t="t" r="r" b="b"/>
                <a:pathLst>
                  <a:path w="190" h="207">
                    <a:moveTo>
                      <a:pt x="142" y="0"/>
                    </a:moveTo>
                    <a:cubicBezTo>
                      <a:pt x="142" y="0"/>
                      <a:pt x="71" y="33"/>
                      <a:pt x="33" y="100"/>
                    </a:cubicBezTo>
                    <a:cubicBezTo>
                      <a:pt x="0" y="159"/>
                      <a:pt x="18" y="169"/>
                      <a:pt x="39" y="176"/>
                    </a:cubicBezTo>
                    <a:cubicBezTo>
                      <a:pt x="96" y="195"/>
                      <a:pt x="116" y="158"/>
                      <a:pt x="116" y="158"/>
                    </a:cubicBezTo>
                    <a:cubicBezTo>
                      <a:pt x="116" y="158"/>
                      <a:pt x="96" y="207"/>
                      <a:pt x="137" y="196"/>
                    </a:cubicBezTo>
                    <a:cubicBezTo>
                      <a:pt x="178" y="186"/>
                      <a:pt x="190" y="86"/>
                      <a:pt x="190" y="86"/>
                    </a:cubicBezTo>
                    <a:lnTo>
                      <a:pt x="142" y="0"/>
                    </a:lnTo>
                    <a:close/>
                  </a:path>
                </a:pathLst>
              </a:custGeom>
              <a:solidFill>
                <a:srgbClr val="f3b9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52" name="Freeform: Shape 1059"/>
              <p:cNvSpPr/>
              <p:nvPr/>
            </p:nvSpPr>
            <p:spPr>
              <a:xfrm>
                <a:off x="1074600" y="2898360"/>
                <a:ext cx="570960" cy="248400"/>
              </a:xfrm>
              <a:custGeom>
                <a:avLst/>
                <a:gdLst/>
                <a:ahLst/>
                <a:rect l="l" t="t" r="r" b="b"/>
                <a:pathLst>
                  <a:path w="726" h="319">
                    <a:moveTo>
                      <a:pt x="677" y="4"/>
                    </a:moveTo>
                    <a:cubicBezTo>
                      <a:pt x="325" y="1"/>
                      <a:pt x="325" y="1"/>
                      <a:pt x="325" y="1"/>
                    </a:cubicBezTo>
                    <a:cubicBezTo>
                      <a:pt x="309" y="0"/>
                      <a:pt x="294" y="5"/>
                      <a:pt x="281" y="13"/>
                    </a:cubicBezTo>
                    <a:cubicBezTo>
                      <a:pt x="0" y="196"/>
                      <a:pt x="0" y="196"/>
                      <a:pt x="0" y="196"/>
                    </a:cubicBezTo>
                    <a:cubicBezTo>
                      <a:pt x="26" y="239"/>
                      <a:pt x="50" y="281"/>
                      <a:pt x="81" y="319"/>
                    </a:cubicBezTo>
                    <a:cubicBezTo>
                      <a:pt x="341" y="150"/>
                      <a:pt x="341" y="150"/>
                      <a:pt x="341" y="150"/>
                    </a:cubicBezTo>
                    <a:cubicBezTo>
                      <a:pt x="625" y="165"/>
                      <a:pt x="625" y="165"/>
                      <a:pt x="625" y="165"/>
                    </a:cubicBezTo>
                    <a:cubicBezTo>
                      <a:pt x="666" y="167"/>
                      <a:pt x="722" y="138"/>
                      <a:pt x="724" y="97"/>
                    </a:cubicBezTo>
                    <a:cubicBezTo>
                      <a:pt x="726" y="56"/>
                      <a:pt x="717" y="6"/>
                      <a:pt x="677" y="4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53" name="Freeform: Shape 1060"/>
              <p:cNvSpPr/>
              <p:nvPr/>
            </p:nvSpPr>
            <p:spPr>
              <a:xfrm>
                <a:off x="961200" y="2988000"/>
                <a:ext cx="82080" cy="39600"/>
              </a:xfrm>
              <a:custGeom>
                <a:avLst/>
                <a:gdLst/>
                <a:ahLst/>
                <a:rect l="l" t="t" r="r" b="b"/>
                <a:pathLst>
                  <a:path w="108" h="54">
                    <a:moveTo>
                      <a:pt x="106" y="29"/>
                    </a:moveTo>
                    <a:cubicBezTo>
                      <a:pt x="108" y="27"/>
                      <a:pt x="76" y="0"/>
                      <a:pt x="41" y="4"/>
                    </a:cubicBezTo>
                    <a:cubicBezTo>
                      <a:pt x="7" y="8"/>
                      <a:pt x="0" y="10"/>
                      <a:pt x="4" y="27"/>
                    </a:cubicBezTo>
                    <a:cubicBezTo>
                      <a:pt x="8" y="43"/>
                      <a:pt x="79" y="54"/>
                      <a:pt x="106" y="29"/>
                    </a:cubicBezTo>
                    <a:close/>
                  </a:path>
                </a:pathLst>
              </a:custGeom>
              <a:solidFill>
                <a:srgbClr val="b8890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54" name="Freeform: Shape 1061"/>
              <p:cNvSpPr/>
              <p:nvPr/>
            </p:nvSpPr>
            <p:spPr>
              <a:xfrm>
                <a:off x="746640" y="2977560"/>
                <a:ext cx="424080" cy="663840"/>
              </a:xfrm>
              <a:custGeom>
                <a:avLst/>
                <a:gdLst/>
                <a:ahLst/>
                <a:rect l="l" t="t" r="r" b="b"/>
                <a:pathLst>
                  <a:path w="542" h="845">
                    <a:moveTo>
                      <a:pt x="430" y="223"/>
                    </a:moveTo>
                    <a:cubicBezTo>
                      <a:pt x="432" y="218"/>
                      <a:pt x="514" y="115"/>
                      <a:pt x="514" y="115"/>
                    </a:cubicBezTo>
                    <a:cubicBezTo>
                      <a:pt x="514" y="115"/>
                      <a:pt x="542" y="72"/>
                      <a:pt x="494" y="66"/>
                    </a:cubicBezTo>
                    <a:cubicBezTo>
                      <a:pt x="449" y="60"/>
                      <a:pt x="470" y="38"/>
                      <a:pt x="428" y="32"/>
                    </a:cubicBezTo>
                    <a:cubicBezTo>
                      <a:pt x="385" y="27"/>
                      <a:pt x="394" y="40"/>
                      <a:pt x="362" y="46"/>
                    </a:cubicBezTo>
                    <a:cubicBezTo>
                      <a:pt x="330" y="51"/>
                      <a:pt x="246" y="43"/>
                      <a:pt x="287" y="24"/>
                    </a:cubicBezTo>
                    <a:cubicBezTo>
                      <a:pt x="321" y="8"/>
                      <a:pt x="348" y="27"/>
                      <a:pt x="368" y="34"/>
                    </a:cubicBezTo>
                    <a:cubicBezTo>
                      <a:pt x="323" y="0"/>
                      <a:pt x="258" y="7"/>
                      <a:pt x="273" y="43"/>
                    </a:cubicBezTo>
                    <a:cubicBezTo>
                      <a:pt x="289" y="79"/>
                      <a:pt x="312" y="213"/>
                      <a:pt x="306" y="212"/>
                    </a:cubicBezTo>
                    <a:cubicBezTo>
                      <a:pt x="301" y="211"/>
                      <a:pt x="200" y="328"/>
                      <a:pt x="119" y="440"/>
                    </a:cubicBezTo>
                    <a:cubicBezTo>
                      <a:pt x="38" y="553"/>
                      <a:pt x="0" y="724"/>
                      <a:pt x="238" y="785"/>
                    </a:cubicBezTo>
                    <a:cubicBezTo>
                      <a:pt x="476" y="845"/>
                      <a:pt x="485" y="601"/>
                      <a:pt x="483" y="506"/>
                    </a:cubicBezTo>
                    <a:cubicBezTo>
                      <a:pt x="481" y="411"/>
                      <a:pt x="418" y="255"/>
                      <a:pt x="430" y="223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55" name="Freeform: Shape 1062"/>
              <p:cNvSpPr/>
              <p:nvPr/>
            </p:nvSpPr>
            <p:spPr>
              <a:xfrm>
                <a:off x="973800" y="3137040"/>
                <a:ext cx="118800" cy="45360"/>
              </a:xfrm>
              <a:custGeom>
                <a:avLst/>
                <a:gdLst/>
                <a:ahLst/>
                <a:rect l="l" t="t" r="r" b="b"/>
                <a:pathLst>
                  <a:path w="155" h="62">
                    <a:moveTo>
                      <a:pt x="20" y="0"/>
                    </a:moveTo>
                    <a:cubicBezTo>
                      <a:pt x="20" y="0"/>
                      <a:pt x="26" y="38"/>
                      <a:pt x="141" y="24"/>
                    </a:cubicBezTo>
                    <a:cubicBezTo>
                      <a:pt x="150" y="22"/>
                      <a:pt x="155" y="62"/>
                      <a:pt x="93" y="51"/>
                    </a:cubicBezTo>
                    <a:cubicBezTo>
                      <a:pt x="31" y="40"/>
                      <a:pt x="19" y="29"/>
                      <a:pt x="9" y="18"/>
                    </a:cubicBezTo>
                    <a:cubicBezTo>
                      <a:pt x="0" y="8"/>
                      <a:pt x="20" y="0"/>
                      <a:pt x="20" y="0"/>
                    </a:cubicBezTo>
                    <a:close/>
                  </a:path>
                </a:pathLst>
              </a:custGeom>
              <a:solidFill>
                <a:srgbClr val="58452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56" name="Freeform: Shape 1063"/>
              <p:cNvSpPr/>
              <p:nvPr/>
            </p:nvSpPr>
            <p:spPr>
              <a:xfrm>
                <a:off x="901440" y="3305880"/>
                <a:ext cx="133920" cy="191160"/>
              </a:xfrm>
              <a:custGeom>
                <a:avLst/>
                <a:gdLst/>
                <a:ahLst/>
                <a:rect l="l" t="t" r="r" b="b"/>
                <a:pathLst>
                  <a:path w="174" h="246">
                    <a:moveTo>
                      <a:pt x="161" y="165"/>
                    </a:moveTo>
                    <a:cubicBezTo>
                      <a:pt x="160" y="174"/>
                      <a:pt x="158" y="181"/>
                      <a:pt x="154" y="187"/>
                    </a:cubicBezTo>
                    <a:cubicBezTo>
                      <a:pt x="153" y="189"/>
                      <a:pt x="151" y="191"/>
                      <a:pt x="149" y="193"/>
                    </a:cubicBezTo>
                    <a:cubicBezTo>
                      <a:pt x="146" y="200"/>
                      <a:pt x="139" y="205"/>
                      <a:pt x="130" y="210"/>
                    </a:cubicBezTo>
                    <a:cubicBezTo>
                      <a:pt x="121" y="214"/>
                      <a:pt x="113" y="217"/>
                      <a:pt x="105" y="218"/>
                    </a:cubicBezTo>
                    <a:cubicBezTo>
                      <a:pt x="95" y="219"/>
                      <a:pt x="83" y="218"/>
                      <a:pt x="69" y="215"/>
                    </a:cubicBezTo>
                    <a:cubicBezTo>
                      <a:pt x="61" y="212"/>
                      <a:pt x="53" y="210"/>
                      <a:pt x="46" y="206"/>
                    </a:cubicBezTo>
                    <a:cubicBezTo>
                      <a:pt x="25" y="197"/>
                      <a:pt x="9" y="186"/>
                      <a:pt x="0" y="173"/>
                    </a:cubicBezTo>
                    <a:cubicBezTo>
                      <a:pt x="3" y="164"/>
                      <a:pt x="8" y="153"/>
                      <a:pt x="13" y="140"/>
                    </a:cubicBezTo>
                    <a:cubicBezTo>
                      <a:pt x="16" y="134"/>
                      <a:pt x="18" y="127"/>
                      <a:pt x="20" y="121"/>
                    </a:cubicBezTo>
                    <a:cubicBezTo>
                      <a:pt x="21" y="120"/>
                      <a:pt x="23" y="120"/>
                      <a:pt x="26" y="121"/>
                    </a:cubicBezTo>
                    <a:cubicBezTo>
                      <a:pt x="28" y="121"/>
                      <a:pt x="32" y="123"/>
                      <a:pt x="37" y="125"/>
                    </a:cubicBezTo>
                    <a:cubicBezTo>
                      <a:pt x="42" y="127"/>
                      <a:pt x="45" y="129"/>
                      <a:pt x="47" y="129"/>
                    </a:cubicBezTo>
                    <a:cubicBezTo>
                      <a:pt x="53" y="131"/>
                      <a:pt x="57" y="133"/>
                      <a:pt x="59" y="133"/>
                    </a:cubicBezTo>
                    <a:cubicBezTo>
                      <a:pt x="59" y="133"/>
                      <a:pt x="62" y="133"/>
                      <a:pt x="68" y="133"/>
                    </a:cubicBezTo>
                    <a:cubicBezTo>
                      <a:pt x="69" y="133"/>
                      <a:pt x="70" y="132"/>
                      <a:pt x="72" y="132"/>
                    </a:cubicBezTo>
                    <a:cubicBezTo>
                      <a:pt x="75" y="125"/>
                      <a:pt x="68" y="114"/>
                      <a:pt x="50" y="100"/>
                    </a:cubicBezTo>
                    <a:cubicBezTo>
                      <a:pt x="37" y="90"/>
                      <a:pt x="27" y="79"/>
                      <a:pt x="20" y="68"/>
                    </a:cubicBezTo>
                    <a:cubicBezTo>
                      <a:pt x="19" y="66"/>
                      <a:pt x="17" y="60"/>
                      <a:pt x="17" y="52"/>
                    </a:cubicBezTo>
                    <a:cubicBezTo>
                      <a:pt x="17" y="52"/>
                      <a:pt x="17" y="51"/>
                      <a:pt x="17" y="50"/>
                    </a:cubicBezTo>
                    <a:cubicBezTo>
                      <a:pt x="18" y="48"/>
                      <a:pt x="20" y="44"/>
                      <a:pt x="24" y="38"/>
                    </a:cubicBezTo>
                    <a:cubicBezTo>
                      <a:pt x="32" y="26"/>
                      <a:pt x="44" y="19"/>
                      <a:pt x="60" y="17"/>
                    </a:cubicBezTo>
                    <a:cubicBezTo>
                      <a:pt x="70" y="16"/>
                      <a:pt x="83" y="17"/>
                      <a:pt x="100" y="20"/>
                    </a:cubicBezTo>
                    <a:cubicBezTo>
                      <a:pt x="104" y="20"/>
                      <a:pt x="109" y="21"/>
                      <a:pt x="113" y="23"/>
                    </a:cubicBezTo>
                    <a:cubicBezTo>
                      <a:pt x="126" y="26"/>
                      <a:pt x="137" y="30"/>
                      <a:pt x="148" y="33"/>
                    </a:cubicBezTo>
                    <a:cubicBezTo>
                      <a:pt x="150" y="34"/>
                      <a:pt x="154" y="36"/>
                      <a:pt x="158" y="38"/>
                    </a:cubicBezTo>
                    <a:cubicBezTo>
                      <a:pt x="168" y="44"/>
                      <a:pt x="168" y="44"/>
                      <a:pt x="168" y="44"/>
                    </a:cubicBezTo>
                    <a:cubicBezTo>
                      <a:pt x="171" y="46"/>
                      <a:pt x="173" y="48"/>
                      <a:pt x="174" y="51"/>
                    </a:cubicBezTo>
                    <a:cubicBezTo>
                      <a:pt x="174" y="52"/>
                      <a:pt x="173" y="58"/>
                      <a:pt x="171" y="68"/>
                    </a:cubicBezTo>
                    <a:cubicBezTo>
                      <a:pt x="168" y="86"/>
                      <a:pt x="166" y="95"/>
                      <a:pt x="166" y="96"/>
                    </a:cubicBezTo>
                    <a:cubicBezTo>
                      <a:pt x="166" y="99"/>
                      <a:pt x="164" y="103"/>
                      <a:pt x="162" y="108"/>
                    </a:cubicBezTo>
                    <a:cubicBezTo>
                      <a:pt x="161" y="110"/>
                      <a:pt x="159" y="111"/>
                      <a:pt x="156" y="110"/>
                    </a:cubicBezTo>
                    <a:cubicBezTo>
                      <a:pt x="153" y="110"/>
                      <a:pt x="151" y="108"/>
                      <a:pt x="148" y="106"/>
                    </a:cubicBezTo>
                    <a:cubicBezTo>
                      <a:pt x="145" y="104"/>
                      <a:pt x="142" y="102"/>
                      <a:pt x="140" y="100"/>
                    </a:cubicBezTo>
                    <a:cubicBezTo>
                      <a:pt x="130" y="94"/>
                      <a:pt x="122" y="90"/>
                      <a:pt x="117" y="89"/>
                    </a:cubicBezTo>
                    <a:cubicBezTo>
                      <a:pt x="116" y="89"/>
                      <a:pt x="116" y="89"/>
                      <a:pt x="116" y="89"/>
                    </a:cubicBezTo>
                    <a:cubicBezTo>
                      <a:pt x="122" y="101"/>
                      <a:pt x="132" y="112"/>
                      <a:pt x="146" y="125"/>
                    </a:cubicBezTo>
                    <a:cubicBezTo>
                      <a:pt x="158" y="136"/>
                      <a:pt x="163" y="149"/>
                      <a:pt x="161" y="165"/>
                    </a:cubicBezTo>
                    <a:close/>
                    <a:moveTo>
                      <a:pt x="103" y="0"/>
                    </a:moveTo>
                    <a:cubicBezTo>
                      <a:pt x="135" y="9"/>
                      <a:pt x="135" y="9"/>
                      <a:pt x="135" y="9"/>
                    </a:cubicBezTo>
                    <a:cubicBezTo>
                      <a:pt x="131" y="30"/>
                      <a:pt x="131" y="30"/>
                      <a:pt x="131" y="30"/>
                    </a:cubicBezTo>
                    <a:cubicBezTo>
                      <a:pt x="96" y="26"/>
                      <a:pt x="96" y="26"/>
                      <a:pt x="96" y="26"/>
                    </a:cubicBezTo>
                    <a:lnTo>
                      <a:pt x="103" y="0"/>
                    </a:lnTo>
                    <a:close/>
                    <a:moveTo>
                      <a:pt x="59" y="203"/>
                    </a:moveTo>
                    <a:cubicBezTo>
                      <a:pt x="97" y="213"/>
                      <a:pt x="97" y="213"/>
                      <a:pt x="97" y="213"/>
                    </a:cubicBezTo>
                    <a:cubicBezTo>
                      <a:pt x="88" y="246"/>
                      <a:pt x="88" y="246"/>
                      <a:pt x="88" y="246"/>
                    </a:cubicBezTo>
                    <a:cubicBezTo>
                      <a:pt x="50" y="237"/>
                      <a:pt x="50" y="237"/>
                      <a:pt x="50" y="237"/>
                    </a:cubicBezTo>
                    <a:lnTo>
                      <a:pt x="59" y="203"/>
                    </a:ln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57" name="Freeform: Shape 1064"/>
              <p:cNvSpPr/>
              <p:nvPr/>
            </p:nvSpPr>
            <p:spPr>
              <a:xfrm>
                <a:off x="1053000" y="3125520"/>
                <a:ext cx="70560" cy="102600"/>
              </a:xfrm>
              <a:custGeom>
                <a:avLst/>
                <a:gdLst/>
                <a:ahLst/>
                <a:rect l="l" t="t" r="r" b="b"/>
                <a:pathLst>
                  <a:path w="94" h="134">
                    <a:moveTo>
                      <a:pt x="21" y="85"/>
                    </a:moveTo>
                    <a:cubicBezTo>
                      <a:pt x="21" y="85"/>
                      <a:pt x="0" y="134"/>
                      <a:pt x="41" y="123"/>
                    </a:cubicBezTo>
                    <a:cubicBezTo>
                      <a:pt x="82" y="113"/>
                      <a:pt x="94" y="13"/>
                      <a:pt x="94" y="13"/>
                    </a:cubicBezTo>
                    <a:cubicBezTo>
                      <a:pt x="87" y="0"/>
                      <a:pt x="87" y="0"/>
                      <a:pt x="87" y="0"/>
                    </a:cubicBezTo>
                    <a:cubicBezTo>
                      <a:pt x="55" y="22"/>
                      <a:pt x="21" y="85"/>
                      <a:pt x="21" y="85"/>
                    </a:cubicBezTo>
                    <a:close/>
                  </a:path>
                </a:pathLst>
              </a:custGeom>
              <a:solidFill>
                <a:srgbClr val="f3b9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58" name="Group 74"/>
            <p:cNvGrpSpPr/>
            <p:nvPr/>
          </p:nvGrpSpPr>
          <p:grpSpPr>
            <a:xfrm>
              <a:off x="2491200" y="3857040"/>
              <a:ext cx="449280" cy="421920"/>
              <a:chOff x="2491200" y="3857040"/>
              <a:chExt cx="449280" cy="421920"/>
            </a:xfrm>
          </p:grpSpPr>
          <p:sp>
            <p:nvSpPr>
              <p:cNvPr id="259" name="Heptagon 75"/>
              <p:cNvSpPr/>
              <p:nvPr/>
            </p:nvSpPr>
            <p:spPr>
              <a:xfrm>
                <a:off x="2491200" y="3857040"/>
                <a:ext cx="449280" cy="421920"/>
              </a:xfrm>
              <a:prstGeom prst="heptagon">
                <a:avLst>
                  <a:gd name="hf" fmla="val 102572"/>
                  <a:gd name="vf" fmla="val 10521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260" name="Freeform: Shape 76"/>
              <p:cNvSpPr/>
              <p:nvPr/>
            </p:nvSpPr>
            <p:spPr>
              <a:xfrm>
                <a:off x="2589840" y="3942360"/>
                <a:ext cx="251640" cy="251640"/>
              </a:xfrm>
              <a:custGeom>
                <a:avLst/>
                <a:gdLst/>
                <a:ahLst/>
                <a:rect l="l" t="t" r="r" b="b"/>
                <a:pathLst>
                  <a:path w="236" h="236">
                    <a:moveTo>
                      <a:pt x="130" y="1"/>
                    </a:moveTo>
                    <a:cubicBezTo>
                      <a:pt x="126" y="0"/>
                      <a:pt x="122" y="0"/>
                      <a:pt x="118" y="0"/>
                    </a:cubicBezTo>
                    <a:cubicBezTo>
                      <a:pt x="83" y="0"/>
                      <a:pt x="51" y="16"/>
                      <a:pt x="30" y="40"/>
                    </a:cubicBezTo>
                    <a:cubicBezTo>
                      <a:pt x="68" y="105"/>
                      <a:pt x="68" y="105"/>
                      <a:pt x="68" y="105"/>
                    </a:cubicBezTo>
                    <a:lnTo>
                      <a:pt x="130" y="1"/>
                    </a:lnTo>
                    <a:close/>
                    <a:moveTo>
                      <a:pt x="20" y="52"/>
                    </a:moveTo>
                    <a:cubicBezTo>
                      <a:pt x="7" y="71"/>
                      <a:pt x="0" y="94"/>
                      <a:pt x="0" y="118"/>
                    </a:cubicBezTo>
                    <a:cubicBezTo>
                      <a:pt x="0" y="130"/>
                      <a:pt x="2" y="142"/>
                      <a:pt x="5" y="153"/>
                    </a:cubicBezTo>
                    <a:cubicBezTo>
                      <a:pt x="81" y="153"/>
                      <a:pt x="81" y="153"/>
                      <a:pt x="81" y="153"/>
                    </a:cubicBezTo>
                    <a:lnTo>
                      <a:pt x="20" y="52"/>
                    </a:lnTo>
                    <a:close/>
                    <a:moveTo>
                      <a:pt x="225" y="68"/>
                    </a:moveTo>
                    <a:cubicBezTo>
                      <a:pt x="210" y="36"/>
                      <a:pt x="180" y="11"/>
                      <a:pt x="145" y="3"/>
                    </a:cubicBezTo>
                    <a:cubicBezTo>
                      <a:pt x="106" y="68"/>
                      <a:pt x="106" y="68"/>
                      <a:pt x="106" y="68"/>
                    </a:cubicBezTo>
                    <a:lnTo>
                      <a:pt x="225" y="68"/>
                    </a:lnTo>
                    <a:close/>
                    <a:moveTo>
                      <a:pt x="130" y="167"/>
                    </a:moveTo>
                    <a:cubicBezTo>
                      <a:pt x="11" y="167"/>
                      <a:pt x="11" y="167"/>
                      <a:pt x="11" y="167"/>
                    </a:cubicBezTo>
                    <a:cubicBezTo>
                      <a:pt x="26" y="201"/>
                      <a:pt x="58" y="227"/>
                      <a:pt x="96" y="234"/>
                    </a:cubicBezTo>
                    <a:cubicBezTo>
                      <a:pt x="93" y="232"/>
                      <a:pt x="93" y="232"/>
                      <a:pt x="93" y="232"/>
                    </a:cubicBezTo>
                    <a:lnTo>
                      <a:pt x="130" y="167"/>
                    </a:lnTo>
                    <a:close/>
                    <a:moveTo>
                      <a:pt x="230" y="82"/>
                    </a:moveTo>
                    <a:cubicBezTo>
                      <a:pt x="155" y="82"/>
                      <a:pt x="155" y="82"/>
                      <a:pt x="155" y="82"/>
                    </a:cubicBezTo>
                    <a:cubicBezTo>
                      <a:pt x="215" y="186"/>
                      <a:pt x="215" y="186"/>
                      <a:pt x="215" y="186"/>
                    </a:cubicBezTo>
                    <a:cubicBezTo>
                      <a:pt x="228" y="167"/>
                      <a:pt x="236" y="143"/>
                      <a:pt x="236" y="118"/>
                    </a:cubicBezTo>
                    <a:cubicBezTo>
                      <a:pt x="236" y="106"/>
                      <a:pt x="234" y="94"/>
                      <a:pt x="230" y="82"/>
                    </a:cubicBezTo>
                    <a:close/>
                    <a:moveTo>
                      <a:pt x="108" y="236"/>
                    </a:moveTo>
                    <a:cubicBezTo>
                      <a:pt x="111" y="236"/>
                      <a:pt x="115" y="236"/>
                      <a:pt x="118" y="236"/>
                    </a:cubicBezTo>
                    <a:cubicBezTo>
                      <a:pt x="152" y="236"/>
                      <a:pt x="183" y="221"/>
                      <a:pt x="205" y="198"/>
                    </a:cubicBezTo>
                    <a:cubicBezTo>
                      <a:pt x="167" y="132"/>
                      <a:pt x="167" y="132"/>
                      <a:pt x="167" y="132"/>
                    </a:cubicBezTo>
                    <a:lnTo>
                      <a:pt x="108" y="236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61" name="Group 77"/>
            <p:cNvGrpSpPr/>
            <p:nvPr/>
          </p:nvGrpSpPr>
          <p:grpSpPr>
            <a:xfrm>
              <a:off x="6706440" y="1953000"/>
              <a:ext cx="483480" cy="454320"/>
              <a:chOff x="6706440" y="1953000"/>
              <a:chExt cx="483480" cy="454320"/>
            </a:xfrm>
          </p:grpSpPr>
          <p:sp>
            <p:nvSpPr>
              <p:cNvPr id="262" name="Heptagon 78"/>
              <p:cNvSpPr/>
              <p:nvPr/>
            </p:nvSpPr>
            <p:spPr>
              <a:xfrm flipH="1">
                <a:off x="6706080" y="1953000"/>
                <a:ext cx="483480" cy="454320"/>
              </a:xfrm>
              <a:prstGeom prst="heptagon">
                <a:avLst>
                  <a:gd name="hf" fmla="val 102572"/>
                  <a:gd name="vf" fmla="val 105210"/>
                </a:avLst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263" name="Freeform: Shape 79"/>
              <p:cNvSpPr/>
              <p:nvPr/>
            </p:nvSpPr>
            <p:spPr>
              <a:xfrm flipH="1">
                <a:off x="6812280" y="2044800"/>
                <a:ext cx="271080" cy="271080"/>
              </a:xfrm>
              <a:custGeom>
                <a:avLst/>
                <a:gdLst/>
                <a:ahLst/>
                <a:rect l="l" t="t" r="r" b="b"/>
                <a:pathLst>
                  <a:path w="236" h="236">
                    <a:moveTo>
                      <a:pt x="118" y="0"/>
                    </a:moveTo>
                    <a:cubicBezTo>
                      <a:pt x="53" y="0"/>
                      <a:pt x="0" y="53"/>
                      <a:pt x="0" y="118"/>
                    </a:cubicBezTo>
                    <a:cubicBezTo>
                      <a:pt x="0" y="183"/>
                      <a:pt x="53" y="236"/>
                      <a:pt x="118" y="236"/>
                    </a:cubicBezTo>
                    <a:cubicBezTo>
                      <a:pt x="183" y="236"/>
                      <a:pt x="236" y="183"/>
                      <a:pt x="236" y="118"/>
                    </a:cubicBezTo>
                    <a:cubicBezTo>
                      <a:pt x="236" y="53"/>
                      <a:pt x="183" y="0"/>
                      <a:pt x="118" y="0"/>
                    </a:cubicBezTo>
                    <a:close/>
                    <a:moveTo>
                      <a:pt x="106" y="171"/>
                    </a:moveTo>
                    <a:cubicBezTo>
                      <a:pt x="54" y="163"/>
                      <a:pt x="54" y="163"/>
                      <a:pt x="54" y="163"/>
                    </a:cubicBezTo>
                    <a:cubicBezTo>
                      <a:pt x="54" y="121"/>
                      <a:pt x="54" y="121"/>
                      <a:pt x="54" y="121"/>
                    </a:cubicBezTo>
                    <a:cubicBezTo>
                      <a:pt x="106" y="121"/>
                      <a:pt x="106" y="121"/>
                      <a:pt x="106" y="121"/>
                    </a:cubicBezTo>
                    <a:lnTo>
                      <a:pt x="106" y="171"/>
                    </a:lnTo>
                    <a:close/>
                    <a:moveTo>
                      <a:pt x="106" y="114"/>
                    </a:moveTo>
                    <a:cubicBezTo>
                      <a:pt x="54" y="114"/>
                      <a:pt x="54" y="114"/>
                      <a:pt x="54" y="114"/>
                    </a:cubicBezTo>
                    <a:cubicBezTo>
                      <a:pt x="54" y="72"/>
                      <a:pt x="54" y="72"/>
                      <a:pt x="54" y="72"/>
                    </a:cubicBezTo>
                    <a:cubicBezTo>
                      <a:pt x="106" y="64"/>
                      <a:pt x="106" y="64"/>
                      <a:pt x="106" y="64"/>
                    </a:cubicBezTo>
                    <a:lnTo>
                      <a:pt x="106" y="114"/>
                    </a:lnTo>
                    <a:close/>
                    <a:moveTo>
                      <a:pt x="182" y="182"/>
                    </a:moveTo>
                    <a:cubicBezTo>
                      <a:pt x="113" y="172"/>
                      <a:pt x="113" y="172"/>
                      <a:pt x="113" y="172"/>
                    </a:cubicBezTo>
                    <a:cubicBezTo>
                      <a:pt x="113" y="121"/>
                      <a:pt x="113" y="121"/>
                      <a:pt x="113" y="121"/>
                    </a:cubicBezTo>
                    <a:cubicBezTo>
                      <a:pt x="182" y="121"/>
                      <a:pt x="182" y="121"/>
                      <a:pt x="182" y="121"/>
                    </a:cubicBezTo>
                    <a:lnTo>
                      <a:pt x="182" y="182"/>
                    </a:lnTo>
                    <a:close/>
                    <a:moveTo>
                      <a:pt x="182" y="114"/>
                    </a:moveTo>
                    <a:cubicBezTo>
                      <a:pt x="113" y="114"/>
                      <a:pt x="113" y="114"/>
                      <a:pt x="113" y="114"/>
                    </a:cubicBezTo>
                    <a:cubicBezTo>
                      <a:pt x="113" y="63"/>
                      <a:pt x="113" y="63"/>
                      <a:pt x="113" y="63"/>
                    </a:cubicBezTo>
                    <a:cubicBezTo>
                      <a:pt x="182" y="53"/>
                      <a:pt x="182" y="53"/>
                      <a:pt x="182" y="53"/>
                    </a:cubicBezTo>
                    <a:lnTo>
                      <a:pt x="182" y="114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64" name="Group 80"/>
            <p:cNvGrpSpPr/>
            <p:nvPr/>
          </p:nvGrpSpPr>
          <p:grpSpPr>
            <a:xfrm>
              <a:off x="4425480" y="2981880"/>
              <a:ext cx="483480" cy="454320"/>
              <a:chOff x="4425480" y="2981880"/>
              <a:chExt cx="483480" cy="454320"/>
            </a:xfrm>
          </p:grpSpPr>
          <p:sp>
            <p:nvSpPr>
              <p:cNvPr id="265" name="Heptagon 81"/>
              <p:cNvSpPr/>
              <p:nvPr/>
            </p:nvSpPr>
            <p:spPr>
              <a:xfrm flipH="1">
                <a:off x="4425120" y="2981880"/>
                <a:ext cx="483480" cy="454320"/>
              </a:xfrm>
              <a:prstGeom prst="heptagon">
                <a:avLst>
                  <a:gd name="hf" fmla="val 102572"/>
                  <a:gd name="vf" fmla="val 10521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266" name="Freeform: Shape 82"/>
              <p:cNvSpPr/>
              <p:nvPr/>
            </p:nvSpPr>
            <p:spPr>
              <a:xfrm flipH="1">
                <a:off x="4531320" y="3073320"/>
                <a:ext cx="271080" cy="271080"/>
              </a:xfrm>
              <a:custGeom>
                <a:avLst/>
                <a:gdLst/>
                <a:ahLst/>
                <a:rect l="l" t="t" r="r" b="b"/>
                <a:pathLst>
                  <a:path w="228" h="228">
                    <a:moveTo>
                      <a:pt x="223" y="95"/>
                    </a:moveTo>
                    <a:cubicBezTo>
                      <a:pt x="196" y="90"/>
                      <a:pt x="196" y="90"/>
                      <a:pt x="196" y="90"/>
                    </a:cubicBezTo>
                    <a:cubicBezTo>
                      <a:pt x="194" y="84"/>
                      <a:pt x="192" y="79"/>
                      <a:pt x="189" y="74"/>
                    </a:cubicBezTo>
                    <a:cubicBezTo>
                      <a:pt x="205" y="50"/>
                      <a:pt x="205" y="50"/>
                      <a:pt x="205" y="50"/>
                    </a:cubicBezTo>
                    <a:cubicBezTo>
                      <a:pt x="207" y="48"/>
                      <a:pt x="206" y="45"/>
                      <a:pt x="205" y="43"/>
                    </a:cubicBezTo>
                    <a:cubicBezTo>
                      <a:pt x="185" y="24"/>
                      <a:pt x="185" y="24"/>
                      <a:pt x="185" y="24"/>
                    </a:cubicBezTo>
                    <a:cubicBezTo>
                      <a:pt x="183" y="22"/>
                      <a:pt x="180" y="21"/>
                      <a:pt x="178" y="23"/>
                    </a:cubicBezTo>
                    <a:cubicBezTo>
                      <a:pt x="155" y="39"/>
                      <a:pt x="155" y="39"/>
                      <a:pt x="155" y="39"/>
                    </a:cubicBezTo>
                    <a:cubicBezTo>
                      <a:pt x="149" y="36"/>
                      <a:pt x="144" y="34"/>
                      <a:pt x="138" y="32"/>
                    </a:cubicBezTo>
                    <a:cubicBezTo>
                      <a:pt x="133" y="5"/>
                      <a:pt x="133" y="5"/>
                      <a:pt x="133" y="5"/>
                    </a:cubicBezTo>
                    <a:cubicBezTo>
                      <a:pt x="133" y="2"/>
                      <a:pt x="130" y="0"/>
                      <a:pt x="127" y="0"/>
                    </a:cubicBezTo>
                    <a:cubicBezTo>
                      <a:pt x="100" y="0"/>
                      <a:pt x="100" y="0"/>
                      <a:pt x="100" y="0"/>
                    </a:cubicBezTo>
                    <a:cubicBezTo>
                      <a:pt x="97" y="0"/>
                      <a:pt x="95" y="2"/>
                      <a:pt x="94" y="5"/>
                    </a:cubicBezTo>
                    <a:cubicBezTo>
                      <a:pt x="89" y="32"/>
                      <a:pt x="89" y="32"/>
                      <a:pt x="89" y="32"/>
                    </a:cubicBezTo>
                    <a:cubicBezTo>
                      <a:pt x="83" y="34"/>
                      <a:pt x="78" y="36"/>
                      <a:pt x="73" y="39"/>
                    </a:cubicBezTo>
                    <a:cubicBezTo>
                      <a:pt x="50" y="23"/>
                      <a:pt x="50" y="23"/>
                      <a:pt x="50" y="23"/>
                    </a:cubicBezTo>
                    <a:cubicBezTo>
                      <a:pt x="48" y="22"/>
                      <a:pt x="45" y="22"/>
                      <a:pt x="43" y="24"/>
                    </a:cubicBezTo>
                    <a:cubicBezTo>
                      <a:pt x="23" y="43"/>
                      <a:pt x="23" y="43"/>
                      <a:pt x="23" y="43"/>
                    </a:cubicBezTo>
                    <a:cubicBezTo>
                      <a:pt x="22" y="45"/>
                      <a:pt x="21" y="49"/>
                      <a:pt x="23" y="51"/>
                    </a:cubicBezTo>
                    <a:cubicBezTo>
                      <a:pt x="39" y="74"/>
                      <a:pt x="39" y="74"/>
                      <a:pt x="39" y="74"/>
                    </a:cubicBezTo>
                    <a:cubicBezTo>
                      <a:pt x="36" y="79"/>
                      <a:pt x="34" y="84"/>
                      <a:pt x="32" y="90"/>
                    </a:cubicBezTo>
                    <a:cubicBezTo>
                      <a:pt x="5" y="95"/>
                      <a:pt x="5" y="95"/>
                      <a:pt x="5" y="95"/>
                    </a:cubicBezTo>
                    <a:cubicBezTo>
                      <a:pt x="2" y="95"/>
                      <a:pt x="0" y="98"/>
                      <a:pt x="0" y="100"/>
                    </a:cubicBezTo>
                    <a:cubicBezTo>
                      <a:pt x="0" y="128"/>
                      <a:pt x="0" y="128"/>
                      <a:pt x="0" y="128"/>
                    </a:cubicBezTo>
                    <a:cubicBezTo>
                      <a:pt x="0" y="131"/>
                      <a:pt x="2" y="133"/>
                      <a:pt x="5" y="134"/>
                    </a:cubicBezTo>
                    <a:cubicBezTo>
                      <a:pt x="32" y="139"/>
                      <a:pt x="32" y="139"/>
                      <a:pt x="32" y="139"/>
                    </a:cubicBezTo>
                    <a:cubicBezTo>
                      <a:pt x="34" y="144"/>
                      <a:pt x="36" y="150"/>
                      <a:pt x="39" y="155"/>
                    </a:cubicBezTo>
                    <a:cubicBezTo>
                      <a:pt x="23" y="178"/>
                      <a:pt x="23" y="178"/>
                      <a:pt x="23" y="178"/>
                    </a:cubicBezTo>
                    <a:cubicBezTo>
                      <a:pt x="22" y="180"/>
                      <a:pt x="22" y="183"/>
                      <a:pt x="24" y="185"/>
                    </a:cubicBezTo>
                    <a:cubicBezTo>
                      <a:pt x="43" y="204"/>
                      <a:pt x="43" y="204"/>
                      <a:pt x="43" y="204"/>
                    </a:cubicBezTo>
                    <a:cubicBezTo>
                      <a:pt x="45" y="206"/>
                      <a:pt x="48" y="207"/>
                      <a:pt x="51" y="205"/>
                    </a:cubicBezTo>
                    <a:cubicBezTo>
                      <a:pt x="73" y="189"/>
                      <a:pt x="73" y="189"/>
                      <a:pt x="73" y="189"/>
                    </a:cubicBezTo>
                    <a:cubicBezTo>
                      <a:pt x="78" y="192"/>
                      <a:pt x="84" y="194"/>
                      <a:pt x="89" y="196"/>
                    </a:cubicBezTo>
                    <a:cubicBezTo>
                      <a:pt x="94" y="223"/>
                      <a:pt x="94" y="223"/>
                      <a:pt x="94" y="223"/>
                    </a:cubicBezTo>
                    <a:cubicBezTo>
                      <a:pt x="95" y="226"/>
                      <a:pt x="97" y="228"/>
                      <a:pt x="100" y="228"/>
                    </a:cubicBezTo>
                    <a:cubicBezTo>
                      <a:pt x="127" y="228"/>
                      <a:pt x="127" y="228"/>
                      <a:pt x="127" y="228"/>
                    </a:cubicBezTo>
                    <a:cubicBezTo>
                      <a:pt x="130" y="228"/>
                      <a:pt x="133" y="226"/>
                      <a:pt x="133" y="223"/>
                    </a:cubicBezTo>
                    <a:cubicBezTo>
                      <a:pt x="138" y="196"/>
                      <a:pt x="138" y="196"/>
                      <a:pt x="138" y="196"/>
                    </a:cubicBezTo>
                    <a:cubicBezTo>
                      <a:pt x="144" y="194"/>
                      <a:pt x="149" y="192"/>
                      <a:pt x="154" y="190"/>
                    </a:cubicBezTo>
                    <a:cubicBezTo>
                      <a:pt x="177" y="205"/>
                      <a:pt x="177" y="205"/>
                      <a:pt x="177" y="205"/>
                    </a:cubicBezTo>
                    <a:cubicBezTo>
                      <a:pt x="180" y="207"/>
                      <a:pt x="183" y="207"/>
                      <a:pt x="185" y="205"/>
                    </a:cubicBezTo>
                    <a:cubicBezTo>
                      <a:pt x="204" y="185"/>
                      <a:pt x="204" y="185"/>
                      <a:pt x="204" y="185"/>
                    </a:cubicBezTo>
                    <a:cubicBezTo>
                      <a:pt x="206" y="183"/>
                      <a:pt x="206" y="180"/>
                      <a:pt x="205" y="178"/>
                    </a:cubicBezTo>
                    <a:cubicBezTo>
                      <a:pt x="189" y="155"/>
                      <a:pt x="189" y="155"/>
                      <a:pt x="189" y="155"/>
                    </a:cubicBezTo>
                    <a:cubicBezTo>
                      <a:pt x="192" y="150"/>
                      <a:pt x="194" y="144"/>
                      <a:pt x="196" y="139"/>
                    </a:cubicBezTo>
                    <a:cubicBezTo>
                      <a:pt x="223" y="134"/>
                      <a:pt x="223" y="134"/>
                      <a:pt x="223" y="134"/>
                    </a:cubicBezTo>
                    <a:cubicBezTo>
                      <a:pt x="226" y="133"/>
                      <a:pt x="228" y="131"/>
                      <a:pt x="228" y="128"/>
                    </a:cubicBezTo>
                    <a:cubicBezTo>
                      <a:pt x="228" y="100"/>
                      <a:pt x="228" y="100"/>
                      <a:pt x="228" y="100"/>
                    </a:cubicBezTo>
                    <a:cubicBezTo>
                      <a:pt x="228" y="98"/>
                      <a:pt x="226" y="95"/>
                      <a:pt x="223" y="95"/>
                    </a:cubicBezTo>
                    <a:close/>
                    <a:moveTo>
                      <a:pt x="114" y="149"/>
                    </a:moveTo>
                    <a:cubicBezTo>
                      <a:pt x="95" y="149"/>
                      <a:pt x="79" y="133"/>
                      <a:pt x="79" y="114"/>
                    </a:cubicBezTo>
                    <a:cubicBezTo>
                      <a:pt x="79" y="95"/>
                      <a:pt x="95" y="79"/>
                      <a:pt x="114" y="79"/>
                    </a:cubicBezTo>
                    <a:cubicBezTo>
                      <a:pt x="133" y="79"/>
                      <a:pt x="149" y="95"/>
                      <a:pt x="149" y="114"/>
                    </a:cubicBezTo>
                    <a:cubicBezTo>
                      <a:pt x="149" y="133"/>
                      <a:pt x="133" y="149"/>
                      <a:pt x="114" y="149"/>
                    </a:cubicBez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67" name="Group 86"/>
            <p:cNvGrpSpPr/>
            <p:nvPr/>
          </p:nvGrpSpPr>
          <p:grpSpPr>
            <a:xfrm>
              <a:off x="5933160" y="3076920"/>
              <a:ext cx="483480" cy="454320"/>
              <a:chOff x="5933160" y="3076920"/>
              <a:chExt cx="483480" cy="454320"/>
            </a:xfrm>
          </p:grpSpPr>
          <p:sp>
            <p:nvSpPr>
              <p:cNvPr id="268" name="Heptagon 87"/>
              <p:cNvSpPr/>
              <p:nvPr/>
            </p:nvSpPr>
            <p:spPr>
              <a:xfrm flipH="1">
                <a:off x="5932800" y="3076920"/>
                <a:ext cx="483480" cy="454320"/>
              </a:xfrm>
              <a:prstGeom prst="heptagon">
                <a:avLst>
                  <a:gd name="hf" fmla="val 102572"/>
                  <a:gd name="vf" fmla="val 105210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269" name="Freeform: Shape 88"/>
              <p:cNvSpPr/>
              <p:nvPr/>
            </p:nvSpPr>
            <p:spPr>
              <a:xfrm flipH="1">
                <a:off x="6039000" y="3168720"/>
                <a:ext cx="271080" cy="271080"/>
              </a:xfrm>
              <a:custGeom>
                <a:avLst/>
                <a:gdLst/>
                <a:ahLst/>
                <a:rect l="l" t="t" r="r" b="b"/>
                <a:pathLst>
                  <a:path w="232" h="232">
                    <a:moveTo>
                      <a:pt x="116" y="0"/>
                    </a:moveTo>
                    <a:cubicBezTo>
                      <a:pt x="52" y="0"/>
                      <a:pt x="0" y="52"/>
                      <a:pt x="0" y="116"/>
                    </a:cubicBezTo>
                    <a:cubicBezTo>
                      <a:pt x="0" y="180"/>
                      <a:pt x="52" y="232"/>
                      <a:pt x="116" y="232"/>
                    </a:cubicBezTo>
                    <a:cubicBezTo>
                      <a:pt x="180" y="232"/>
                      <a:pt x="232" y="180"/>
                      <a:pt x="232" y="116"/>
                    </a:cubicBezTo>
                    <a:cubicBezTo>
                      <a:pt x="232" y="52"/>
                      <a:pt x="180" y="0"/>
                      <a:pt x="116" y="0"/>
                    </a:cubicBezTo>
                    <a:close/>
                    <a:moveTo>
                      <a:pt x="129" y="208"/>
                    </a:moveTo>
                    <a:cubicBezTo>
                      <a:pt x="129" y="190"/>
                      <a:pt x="129" y="190"/>
                      <a:pt x="129" y="190"/>
                    </a:cubicBezTo>
                    <a:cubicBezTo>
                      <a:pt x="129" y="183"/>
                      <a:pt x="123" y="178"/>
                      <a:pt x="117" y="178"/>
                    </a:cubicBezTo>
                    <a:cubicBezTo>
                      <a:pt x="110" y="178"/>
                      <a:pt x="105" y="183"/>
                      <a:pt x="105" y="190"/>
                    </a:cubicBezTo>
                    <a:cubicBezTo>
                      <a:pt x="105" y="208"/>
                      <a:pt x="105" y="208"/>
                      <a:pt x="105" y="208"/>
                    </a:cubicBezTo>
                    <a:cubicBezTo>
                      <a:pt x="63" y="203"/>
                      <a:pt x="30" y="170"/>
                      <a:pt x="25" y="129"/>
                    </a:cubicBezTo>
                    <a:cubicBezTo>
                      <a:pt x="42" y="129"/>
                      <a:pt x="42" y="129"/>
                      <a:pt x="42" y="129"/>
                    </a:cubicBezTo>
                    <a:cubicBezTo>
                      <a:pt x="48" y="129"/>
                      <a:pt x="53" y="123"/>
                      <a:pt x="53" y="117"/>
                    </a:cubicBezTo>
                    <a:cubicBezTo>
                      <a:pt x="53" y="110"/>
                      <a:pt x="48" y="105"/>
                      <a:pt x="42" y="105"/>
                    </a:cubicBezTo>
                    <a:cubicBezTo>
                      <a:pt x="24" y="105"/>
                      <a:pt x="24" y="105"/>
                      <a:pt x="24" y="105"/>
                    </a:cubicBezTo>
                    <a:cubicBezTo>
                      <a:pt x="29" y="63"/>
                      <a:pt x="63" y="30"/>
                      <a:pt x="104" y="25"/>
                    </a:cubicBezTo>
                    <a:cubicBezTo>
                      <a:pt x="104" y="41"/>
                      <a:pt x="104" y="41"/>
                      <a:pt x="104" y="41"/>
                    </a:cubicBezTo>
                    <a:cubicBezTo>
                      <a:pt x="104" y="47"/>
                      <a:pt x="109" y="53"/>
                      <a:pt x="116" y="53"/>
                    </a:cubicBezTo>
                    <a:cubicBezTo>
                      <a:pt x="122" y="53"/>
                      <a:pt x="128" y="47"/>
                      <a:pt x="128" y="41"/>
                    </a:cubicBezTo>
                    <a:cubicBezTo>
                      <a:pt x="128" y="25"/>
                      <a:pt x="128" y="25"/>
                      <a:pt x="128" y="25"/>
                    </a:cubicBezTo>
                    <a:cubicBezTo>
                      <a:pt x="169" y="30"/>
                      <a:pt x="202" y="63"/>
                      <a:pt x="208" y="104"/>
                    </a:cubicBezTo>
                    <a:cubicBezTo>
                      <a:pt x="190" y="104"/>
                      <a:pt x="190" y="104"/>
                      <a:pt x="190" y="104"/>
                    </a:cubicBezTo>
                    <a:cubicBezTo>
                      <a:pt x="184" y="104"/>
                      <a:pt x="179" y="109"/>
                      <a:pt x="179" y="116"/>
                    </a:cubicBezTo>
                    <a:cubicBezTo>
                      <a:pt x="179" y="122"/>
                      <a:pt x="184" y="128"/>
                      <a:pt x="190" y="128"/>
                    </a:cubicBezTo>
                    <a:cubicBezTo>
                      <a:pt x="208" y="128"/>
                      <a:pt x="208" y="128"/>
                      <a:pt x="208" y="128"/>
                    </a:cubicBezTo>
                    <a:cubicBezTo>
                      <a:pt x="203" y="169"/>
                      <a:pt x="170" y="202"/>
                      <a:pt x="129" y="208"/>
                    </a:cubicBezTo>
                    <a:close/>
                    <a:moveTo>
                      <a:pt x="124" y="94"/>
                    </a:moveTo>
                    <a:cubicBezTo>
                      <a:pt x="70" y="69"/>
                      <a:pt x="70" y="69"/>
                      <a:pt x="70" y="69"/>
                    </a:cubicBezTo>
                    <a:cubicBezTo>
                      <a:pt x="94" y="124"/>
                      <a:pt x="94" y="124"/>
                      <a:pt x="94" y="124"/>
                    </a:cubicBezTo>
                    <a:cubicBezTo>
                      <a:pt x="97" y="129"/>
                      <a:pt x="103" y="136"/>
                      <a:pt x="109" y="138"/>
                    </a:cubicBezTo>
                    <a:cubicBezTo>
                      <a:pt x="163" y="163"/>
                      <a:pt x="163" y="163"/>
                      <a:pt x="163" y="163"/>
                    </a:cubicBezTo>
                    <a:cubicBezTo>
                      <a:pt x="138" y="108"/>
                      <a:pt x="138" y="108"/>
                      <a:pt x="138" y="108"/>
                    </a:cubicBezTo>
                    <a:cubicBezTo>
                      <a:pt x="136" y="103"/>
                      <a:pt x="130" y="96"/>
                      <a:pt x="124" y="94"/>
                    </a:cubicBezTo>
                    <a:close/>
                    <a:moveTo>
                      <a:pt x="123" y="123"/>
                    </a:moveTo>
                    <a:cubicBezTo>
                      <a:pt x="119" y="126"/>
                      <a:pt x="113" y="126"/>
                      <a:pt x="110" y="123"/>
                    </a:cubicBezTo>
                    <a:cubicBezTo>
                      <a:pt x="106" y="119"/>
                      <a:pt x="106" y="113"/>
                      <a:pt x="110" y="109"/>
                    </a:cubicBezTo>
                    <a:cubicBezTo>
                      <a:pt x="113" y="106"/>
                      <a:pt x="119" y="106"/>
                      <a:pt x="123" y="109"/>
                    </a:cubicBezTo>
                    <a:cubicBezTo>
                      <a:pt x="127" y="113"/>
                      <a:pt x="127" y="119"/>
                      <a:pt x="123" y="123"/>
                    </a:cubicBez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70" name="Group 55"/>
            <p:cNvGrpSpPr/>
            <p:nvPr/>
          </p:nvGrpSpPr>
          <p:grpSpPr>
            <a:xfrm>
              <a:off x="2718000" y="2605680"/>
              <a:ext cx="1867680" cy="527040"/>
              <a:chOff x="2718000" y="2605680"/>
              <a:chExt cx="1867680" cy="527040"/>
            </a:xfrm>
          </p:grpSpPr>
          <p:sp>
            <p:nvSpPr>
              <p:cNvPr id="271" name="TextBox 56"/>
              <p:cNvSpPr/>
              <p:nvPr/>
            </p:nvSpPr>
            <p:spPr>
              <a:xfrm>
                <a:off x="2718000" y="2605680"/>
                <a:ext cx="1398960" cy="180720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360000" rIns="216000" tIns="0" bIns="0" anchor="ctr">
                <a:normAutofit fontScale="74000"/>
                <a:scene3d>
                  <a:camera prst="orthographicFront"/>
                  <a:lightRig dir="t" rig="threePt"/>
                </a:scene3d>
                <a:sp3d>
                  <a:bevelT w="0" h="0"/>
                </a:sp3d>
              </a:bodyPr>
              <a:p>
                <a:pPr>
                  <a:lnSpc>
                    <a:spcPct val="100000"/>
                  </a:lnSpc>
                  <a:buNone/>
                </a:pPr>
                <a:r>
                  <a:rPr b="1" lang="zh-CN" sz="1600" spc="-1" strike="noStrike">
                    <a:solidFill>
                      <a:srgbClr val="272f42"/>
                    </a:solidFill>
                    <a:latin typeface="微软雅黑"/>
                    <a:ea typeface="微软雅黑"/>
                  </a:rPr>
                  <a:t>单击添加标题 </a:t>
                </a:r>
                <a:endParaRPr b="0" lang="en-HK" sz="1600" spc="-1" strike="noStrike">
                  <a:latin typeface="Arial"/>
                </a:endParaRPr>
              </a:p>
            </p:txBody>
          </p:sp>
          <p:sp>
            <p:nvSpPr>
              <p:cNvPr id="272" name="TextBox 57"/>
              <p:cNvSpPr/>
              <p:nvPr/>
            </p:nvSpPr>
            <p:spPr>
              <a:xfrm>
                <a:off x="2718000" y="2790360"/>
                <a:ext cx="1867680" cy="342360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00" rIns="216000" tIns="0" bIns="0" anchor="ctr">
                <a:normAutofit fontScale="66000"/>
                <a:scene3d>
                  <a:camera prst="orthographicFront"/>
                  <a:lightRig dir="t" rig="threePt"/>
                </a:scene3d>
                <a:sp3d>
                  <a:bevelT w="0" h="0"/>
                </a:sp3d>
              </a:bodyPr>
              <a:p>
                <a:pPr>
                  <a:lnSpc>
                    <a:spcPct val="120000"/>
                  </a:lnSpc>
                  <a:buNone/>
                </a:pPr>
                <a:r>
                  <a:rPr b="0" lang="zh-CN" sz="1000" spc="-1" strike="noStrike">
                    <a:solidFill>
                      <a:srgbClr val="000000"/>
                    </a:solidFill>
                    <a:latin typeface="微软雅黑"/>
                    <a:ea typeface="微软雅黑"/>
                  </a:rPr>
                  <a:t>此部分内容作为文字排版占位显示 </a:t>
                </a:r>
                <a:br>
                  <a:rPr sz="1000"/>
                </a:br>
                <a:r>
                  <a:rPr b="0" lang="zh-CN" sz="1000" spc="-1" strike="noStrike">
                    <a:solidFill>
                      <a:srgbClr val="000000"/>
                    </a:solidFill>
                    <a:latin typeface="微软雅黑"/>
                    <a:ea typeface="微软雅黑"/>
                  </a:rPr>
                  <a:t>（建议使用主题字体）</a:t>
                </a:r>
                <a:endParaRPr b="0" lang="en-HK" sz="1000" spc="-1" strike="noStrike">
                  <a:latin typeface="Arial"/>
                </a:endParaRPr>
              </a:p>
            </p:txBody>
          </p:sp>
        </p:grpSp>
        <p:grpSp>
          <p:nvGrpSpPr>
            <p:cNvPr id="273" name="Group 58"/>
            <p:cNvGrpSpPr/>
            <p:nvPr/>
          </p:nvGrpSpPr>
          <p:grpSpPr>
            <a:xfrm>
              <a:off x="4674600" y="2198880"/>
              <a:ext cx="1867680" cy="527040"/>
              <a:chOff x="4674600" y="2198880"/>
              <a:chExt cx="1867680" cy="527040"/>
            </a:xfrm>
          </p:grpSpPr>
          <p:sp>
            <p:nvSpPr>
              <p:cNvPr id="274" name="TextBox 59"/>
              <p:cNvSpPr/>
              <p:nvPr/>
            </p:nvSpPr>
            <p:spPr>
              <a:xfrm>
                <a:off x="4674600" y="2198880"/>
                <a:ext cx="1398960" cy="180720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360000" rIns="216000" tIns="0" bIns="0" anchor="ctr">
                <a:normAutofit fontScale="74000"/>
                <a:scene3d>
                  <a:camera prst="orthographicFront"/>
                  <a:lightRig dir="t" rig="threePt"/>
                </a:scene3d>
                <a:sp3d>
                  <a:bevelT w="0" h="0"/>
                </a:sp3d>
              </a:bodyPr>
              <a:p>
                <a:pPr>
                  <a:lnSpc>
                    <a:spcPct val="100000"/>
                  </a:lnSpc>
                  <a:buNone/>
                </a:pPr>
                <a:r>
                  <a:rPr b="1" lang="zh-CN" sz="1600" spc="-1" strike="noStrike">
                    <a:solidFill>
                      <a:srgbClr val="959595"/>
                    </a:solidFill>
                    <a:latin typeface="微软雅黑"/>
                    <a:ea typeface="微软雅黑"/>
                  </a:rPr>
                  <a:t>单击添加标题</a:t>
                </a:r>
                <a:endParaRPr b="0" lang="en-HK" sz="1600" spc="-1" strike="noStrike">
                  <a:latin typeface="Arial"/>
                </a:endParaRPr>
              </a:p>
            </p:txBody>
          </p:sp>
          <p:sp>
            <p:nvSpPr>
              <p:cNvPr id="275" name="TextBox 60"/>
              <p:cNvSpPr/>
              <p:nvPr/>
            </p:nvSpPr>
            <p:spPr>
              <a:xfrm>
                <a:off x="4674600" y="2383560"/>
                <a:ext cx="1867680" cy="342360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00" rIns="216000" tIns="0" bIns="0" anchor="ctr">
                <a:normAutofit fontScale="66000"/>
                <a:scene3d>
                  <a:camera prst="orthographicFront"/>
                  <a:lightRig dir="t" rig="threePt"/>
                </a:scene3d>
                <a:sp3d>
                  <a:bevelT w="0" h="0"/>
                </a:sp3d>
              </a:bodyPr>
              <a:p>
                <a:pPr>
                  <a:lnSpc>
                    <a:spcPct val="120000"/>
                  </a:lnSpc>
                  <a:buNone/>
                </a:pPr>
                <a:r>
                  <a:rPr b="0" lang="zh-CN" sz="1000" spc="-1" strike="noStrike">
                    <a:solidFill>
                      <a:srgbClr val="000000"/>
                    </a:solidFill>
                    <a:latin typeface="微软雅黑"/>
                    <a:ea typeface="微软雅黑"/>
                  </a:rPr>
                  <a:t>此部分内容作为文字排版占位显示 </a:t>
                </a:r>
                <a:br>
                  <a:rPr sz="1000"/>
                </a:br>
                <a:r>
                  <a:rPr b="0" lang="zh-CN" sz="1000" spc="-1" strike="noStrike">
                    <a:solidFill>
                      <a:srgbClr val="000000"/>
                    </a:solidFill>
                    <a:latin typeface="微软雅黑"/>
                    <a:ea typeface="微软雅黑"/>
                  </a:rPr>
                  <a:t>（建议使用主题字体）</a:t>
                </a:r>
                <a:endParaRPr b="0" lang="en-HK" sz="1000" spc="-1" strike="noStrike">
                  <a:latin typeface="Arial"/>
                </a:endParaRPr>
              </a:p>
            </p:txBody>
          </p:sp>
        </p:grpSp>
        <p:grpSp>
          <p:nvGrpSpPr>
            <p:cNvPr id="276" name="Group 61"/>
            <p:cNvGrpSpPr/>
            <p:nvPr/>
          </p:nvGrpSpPr>
          <p:grpSpPr>
            <a:xfrm>
              <a:off x="6946200" y="1268280"/>
              <a:ext cx="1867680" cy="527040"/>
              <a:chOff x="6946200" y="1268280"/>
              <a:chExt cx="1867680" cy="527040"/>
            </a:xfrm>
          </p:grpSpPr>
          <p:sp>
            <p:nvSpPr>
              <p:cNvPr id="277" name="TextBox 62"/>
              <p:cNvSpPr/>
              <p:nvPr/>
            </p:nvSpPr>
            <p:spPr>
              <a:xfrm>
                <a:off x="6946200" y="1268280"/>
                <a:ext cx="1398960" cy="180720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360000" rIns="216000" tIns="0" bIns="0" anchor="ctr">
                <a:normAutofit fontScale="74000"/>
                <a:scene3d>
                  <a:camera prst="orthographicFront"/>
                  <a:lightRig dir="t" rig="threePt"/>
                </a:scene3d>
                <a:sp3d>
                  <a:bevelT w="0" h="0"/>
                </a:sp3d>
              </a:bodyPr>
              <a:p>
                <a:pPr>
                  <a:lnSpc>
                    <a:spcPct val="100000"/>
                  </a:lnSpc>
                  <a:buNone/>
                </a:pPr>
                <a:r>
                  <a:rPr b="1" lang="zh-CN" sz="1600" spc="-1" strike="noStrike">
                    <a:solidFill>
                      <a:srgbClr val="959595"/>
                    </a:solidFill>
                    <a:latin typeface="微软雅黑"/>
                    <a:ea typeface="微软雅黑"/>
                  </a:rPr>
                  <a:t>单击添加标题</a:t>
                </a:r>
                <a:endParaRPr b="0" lang="en-HK" sz="1600" spc="-1" strike="noStrike">
                  <a:latin typeface="Arial"/>
                </a:endParaRPr>
              </a:p>
            </p:txBody>
          </p:sp>
          <p:sp>
            <p:nvSpPr>
              <p:cNvPr id="278" name="TextBox 63"/>
              <p:cNvSpPr/>
              <p:nvPr/>
            </p:nvSpPr>
            <p:spPr>
              <a:xfrm>
                <a:off x="6946200" y="1452960"/>
                <a:ext cx="1867680" cy="342360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00" rIns="216000" tIns="0" bIns="0" anchor="ctr">
                <a:normAutofit fontScale="66000"/>
                <a:scene3d>
                  <a:camera prst="orthographicFront"/>
                  <a:lightRig dir="t" rig="threePt"/>
                </a:scene3d>
                <a:sp3d>
                  <a:bevelT w="0" h="0"/>
                </a:sp3d>
              </a:bodyPr>
              <a:p>
                <a:pPr>
                  <a:lnSpc>
                    <a:spcPct val="120000"/>
                  </a:lnSpc>
                  <a:buNone/>
                </a:pPr>
                <a:r>
                  <a:rPr b="0" lang="zh-CN" sz="1000" spc="-1" strike="noStrike">
                    <a:solidFill>
                      <a:srgbClr val="000000"/>
                    </a:solidFill>
                    <a:latin typeface="微软雅黑"/>
                    <a:ea typeface="微软雅黑"/>
                  </a:rPr>
                  <a:t>此部分内容作为文字排版占位显示 </a:t>
                </a:r>
                <a:br>
                  <a:rPr sz="1000"/>
                </a:br>
                <a:r>
                  <a:rPr b="0" lang="zh-CN" sz="1000" spc="-1" strike="noStrike">
                    <a:solidFill>
                      <a:srgbClr val="000000"/>
                    </a:solidFill>
                    <a:latin typeface="微软雅黑"/>
                    <a:ea typeface="微软雅黑"/>
                  </a:rPr>
                  <a:t>（建议使用主题字体）</a:t>
                </a:r>
                <a:endParaRPr b="0" lang="en-HK" sz="1000" spc="-1" strike="noStrike">
                  <a:latin typeface="Arial"/>
                </a:endParaRPr>
              </a:p>
            </p:txBody>
          </p:sp>
        </p:grpSp>
        <p:grpSp>
          <p:nvGrpSpPr>
            <p:cNvPr id="279" name="Group 64"/>
            <p:cNvGrpSpPr/>
            <p:nvPr/>
          </p:nvGrpSpPr>
          <p:grpSpPr>
            <a:xfrm>
              <a:off x="6211080" y="3752280"/>
              <a:ext cx="1867680" cy="527040"/>
              <a:chOff x="6211080" y="3752280"/>
              <a:chExt cx="1867680" cy="527040"/>
            </a:xfrm>
          </p:grpSpPr>
          <p:sp>
            <p:nvSpPr>
              <p:cNvPr id="280" name="TextBox 65"/>
              <p:cNvSpPr/>
              <p:nvPr/>
            </p:nvSpPr>
            <p:spPr>
              <a:xfrm>
                <a:off x="6211080" y="3752280"/>
                <a:ext cx="1398960" cy="180720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360000" rIns="216000" tIns="0" bIns="0" anchor="ctr">
                <a:normAutofit fontScale="74000"/>
                <a:scene3d>
                  <a:camera prst="orthographicFront"/>
                  <a:lightRig dir="t" rig="threePt"/>
                </a:scene3d>
                <a:sp3d>
                  <a:bevelT w="0" h="0"/>
                </a:sp3d>
              </a:bodyPr>
              <a:p>
                <a:pPr>
                  <a:lnSpc>
                    <a:spcPct val="100000"/>
                  </a:lnSpc>
                  <a:buNone/>
                </a:pPr>
                <a:r>
                  <a:rPr b="1" lang="zh-CN" sz="1600" spc="-1" strike="noStrike">
                    <a:solidFill>
                      <a:srgbClr val="000000"/>
                    </a:solidFill>
                    <a:latin typeface="微软雅黑"/>
                    <a:ea typeface="微软雅黑"/>
                  </a:rPr>
                  <a:t>单击添加标题</a:t>
                </a:r>
                <a:endParaRPr b="0" lang="en-HK" sz="1600" spc="-1" strike="noStrike">
                  <a:latin typeface="Arial"/>
                </a:endParaRPr>
              </a:p>
            </p:txBody>
          </p:sp>
          <p:sp>
            <p:nvSpPr>
              <p:cNvPr id="281" name="TextBox 66"/>
              <p:cNvSpPr/>
              <p:nvPr/>
            </p:nvSpPr>
            <p:spPr>
              <a:xfrm>
                <a:off x="6211080" y="3936960"/>
                <a:ext cx="1867680" cy="342360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00" rIns="216000" tIns="0" bIns="0" anchor="ctr">
                <a:normAutofit fontScale="66000"/>
                <a:scene3d>
                  <a:camera prst="orthographicFront"/>
                  <a:lightRig dir="t" rig="threePt"/>
                </a:scene3d>
                <a:sp3d>
                  <a:bevelT w="0" h="0"/>
                </a:sp3d>
              </a:bodyPr>
              <a:p>
                <a:pPr>
                  <a:lnSpc>
                    <a:spcPct val="120000"/>
                  </a:lnSpc>
                  <a:buNone/>
                </a:pPr>
                <a:r>
                  <a:rPr b="0" lang="zh-CN" sz="1000" spc="-1" strike="noStrike">
                    <a:solidFill>
                      <a:srgbClr val="000000"/>
                    </a:solidFill>
                    <a:latin typeface="微软雅黑"/>
                    <a:ea typeface="微软雅黑"/>
                  </a:rPr>
                  <a:t>此部分内容作为文字排版占位显示 </a:t>
                </a:r>
                <a:br>
                  <a:rPr sz="1000"/>
                </a:br>
                <a:r>
                  <a:rPr b="0" lang="zh-CN" sz="1000" spc="-1" strike="noStrike">
                    <a:solidFill>
                      <a:srgbClr val="000000"/>
                    </a:solidFill>
                    <a:latin typeface="微软雅黑"/>
                    <a:ea typeface="微软雅黑"/>
                  </a:rPr>
                  <a:t>（建议使用主题字体）</a:t>
                </a:r>
                <a:endParaRPr b="0" lang="en-HK" sz="1000" spc="-1" strike="noStrike">
                  <a:latin typeface="Arial"/>
                </a:endParaRPr>
              </a:p>
            </p:txBody>
          </p:sp>
        </p:grpSp>
      </p:grpSp>
      <p:grpSp>
        <p:nvGrpSpPr>
          <p:cNvPr id="282" name="组合 61"/>
          <p:cNvGrpSpPr/>
          <p:nvPr/>
        </p:nvGrpSpPr>
        <p:grpSpPr>
          <a:xfrm>
            <a:off x="323640" y="0"/>
            <a:ext cx="2084040" cy="574200"/>
            <a:chOff x="323640" y="0"/>
            <a:chExt cx="2084040" cy="574200"/>
          </a:xfrm>
        </p:grpSpPr>
        <p:sp>
          <p:nvSpPr>
            <p:cNvPr id="283" name="TextBox 86"/>
            <p:cNvSpPr/>
            <p:nvPr/>
          </p:nvSpPr>
          <p:spPr>
            <a:xfrm>
              <a:off x="576360" y="58320"/>
              <a:ext cx="183132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zh-CN" sz="24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请输入标题</a:t>
              </a:r>
              <a:endParaRPr b="0" lang="en-HK" sz="2400" spc="-1" strike="noStrike">
                <a:latin typeface="Arial"/>
              </a:endParaRPr>
            </a:p>
          </p:txBody>
        </p:sp>
        <p:sp>
          <p:nvSpPr>
            <p:cNvPr id="284" name="矩形 63"/>
            <p:cNvSpPr/>
            <p:nvPr/>
          </p:nvSpPr>
          <p:spPr>
            <a:xfrm>
              <a:off x="323640" y="0"/>
              <a:ext cx="212040" cy="5742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</p:spTree>
  </p:cSld>
  <p:transition spd="med">
    <p:pull dir="r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图片 1" descr=""/>
          <p:cNvPicPr/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">
                    <a14:imgEffect>
                      <a14:artisticBlur/>
                    </a14:imgEffect>
                  </a14:imgLayer>
                </a14:imgProps>
              </a:ext>
            </a:extLst>
          </a:blip>
          <a:stretch/>
        </p:blipFill>
        <p:spPr>
          <a:xfrm>
            <a:off x="0" y="2571840"/>
            <a:ext cx="9140040" cy="2567880"/>
          </a:xfrm>
          <a:prstGeom prst="rect">
            <a:avLst/>
          </a:prstGeom>
          <a:ln w="0">
            <a:noFill/>
          </a:ln>
        </p:spPr>
      </p:pic>
      <p:sp>
        <p:nvSpPr>
          <p:cNvPr id="286" name="矩形: 圆角 2"/>
          <p:cNvSpPr/>
          <p:nvPr/>
        </p:nvSpPr>
        <p:spPr>
          <a:xfrm>
            <a:off x="467640" y="411480"/>
            <a:ext cx="8205120" cy="4316400"/>
          </a:xfrm>
          <a:prstGeom prst="roundRect">
            <a:avLst>
              <a:gd name="adj" fmla="val 3113"/>
            </a:avLst>
          </a:prstGeom>
          <a:solidFill>
            <a:schemeClr val="bg1"/>
          </a:solidFill>
          <a:ln>
            <a:noFill/>
          </a:ln>
          <a:effectLst>
            <a:outerShdw algn="ctr" blurRad="114480" rotWithShape="0" sx="102000" sy="102000">
              <a:srgbClr val="000000">
                <a:alpha val="2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287" name="组合 8"/>
          <p:cNvGrpSpPr/>
          <p:nvPr/>
        </p:nvGrpSpPr>
        <p:grpSpPr>
          <a:xfrm>
            <a:off x="1727640" y="1420920"/>
            <a:ext cx="1184040" cy="2119680"/>
            <a:chOff x="1727640" y="1420920"/>
            <a:chExt cx="1184040" cy="2119680"/>
          </a:xfrm>
        </p:grpSpPr>
        <p:sp>
          <p:nvSpPr>
            <p:cNvPr id="288" name="矩形: 圆角 4"/>
            <p:cNvSpPr/>
            <p:nvPr/>
          </p:nvSpPr>
          <p:spPr>
            <a:xfrm>
              <a:off x="1727640" y="1492200"/>
              <a:ext cx="1148040" cy="2048400"/>
            </a:xfrm>
            <a:prstGeom prst="roundRect">
              <a:avLst>
                <a:gd name="adj" fmla="val 6274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89" name="文本框 5"/>
            <p:cNvSpPr/>
            <p:nvPr/>
          </p:nvSpPr>
          <p:spPr>
            <a:xfrm>
              <a:off x="1840680" y="1420920"/>
              <a:ext cx="1071000" cy="2102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13800" spc="-1" strike="noStrike">
                  <a:solidFill>
                    <a:srgbClr val="ffffff"/>
                  </a:solidFill>
                  <a:latin typeface="Calibri"/>
                  <a:ea typeface="微软雅黑"/>
                </a:rPr>
                <a:t>2</a:t>
              </a:r>
              <a:endParaRPr b="0" lang="en-HK" sz="13800" spc="-1" strike="noStrike">
                <a:latin typeface="Arial"/>
              </a:endParaRPr>
            </a:p>
          </p:txBody>
        </p:sp>
      </p:grpSp>
      <p:sp>
        <p:nvSpPr>
          <p:cNvPr id="290" name="文本框 6"/>
          <p:cNvSpPr/>
          <p:nvPr/>
        </p:nvSpPr>
        <p:spPr>
          <a:xfrm>
            <a:off x="3388320" y="2179800"/>
            <a:ext cx="3560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HK" sz="1800" spc="-1" strike="noStrike">
                <a:solidFill>
                  <a:srgbClr val="000000"/>
                </a:solidFill>
                <a:latin typeface="Calibri"/>
                <a:ea typeface="宋体"/>
              </a:rPr>
              <a:t>Work Progress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291" name="文本框 7"/>
          <p:cNvSpPr/>
          <p:nvPr/>
        </p:nvSpPr>
        <p:spPr>
          <a:xfrm>
            <a:off x="3383280" y="3003840"/>
            <a:ext cx="356076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bfbfbf"/>
                </a:solidFill>
                <a:latin typeface="Calibri"/>
                <a:ea typeface="宋体"/>
              </a:rPr>
              <a:t>ANNUAL</a:t>
            </a:r>
            <a:r>
              <a:rPr b="0" lang="en-US" sz="1400" spc="-1" strike="noStrike">
                <a:solidFill>
                  <a:srgbClr val="bfbfbf"/>
                </a:solidFill>
                <a:latin typeface="Calibri"/>
                <a:ea typeface="宋体"/>
              </a:rPr>
              <a:t> </a:t>
            </a:r>
            <a:r>
              <a:rPr b="1" lang="en-US" sz="1400" spc="-1" strike="noStrike">
                <a:solidFill>
                  <a:srgbClr val="bfbfbf"/>
                </a:solidFill>
                <a:latin typeface="Calibri"/>
                <a:ea typeface="宋体"/>
              </a:rPr>
              <a:t>WORK</a:t>
            </a:r>
            <a:r>
              <a:rPr b="0" lang="en-US" sz="1400" spc="-1" strike="noStrike">
                <a:solidFill>
                  <a:srgbClr val="bfbfbf"/>
                </a:solidFill>
                <a:latin typeface="Calibri"/>
                <a:ea typeface="宋体"/>
              </a:rPr>
              <a:t> </a:t>
            </a:r>
            <a:r>
              <a:rPr b="1" lang="en-US" sz="1400" spc="-1" strike="noStrike">
                <a:solidFill>
                  <a:srgbClr val="bfbfbf"/>
                </a:solidFill>
                <a:latin typeface="Calibri"/>
                <a:ea typeface="宋体"/>
              </a:rPr>
              <a:t>SUMMARY</a:t>
            </a:r>
            <a:endParaRPr b="0" lang="en-HK" sz="1400" spc="-1" strike="noStrike">
              <a:latin typeface="Arial"/>
            </a:endParaRPr>
          </a:p>
        </p:txBody>
      </p:sp>
    </p:spTree>
  </p:cSld>
  <p:transition spd="med">
    <p:pull dir="r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2" name="组合 3"/>
          <p:cNvGrpSpPr/>
          <p:nvPr/>
        </p:nvGrpSpPr>
        <p:grpSpPr>
          <a:xfrm>
            <a:off x="998280" y="724680"/>
            <a:ext cx="1913040" cy="3778200"/>
            <a:chOff x="998280" y="724680"/>
            <a:chExt cx="1913040" cy="3778200"/>
          </a:xfrm>
        </p:grpSpPr>
        <p:sp>
          <p:nvSpPr>
            <p:cNvPr id="293" name="矩形 20"/>
            <p:cNvSpPr/>
            <p:nvPr/>
          </p:nvSpPr>
          <p:spPr>
            <a:xfrm>
              <a:off x="998280" y="2782080"/>
              <a:ext cx="1913040" cy="4143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wrap="none" lIns="90000" rIns="90000" tIns="45000" bIns="45000" anchor="ctr">
              <a:normAutofit/>
            </a:bodyPr>
            <a:p>
              <a:pPr algn="ctr">
                <a:lnSpc>
                  <a:spcPct val="100000"/>
                </a:lnSpc>
                <a:buNone/>
              </a:pPr>
              <a:r>
                <a:rPr b="1" lang="zh-CN" sz="12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单击添加标题</a:t>
              </a:r>
              <a:endParaRPr b="0" lang="en-HK" sz="1200" spc="-1" strike="noStrike">
                <a:latin typeface="Arial"/>
              </a:endParaRPr>
            </a:p>
          </p:txBody>
        </p:sp>
        <p:sp>
          <p:nvSpPr>
            <p:cNvPr id="294" name="矩形 21"/>
            <p:cNvSpPr/>
            <p:nvPr/>
          </p:nvSpPr>
          <p:spPr>
            <a:xfrm>
              <a:off x="998280" y="3200400"/>
              <a:ext cx="1913040" cy="1147680"/>
            </a:xfrm>
            <a:prstGeom prst="rect">
              <a:avLst/>
            </a:prstGeom>
            <a:noFill/>
            <a:ln>
              <a:solidFill>
                <a:srgbClr val="272f42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95" name="任意多边形 5"/>
            <p:cNvSpPr/>
            <p:nvPr/>
          </p:nvSpPr>
          <p:spPr>
            <a:xfrm>
              <a:off x="2336040" y="4195800"/>
              <a:ext cx="322920" cy="307080"/>
            </a:xfrm>
            <a:custGeom>
              <a:avLst/>
              <a:gdLst/>
              <a:ahLst/>
              <a:rect l="l" t="t" r="r" b="b"/>
              <a:pathLst>
                <a:path w="452" h="430">
                  <a:moveTo>
                    <a:pt x="0" y="0"/>
                  </a:moveTo>
                  <a:lnTo>
                    <a:pt x="452" y="0"/>
                  </a:lnTo>
                  <a:lnTo>
                    <a:pt x="452" y="430"/>
                  </a:lnTo>
                  <a:lnTo>
                    <a:pt x="0" y="43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96" name="文本框 6"/>
            <p:cNvSpPr/>
            <p:nvPr/>
          </p:nvSpPr>
          <p:spPr>
            <a:xfrm>
              <a:off x="998280" y="2782080"/>
              <a:ext cx="1913040" cy="414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97" name="文本框 7"/>
            <p:cNvSpPr/>
            <p:nvPr/>
          </p:nvSpPr>
          <p:spPr>
            <a:xfrm>
              <a:off x="2336040" y="4195800"/>
              <a:ext cx="323640" cy="307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rm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1</a:t>
              </a:r>
              <a:endParaRPr b="0" lang="en-HK" sz="1400" spc="-1" strike="noStrike">
                <a:latin typeface="Arial"/>
              </a:endParaRPr>
            </a:p>
          </p:txBody>
        </p:sp>
        <p:sp>
          <p:nvSpPr>
            <p:cNvPr id="298" name="矩形 25"/>
            <p:cNvSpPr/>
            <p:nvPr/>
          </p:nvSpPr>
          <p:spPr>
            <a:xfrm>
              <a:off x="998280" y="724680"/>
              <a:ext cx="1913040" cy="2053440"/>
            </a:xfrm>
            <a:prstGeom prst="rect">
              <a:avLst/>
            </a:prstGeom>
            <a:blipFill rotWithShape="0">
              <a:blip r:embed="rId1"/>
              <a:srcRect/>
              <a:stretch/>
            </a:blip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99" name="矩形 26"/>
            <p:cNvSpPr/>
            <p:nvPr/>
          </p:nvSpPr>
          <p:spPr>
            <a:xfrm>
              <a:off x="998280" y="3485160"/>
              <a:ext cx="1913040" cy="578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rmAutofit/>
            </a:bodyPr>
            <a:p>
              <a:pPr algn="ctr">
                <a:lnSpc>
                  <a:spcPct val="120000"/>
                </a:lnSpc>
                <a:buNone/>
              </a:pPr>
              <a:r>
                <a:rPr b="0" lang="zh-CN" sz="9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此部分内容作为文字排版占位显示</a:t>
              </a:r>
              <a:br>
                <a:rPr sz="900"/>
              </a:br>
              <a:r>
                <a:rPr b="0" lang="zh-CN" sz="9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（建议使用主题字体）</a:t>
              </a:r>
              <a:endParaRPr b="0" lang="en-HK" sz="900" spc="-1" strike="noStrike">
                <a:latin typeface="Arial"/>
              </a:endParaRPr>
            </a:p>
          </p:txBody>
        </p:sp>
      </p:grpSp>
      <p:grpSp>
        <p:nvGrpSpPr>
          <p:cNvPr id="300" name="组合 4"/>
          <p:cNvGrpSpPr/>
          <p:nvPr/>
        </p:nvGrpSpPr>
        <p:grpSpPr>
          <a:xfrm>
            <a:off x="3613320" y="724320"/>
            <a:ext cx="1913040" cy="3778920"/>
            <a:chOff x="3613320" y="724320"/>
            <a:chExt cx="1913040" cy="3778920"/>
          </a:xfrm>
        </p:grpSpPr>
        <p:sp>
          <p:nvSpPr>
            <p:cNvPr id="301" name="矩形 13"/>
            <p:cNvSpPr/>
            <p:nvPr/>
          </p:nvSpPr>
          <p:spPr>
            <a:xfrm>
              <a:off x="3613320" y="2781720"/>
              <a:ext cx="1913040" cy="41436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wrap="none" lIns="90000" rIns="90000" tIns="45000" bIns="45000" anchor="ctr">
              <a:normAutofit/>
            </a:bodyPr>
            <a:p>
              <a:pPr algn="ctr">
                <a:lnSpc>
                  <a:spcPct val="100000"/>
                </a:lnSpc>
                <a:buNone/>
              </a:pPr>
              <a:r>
                <a:rPr b="1" lang="zh-CN" sz="12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单击添加标题</a:t>
              </a:r>
              <a:endParaRPr b="0" lang="en-HK" sz="1200" spc="-1" strike="noStrike">
                <a:latin typeface="Arial"/>
              </a:endParaRPr>
            </a:p>
          </p:txBody>
        </p:sp>
        <p:sp>
          <p:nvSpPr>
            <p:cNvPr id="302" name="矩形 14"/>
            <p:cNvSpPr/>
            <p:nvPr/>
          </p:nvSpPr>
          <p:spPr>
            <a:xfrm>
              <a:off x="3613320" y="3200040"/>
              <a:ext cx="1913040" cy="1147680"/>
            </a:xfrm>
            <a:prstGeom prst="rect">
              <a:avLst/>
            </a:prstGeom>
            <a:noFill/>
            <a:ln>
              <a:solidFill>
                <a:srgbClr val="272f42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303" name="任意多边形 12"/>
            <p:cNvSpPr/>
            <p:nvPr/>
          </p:nvSpPr>
          <p:spPr>
            <a:xfrm>
              <a:off x="4957920" y="4196160"/>
              <a:ext cx="322920" cy="307080"/>
            </a:xfrm>
            <a:custGeom>
              <a:avLst/>
              <a:gdLst/>
              <a:ahLst/>
              <a:rect l="l" t="t" r="r" b="b"/>
              <a:pathLst>
                <a:path w="452" h="430">
                  <a:moveTo>
                    <a:pt x="0" y="0"/>
                  </a:moveTo>
                  <a:lnTo>
                    <a:pt x="452" y="0"/>
                  </a:lnTo>
                  <a:lnTo>
                    <a:pt x="452" y="430"/>
                  </a:lnTo>
                  <a:lnTo>
                    <a:pt x="0" y="43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04" name="文本框 13"/>
            <p:cNvSpPr/>
            <p:nvPr/>
          </p:nvSpPr>
          <p:spPr>
            <a:xfrm>
              <a:off x="3613320" y="2781720"/>
              <a:ext cx="1913040" cy="414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05" name="文本框 14"/>
            <p:cNvSpPr/>
            <p:nvPr/>
          </p:nvSpPr>
          <p:spPr>
            <a:xfrm>
              <a:off x="4957920" y="4196160"/>
              <a:ext cx="323640" cy="307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rm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2</a:t>
              </a:r>
              <a:endParaRPr b="0" lang="en-HK" sz="1400" spc="-1" strike="noStrike">
                <a:latin typeface="Arial"/>
              </a:endParaRPr>
            </a:p>
          </p:txBody>
        </p:sp>
        <p:sp>
          <p:nvSpPr>
            <p:cNvPr id="306" name="矩形 18"/>
            <p:cNvSpPr/>
            <p:nvPr/>
          </p:nvSpPr>
          <p:spPr>
            <a:xfrm>
              <a:off x="3613320" y="724320"/>
              <a:ext cx="1913040" cy="2053440"/>
            </a:xfrm>
            <a:prstGeom prst="rect">
              <a:avLst/>
            </a:prstGeom>
            <a:blipFill rotWithShape="0">
              <a:blip r:embed="rId2"/>
              <a:srcRect/>
              <a:stretch/>
            </a:blip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307" name="矩形 19"/>
            <p:cNvSpPr/>
            <p:nvPr/>
          </p:nvSpPr>
          <p:spPr>
            <a:xfrm>
              <a:off x="3613320" y="3484800"/>
              <a:ext cx="1913040" cy="578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rmAutofit/>
            </a:bodyPr>
            <a:p>
              <a:pPr algn="ctr">
                <a:lnSpc>
                  <a:spcPct val="120000"/>
                </a:lnSpc>
                <a:buNone/>
              </a:pPr>
              <a:r>
                <a:rPr b="0" lang="zh-CN" sz="9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此部分内容作为文字排版占位显示</a:t>
              </a:r>
              <a:br>
                <a:rPr sz="900"/>
              </a:br>
              <a:r>
                <a:rPr b="0" lang="zh-CN" sz="9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（建议使用主题字体）</a:t>
              </a:r>
              <a:endParaRPr b="0" lang="en-HK" sz="900" spc="-1" strike="noStrike">
                <a:latin typeface="Arial"/>
              </a:endParaRPr>
            </a:p>
          </p:txBody>
        </p:sp>
      </p:grpSp>
      <p:grpSp>
        <p:nvGrpSpPr>
          <p:cNvPr id="308" name="组合 5"/>
          <p:cNvGrpSpPr/>
          <p:nvPr/>
        </p:nvGrpSpPr>
        <p:grpSpPr>
          <a:xfrm>
            <a:off x="6228360" y="724680"/>
            <a:ext cx="1913040" cy="3778200"/>
            <a:chOff x="6228360" y="724680"/>
            <a:chExt cx="1913040" cy="3778200"/>
          </a:xfrm>
        </p:grpSpPr>
        <p:sp>
          <p:nvSpPr>
            <p:cNvPr id="309" name="矩形 6"/>
            <p:cNvSpPr/>
            <p:nvPr/>
          </p:nvSpPr>
          <p:spPr>
            <a:xfrm>
              <a:off x="6228360" y="2782080"/>
              <a:ext cx="1913040" cy="41436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wrap="none" lIns="90000" rIns="90000" tIns="45000" bIns="45000" anchor="ctr">
              <a:normAutofit/>
            </a:bodyPr>
            <a:p>
              <a:pPr algn="ctr">
                <a:lnSpc>
                  <a:spcPct val="100000"/>
                </a:lnSpc>
                <a:buNone/>
              </a:pPr>
              <a:r>
                <a:rPr b="1" lang="zh-CN" sz="12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单击添加标题</a:t>
              </a:r>
              <a:endParaRPr b="0" lang="en-HK" sz="1200" spc="-1" strike="noStrike">
                <a:latin typeface="Arial"/>
              </a:endParaRPr>
            </a:p>
          </p:txBody>
        </p:sp>
        <p:sp>
          <p:nvSpPr>
            <p:cNvPr id="310" name="矩形 7"/>
            <p:cNvSpPr/>
            <p:nvPr/>
          </p:nvSpPr>
          <p:spPr>
            <a:xfrm>
              <a:off x="6228360" y="3200400"/>
              <a:ext cx="1913040" cy="1147680"/>
            </a:xfrm>
            <a:prstGeom prst="rect">
              <a:avLst/>
            </a:prstGeom>
            <a:noFill/>
            <a:ln>
              <a:solidFill>
                <a:srgbClr val="959595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311" name="任意多边形 19"/>
            <p:cNvSpPr/>
            <p:nvPr/>
          </p:nvSpPr>
          <p:spPr>
            <a:xfrm>
              <a:off x="7576560" y="4195800"/>
              <a:ext cx="322920" cy="307080"/>
            </a:xfrm>
            <a:custGeom>
              <a:avLst/>
              <a:gdLst/>
              <a:ahLst/>
              <a:rect l="l" t="t" r="r" b="b"/>
              <a:pathLst>
                <a:path w="452" h="430">
                  <a:moveTo>
                    <a:pt x="0" y="0"/>
                  </a:moveTo>
                  <a:lnTo>
                    <a:pt x="452" y="0"/>
                  </a:lnTo>
                  <a:lnTo>
                    <a:pt x="452" y="430"/>
                  </a:lnTo>
                  <a:lnTo>
                    <a:pt x="0" y="43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12" name="文本框 20"/>
            <p:cNvSpPr/>
            <p:nvPr/>
          </p:nvSpPr>
          <p:spPr>
            <a:xfrm>
              <a:off x="6228360" y="2782080"/>
              <a:ext cx="1913040" cy="414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13" name="文本框 21"/>
            <p:cNvSpPr/>
            <p:nvPr/>
          </p:nvSpPr>
          <p:spPr>
            <a:xfrm>
              <a:off x="7576560" y="4195800"/>
              <a:ext cx="323640" cy="307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rm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3</a:t>
              </a:r>
              <a:endParaRPr b="0" lang="en-HK" sz="1400" spc="-1" strike="noStrike">
                <a:latin typeface="Arial"/>
              </a:endParaRPr>
            </a:p>
          </p:txBody>
        </p:sp>
        <p:sp>
          <p:nvSpPr>
            <p:cNvPr id="314" name="矩形 11"/>
            <p:cNvSpPr/>
            <p:nvPr/>
          </p:nvSpPr>
          <p:spPr>
            <a:xfrm>
              <a:off x="6228360" y="724680"/>
              <a:ext cx="1913040" cy="2053440"/>
            </a:xfrm>
            <a:prstGeom prst="rect">
              <a:avLst/>
            </a:prstGeom>
            <a:blipFill rotWithShape="0">
              <a:blip r:embed="rId3"/>
              <a:srcRect/>
              <a:stretch/>
            </a:blip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315" name="矩形 12"/>
            <p:cNvSpPr/>
            <p:nvPr/>
          </p:nvSpPr>
          <p:spPr>
            <a:xfrm>
              <a:off x="6228360" y="3485160"/>
              <a:ext cx="1913040" cy="578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rmAutofit/>
            </a:bodyPr>
            <a:p>
              <a:pPr algn="ctr">
                <a:lnSpc>
                  <a:spcPct val="120000"/>
                </a:lnSpc>
                <a:buNone/>
              </a:pPr>
              <a:r>
                <a:rPr b="0" lang="zh-CN" sz="9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此部分内容作为文字排版占位显示</a:t>
              </a:r>
              <a:br>
                <a:rPr sz="900"/>
              </a:br>
              <a:r>
                <a:rPr b="0" lang="zh-CN" sz="9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（建议使用主题字体）</a:t>
              </a:r>
              <a:endParaRPr b="0" lang="en-HK" sz="900" spc="-1" strike="noStrike">
                <a:latin typeface="Arial"/>
              </a:endParaRPr>
            </a:p>
          </p:txBody>
        </p:sp>
      </p:grpSp>
      <p:grpSp>
        <p:nvGrpSpPr>
          <p:cNvPr id="316" name="组合 28"/>
          <p:cNvGrpSpPr/>
          <p:nvPr/>
        </p:nvGrpSpPr>
        <p:grpSpPr>
          <a:xfrm>
            <a:off x="323640" y="0"/>
            <a:ext cx="2084040" cy="574200"/>
            <a:chOff x="323640" y="0"/>
            <a:chExt cx="2084040" cy="574200"/>
          </a:xfrm>
        </p:grpSpPr>
        <p:sp>
          <p:nvSpPr>
            <p:cNvPr id="317" name="TextBox 86"/>
            <p:cNvSpPr/>
            <p:nvPr/>
          </p:nvSpPr>
          <p:spPr>
            <a:xfrm>
              <a:off x="576360" y="58320"/>
              <a:ext cx="183132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zh-CN" sz="24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请输入标题</a:t>
              </a:r>
              <a:endParaRPr b="0" lang="en-HK" sz="2400" spc="-1" strike="noStrike">
                <a:latin typeface="Arial"/>
              </a:endParaRPr>
            </a:p>
          </p:txBody>
        </p:sp>
        <p:sp>
          <p:nvSpPr>
            <p:cNvPr id="318" name="矩形 30"/>
            <p:cNvSpPr/>
            <p:nvPr/>
          </p:nvSpPr>
          <p:spPr>
            <a:xfrm>
              <a:off x="323640" y="0"/>
              <a:ext cx="212040" cy="5742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</p:spTree>
  </p:cSld>
  <p:transition spd="med">
    <p:pull dir="r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9" name="Group 1"/>
          <p:cNvGrpSpPr/>
          <p:nvPr/>
        </p:nvGrpSpPr>
        <p:grpSpPr>
          <a:xfrm>
            <a:off x="2962800" y="1751040"/>
            <a:ext cx="3242880" cy="3388680"/>
            <a:chOff x="2962800" y="1751040"/>
            <a:chExt cx="3242880" cy="3388680"/>
          </a:xfrm>
        </p:grpSpPr>
        <p:sp>
          <p:nvSpPr>
            <p:cNvPr id="320" name="Freeform: Shape 2"/>
            <p:cNvSpPr/>
            <p:nvPr/>
          </p:nvSpPr>
          <p:spPr>
            <a:xfrm>
              <a:off x="3662640" y="2707200"/>
              <a:ext cx="1941120" cy="2432520"/>
            </a:xfrm>
            <a:custGeom>
              <a:avLst/>
              <a:gdLst/>
              <a:ahLst/>
              <a:rect l="l" t="t" r="r" b="b"/>
              <a:pathLst>
                <a:path w="454" h="569">
                  <a:moveTo>
                    <a:pt x="197" y="254"/>
                  </a:moveTo>
                  <a:cubicBezTo>
                    <a:pt x="209" y="304"/>
                    <a:pt x="213" y="368"/>
                    <a:pt x="200" y="449"/>
                  </a:cubicBezTo>
                  <a:cubicBezTo>
                    <a:pt x="191" y="518"/>
                    <a:pt x="199" y="559"/>
                    <a:pt x="148" y="559"/>
                  </a:cubicBezTo>
                  <a:cubicBezTo>
                    <a:pt x="148" y="559"/>
                    <a:pt x="138" y="555"/>
                    <a:pt x="122" y="569"/>
                  </a:cubicBezTo>
                  <a:cubicBezTo>
                    <a:pt x="339" y="569"/>
                    <a:pt x="339" y="569"/>
                    <a:pt x="339" y="569"/>
                  </a:cubicBezTo>
                  <a:cubicBezTo>
                    <a:pt x="328" y="564"/>
                    <a:pt x="315" y="559"/>
                    <a:pt x="304" y="557"/>
                  </a:cubicBezTo>
                  <a:cubicBezTo>
                    <a:pt x="292" y="529"/>
                    <a:pt x="279" y="475"/>
                    <a:pt x="277" y="354"/>
                  </a:cubicBezTo>
                  <a:cubicBezTo>
                    <a:pt x="276" y="318"/>
                    <a:pt x="278" y="287"/>
                    <a:pt x="282" y="261"/>
                  </a:cubicBezTo>
                  <a:cubicBezTo>
                    <a:pt x="315" y="247"/>
                    <a:pt x="315" y="247"/>
                    <a:pt x="315" y="247"/>
                  </a:cubicBezTo>
                  <a:cubicBezTo>
                    <a:pt x="404" y="194"/>
                    <a:pt x="433" y="147"/>
                    <a:pt x="454" y="120"/>
                  </a:cubicBezTo>
                  <a:cubicBezTo>
                    <a:pt x="451" y="117"/>
                    <a:pt x="451" y="117"/>
                    <a:pt x="451" y="117"/>
                  </a:cubicBezTo>
                  <a:cubicBezTo>
                    <a:pt x="451" y="117"/>
                    <a:pt x="451" y="117"/>
                    <a:pt x="451" y="117"/>
                  </a:cubicBezTo>
                  <a:cubicBezTo>
                    <a:pt x="428" y="135"/>
                    <a:pt x="407" y="151"/>
                    <a:pt x="389" y="164"/>
                  </a:cubicBezTo>
                  <a:cubicBezTo>
                    <a:pt x="396" y="133"/>
                    <a:pt x="398" y="121"/>
                    <a:pt x="400" y="82"/>
                  </a:cubicBezTo>
                  <a:cubicBezTo>
                    <a:pt x="399" y="82"/>
                    <a:pt x="399" y="82"/>
                    <a:pt x="399" y="82"/>
                  </a:cubicBezTo>
                  <a:cubicBezTo>
                    <a:pt x="399" y="82"/>
                    <a:pt x="398" y="82"/>
                    <a:pt x="398" y="82"/>
                  </a:cubicBezTo>
                  <a:cubicBezTo>
                    <a:pt x="393" y="101"/>
                    <a:pt x="379" y="147"/>
                    <a:pt x="362" y="182"/>
                  </a:cubicBezTo>
                  <a:cubicBezTo>
                    <a:pt x="312" y="215"/>
                    <a:pt x="278" y="228"/>
                    <a:pt x="257" y="234"/>
                  </a:cubicBezTo>
                  <a:cubicBezTo>
                    <a:pt x="251" y="213"/>
                    <a:pt x="245" y="185"/>
                    <a:pt x="241" y="146"/>
                  </a:cubicBezTo>
                  <a:cubicBezTo>
                    <a:pt x="257" y="110"/>
                    <a:pt x="284" y="70"/>
                    <a:pt x="296" y="54"/>
                  </a:cubicBezTo>
                  <a:cubicBezTo>
                    <a:pt x="295" y="54"/>
                    <a:pt x="295" y="54"/>
                    <a:pt x="295" y="54"/>
                  </a:cubicBezTo>
                  <a:cubicBezTo>
                    <a:pt x="294" y="52"/>
                    <a:pt x="294" y="52"/>
                    <a:pt x="294" y="52"/>
                  </a:cubicBezTo>
                  <a:cubicBezTo>
                    <a:pt x="265" y="79"/>
                    <a:pt x="258" y="88"/>
                    <a:pt x="238" y="113"/>
                  </a:cubicBezTo>
                  <a:cubicBezTo>
                    <a:pt x="236" y="91"/>
                    <a:pt x="235" y="64"/>
                    <a:pt x="235" y="35"/>
                  </a:cubicBezTo>
                  <a:cubicBezTo>
                    <a:pt x="235" y="35"/>
                    <a:pt x="235" y="35"/>
                    <a:pt x="235" y="35"/>
                  </a:cubicBezTo>
                  <a:cubicBezTo>
                    <a:pt x="230" y="35"/>
                    <a:pt x="230" y="35"/>
                    <a:pt x="230" y="35"/>
                  </a:cubicBezTo>
                  <a:cubicBezTo>
                    <a:pt x="223" y="69"/>
                    <a:pt x="210" y="143"/>
                    <a:pt x="219" y="223"/>
                  </a:cubicBezTo>
                  <a:cubicBezTo>
                    <a:pt x="219" y="223"/>
                    <a:pt x="175" y="205"/>
                    <a:pt x="122" y="132"/>
                  </a:cubicBezTo>
                  <a:cubicBezTo>
                    <a:pt x="123" y="120"/>
                    <a:pt x="125" y="90"/>
                    <a:pt x="137" y="64"/>
                  </a:cubicBezTo>
                  <a:cubicBezTo>
                    <a:pt x="135" y="63"/>
                    <a:pt x="135" y="63"/>
                    <a:pt x="135" y="63"/>
                  </a:cubicBezTo>
                  <a:cubicBezTo>
                    <a:pt x="135" y="63"/>
                    <a:pt x="135" y="63"/>
                    <a:pt x="135" y="63"/>
                  </a:cubicBezTo>
                  <a:cubicBezTo>
                    <a:pt x="127" y="75"/>
                    <a:pt x="118" y="94"/>
                    <a:pt x="113" y="118"/>
                  </a:cubicBezTo>
                  <a:cubicBezTo>
                    <a:pt x="93" y="88"/>
                    <a:pt x="72" y="50"/>
                    <a:pt x="52" y="1"/>
                  </a:cubicBezTo>
                  <a:cubicBezTo>
                    <a:pt x="51" y="1"/>
                    <a:pt x="51" y="1"/>
                    <a:pt x="50" y="0"/>
                  </a:cubicBezTo>
                  <a:cubicBezTo>
                    <a:pt x="46" y="1"/>
                    <a:pt x="46" y="1"/>
                    <a:pt x="46" y="1"/>
                  </a:cubicBezTo>
                  <a:cubicBezTo>
                    <a:pt x="49" y="17"/>
                    <a:pt x="74" y="91"/>
                    <a:pt x="74" y="91"/>
                  </a:cubicBezTo>
                  <a:cubicBezTo>
                    <a:pt x="74" y="91"/>
                    <a:pt x="74" y="91"/>
                    <a:pt x="74" y="91"/>
                  </a:cubicBezTo>
                  <a:cubicBezTo>
                    <a:pt x="91" y="132"/>
                    <a:pt x="115" y="175"/>
                    <a:pt x="149" y="208"/>
                  </a:cubicBezTo>
                  <a:cubicBezTo>
                    <a:pt x="149" y="208"/>
                    <a:pt x="89" y="222"/>
                    <a:pt x="3" y="195"/>
                  </a:cubicBezTo>
                  <a:cubicBezTo>
                    <a:pt x="3" y="196"/>
                    <a:pt x="3" y="196"/>
                    <a:pt x="3" y="196"/>
                  </a:cubicBezTo>
                  <a:cubicBezTo>
                    <a:pt x="0" y="201"/>
                    <a:pt x="0" y="201"/>
                    <a:pt x="0" y="201"/>
                  </a:cubicBezTo>
                  <a:cubicBezTo>
                    <a:pt x="37" y="218"/>
                    <a:pt x="97" y="238"/>
                    <a:pt x="172" y="237"/>
                  </a:cubicBezTo>
                  <a:cubicBezTo>
                    <a:pt x="178" y="238"/>
                    <a:pt x="187" y="243"/>
                    <a:pt x="197" y="25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grpSp>
          <p:nvGrpSpPr>
            <p:cNvPr id="321" name="Group 3"/>
            <p:cNvGrpSpPr/>
            <p:nvPr/>
          </p:nvGrpSpPr>
          <p:grpSpPr>
            <a:xfrm>
              <a:off x="3072960" y="1788840"/>
              <a:ext cx="3069360" cy="2356560"/>
              <a:chOff x="3072960" y="1788840"/>
              <a:chExt cx="3069360" cy="2356560"/>
            </a:xfrm>
          </p:grpSpPr>
          <p:sp>
            <p:nvSpPr>
              <p:cNvPr id="322" name="Oval 49"/>
              <p:cNvSpPr/>
              <p:nvPr/>
            </p:nvSpPr>
            <p:spPr>
              <a:xfrm>
                <a:off x="3072960" y="2993400"/>
                <a:ext cx="210240" cy="210240"/>
              </a:xfrm>
              <a:prstGeom prst="ellipse">
                <a:avLst/>
              </a:prstGeom>
              <a:solidFill>
                <a:schemeClr val="accent5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323" name="Oval 50"/>
              <p:cNvSpPr/>
              <p:nvPr/>
            </p:nvSpPr>
            <p:spPr>
              <a:xfrm>
                <a:off x="3605760" y="3768120"/>
                <a:ext cx="210240" cy="210240"/>
              </a:xfrm>
              <a:prstGeom prst="ellipse">
                <a:avLst/>
              </a:prstGeom>
              <a:solidFill>
                <a:schemeClr val="accent5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324" name="Oval 51"/>
              <p:cNvSpPr/>
              <p:nvPr/>
            </p:nvSpPr>
            <p:spPr>
              <a:xfrm>
                <a:off x="3942720" y="2359440"/>
                <a:ext cx="269280" cy="269280"/>
              </a:xfrm>
              <a:prstGeom prst="ellipse">
                <a:avLst/>
              </a:prstGeom>
              <a:solidFill>
                <a:schemeClr val="accent5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325" name="Oval 52"/>
              <p:cNvSpPr/>
              <p:nvPr/>
            </p:nvSpPr>
            <p:spPr>
              <a:xfrm>
                <a:off x="4679640" y="3189240"/>
                <a:ext cx="269280" cy="269280"/>
              </a:xfrm>
              <a:prstGeom prst="ellipse">
                <a:avLst/>
              </a:prstGeom>
              <a:solidFill>
                <a:schemeClr val="accent5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326" name="Oval 53"/>
              <p:cNvSpPr/>
              <p:nvPr/>
            </p:nvSpPr>
            <p:spPr>
              <a:xfrm>
                <a:off x="3988800" y="2794680"/>
                <a:ext cx="344160" cy="344160"/>
              </a:xfrm>
              <a:prstGeom prst="ellipse">
                <a:avLst/>
              </a:prstGeom>
              <a:solidFill>
                <a:schemeClr val="accent5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327" name="Oval 54"/>
              <p:cNvSpPr/>
              <p:nvPr/>
            </p:nvSpPr>
            <p:spPr>
              <a:xfrm>
                <a:off x="4952880" y="3801240"/>
                <a:ext cx="344160" cy="344160"/>
              </a:xfrm>
              <a:prstGeom prst="ellipse">
                <a:avLst/>
              </a:prstGeom>
              <a:solidFill>
                <a:schemeClr val="accent5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328" name="Oval 55"/>
              <p:cNvSpPr/>
              <p:nvPr/>
            </p:nvSpPr>
            <p:spPr>
              <a:xfrm>
                <a:off x="5598000" y="2514600"/>
                <a:ext cx="344160" cy="344160"/>
              </a:xfrm>
              <a:prstGeom prst="ellipse">
                <a:avLst/>
              </a:prstGeom>
              <a:solidFill>
                <a:schemeClr val="accent5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329" name="Oval 56"/>
              <p:cNvSpPr/>
              <p:nvPr/>
            </p:nvSpPr>
            <p:spPr>
              <a:xfrm>
                <a:off x="5690520" y="3374640"/>
                <a:ext cx="451800" cy="451800"/>
              </a:xfrm>
              <a:prstGeom prst="ellipse">
                <a:avLst/>
              </a:prstGeom>
              <a:solidFill>
                <a:schemeClr val="accent5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330" name="Oval 57"/>
              <p:cNvSpPr/>
              <p:nvPr/>
            </p:nvSpPr>
            <p:spPr>
              <a:xfrm>
                <a:off x="4452120" y="1788840"/>
                <a:ext cx="451800" cy="451800"/>
              </a:xfrm>
              <a:prstGeom prst="ellipse">
                <a:avLst/>
              </a:prstGeom>
              <a:solidFill>
                <a:schemeClr val="accent5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grpSp>
          <p:nvGrpSpPr>
            <p:cNvPr id="331" name="Group 4"/>
            <p:cNvGrpSpPr/>
            <p:nvPr/>
          </p:nvGrpSpPr>
          <p:grpSpPr>
            <a:xfrm>
              <a:off x="3001680" y="1985760"/>
              <a:ext cx="3074400" cy="2394720"/>
              <a:chOff x="3001680" y="1985760"/>
              <a:chExt cx="3074400" cy="2394720"/>
            </a:xfrm>
          </p:grpSpPr>
          <p:sp>
            <p:nvSpPr>
              <p:cNvPr id="332" name="Oval 39"/>
              <p:cNvSpPr/>
              <p:nvPr/>
            </p:nvSpPr>
            <p:spPr>
              <a:xfrm>
                <a:off x="3001680" y="2531520"/>
                <a:ext cx="384480" cy="384480"/>
              </a:xfrm>
              <a:prstGeom prst="ellipse">
                <a:avLst/>
              </a:prstGeom>
              <a:solidFill>
                <a:schemeClr val="accent2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333" name="Oval 40"/>
              <p:cNvSpPr/>
              <p:nvPr/>
            </p:nvSpPr>
            <p:spPr>
              <a:xfrm>
                <a:off x="4903200" y="2721960"/>
                <a:ext cx="496800" cy="496800"/>
              </a:xfrm>
              <a:prstGeom prst="ellipse">
                <a:avLst/>
              </a:prstGeom>
              <a:solidFill>
                <a:schemeClr val="accent2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334" name="Oval 41"/>
              <p:cNvSpPr/>
              <p:nvPr/>
            </p:nvSpPr>
            <p:spPr>
              <a:xfrm>
                <a:off x="3884400" y="3942000"/>
                <a:ext cx="438480" cy="438480"/>
              </a:xfrm>
              <a:prstGeom prst="ellipse">
                <a:avLst/>
              </a:prstGeom>
              <a:solidFill>
                <a:schemeClr val="accent2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335" name="Oval 42"/>
              <p:cNvSpPr/>
              <p:nvPr/>
            </p:nvSpPr>
            <p:spPr>
              <a:xfrm>
                <a:off x="5320080" y="3756600"/>
                <a:ext cx="163800" cy="163800"/>
              </a:xfrm>
              <a:prstGeom prst="ellipse">
                <a:avLst/>
              </a:prstGeom>
              <a:solidFill>
                <a:schemeClr val="accent2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336" name="Oval 43"/>
              <p:cNvSpPr/>
              <p:nvPr/>
            </p:nvSpPr>
            <p:spPr>
              <a:xfrm>
                <a:off x="5912280" y="2999520"/>
                <a:ext cx="163800" cy="163800"/>
              </a:xfrm>
              <a:prstGeom prst="ellipse">
                <a:avLst/>
              </a:prstGeom>
              <a:solidFill>
                <a:schemeClr val="accent2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337" name="Oval 44"/>
              <p:cNvSpPr/>
              <p:nvPr/>
            </p:nvSpPr>
            <p:spPr>
              <a:xfrm>
                <a:off x="3398400" y="3109320"/>
                <a:ext cx="163800" cy="163800"/>
              </a:xfrm>
              <a:prstGeom prst="ellipse">
                <a:avLst/>
              </a:prstGeom>
              <a:solidFill>
                <a:schemeClr val="accent2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338" name="Oval 45"/>
              <p:cNvSpPr/>
              <p:nvPr/>
            </p:nvSpPr>
            <p:spPr>
              <a:xfrm>
                <a:off x="4622400" y="2463840"/>
                <a:ext cx="163800" cy="163800"/>
              </a:xfrm>
              <a:prstGeom prst="ellipse">
                <a:avLst/>
              </a:prstGeom>
              <a:solidFill>
                <a:schemeClr val="accent2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339" name="Oval 46"/>
              <p:cNvSpPr/>
              <p:nvPr/>
            </p:nvSpPr>
            <p:spPr>
              <a:xfrm>
                <a:off x="3494880" y="1985760"/>
                <a:ext cx="484560" cy="484560"/>
              </a:xfrm>
              <a:prstGeom prst="ellipse">
                <a:avLst/>
              </a:prstGeom>
              <a:solidFill>
                <a:schemeClr val="accent2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340" name="Oval 47"/>
              <p:cNvSpPr/>
              <p:nvPr/>
            </p:nvSpPr>
            <p:spPr>
              <a:xfrm>
                <a:off x="4312800" y="3415320"/>
                <a:ext cx="96480" cy="96480"/>
              </a:xfrm>
              <a:prstGeom prst="ellipse">
                <a:avLst/>
              </a:prstGeom>
              <a:solidFill>
                <a:schemeClr val="accent2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341" name="Oval 48"/>
              <p:cNvSpPr/>
              <p:nvPr/>
            </p:nvSpPr>
            <p:spPr>
              <a:xfrm>
                <a:off x="5595840" y="3055680"/>
                <a:ext cx="96480" cy="96480"/>
              </a:xfrm>
              <a:prstGeom prst="ellipse">
                <a:avLst/>
              </a:prstGeom>
              <a:solidFill>
                <a:schemeClr val="accent2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grpSp>
          <p:nvGrpSpPr>
            <p:cNvPr id="342" name="Group 5"/>
            <p:cNvGrpSpPr/>
            <p:nvPr/>
          </p:nvGrpSpPr>
          <p:grpSpPr>
            <a:xfrm>
              <a:off x="3411000" y="2199600"/>
              <a:ext cx="2659680" cy="2212200"/>
              <a:chOff x="3411000" y="2199600"/>
              <a:chExt cx="2659680" cy="2212200"/>
            </a:xfrm>
          </p:grpSpPr>
          <p:sp>
            <p:nvSpPr>
              <p:cNvPr id="343" name="Oval 29"/>
              <p:cNvSpPr/>
              <p:nvPr/>
            </p:nvSpPr>
            <p:spPr>
              <a:xfrm>
                <a:off x="4138200" y="2199600"/>
                <a:ext cx="754920" cy="754920"/>
              </a:xfrm>
              <a:prstGeom prst="ellipse">
                <a:avLst/>
              </a:pr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344" name="Oval 30"/>
              <p:cNvSpPr/>
              <p:nvPr/>
            </p:nvSpPr>
            <p:spPr>
              <a:xfrm>
                <a:off x="5051520" y="2549160"/>
                <a:ext cx="429120" cy="429120"/>
              </a:xfrm>
              <a:prstGeom prst="ellipse">
                <a:avLst/>
              </a:pr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345" name="Oval 31"/>
              <p:cNvSpPr/>
              <p:nvPr/>
            </p:nvSpPr>
            <p:spPr>
              <a:xfrm>
                <a:off x="3724200" y="3503880"/>
                <a:ext cx="387720" cy="387720"/>
              </a:xfrm>
              <a:prstGeom prst="ellipse">
                <a:avLst/>
              </a:pr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346" name="Oval 32"/>
              <p:cNvSpPr/>
              <p:nvPr/>
            </p:nvSpPr>
            <p:spPr>
              <a:xfrm>
                <a:off x="5220000" y="3436920"/>
                <a:ext cx="387720" cy="387720"/>
              </a:xfrm>
              <a:prstGeom prst="ellipse">
                <a:avLst/>
              </a:pr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347" name="Oval 33"/>
              <p:cNvSpPr/>
              <p:nvPr/>
            </p:nvSpPr>
            <p:spPr>
              <a:xfrm>
                <a:off x="3411000" y="2432520"/>
                <a:ext cx="350280" cy="350280"/>
              </a:xfrm>
              <a:prstGeom prst="ellipse">
                <a:avLst/>
              </a:pr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348" name="Oval 34"/>
              <p:cNvSpPr/>
              <p:nvPr/>
            </p:nvSpPr>
            <p:spPr>
              <a:xfrm>
                <a:off x="3551760" y="3068640"/>
                <a:ext cx="292320" cy="292320"/>
              </a:xfrm>
              <a:prstGeom prst="ellipse">
                <a:avLst/>
              </a:pr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349" name="Oval 35"/>
              <p:cNvSpPr/>
              <p:nvPr/>
            </p:nvSpPr>
            <p:spPr>
              <a:xfrm>
                <a:off x="5565600" y="2869920"/>
                <a:ext cx="292320" cy="292320"/>
              </a:xfrm>
              <a:prstGeom prst="ellipse">
                <a:avLst/>
              </a:pr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350" name="Oval 36"/>
              <p:cNvSpPr/>
              <p:nvPr/>
            </p:nvSpPr>
            <p:spPr>
              <a:xfrm>
                <a:off x="5858280" y="2652480"/>
                <a:ext cx="212400" cy="212400"/>
              </a:xfrm>
              <a:prstGeom prst="ellipse">
                <a:avLst/>
              </a:pr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351" name="Oval 37"/>
              <p:cNvSpPr/>
              <p:nvPr/>
            </p:nvSpPr>
            <p:spPr>
              <a:xfrm>
                <a:off x="5844960" y="3775320"/>
                <a:ext cx="212400" cy="212400"/>
              </a:xfrm>
              <a:prstGeom prst="ellipse">
                <a:avLst/>
              </a:pr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352" name="Oval 38"/>
              <p:cNvSpPr/>
              <p:nvPr/>
            </p:nvSpPr>
            <p:spPr>
              <a:xfrm>
                <a:off x="4190400" y="3882960"/>
                <a:ext cx="528840" cy="528840"/>
              </a:xfrm>
              <a:prstGeom prst="ellipse">
                <a:avLst/>
              </a:pr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grpSp>
          <p:nvGrpSpPr>
            <p:cNvPr id="353" name="Group 6"/>
            <p:cNvGrpSpPr/>
            <p:nvPr/>
          </p:nvGrpSpPr>
          <p:grpSpPr>
            <a:xfrm>
              <a:off x="3354480" y="1751040"/>
              <a:ext cx="2308680" cy="1910880"/>
              <a:chOff x="3354480" y="1751040"/>
              <a:chExt cx="2308680" cy="1910880"/>
            </a:xfrm>
          </p:grpSpPr>
          <p:sp>
            <p:nvSpPr>
              <p:cNvPr id="354" name="Oval 20"/>
              <p:cNvSpPr/>
              <p:nvPr/>
            </p:nvSpPr>
            <p:spPr>
              <a:xfrm rot="9000000">
                <a:off x="5477400" y="2084040"/>
                <a:ext cx="156960" cy="156960"/>
              </a:xfrm>
              <a:prstGeom prst="ellipse">
                <a:avLst/>
              </a:prstGeom>
              <a:solidFill>
                <a:schemeClr val="accent4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355" name="Oval 21"/>
              <p:cNvSpPr/>
              <p:nvPr/>
            </p:nvSpPr>
            <p:spPr>
              <a:xfrm rot="9000000">
                <a:off x="4839840" y="1779840"/>
                <a:ext cx="156960" cy="156960"/>
              </a:xfrm>
              <a:prstGeom prst="ellipse">
                <a:avLst/>
              </a:prstGeom>
              <a:solidFill>
                <a:schemeClr val="accent4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356" name="Oval 22"/>
              <p:cNvSpPr/>
              <p:nvPr/>
            </p:nvSpPr>
            <p:spPr>
              <a:xfrm rot="9000000">
                <a:off x="5096880" y="2792880"/>
                <a:ext cx="201240" cy="201240"/>
              </a:xfrm>
              <a:prstGeom prst="ellipse">
                <a:avLst/>
              </a:prstGeom>
              <a:solidFill>
                <a:schemeClr val="accent4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357" name="Oval 23"/>
              <p:cNvSpPr/>
              <p:nvPr/>
            </p:nvSpPr>
            <p:spPr>
              <a:xfrm rot="9000000">
                <a:off x="4305600" y="2530080"/>
                <a:ext cx="201240" cy="201240"/>
              </a:xfrm>
              <a:prstGeom prst="ellipse">
                <a:avLst/>
              </a:prstGeom>
              <a:solidFill>
                <a:schemeClr val="accent4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358" name="Oval 24"/>
              <p:cNvSpPr/>
              <p:nvPr/>
            </p:nvSpPr>
            <p:spPr>
              <a:xfrm rot="9000000">
                <a:off x="4837320" y="2487960"/>
                <a:ext cx="257400" cy="257400"/>
              </a:xfrm>
              <a:prstGeom prst="ellipse">
                <a:avLst/>
              </a:prstGeom>
              <a:solidFill>
                <a:schemeClr val="accent4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359" name="Oval 25"/>
              <p:cNvSpPr/>
              <p:nvPr/>
            </p:nvSpPr>
            <p:spPr>
              <a:xfrm rot="9000000">
                <a:off x="3831840" y="2195280"/>
                <a:ext cx="257400" cy="257400"/>
              </a:xfrm>
              <a:prstGeom prst="ellipse">
                <a:avLst/>
              </a:prstGeom>
              <a:solidFill>
                <a:schemeClr val="accent4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360" name="Oval 26"/>
              <p:cNvSpPr/>
              <p:nvPr/>
            </p:nvSpPr>
            <p:spPr>
              <a:xfrm rot="9000000">
                <a:off x="3895560" y="3274920"/>
                <a:ext cx="257400" cy="257400"/>
              </a:xfrm>
              <a:prstGeom prst="ellipse">
                <a:avLst/>
              </a:prstGeom>
              <a:solidFill>
                <a:schemeClr val="accent4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361" name="Oval 27"/>
              <p:cNvSpPr/>
              <p:nvPr/>
            </p:nvSpPr>
            <p:spPr>
              <a:xfrm rot="9000000">
                <a:off x="3416040" y="2694240"/>
                <a:ext cx="338400" cy="338400"/>
              </a:xfrm>
              <a:prstGeom prst="ellipse">
                <a:avLst/>
              </a:prstGeom>
              <a:solidFill>
                <a:schemeClr val="accent4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362" name="Oval 28"/>
              <p:cNvSpPr/>
              <p:nvPr/>
            </p:nvSpPr>
            <p:spPr>
              <a:xfrm rot="9000000">
                <a:off x="4817880" y="3261240"/>
                <a:ext cx="338400" cy="338400"/>
              </a:xfrm>
              <a:prstGeom prst="ellipse">
                <a:avLst/>
              </a:prstGeom>
              <a:solidFill>
                <a:schemeClr val="accent4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sp>
          <p:nvSpPr>
            <p:cNvPr id="363" name="Oval 7"/>
            <p:cNvSpPr/>
            <p:nvPr/>
          </p:nvSpPr>
          <p:spPr>
            <a:xfrm>
              <a:off x="3595680" y="1943640"/>
              <a:ext cx="969840" cy="969840"/>
            </a:xfrm>
            <a:prstGeom prst="ellipse">
              <a:avLst/>
            </a:prstGeom>
            <a:solidFill>
              <a:schemeClr val="accent2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364" name="Oval 8"/>
            <p:cNvSpPr/>
            <p:nvPr/>
          </p:nvSpPr>
          <p:spPr>
            <a:xfrm>
              <a:off x="4850640" y="2111040"/>
              <a:ext cx="920160" cy="920160"/>
            </a:xfrm>
            <a:prstGeom prst="ellipse">
              <a:avLst/>
            </a:prstGeom>
            <a:solidFill>
              <a:schemeClr val="accent3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365" name="Oval 9"/>
            <p:cNvSpPr/>
            <p:nvPr/>
          </p:nvSpPr>
          <p:spPr>
            <a:xfrm>
              <a:off x="2962800" y="2954880"/>
              <a:ext cx="920160" cy="920160"/>
            </a:xfrm>
            <a:prstGeom prst="ellipse">
              <a:avLst/>
            </a:prstGeom>
            <a:solidFill>
              <a:schemeClr val="accent1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366" name="Oval 10"/>
            <p:cNvSpPr/>
            <p:nvPr/>
          </p:nvSpPr>
          <p:spPr>
            <a:xfrm>
              <a:off x="5285520" y="3090600"/>
              <a:ext cx="920160" cy="920160"/>
            </a:xfrm>
            <a:prstGeom prst="ellipse">
              <a:avLst/>
            </a:prstGeom>
            <a:solidFill>
              <a:schemeClr val="accent5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grpSp>
          <p:nvGrpSpPr>
            <p:cNvPr id="367" name="Group 11"/>
            <p:cNvGrpSpPr/>
            <p:nvPr/>
          </p:nvGrpSpPr>
          <p:grpSpPr>
            <a:xfrm>
              <a:off x="5164200" y="2408040"/>
              <a:ext cx="317520" cy="298440"/>
              <a:chOff x="5164200" y="2408040"/>
              <a:chExt cx="317520" cy="298440"/>
            </a:xfrm>
          </p:grpSpPr>
          <p:sp>
            <p:nvSpPr>
              <p:cNvPr id="368" name="Oval 18"/>
              <p:cNvSpPr/>
              <p:nvPr/>
            </p:nvSpPr>
            <p:spPr>
              <a:xfrm>
                <a:off x="5320080" y="2573280"/>
                <a:ext cx="34560" cy="35280"/>
              </a:xfrm>
              <a:prstGeom prst="ellipse">
                <a:avLst/>
              </a:pr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69" name="Freeform: Shape 19"/>
              <p:cNvSpPr/>
              <p:nvPr/>
            </p:nvSpPr>
            <p:spPr>
              <a:xfrm>
                <a:off x="5164200" y="2408040"/>
                <a:ext cx="317520" cy="298440"/>
              </a:xfrm>
              <a:custGeom>
                <a:avLst/>
                <a:gdLst/>
                <a:ahLst/>
                <a:rect l="l" t="t" r="r" b="b"/>
                <a:pathLst>
                  <a:path w="305" h="287">
                    <a:moveTo>
                      <a:pt x="268" y="111"/>
                    </a:moveTo>
                    <a:cubicBezTo>
                      <a:pt x="268" y="111"/>
                      <a:pt x="268" y="111"/>
                      <a:pt x="268" y="111"/>
                    </a:cubicBezTo>
                    <a:cubicBezTo>
                      <a:pt x="268" y="56"/>
                      <a:pt x="268" y="56"/>
                      <a:pt x="268" y="56"/>
                    </a:cubicBezTo>
                    <a:cubicBezTo>
                      <a:pt x="268" y="51"/>
                      <a:pt x="268" y="51"/>
                      <a:pt x="268" y="51"/>
                    </a:cubicBezTo>
                    <a:cubicBezTo>
                      <a:pt x="268" y="28"/>
                      <a:pt x="268" y="28"/>
                      <a:pt x="268" y="28"/>
                    </a:cubicBezTo>
                    <a:cubicBezTo>
                      <a:pt x="268" y="13"/>
                      <a:pt x="256" y="0"/>
                      <a:pt x="240" y="0"/>
                    </a:cubicBezTo>
                    <a:cubicBezTo>
                      <a:pt x="203" y="0"/>
                      <a:pt x="203" y="0"/>
                      <a:pt x="203" y="0"/>
                    </a:cubicBezTo>
                    <a:cubicBezTo>
                      <a:pt x="51" y="0"/>
                      <a:pt x="51" y="0"/>
                      <a:pt x="51" y="0"/>
                    </a:cubicBezTo>
                    <a:cubicBezTo>
                      <a:pt x="23" y="0"/>
                      <a:pt x="0" y="23"/>
                      <a:pt x="0" y="51"/>
                    </a:cubicBezTo>
                    <a:cubicBezTo>
                      <a:pt x="0" y="236"/>
                      <a:pt x="0" y="236"/>
                      <a:pt x="0" y="236"/>
                    </a:cubicBezTo>
                    <a:cubicBezTo>
                      <a:pt x="0" y="264"/>
                      <a:pt x="23" y="287"/>
                      <a:pt x="51" y="287"/>
                    </a:cubicBezTo>
                    <a:cubicBezTo>
                      <a:pt x="217" y="287"/>
                      <a:pt x="217" y="287"/>
                      <a:pt x="217" y="287"/>
                    </a:cubicBezTo>
                    <a:cubicBezTo>
                      <a:pt x="245" y="287"/>
                      <a:pt x="268" y="264"/>
                      <a:pt x="268" y="236"/>
                    </a:cubicBezTo>
                    <a:cubicBezTo>
                      <a:pt x="268" y="222"/>
                      <a:pt x="268" y="222"/>
                      <a:pt x="268" y="222"/>
                    </a:cubicBezTo>
                    <a:cubicBezTo>
                      <a:pt x="268" y="222"/>
                      <a:pt x="268" y="222"/>
                      <a:pt x="268" y="222"/>
                    </a:cubicBezTo>
                    <a:cubicBezTo>
                      <a:pt x="305" y="194"/>
                      <a:pt x="305" y="139"/>
                      <a:pt x="268" y="111"/>
                    </a:cubicBezTo>
                    <a:close/>
                    <a:moveTo>
                      <a:pt x="51" y="19"/>
                    </a:moveTo>
                    <a:cubicBezTo>
                      <a:pt x="203" y="19"/>
                      <a:pt x="203" y="19"/>
                      <a:pt x="203" y="19"/>
                    </a:cubicBezTo>
                    <a:cubicBezTo>
                      <a:pt x="240" y="19"/>
                      <a:pt x="240" y="19"/>
                      <a:pt x="240" y="19"/>
                    </a:cubicBezTo>
                    <a:cubicBezTo>
                      <a:pt x="246" y="19"/>
                      <a:pt x="250" y="23"/>
                      <a:pt x="250" y="28"/>
                    </a:cubicBezTo>
                    <a:cubicBezTo>
                      <a:pt x="250" y="51"/>
                      <a:pt x="250" y="51"/>
                      <a:pt x="250" y="51"/>
                    </a:cubicBezTo>
                    <a:cubicBezTo>
                      <a:pt x="250" y="56"/>
                      <a:pt x="250" y="56"/>
                      <a:pt x="250" y="56"/>
                    </a:cubicBezTo>
                    <a:cubicBezTo>
                      <a:pt x="250" y="85"/>
                      <a:pt x="250" y="85"/>
                      <a:pt x="250" y="85"/>
                    </a:cubicBezTo>
                    <a:cubicBezTo>
                      <a:pt x="247" y="84"/>
                      <a:pt x="244" y="83"/>
                      <a:pt x="240" y="83"/>
                    </a:cubicBezTo>
                    <a:cubicBezTo>
                      <a:pt x="240" y="83"/>
                      <a:pt x="240" y="83"/>
                      <a:pt x="240" y="83"/>
                    </a:cubicBezTo>
                    <a:cubicBezTo>
                      <a:pt x="240" y="74"/>
                      <a:pt x="240" y="74"/>
                      <a:pt x="240" y="74"/>
                    </a:cubicBezTo>
                    <a:cubicBezTo>
                      <a:pt x="240" y="56"/>
                      <a:pt x="240" y="56"/>
                      <a:pt x="240" y="56"/>
                    </a:cubicBezTo>
                    <a:cubicBezTo>
                      <a:pt x="240" y="37"/>
                      <a:pt x="240" y="37"/>
                      <a:pt x="240" y="37"/>
                    </a:cubicBezTo>
                    <a:cubicBezTo>
                      <a:pt x="240" y="32"/>
                      <a:pt x="236" y="28"/>
                      <a:pt x="231" y="28"/>
                    </a:cubicBezTo>
                    <a:cubicBezTo>
                      <a:pt x="37" y="28"/>
                      <a:pt x="37" y="28"/>
                      <a:pt x="37" y="28"/>
                    </a:cubicBezTo>
                    <a:cubicBezTo>
                      <a:pt x="32" y="28"/>
                      <a:pt x="28" y="32"/>
                      <a:pt x="28" y="37"/>
                    </a:cubicBezTo>
                    <a:cubicBezTo>
                      <a:pt x="28" y="56"/>
                      <a:pt x="28" y="56"/>
                      <a:pt x="28" y="56"/>
                    </a:cubicBezTo>
                    <a:cubicBezTo>
                      <a:pt x="28" y="74"/>
                      <a:pt x="28" y="74"/>
                      <a:pt x="28" y="74"/>
                    </a:cubicBezTo>
                    <a:cubicBezTo>
                      <a:pt x="22" y="68"/>
                      <a:pt x="18" y="60"/>
                      <a:pt x="18" y="51"/>
                    </a:cubicBezTo>
                    <a:cubicBezTo>
                      <a:pt x="18" y="33"/>
                      <a:pt x="33" y="19"/>
                      <a:pt x="51" y="19"/>
                    </a:cubicBezTo>
                    <a:close/>
                    <a:moveTo>
                      <a:pt x="231" y="46"/>
                    </a:moveTo>
                    <a:cubicBezTo>
                      <a:pt x="37" y="46"/>
                      <a:pt x="37" y="46"/>
                      <a:pt x="37" y="46"/>
                    </a:cubicBezTo>
                    <a:cubicBezTo>
                      <a:pt x="37" y="37"/>
                      <a:pt x="37" y="37"/>
                      <a:pt x="37" y="37"/>
                    </a:cubicBezTo>
                    <a:cubicBezTo>
                      <a:pt x="231" y="37"/>
                      <a:pt x="231" y="37"/>
                      <a:pt x="231" y="37"/>
                    </a:cubicBezTo>
                    <a:lnTo>
                      <a:pt x="231" y="46"/>
                    </a:lnTo>
                    <a:close/>
                    <a:moveTo>
                      <a:pt x="231" y="56"/>
                    </a:moveTo>
                    <a:cubicBezTo>
                      <a:pt x="231" y="65"/>
                      <a:pt x="231" y="65"/>
                      <a:pt x="231" y="65"/>
                    </a:cubicBezTo>
                    <a:cubicBezTo>
                      <a:pt x="37" y="65"/>
                      <a:pt x="37" y="65"/>
                      <a:pt x="37" y="65"/>
                    </a:cubicBezTo>
                    <a:cubicBezTo>
                      <a:pt x="37" y="56"/>
                      <a:pt x="37" y="56"/>
                      <a:pt x="37" y="56"/>
                    </a:cubicBezTo>
                    <a:lnTo>
                      <a:pt x="231" y="56"/>
                    </a:lnTo>
                    <a:close/>
                    <a:moveTo>
                      <a:pt x="231" y="74"/>
                    </a:moveTo>
                    <a:cubicBezTo>
                      <a:pt x="231" y="83"/>
                      <a:pt x="231" y="83"/>
                      <a:pt x="231" y="83"/>
                    </a:cubicBezTo>
                    <a:cubicBezTo>
                      <a:pt x="203" y="83"/>
                      <a:pt x="203" y="83"/>
                      <a:pt x="203" y="83"/>
                    </a:cubicBezTo>
                    <a:cubicBezTo>
                      <a:pt x="51" y="83"/>
                      <a:pt x="51" y="83"/>
                      <a:pt x="51" y="83"/>
                    </a:cubicBezTo>
                    <a:cubicBezTo>
                      <a:pt x="46" y="83"/>
                      <a:pt x="41" y="82"/>
                      <a:pt x="37" y="80"/>
                    </a:cubicBezTo>
                    <a:cubicBezTo>
                      <a:pt x="37" y="74"/>
                      <a:pt x="37" y="74"/>
                      <a:pt x="37" y="74"/>
                    </a:cubicBezTo>
                    <a:lnTo>
                      <a:pt x="231" y="74"/>
                    </a:lnTo>
                    <a:close/>
                    <a:moveTo>
                      <a:pt x="250" y="236"/>
                    </a:moveTo>
                    <a:cubicBezTo>
                      <a:pt x="250" y="254"/>
                      <a:pt x="235" y="268"/>
                      <a:pt x="217" y="268"/>
                    </a:cubicBezTo>
                    <a:cubicBezTo>
                      <a:pt x="51" y="268"/>
                      <a:pt x="51" y="268"/>
                      <a:pt x="51" y="268"/>
                    </a:cubicBezTo>
                    <a:cubicBezTo>
                      <a:pt x="33" y="268"/>
                      <a:pt x="18" y="254"/>
                      <a:pt x="18" y="236"/>
                    </a:cubicBezTo>
                    <a:cubicBezTo>
                      <a:pt x="18" y="90"/>
                      <a:pt x="18" y="90"/>
                      <a:pt x="18" y="90"/>
                    </a:cubicBezTo>
                    <a:cubicBezTo>
                      <a:pt x="27" y="98"/>
                      <a:pt x="38" y="102"/>
                      <a:pt x="51" y="102"/>
                    </a:cubicBezTo>
                    <a:cubicBezTo>
                      <a:pt x="203" y="102"/>
                      <a:pt x="203" y="102"/>
                      <a:pt x="203" y="102"/>
                    </a:cubicBezTo>
                    <a:cubicBezTo>
                      <a:pt x="240" y="102"/>
                      <a:pt x="240" y="102"/>
                      <a:pt x="240" y="102"/>
                    </a:cubicBezTo>
                    <a:cubicBezTo>
                      <a:pt x="246" y="102"/>
                      <a:pt x="250" y="106"/>
                      <a:pt x="250" y="111"/>
                    </a:cubicBezTo>
                    <a:cubicBezTo>
                      <a:pt x="250" y="130"/>
                      <a:pt x="250" y="130"/>
                      <a:pt x="250" y="130"/>
                    </a:cubicBezTo>
                    <a:cubicBezTo>
                      <a:pt x="166" y="130"/>
                      <a:pt x="166" y="130"/>
                      <a:pt x="166" y="130"/>
                    </a:cubicBezTo>
                    <a:cubicBezTo>
                      <a:pt x="141" y="130"/>
                      <a:pt x="120" y="150"/>
                      <a:pt x="120" y="176"/>
                    </a:cubicBezTo>
                    <a:cubicBezTo>
                      <a:pt x="120" y="201"/>
                      <a:pt x="141" y="222"/>
                      <a:pt x="166" y="222"/>
                    </a:cubicBezTo>
                    <a:cubicBezTo>
                      <a:pt x="250" y="222"/>
                      <a:pt x="250" y="222"/>
                      <a:pt x="250" y="222"/>
                    </a:cubicBezTo>
                    <a:lnTo>
                      <a:pt x="250" y="236"/>
                    </a:lnTo>
                    <a:close/>
                    <a:moveTo>
                      <a:pt x="262" y="204"/>
                    </a:moveTo>
                    <a:cubicBezTo>
                      <a:pt x="166" y="204"/>
                      <a:pt x="166" y="204"/>
                      <a:pt x="166" y="204"/>
                    </a:cubicBezTo>
                    <a:cubicBezTo>
                      <a:pt x="151" y="204"/>
                      <a:pt x="139" y="191"/>
                      <a:pt x="139" y="176"/>
                    </a:cubicBezTo>
                    <a:cubicBezTo>
                      <a:pt x="139" y="161"/>
                      <a:pt x="151" y="148"/>
                      <a:pt x="166" y="148"/>
                    </a:cubicBezTo>
                    <a:cubicBezTo>
                      <a:pt x="250" y="148"/>
                      <a:pt x="250" y="148"/>
                      <a:pt x="250" y="148"/>
                    </a:cubicBezTo>
                    <a:cubicBezTo>
                      <a:pt x="255" y="148"/>
                      <a:pt x="261" y="145"/>
                      <a:pt x="265" y="141"/>
                    </a:cubicBezTo>
                    <a:cubicBezTo>
                      <a:pt x="266" y="139"/>
                      <a:pt x="266" y="138"/>
                      <a:pt x="267" y="136"/>
                    </a:cubicBezTo>
                    <a:cubicBezTo>
                      <a:pt x="267" y="136"/>
                      <a:pt x="267" y="136"/>
                      <a:pt x="267" y="136"/>
                    </a:cubicBezTo>
                    <a:cubicBezTo>
                      <a:pt x="274" y="145"/>
                      <a:pt x="277" y="155"/>
                      <a:pt x="277" y="167"/>
                    </a:cubicBezTo>
                    <a:cubicBezTo>
                      <a:pt x="277" y="181"/>
                      <a:pt x="272" y="194"/>
                      <a:pt x="262" y="204"/>
                    </a:cubicBez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sp>
          <p:nvSpPr>
            <p:cNvPr id="370" name="Freeform: Shape 12"/>
            <p:cNvSpPr/>
            <p:nvPr/>
          </p:nvSpPr>
          <p:spPr>
            <a:xfrm>
              <a:off x="5605920" y="3386880"/>
              <a:ext cx="308160" cy="308160"/>
            </a:xfrm>
            <a:custGeom>
              <a:avLst/>
              <a:gdLst/>
              <a:ahLst/>
              <a:rect l="l" t="t" r="r" b="b"/>
              <a:pathLst>
                <a:path w="296" h="296">
                  <a:moveTo>
                    <a:pt x="291" y="104"/>
                  </a:moveTo>
                  <a:cubicBezTo>
                    <a:pt x="263" y="67"/>
                    <a:pt x="263" y="67"/>
                    <a:pt x="263" y="67"/>
                  </a:cubicBezTo>
                  <a:cubicBezTo>
                    <a:pt x="262" y="66"/>
                    <a:pt x="260" y="64"/>
                    <a:pt x="259" y="63"/>
                  </a:cubicBezTo>
                  <a:cubicBezTo>
                    <a:pt x="259" y="19"/>
                    <a:pt x="259" y="19"/>
                    <a:pt x="259" y="19"/>
                  </a:cubicBezTo>
                  <a:cubicBezTo>
                    <a:pt x="259" y="9"/>
                    <a:pt x="251" y="0"/>
                    <a:pt x="241" y="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5" y="0"/>
                    <a:pt x="37" y="9"/>
                    <a:pt x="37" y="19"/>
                  </a:cubicBezTo>
                  <a:cubicBezTo>
                    <a:pt x="37" y="63"/>
                    <a:pt x="37" y="63"/>
                    <a:pt x="37" y="63"/>
                  </a:cubicBezTo>
                  <a:cubicBezTo>
                    <a:pt x="36" y="64"/>
                    <a:pt x="34" y="66"/>
                    <a:pt x="33" y="67"/>
                  </a:cubicBezTo>
                  <a:cubicBezTo>
                    <a:pt x="5" y="104"/>
                    <a:pt x="5" y="104"/>
                    <a:pt x="5" y="104"/>
                  </a:cubicBezTo>
                  <a:cubicBezTo>
                    <a:pt x="2" y="109"/>
                    <a:pt x="0" y="115"/>
                    <a:pt x="0" y="121"/>
                  </a:cubicBezTo>
                  <a:cubicBezTo>
                    <a:pt x="0" y="130"/>
                    <a:pt x="0" y="130"/>
                    <a:pt x="0" y="130"/>
                  </a:cubicBezTo>
                  <a:cubicBezTo>
                    <a:pt x="0" y="145"/>
                    <a:pt x="12" y="158"/>
                    <a:pt x="28" y="158"/>
                  </a:cubicBezTo>
                  <a:cubicBezTo>
                    <a:pt x="28" y="158"/>
                    <a:pt x="28" y="158"/>
                    <a:pt x="28" y="158"/>
                  </a:cubicBezTo>
                  <a:cubicBezTo>
                    <a:pt x="28" y="278"/>
                    <a:pt x="28" y="278"/>
                    <a:pt x="28" y="278"/>
                  </a:cubicBezTo>
                  <a:cubicBezTo>
                    <a:pt x="28" y="288"/>
                    <a:pt x="36" y="296"/>
                    <a:pt x="46" y="296"/>
                  </a:cubicBezTo>
                  <a:cubicBezTo>
                    <a:pt x="250" y="296"/>
                    <a:pt x="250" y="296"/>
                    <a:pt x="250" y="296"/>
                  </a:cubicBezTo>
                  <a:cubicBezTo>
                    <a:pt x="260" y="296"/>
                    <a:pt x="268" y="288"/>
                    <a:pt x="268" y="278"/>
                  </a:cubicBezTo>
                  <a:cubicBezTo>
                    <a:pt x="268" y="158"/>
                    <a:pt x="268" y="158"/>
                    <a:pt x="268" y="158"/>
                  </a:cubicBezTo>
                  <a:cubicBezTo>
                    <a:pt x="268" y="158"/>
                    <a:pt x="268" y="158"/>
                    <a:pt x="268" y="158"/>
                  </a:cubicBezTo>
                  <a:cubicBezTo>
                    <a:pt x="284" y="158"/>
                    <a:pt x="296" y="145"/>
                    <a:pt x="296" y="130"/>
                  </a:cubicBezTo>
                  <a:cubicBezTo>
                    <a:pt x="296" y="121"/>
                    <a:pt x="296" y="121"/>
                    <a:pt x="296" y="121"/>
                  </a:cubicBezTo>
                  <a:cubicBezTo>
                    <a:pt x="296" y="115"/>
                    <a:pt x="294" y="109"/>
                    <a:pt x="291" y="104"/>
                  </a:cubicBezTo>
                  <a:close/>
                  <a:moveTo>
                    <a:pt x="241" y="19"/>
                  </a:moveTo>
                  <a:cubicBezTo>
                    <a:pt x="241" y="56"/>
                    <a:pt x="241" y="56"/>
                    <a:pt x="241" y="56"/>
                  </a:cubicBezTo>
                  <a:cubicBezTo>
                    <a:pt x="55" y="56"/>
                    <a:pt x="55" y="56"/>
                    <a:pt x="55" y="56"/>
                  </a:cubicBezTo>
                  <a:cubicBezTo>
                    <a:pt x="55" y="56"/>
                    <a:pt x="55" y="56"/>
                    <a:pt x="55" y="56"/>
                  </a:cubicBezTo>
                  <a:cubicBezTo>
                    <a:pt x="55" y="19"/>
                    <a:pt x="55" y="19"/>
                    <a:pt x="55" y="19"/>
                  </a:cubicBezTo>
                  <a:lnTo>
                    <a:pt x="241" y="19"/>
                  </a:lnTo>
                  <a:close/>
                  <a:moveTo>
                    <a:pt x="94" y="139"/>
                  </a:moveTo>
                  <a:cubicBezTo>
                    <a:pt x="55" y="139"/>
                    <a:pt x="55" y="139"/>
                    <a:pt x="55" y="139"/>
                  </a:cubicBezTo>
                  <a:cubicBezTo>
                    <a:pt x="93" y="74"/>
                    <a:pt x="93" y="74"/>
                    <a:pt x="93" y="74"/>
                  </a:cubicBezTo>
                  <a:cubicBezTo>
                    <a:pt x="113" y="74"/>
                    <a:pt x="113" y="74"/>
                    <a:pt x="113" y="74"/>
                  </a:cubicBezTo>
                  <a:lnTo>
                    <a:pt x="94" y="139"/>
                  </a:lnTo>
                  <a:close/>
                  <a:moveTo>
                    <a:pt x="122" y="74"/>
                  </a:moveTo>
                  <a:cubicBezTo>
                    <a:pt x="143" y="74"/>
                    <a:pt x="143" y="74"/>
                    <a:pt x="143" y="74"/>
                  </a:cubicBezTo>
                  <a:cubicBezTo>
                    <a:pt x="143" y="139"/>
                    <a:pt x="143" y="139"/>
                    <a:pt x="143" y="139"/>
                  </a:cubicBezTo>
                  <a:cubicBezTo>
                    <a:pt x="104" y="139"/>
                    <a:pt x="104" y="139"/>
                    <a:pt x="104" y="139"/>
                  </a:cubicBezTo>
                  <a:lnTo>
                    <a:pt x="122" y="74"/>
                  </a:lnTo>
                  <a:close/>
                  <a:moveTo>
                    <a:pt x="153" y="74"/>
                  </a:moveTo>
                  <a:cubicBezTo>
                    <a:pt x="174" y="74"/>
                    <a:pt x="174" y="74"/>
                    <a:pt x="174" y="74"/>
                  </a:cubicBezTo>
                  <a:cubicBezTo>
                    <a:pt x="192" y="139"/>
                    <a:pt x="192" y="139"/>
                    <a:pt x="192" y="139"/>
                  </a:cubicBezTo>
                  <a:cubicBezTo>
                    <a:pt x="153" y="139"/>
                    <a:pt x="153" y="139"/>
                    <a:pt x="153" y="139"/>
                  </a:cubicBezTo>
                  <a:lnTo>
                    <a:pt x="153" y="74"/>
                  </a:lnTo>
                  <a:close/>
                  <a:moveTo>
                    <a:pt x="183" y="74"/>
                  </a:moveTo>
                  <a:cubicBezTo>
                    <a:pt x="204" y="74"/>
                    <a:pt x="204" y="74"/>
                    <a:pt x="204" y="74"/>
                  </a:cubicBezTo>
                  <a:cubicBezTo>
                    <a:pt x="241" y="139"/>
                    <a:pt x="241" y="139"/>
                    <a:pt x="241" y="139"/>
                  </a:cubicBezTo>
                  <a:cubicBezTo>
                    <a:pt x="202" y="139"/>
                    <a:pt x="202" y="139"/>
                    <a:pt x="202" y="139"/>
                  </a:cubicBezTo>
                  <a:lnTo>
                    <a:pt x="183" y="74"/>
                  </a:lnTo>
                  <a:close/>
                  <a:moveTo>
                    <a:pt x="18" y="130"/>
                  </a:moveTo>
                  <a:cubicBezTo>
                    <a:pt x="18" y="121"/>
                    <a:pt x="18" y="121"/>
                    <a:pt x="18" y="121"/>
                  </a:cubicBezTo>
                  <a:cubicBezTo>
                    <a:pt x="18" y="119"/>
                    <a:pt x="19" y="117"/>
                    <a:pt x="20" y="115"/>
                  </a:cubicBezTo>
                  <a:cubicBezTo>
                    <a:pt x="48" y="78"/>
                    <a:pt x="48" y="78"/>
                    <a:pt x="48" y="78"/>
                  </a:cubicBezTo>
                  <a:cubicBezTo>
                    <a:pt x="50" y="76"/>
                    <a:pt x="53" y="74"/>
                    <a:pt x="55" y="74"/>
                  </a:cubicBezTo>
                  <a:cubicBezTo>
                    <a:pt x="82" y="74"/>
                    <a:pt x="82" y="74"/>
                    <a:pt x="82" y="74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28" y="139"/>
                    <a:pt x="28" y="139"/>
                    <a:pt x="28" y="139"/>
                  </a:cubicBezTo>
                  <a:cubicBezTo>
                    <a:pt x="23" y="139"/>
                    <a:pt x="18" y="135"/>
                    <a:pt x="18" y="130"/>
                  </a:cubicBezTo>
                  <a:close/>
                  <a:moveTo>
                    <a:pt x="185" y="278"/>
                  </a:moveTo>
                  <a:cubicBezTo>
                    <a:pt x="116" y="278"/>
                    <a:pt x="116" y="278"/>
                    <a:pt x="116" y="278"/>
                  </a:cubicBezTo>
                  <a:cubicBezTo>
                    <a:pt x="116" y="185"/>
                    <a:pt x="116" y="185"/>
                    <a:pt x="116" y="185"/>
                  </a:cubicBezTo>
                  <a:cubicBezTo>
                    <a:pt x="185" y="185"/>
                    <a:pt x="185" y="185"/>
                    <a:pt x="185" y="185"/>
                  </a:cubicBezTo>
                  <a:lnTo>
                    <a:pt x="185" y="278"/>
                  </a:lnTo>
                  <a:close/>
                  <a:moveTo>
                    <a:pt x="250" y="278"/>
                  </a:moveTo>
                  <a:cubicBezTo>
                    <a:pt x="194" y="278"/>
                    <a:pt x="194" y="278"/>
                    <a:pt x="194" y="278"/>
                  </a:cubicBezTo>
                  <a:cubicBezTo>
                    <a:pt x="194" y="185"/>
                    <a:pt x="194" y="185"/>
                    <a:pt x="194" y="185"/>
                  </a:cubicBezTo>
                  <a:cubicBezTo>
                    <a:pt x="194" y="180"/>
                    <a:pt x="190" y="176"/>
                    <a:pt x="185" y="176"/>
                  </a:cubicBezTo>
                  <a:cubicBezTo>
                    <a:pt x="116" y="176"/>
                    <a:pt x="116" y="176"/>
                    <a:pt x="116" y="176"/>
                  </a:cubicBezTo>
                  <a:cubicBezTo>
                    <a:pt x="111" y="176"/>
                    <a:pt x="106" y="180"/>
                    <a:pt x="106" y="185"/>
                  </a:cubicBezTo>
                  <a:cubicBezTo>
                    <a:pt x="106" y="278"/>
                    <a:pt x="106" y="278"/>
                    <a:pt x="106" y="278"/>
                  </a:cubicBezTo>
                  <a:cubicBezTo>
                    <a:pt x="46" y="278"/>
                    <a:pt x="46" y="278"/>
                    <a:pt x="46" y="278"/>
                  </a:cubicBezTo>
                  <a:cubicBezTo>
                    <a:pt x="46" y="158"/>
                    <a:pt x="46" y="158"/>
                    <a:pt x="46" y="158"/>
                  </a:cubicBezTo>
                  <a:cubicBezTo>
                    <a:pt x="250" y="158"/>
                    <a:pt x="250" y="158"/>
                    <a:pt x="250" y="158"/>
                  </a:cubicBezTo>
                  <a:lnTo>
                    <a:pt x="250" y="278"/>
                  </a:lnTo>
                  <a:close/>
                  <a:moveTo>
                    <a:pt x="278" y="130"/>
                  </a:moveTo>
                  <a:cubicBezTo>
                    <a:pt x="278" y="135"/>
                    <a:pt x="273" y="139"/>
                    <a:pt x="268" y="139"/>
                  </a:cubicBezTo>
                  <a:cubicBezTo>
                    <a:pt x="251" y="139"/>
                    <a:pt x="251" y="139"/>
                    <a:pt x="251" y="139"/>
                  </a:cubicBezTo>
                  <a:cubicBezTo>
                    <a:pt x="214" y="74"/>
                    <a:pt x="214" y="74"/>
                    <a:pt x="214" y="74"/>
                  </a:cubicBezTo>
                  <a:cubicBezTo>
                    <a:pt x="241" y="74"/>
                    <a:pt x="241" y="74"/>
                    <a:pt x="241" y="74"/>
                  </a:cubicBezTo>
                  <a:cubicBezTo>
                    <a:pt x="241" y="74"/>
                    <a:pt x="241" y="74"/>
                    <a:pt x="241" y="74"/>
                  </a:cubicBezTo>
                  <a:cubicBezTo>
                    <a:pt x="243" y="74"/>
                    <a:pt x="246" y="76"/>
                    <a:pt x="248" y="78"/>
                  </a:cubicBezTo>
                  <a:cubicBezTo>
                    <a:pt x="276" y="115"/>
                    <a:pt x="276" y="115"/>
                    <a:pt x="276" y="115"/>
                  </a:cubicBezTo>
                  <a:cubicBezTo>
                    <a:pt x="277" y="117"/>
                    <a:pt x="278" y="119"/>
                    <a:pt x="278" y="121"/>
                  </a:cubicBezTo>
                  <a:lnTo>
                    <a:pt x="278" y="13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grpSp>
          <p:nvGrpSpPr>
            <p:cNvPr id="371" name="Group 13"/>
            <p:cNvGrpSpPr/>
            <p:nvPr/>
          </p:nvGrpSpPr>
          <p:grpSpPr>
            <a:xfrm>
              <a:off x="3271320" y="3269880"/>
              <a:ext cx="309240" cy="268920"/>
              <a:chOff x="3271320" y="3269880"/>
              <a:chExt cx="309240" cy="268920"/>
            </a:xfrm>
          </p:grpSpPr>
          <p:sp>
            <p:nvSpPr>
              <p:cNvPr id="372" name="Freeform: Shape 16"/>
              <p:cNvSpPr/>
              <p:nvPr/>
            </p:nvSpPr>
            <p:spPr>
              <a:xfrm>
                <a:off x="3271320" y="3269880"/>
                <a:ext cx="309240" cy="268920"/>
              </a:xfrm>
              <a:custGeom>
                <a:avLst/>
                <a:gdLst/>
                <a:ahLst/>
                <a:rect l="l" t="t" r="r" b="b"/>
                <a:pathLst>
                  <a:path w="297" h="259">
                    <a:moveTo>
                      <a:pt x="296" y="152"/>
                    </a:moveTo>
                    <a:cubicBezTo>
                      <a:pt x="259" y="13"/>
                      <a:pt x="259" y="13"/>
                      <a:pt x="259" y="13"/>
                    </a:cubicBezTo>
                    <a:cubicBezTo>
                      <a:pt x="257" y="6"/>
                      <a:pt x="249" y="0"/>
                      <a:pt x="241" y="0"/>
                    </a:cubicBezTo>
                    <a:cubicBezTo>
                      <a:pt x="148" y="0"/>
                      <a:pt x="148" y="0"/>
                      <a:pt x="148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48" y="0"/>
                      <a:pt x="40" y="6"/>
                      <a:pt x="38" y="13"/>
                    </a:cubicBezTo>
                    <a:cubicBezTo>
                      <a:pt x="1" y="152"/>
                      <a:pt x="1" y="152"/>
                      <a:pt x="1" y="152"/>
                    </a:cubicBezTo>
                    <a:cubicBezTo>
                      <a:pt x="1" y="154"/>
                      <a:pt x="0" y="156"/>
                      <a:pt x="0" y="157"/>
                    </a:cubicBezTo>
                    <a:cubicBezTo>
                      <a:pt x="0" y="222"/>
                      <a:pt x="0" y="222"/>
                      <a:pt x="0" y="222"/>
                    </a:cubicBezTo>
                    <a:cubicBezTo>
                      <a:pt x="0" y="243"/>
                      <a:pt x="17" y="259"/>
                      <a:pt x="37" y="259"/>
                    </a:cubicBezTo>
                    <a:cubicBezTo>
                      <a:pt x="260" y="259"/>
                      <a:pt x="260" y="259"/>
                      <a:pt x="260" y="259"/>
                    </a:cubicBezTo>
                    <a:cubicBezTo>
                      <a:pt x="280" y="259"/>
                      <a:pt x="297" y="243"/>
                      <a:pt x="297" y="222"/>
                    </a:cubicBezTo>
                    <a:cubicBezTo>
                      <a:pt x="297" y="157"/>
                      <a:pt x="297" y="157"/>
                      <a:pt x="297" y="157"/>
                    </a:cubicBezTo>
                    <a:cubicBezTo>
                      <a:pt x="297" y="156"/>
                      <a:pt x="296" y="154"/>
                      <a:pt x="296" y="152"/>
                    </a:cubicBezTo>
                    <a:close/>
                    <a:moveTo>
                      <a:pt x="278" y="222"/>
                    </a:moveTo>
                    <a:cubicBezTo>
                      <a:pt x="278" y="232"/>
                      <a:pt x="270" y="241"/>
                      <a:pt x="260" y="241"/>
                    </a:cubicBezTo>
                    <a:cubicBezTo>
                      <a:pt x="37" y="241"/>
                      <a:pt x="37" y="241"/>
                      <a:pt x="37" y="241"/>
                    </a:cubicBezTo>
                    <a:cubicBezTo>
                      <a:pt x="27" y="241"/>
                      <a:pt x="19" y="232"/>
                      <a:pt x="19" y="222"/>
                    </a:cubicBezTo>
                    <a:cubicBezTo>
                      <a:pt x="19" y="157"/>
                      <a:pt x="19" y="157"/>
                      <a:pt x="19" y="157"/>
                    </a:cubicBezTo>
                    <a:cubicBezTo>
                      <a:pt x="56" y="19"/>
                      <a:pt x="56" y="19"/>
                      <a:pt x="56" y="19"/>
                    </a:cubicBezTo>
                    <a:cubicBezTo>
                      <a:pt x="241" y="19"/>
                      <a:pt x="241" y="19"/>
                      <a:pt x="241" y="19"/>
                    </a:cubicBezTo>
                    <a:cubicBezTo>
                      <a:pt x="278" y="157"/>
                      <a:pt x="278" y="157"/>
                      <a:pt x="278" y="157"/>
                    </a:cubicBezTo>
                    <a:lnTo>
                      <a:pt x="278" y="222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73" name="Freeform: Shape 17"/>
              <p:cNvSpPr/>
              <p:nvPr/>
            </p:nvSpPr>
            <p:spPr>
              <a:xfrm>
                <a:off x="3308040" y="3308760"/>
                <a:ext cx="235440" cy="172080"/>
              </a:xfrm>
              <a:custGeom>
                <a:avLst/>
                <a:gdLst/>
                <a:ahLst/>
                <a:rect l="l" t="t" r="r" b="b"/>
                <a:pathLst>
                  <a:path w="227" h="167">
                    <a:moveTo>
                      <a:pt x="185" y="0"/>
                    </a:moveTo>
                    <a:cubicBezTo>
                      <a:pt x="42" y="0"/>
                      <a:pt x="42" y="0"/>
                      <a:pt x="42" y="0"/>
                    </a:cubicBezTo>
                    <a:cubicBezTo>
                      <a:pt x="38" y="0"/>
                      <a:pt x="34" y="3"/>
                      <a:pt x="33" y="7"/>
                    </a:cubicBezTo>
                    <a:cubicBezTo>
                      <a:pt x="1" y="118"/>
                      <a:pt x="1" y="118"/>
                      <a:pt x="1" y="118"/>
                    </a:cubicBezTo>
                    <a:cubicBezTo>
                      <a:pt x="0" y="121"/>
                      <a:pt x="1" y="124"/>
                      <a:pt x="3" y="126"/>
                    </a:cubicBezTo>
                    <a:cubicBezTo>
                      <a:pt x="4" y="128"/>
                      <a:pt x="7" y="130"/>
                      <a:pt x="10" y="130"/>
                    </a:cubicBezTo>
                    <a:cubicBezTo>
                      <a:pt x="37" y="130"/>
                      <a:pt x="37" y="130"/>
                      <a:pt x="37" y="130"/>
                    </a:cubicBezTo>
                    <a:cubicBezTo>
                      <a:pt x="47" y="130"/>
                      <a:pt x="47" y="130"/>
                      <a:pt x="47" y="130"/>
                    </a:cubicBezTo>
                    <a:cubicBezTo>
                      <a:pt x="52" y="130"/>
                      <a:pt x="52" y="130"/>
                      <a:pt x="52" y="130"/>
                    </a:cubicBezTo>
                    <a:cubicBezTo>
                      <a:pt x="66" y="156"/>
                      <a:pt x="66" y="156"/>
                      <a:pt x="66" y="156"/>
                    </a:cubicBezTo>
                    <a:cubicBezTo>
                      <a:pt x="69" y="163"/>
                      <a:pt x="75" y="167"/>
                      <a:pt x="82" y="167"/>
                    </a:cubicBezTo>
                    <a:cubicBezTo>
                      <a:pt x="145" y="167"/>
                      <a:pt x="145" y="167"/>
                      <a:pt x="145" y="167"/>
                    </a:cubicBezTo>
                    <a:cubicBezTo>
                      <a:pt x="152" y="167"/>
                      <a:pt x="158" y="163"/>
                      <a:pt x="161" y="156"/>
                    </a:cubicBezTo>
                    <a:cubicBezTo>
                      <a:pt x="175" y="130"/>
                      <a:pt x="175" y="130"/>
                      <a:pt x="175" y="130"/>
                    </a:cubicBezTo>
                    <a:cubicBezTo>
                      <a:pt x="180" y="130"/>
                      <a:pt x="180" y="130"/>
                      <a:pt x="180" y="130"/>
                    </a:cubicBezTo>
                    <a:cubicBezTo>
                      <a:pt x="190" y="130"/>
                      <a:pt x="190" y="130"/>
                      <a:pt x="190" y="130"/>
                    </a:cubicBezTo>
                    <a:cubicBezTo>
                      <a:pt x="217" y="130"/>
                      <a:pt x="217" y="130"/>
                      <a:pt x="217" y="130"/>
                    </a:cubicBezTo>
                    <a:cubicBezTo>
                      <a:pt x="220" y="130"/>
                      <a:pt x="223" y="128"/>
                      <a:pt x="224" y="126"/>
                    </a:cubicBezTo>
                    <a:cubicBezTo>
                      <a:pt x="226" y="124"/>
                      <a:pt x="227" y="121"/>
                      <a:pt x="226" y="118"/>
                    </a:cubicBezTo>
                    <a:cubicBezTo>
                      <a:pt x="194" y="7"/>
                      <a:pt x="194" y="7"/>
                      <a:pt x="194" y="7"/>
                    </a:cubicBezTo>
                    <a:cubicBezTo>
                      <a:pt x="193" y="3"/>
                      <a:pt x="189" y="0"/>
                      <a:pt x="185" y="0"/>
                    </a:cubicBezTo>
                    <a:close/>
                    <a:moveTo>
                      <a:pt x="190" y="111"/>
                    </a:moveTo>
                    <a:cubicBezTo>
                      <a:pt x="175" y="111"/>
                      <a:pt x="175" y="111"/>
                      <a:pt x="175" y="111"/>
                    </a:cubicBezTo>
                    <a:cubicBezTo>
                      <a:pt x="168" y="111"/>
                      <a:pt x="161" y="115"/>
                      <a:pt x="158" y="121"/>
                    </a:cubicBezTo>
                    <a:cubicBezTo>
                      <a:pt x="145" y="148"/>
                      <a:pt x="145" y="148"/>
                      <a:pt x="145" y="148"/>
                    </a:cubicBezTo>
                    <a:cubicBezTo>
                      <a:pt x="82" y="148"/>
                      <a:pt x="82" y="148"/>
                      <a:pt x="82" y="148"/>
                    </a:cubicBezTo>
                    <a:cubicBezTo>
                      <a:pt x="69" y="121"/>
                      <a:pt x="69" y="121"/>
                      <a:pt x="69" y="121"/>
                    </a:cubicBezTo>
                    <a:cubicBezTo>
                      <a:pt x="66" y="115"/>
                      <a:pt x="59" y="111"/>
                      <a:pt x="52" y="111"/>
                    </a:cubicBezTo>
                    <a:cubicBezTo>
                      <a:pt x="37" y="111"/>
                      <a:pt x="37" y="111"/>
                      <a:pt x="37" y="111"/>
                    </a:cubicBezTo>
                    <a:cubicBezTo>
                      <a:pt x="15" y="111"/>
                      <a:pt x="15" y="111"/>
                      <a:pt x="15" y="111"/>
                    </a:cubicBezTo>
                    <a:cubicBezTo>
                      <a:pt x="42" y="9"/>
                      <a:pt x="42" y="9"/>
                      <a:pt x="42" y="9"/>
                    </a:cubicBezTo>
                    <a:cubicBezTo>
                      <a:pt x="185" y="9"/>
                      <a:pt x="185" y="9"/>
                      <a:pt x="185" y="9"/>
                    </a:cubicBezTo>
                    <a:cubicBezTo>
                      <a:pt x="212" y="111"/>
                      <a:pt x="212" y="111"/>
                      <a:pt x="212" y="111"/>
                    </a:cubicBezTo>
                    <a:lnTo>
                      <a:pt x="190" y="111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sp>
          <p:nvSpPr>
            <p:cNvPr id="374" name="Freeform: Shape 14"/>
            <p:cNvSpPr/>
            <p:nvPr/>
          </p:nvSpPr>
          <p:spPr>
            <a:xfrm>
              <a:off x="3934080" y="2323800"/>
              <a:ext cx="308160" cy="230040"/>
            </a:xfrm>
            <a:custGeom>
              <a:avLst/>
              <a:gdLst/>
              <a:ahLst/>
              <a:rect l="l" t="t" r="r" b="b"/>
              <a:pathLst>
                <a:path w="296" h="222">
                  <a:moveTo>
                    <a:pt x="291" y="52"/>
                  </a:moveTo>
                  <a:cubicBezTo>
                    <a:pt x="244" y="5"/>
                    <a:pt x="244" y="5"/>
                    <a:pt x="244" y="5"/>
                  </a:cubicBezTo>
                  <a:cubicBezTo>
                    <a:pt x="240" y="2"/>
                    <a:pt x="235" y="0"/>
                    <a:pt x="230" y="0"/>
                  </a:cubicBezTo>
                  <a:cubicBezTo>
                    <a:pt x="65" y="0"/>
                    <a:pt x="65" y="0"/>
                    <a:pt x="65" y="0"/>
                  </a:cubicBezTo>
                  <a:cubicBezTo>
                    <a:pt x="60" y="0"/>
                    <a:pt x="56" y="2"/>
                    <a:pt x="52" y="5"/>
                  </a:cubicBezTo>
                  <a:cubicBezTo>
                    <a:pt x="5" y="52"/>
                    <a:pt x="5" y="52"/>
                    <a:pt x="5" y="52"/>
                  </a:cubicBezTo>
                  <a:cubicBezTo>
                    <a:pt x="2" y="56"/>
                    <a:pt x="0" y="61"/>
                    <a:pt x="0" y="65"/>
                  </a:cubicBezTo>
                  <a:cubicBezTo>
                    <a:pt x="0" y="70"/>
                    <a:pt x="1" y="74"/>
                    <a:pt x="4" y="78"/>
                  </a:cubicBezTo>
                  <a:cubicBezTo>
                    <a:pt x="134" y="216"/>
                    <a:pt x="134" y="216"/>
                    <a:pt x="134" y="216"/>
                  </a:cubicBezTo>
                  <a:cubicBezTo>
                    <a:pt x="138" y="220"/>
                    <a:pt x="143" y="222"/>
                    <a:pt x="148" y="222"/>
                  </a:cubicBezTo>
                  <a:cubicBezTo>
                    <a:pt x="153" y="222"/>
                    <a:pt x="158" y="220"/>
                    <a:pt x="162" y="216"/>
                  </a:cubicBezTo>
                  <a:cubicBezTo>
                    <a:pt x="291" y="78"/>
                    <a:pt x="291" y="78"/>
                    <a:pt x="291" y="78"/>
                  </a:cubicBezTo>
                  <a:cubicBezTo>
                    <a:pt x="294" y="74"/>
                    <a:pt x="296" y="70"/>
                    <a:pt x="296" y="65"/>
                  </a:cubicBezTo>
                  <a:cubicBezTo>
                    <a:pt x="296" y="60"/>
                    <a:pt x="294" y="56"/>
                    <a:pt x="291" y="52"/>
                  </a:cubicBezTo>
                  <a:close/>
                  <a:moveTo>
                    <a:pt x="168" y="65"/>
                  </a:moveTo>
                  <a:cubicBezTo>
                    <a:pt x="127" y="65"/>
                    <a:pt x="127" y="65"/>
                    <a:pt x="127" y="65"/>
                  </a:cubicBezTo>
                  <a:cubicBezTo>
                    <a:pt x="148" y="47"/>
                    <a:pt x="148" y="47"/>
                    <a:pt x="148" y="47"/>
                  </a:cubicBezTo>
                  <a:lnTo>
                    <a:pt x="168" y="65"/>
                  </a:lnTo>
                  <a:close/>
                  <a:moveTo>
                    <a:pt x="155" y="41"/>
                  </a:moveTo>
                  <a:cubicBezTo>
                    <a:pt x="180" y="20"/>
                    <a:pt x="180" y="20"/>
                    <a:pt x="180" y="20"/>
                  </a:cubicBezTo>
                  <a:cubicBezTo>
                    <a:pt x="199" y="39"/>
                    <a:pt x="199" y="39"/>
                    <a:pt x="199" y="39"/>
                  </a:cubicBezTo>
                  <a:cubicBezTo>
                    <a:pt x="176" y="59"/>
                    <a:pt x="176" y="59"/>
                    <a:pt x="176" y="59"/>
                  </a:cubicBezTo>
                  <a:lnTo>
                    <a:pt x="155" y="41"/>
                  </a:lnTo>
                  <a:close/>
                  <a:moveTo>
                    <a:pt x="120" y="59"/>
                  </a:moveTo>
                  <a:cubicBezTo>
                    <a:pt x="97" y="39"/>
                    <a:pt x="97" y="39"/>
                    <a:pt x="97" y="39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41" y="41"/>
                    <a:pt x="141" y="41"/>
                    <a:pt x="141" y="41"/>
                  </a:cubicBezTo>
                  <a:lnTo>
                    <a:pt x="120" y="59"/>
                  </a:lnTo>
                  <a:close/>
                  <a:moveTo>
                    <a:pt x="171" y="74"/>
                  </a:moveTo>
                  <a:cubicBezTo>
                    <a:pt x="148" y="189"/>
                    <a:pt x="148" y="189"/>
                    <a:pt x="148" y="189"/>
                  </a:cubicBezTo>
                  <a:cubicBezTo>
                    <a:pt x="125" y="74"/>
                    <a:pt x="125" y="74"/>
                    <a:pt x="125" y="74"/>
                  </a:cubicBezTo>
                  <a:lnTo>
                    <a:pt x="171" y="74"/>
                  </a:lnTo>
                  <a:close/>
                  <a:moveTo>
                    <a:pt x="180" y="74"/>
                  </a:moveTo>
                  <a:cubicBezTo>
                    <a:pt x="226" y="74"/>
                    <a:pt x="226" y="74"/>
                    <a:pt x="226" y="74"/>
                  </a:cubicBezTo>
                  <a:cubicBezTo>
                    <a:pt x="158" y="187"/>
                    <a:pt x="158" y="187"/>
                    <a:pt x="158" y="187"/>
                  </a:cubicBezTo>
                  <a:lnTo>
                    <a:pt x="180" y="74"/>
                  </a:lnTo>
                  <a:close/>
                  <a:moveTo>
                    <a:pt x="183" y="65"/>
                  </a:moveTo>
                  <a:cubicBezTo>
                    <a:pt x="206" y="46"/>
                    <a:pt x="206" y="46"/>
                    <a:pt x="206" y="46"/>
                  </a:cubicBezTo>
                  <a:cubicBezTo>
                    <a:pt x="225" y="65"/>
                    <a:pt x="225" y="65"/>
                    <a:pt x="225" y="65"/>
                  </a:cubicBezTo>
                  <a:lnTo>
                    <a:pt x="183" y="65"/>
                  </a:lnTo>
                  <a:close/>
                  <a:moveTo>
                    <a:pt x="191" y="18"/>
                  </a:moveTo>
                  <a:cubicBezTo>
                    <a:pt x="224" y="18"/>
                    <a:pt x="224" y="18"/>
                    <a:pt x="224" y="18"/>
                  </a:cubicBezTo>
                  <a:cubicBezTo>
                    <a:pt x="206" y="33"/>
                    <a:pt x="206" y="33"/>
                    <a:pt x="206" y="33"/>
                  </a:cubicBezTo>
                  <a:lnTo>
                    <a:pt x="191" y="18"/>
                  </a:lnTo>
                  <a:close/>
                  <a:moveTo>
                    <a:pt x="148" y="35"/>
                  </a:moveTo>
                  <a:cubicBezTo>
                    <a:pt x="127" y="18"/>
                    <a:pt x="127" y="18"/>
                    <a:pt x="127" y="18"/>
                  </a:cubicBezTo>
                  <a:cubicBezTo>
                    <a:pt x="168" y="18"/>
                    <a:pt x="168" y="18"/>
                    <a:pt x="168" y="18"/>
                  </a:cubicBezTo>
                  <a:lnTo>
                    <a:pt x="148" y="35"/>
                  </a:lnTo>
                  <a:close/>
                  <a:moveTo>
                    <a:pt x="90" y="33"/>
                  </a:moveTo>
                  <a:cubicBezTo>
                    <a:pt x="72" y="18"/>
                    <a:pt x="72" y="18"/>
                    <a:pt x="72" y="18"/>
                  </a:cubicBezTo>
                  <a:cubicBezTo>
                    <a:pt x="104" y="18"/>
                    <a:pt x="104" y="18"/>
                    <a:pt x="104" y="18"/>
                  </a:cubicBezTo>
                  <a:lnTo>
                    <a:pt x="90" y="33"/>
                  </a:lnTo>
                  <a:close/>
                  <a:moveTo>
                    <a:pt x="90" y="46"/>
                  </a:moveTo>
                  <a:cubicBezTo>
                    <a:pt x="113" y="65"/>
                    <a:pt x="113" y="65"/>
                    <a:pt x="113" y="65"/>
                  </a:cubicBezTo>
                  <a:cubicBezTo>
                    <a:pt x="71" y="65"/>
                    <a:pt x="71" y="65"/>
                    <a:pt x="71" y="65"/>
                  </a:cubicBezTo>
                  <a:lnTo>
                    <a:pt x="90" y="46"/>
                  </a:lnTo>
                  <a:close/>
                  <a:moveTo>
                    <a:pt x="115" y="74"/>
                  </a:moveTo>
                  <a:cubicBezTo>
                    <a:pt x="138" y="187"/>
                    <a:pt x="138" y="187"/>
                    <a:pt x="138" y="187"/>
                  </a:cubicBezTo>
                  <a:cubicBezTo>
                    <a:pt x="70" y="74"/>
                    <a:pt x="70" y="74"/>
                    <a:pt x="70" y="74"/>
                  </a:cubicBezTo>
                  <a:lnTo>
                    <a:pt x="115" y="74"/>
                  </a:lnTo>
                  <a:close/>
                  <a:moveTo>
                    <a:pt x="117" y="171"/>
                  </a:moveTo>
                  <a:cubicBezTo>
                    <a:pt x="26" y="74"/>
                    <a:pt x="26" y="74"/>
                    <a:pt x="26" y="74"/>
                  </a:cubicBezTo>
                  <a:cubicBezTo>
                    <a:pt x="59" y="74"/>
                    <a:pt x="59" y="74"/>
                    <a:pt x="59" y="74"/>
                  </a:cubicBezTo>
                  <a:lnTo>
                    <a:pt x="117" y="171"/>
                  </a:lnTo>
                  <a:close/>
                  <a:moveTo>
                    <a:pt x="237" y="74"/>
                  </a:moveTo>
                  <a:cubicBezTo>
                    <a:pt x="269" y="74"/>
                    <a:pt x="269" y="74"/>
                    <a:pt x="269" y="74"/>
                  </a:cubicBezTo>
                  <a:cubicBezTo>
                    <a:pt x="178" y="171"/>
                    <a:pt x="178" y="171"/>
                    <a:pt x="178" y="171"/>
                  </a:cubicBezTo>
                  <a:lnTo>
                    <a:pt x="237" y="74"/>
                  </a:lnTo>
                  <a:close/>
                  <a:moveTo>
                    <a:pt x="238" y="65"/>
                  </a:moveTo>
                  <a:cubicBezTo>
                    <a:pt x="213" y="40"/>
                    <a:pt x="213" y="40"/>
                    <a:pt x="213" y="40"/>
                  </a:cubicBezTo>
                  <a:cubicBezTo>
                    <a:pt x="234" y="22"/>
                    <a:pt x="234" y="22"/>
                    <a:pt x="234" y="22"/>
                  </a:cubicBezTo>
                  <a:cubicBezTo>
                    <a:pt x="277" y="65"/>
                    <a:pt x="277" y="65"/>
                    <a:pt x="277" y="65"/>
                  </a:cubicBezTo>
                  <a:lnTo>
                    <a:pt x="238" y="65"/>
                  </a:lnTo>
                  <a:close/>
                  <a:moveTo>
                    <a:pt x="62" y="22"/>
                  </a:moveTo>
                  <a:cubicBezTo>
                    <a:pt x="83" y="40"/>
                    <a:pt x="83" y="40"/>
                    <a:pt x="83" y="40"/>
                  </a:cubicBezTo>
                  <a:cubicBezTo>
                    <a:pt x="58" y="65"/>
                    <a:pt x="58" y="65"/>
                    <a:pt x="58" y="65"/>
                  </a:cubicBezTo>
                  <a:cubicBezTo>
                    <a:pt x="18" y="65"/>
                    <a:pt x="18" y="65"/>
                    <a:pt x="18" y="65"/>
                  </a:cubicBezTo>
                  <a:lnTo>
                    <a:pt x="62" y="22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375" name="Group 58"/>
          <p:cNvGrpSpPr/>
          <p:nvPr/>
        </p:nvGrpSpPr>
        <p:grpSpPr>
          <a:xfrm>
            <a:off x="6451560" y="1508040"/>
            <a:ext cx="2062080" cy="2593440"/>
            <a:chOff x="6451560" y="1508040"/>
            <a:chExt cx="2062080" cy="2593440"/>
          </a:xfrm>
        </p:grpSpPr>
        <p:grpSp>
          <p:nvGrpSpPr>
            <p:cNvPr id="376" name="Group 59"/>
            <p:cNvGrpSpPr/>
            <p:nvPr/>
          </p:nvGrpSpPr>
          <p:grpSpPr>
            <a:xfrm>
              <a:off x="6451560" y="1508040"/>
              <a:ext cx="1954440" cy="2593440"/>
              <a:chOff x="6451560" y="1508040"/>
              <a:chExt cx="1954440" cy="2593440"/>
            </a:xfrm>
          </p:grpSpPr>
          <p:grpSp>
            <p:nvGrpSpPr>
              <p:cNvPr id="377" name="Group 62"/>
              <p:cNvGrpSpPr/>
              <p:nvPr/>
            </p:nvGrpSpPr>
            <p:grpSpPr>
              <a:xfrm>
                <a:off x="6451560" y="1508040"/>
                <a:ext cx="1954440" cy="607680"/>
                <a:chOff x="6451560" y="1508040"/>
                <a:chExt cx="1954440" cy="607680"/>
              </a:xfrm>
            </p:grpSpPr>
            <p:sp>
              <p:nvSpPr>
                <p:cNvPr id="378" name="TextBox 69"/>
                <p:cNvSpPr/>
                <p:nvPr/>
              </p:nvSpPr>
              <p:spPr>
                <a:xfrm>
                  <a:off x="6451560" y="1738800"/>
                  <a:ext cx="1954440" cy="3769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t">
                  <a:normAutofit/>
                </a:bodyPr>
                <a:p>
                  <a:pPr algn="r">
                    <a:lnSpc>
                      <a:spcPct val="120000"/>
                    </a:lnSpc>
                    <a:buNone/>
                  </a:pPr>
                  <a:r>
                    <a:rPr b="0" lang="zh-CN" sz="10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此部分内容作为文字排版占位显示</a:t>
                  </a:r>
                  <a:br>
                    <a:rPr sz="1000"/>
                  </a:br>
                  <a:r>
                    <a:rPr b="0" lang="zh-CN" sz="10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（建议使用主题字体）</a:t>
                  </a:r>
                  <a:endParaRPr b="0" lang="en-HK" sz="1000" spc="-1" strike="noStrike">
                    <a:latin typeface="Arial"/>
                  </a:endParaRPr>
                </a:p>
              </p:txBody>
            </p:sp>
            <p:sp>
              <p:nvSpPr>
                <p:cNvPr id="379" name="Rectangle 70"/>
                <p:cNvSpPr/>
                <p:nvPr/>
              </p:nvSpPr>
              <p:spPr>
                <a:xfrm>
                  <a:off x="6451560" y="1508040"/>
                  <a:ext cx="1954440" cy="22680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0" rIns="0" tIns="0" bIns="0" anchor="t">
                  <a:normAutofit fontScale="93000"/>
                </a:bodyPr>
                <a:p>
                  <a:pPr algn="r">
                    <a:lnSpc>
                      <a:spcPct val="100000"/>
                    </a:lnSpc>
                    <a:buNone/>
                  </a:pPr>
                  <a:r>
                    <a:rPr b="1" lang="zh-CN" sz="1600" spc="-1" strike="noStrike">
                      <a:solidFill>
                        <a:srgbClr val="959595"/>
                      </a:solidFill>
                      <a:latin typeface="微软雅黑"/>
                      <a:ea typeface="微软雅黑"/>
                    </a:rPr>
                    <a:t>单击添加标题</a:t>
                  </a:r>
                  <a:endParaRPr b="0" lang="en-HK" sz="1600" spc="-1" strike="noStrike">
                    <a:latin typeface="Arial"/>
                  </a:endParaRPr>
                </a:p>
              </p:txBody>
            </p:sp>
          </p:grpSp>
          <p:grpSp>
            <p:nvGrpSpPr>
              <p:cNvPr id="380" name="Group 63"/>
              <p:cNvGrpSpPr/>
              <p:nvPr/>
            </p:nvGrpSpPr>
            <p:grpSpPr>
              <a:xfrm>
                <a:off x="6451560" y="2500920"/>
                <a:ext cx="1954440" cy="607680"/>
                <a:chOff x="6451560" y="2500920"/>
                <a:chExt cx="1954440" cy="607680"/>
              </a:xfrm>
            </p:grpSpPr>
            <p:sp>
              <p:nvSpPr>
                <p:cNvPr id="381" name="TextBox 67"/>
                <p:cNvSpPr/>
                <p:nvPr/>
              </p:nvSpPr>
              <p:spPr>
                <a:xfrm>
                  <a:off x="6451560" y="2731680"/>
                  <a:ext cx="1954440" cy="3769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t">
                  <a:normAutofit/>
                </a:bodyPr>
                <a:p>
                  <a:pPr algn="r">
                    <a:lnSpc>
                      <a:spcPct val="120000"/>
                    </a:lnSpc>
                    <a:buNone/>
                  </a:pPr>
                  <a:r>
                    <a:rPr b="0" lang="zh-CN" sz="10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此部分内容作为文字排版占位显示</a:t>
                  </a:r>
                  <a:br>
                    <a:rPr sz="1000"/>
                  </a:br>
                  <a:r>
                    <a:rPr b="0" lang="zh-CN" sz="10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（建议使用主题字体）</a:t>
                  </a:r>
                  <a:endParaRPr b="0" lang="en-HK" sz="1000" spc="-1" strike="noStrike">
                    <a:latin typeface="Arial"/>
                  </a:endParaRPr>
                </a:p>
              </p:txBody>
            </p:sp>
            <p:sp>
              <p:nvSpPr>
                <p:cNvPr id="382" name="Rectangle 68"/>
                <p:cNvSpPr/>
                <p:nvPr/>
              </p:nvSpPr>
              <p:spPr>
                <a:xfrm>
                  <a:off x="6451560" y="2500920"/>
                  <a:ext cx="1954440" cy="22680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0" rIns="0" tIns="0" bIns="0" anchor="t">
                  <a:normAutofit fontScale="93000"/>
                </a:bodyPr>
                <a:p>
                  <a:pPr algn="r">
                    <a:lnSpc>
                      <a:spcPct val="100000"/>
                    </a:lnSpc>
                    <a:buNone/>
                  </a:pPr>
                  <a:r>
                    <a:rPr b="1" lang="zh-CN" sz="1600" spc="-1" strike="noStrike">
                      <a:solidFill>
                        <a:srgbClr val="272f42"/>
                      </a:solidFill>
                      <a:latin typeface="微软雅黑"/>
                      <a:ea typeface="微软雅黑"/>
                    </a:rPr>
                    <a:t>单击添加标题</a:t>
                  </a:r>
                  <a:endParaRPr b="0" lang="en-HK" sz="1600" spc="-1" strike="noStrike">
                    <a:latin typeface="Arial"/>
                  </a:endParaRPr>
                </a:p>
              </p:txBody>
            </p:sp>
          </p:grpSp>
          <p:grpSp>
            <p:nvGrpSpPr>
              <p:cNvPr id="383" name="Group 64"/>
              <p:cNvGrpSpPr/>
              <p:nvPr/>
            </p:nvGrpSpPr>
            <p:grpSpPr>
              <a:xfrm>
                <a:off x="6451560" y="3493800"/>
                <a:ext cx="1954440" cy="607680"/>
                <a:chOff x="6451560" y="3493800"/>
                <a:chExt cx="1954440" cy="607680"/>
              </a:xfrm>
            </p:grpSpPr>
            <p:sp>
              <p:nvSpPr>
                <p:cNvPr id="384" name="TextBox 65"/>
                <p:cNvSpPr/>
                <p:nvPr/>
              </p:nvSpPr>
              <p:spPr>
                <a:xfrm>
                  <a:off x="6451560" y="3724560"/>
                  <a:ext cx="1954440" cy="3769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t">
                  <a:normAutofit/>
                </a:bodyPr>
                <a:p>
                  <a:pPr algn="r">
                    <a:lnSpc>
                      <a:spcPct val="120000"/>
                    </a:lnSpc>
                    <a:buNone/>
                  </a:pPr>
                  <a:r>
                    <a:rPr b="0" lang="zh-CN" sz="10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此部分内容作为文字排版占位显示</a:t>
                  </a:r>
                  <a:br>
                    <a:rPr sz="1000"/>
                  </a:br>
                  <a:r>
                    <a:rPr b="0" lang="zh-CN" sz="10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（建议使用主题字体）</a:t>
                  </a:r>
                  <a:endParaRPr b="0" lang="en-HK" sz="1000" spc="-1" strike="noStrike">
                    <a:latin typeface="Arial"/>
                  </a:endParaRPr>
                </a:p>
              </p:txBody>
            </p:sp>
            <p:sp>
              <p:nvSpPr>
                <p:cNvPr id="385" name="Rectangle 66"/>
                <p:cNvSpPr/>
                <p:nvPr/>
              </p:nvSpPr>
              <p:spPr>
                <a:xfrm>
                  <a:off x="6451560" y="3493800"/>
                  <a:ext cx="1954440" cy="22680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0" rIns="0" tIns="0" bIns="0" anchor="t">
                  <a:normAutofit fontScale="93000"/>
                </a:bodyPr>
                <a:p>
                  <a:pPr algn="r">
                    <a:lnSpc>
                      <a:spcPct val="100000"/>
                    </a:lnSpc>
                    <a:buNone/>
                  </a:pPr>
                  <a:r>
                    <a:rPr b="1" lang="zh-CN" sz="1600" spc="-1" strike="noStrike">
                      <a:solidFill>
                        <a:srgbClr val="959595"/>
                      </a:solidFill>
                      <a:latin typeface="微软雅黑"/>
                      <a:ea typeface="微软雅黑"/>
                    </a:rPr>
                    <a:t>单击添加标题</a:t>
                  </a:r>
                  <a:endParaRPr b="0" lang="en-HK" sz="1600" spc="-1" strike="noStrike">
                    <a:latin typeface="Arial"/>
                  </a:endParaRPr>
                </a:p>
              </p:txBody>
            </p:sp>
          </p:grpSp>
        </p:grpSp>
        <p:sp>
          <p:nvSpPr>
            <p:cNvPr id="386" name="Straight Connector 60"/>
            <p:cNvSpPr/>
            <p:nvPr/>
          </p:nvSpPr>
          <p:spPr>
            <a:xfrm>
              <a:off x="6677280" y="2267280"/>
              <a:ext cx="1836360" cy="360"/>
            </a:xfrm>
            <a:prstGeom prst="line">
              <a:avLst/>
            </a:prstGeom>
            <a:ln>
              <a:solidFill>
                <a:srgbClr val="cccccc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387" name="Straight Connector 61"/>
            <p:cNvSpPr/>
            <p:nvPr/>
          </p:nvSpPr>
          <p:spPr>
            <a:xfrm>
              <a:off x="6677280" y="3271680"/>
              <a:ext cx="1836360" cy="360"/>
            </a:xfrm>
            <a:prstGeom prst="line">
              <a:avLst/>
            </a:prstGeom>
            <a:ln>
              <a:solidFill>
                <a:srgbClr val="cccccc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388" name="Group 71"/>
          <p:cNvGrpSpPr/>
          <p:nvPr/>
        </p:nvGrpSpPr>
        <p:grpSpPr>
          <a:xfrm>
            <a:off x="685440" y="1508040"/>
            <a:ext cx="2031480" cy="2593440"/>
            <a:chOff x="685440" y="1508040"/>
            <a:chExt cx="2031480" cy="2593440"/>
          </a:xfrm>
        </p:grpSpPr>
        <p:grpSp>
          <p:nvGrpSpPr>
            <p:cNvPr id="389" name="Group 72"/>
            <p:cNvGrpSpPr/>
            <p:nvPr/>
          </p:nvGrpSpPr>
          <p:grpSpPr>
            <a:xfrm>
              <a:off x="762480" y="1508040"/>
              <a:ext cx="1954440" cy="2593440"/>
              <a:chOff x="762480" y="1508040"/>
              <a:chExt cx="1954440" cy="2593440"/>
            </a:xfrm>
          </p:grpSpPr>
          <p:grpSp>
            <p:nvGrpSpPr>
              <p:cNvPr id="390" name="Group 76"/>
              <p:cNvGrpSpPr/>
              <p:nvPr/>
            </p:nvGrpSpPr>
            <p:grpSpPr>
              <a:xfrm>
                <a:off x="762480" y="1508040"/>
                <a:ext cx="1954440" cy="607680"/>
                <a:chOff x="762480" y="1508040"/>
                <a:chExt cx="1954440" cy="607680"/>
              </a:xfrm>
            </p:grpSpPr>
            <p:sp>
              <p:nvSpPr>
                <p:cNvPr id="391" name="TextBox 83"/>
                <p:cNvSpPr/>
                <p:nvPr/>
              </p:nvSpPr>
              <p:spPr>
                <a:xfrm>
                  <a:off x="762480" y="1738800"/>
                  <a:ext cx="1954440" cy="3769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t">
                  <a:normAutofit/>
                </a:bodyPr>
                <a:p>
                  <a:pPr>
                    <a:lnSpc>
                      <a:spcPct val="120000"/>
                    </a:lnSpc>
                    <a:buNone/>
                  </a:pPr>
                  <a:r>
                    <a:rPr b="0" lang="zh-CN" sz="10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此部分内容作为文字排版占位显示</a:t>
                  </a:r>
                  <a:br>
                    <a:rPr sz="1000"/>
                  </a:br>
                  <a:r>
                    <a:rPr b="0" lang="zh-CN" sz="10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（建议使用主题字体）</a:t>
                  </a:r>
                  <a:endParaRPr b="0" lang="en-HK" sz="1000" spc="-1" strike="noStrike">
                    <a:latin typeface="Arial"/>
                  </a:endParaRPr>
                </a:p>
              </p:txBody>
            </p:sp>
            <p:sp>
              <p:nvSpPr>
                <p:cNvPr id="392" name="Rectangle 84"/>
                <p:cNvSpPr/>
                <p:nvPr/>
              </p:nvSpPr>
              <p:spPr>
                <a:xfrm>
                  <a:off x="762480" y="1508040"/>
                  <a:ext cx="1954440" cy="22680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0" rIns="0" tIns="0" bIns="0" anchor="t">
                  <a:normAutofit fontScale="93000"/>
                </a:bodyPr>
                <a:p>
                  <a:pPr>
                    <a:lnSpc>
                      <a:spcPct val="100000"/>
                    </a:lnSpc>
                    <a:buNone/>
                  </a:pPr>
                  <a:r>
                    <a:rPr b="1" lang="zh-CN" sz="1600" spc="-1" strike="noStrike">
                      <a:solidFill>
                        <a:srgbClr val="959595"/>
                      </a:solidFill>
                      <a:latin typeface="微软雅黑"/>
                      <a:ea typeface="微软雅黑"/>
                    </a:rPr>
                    <a:t>单击添加标题</a:t>
                  </a:r>
                  <a:endParaRPr b="0" lang="en-HK" sz="1600" spc="-1" strike="noStrike">
                    <a:latin typeface="Arial"/>
                  </a:endParaRPr>
                </a:p>
              </p:txBody>
            </p:sp>
          </p:grpSp>
          <p:grpSp>
            <p:nvGrpSpPr>
              <p:cNvPr id="393" name="Group 77"/>
              <p:cNvGrpSpPr/>
              <p:nvPr/>
            </p:nvGrpSpPr>
            <p:grpSpPr>
              <a:xfrm>
                <a:off x="762480" y="2500920"/>
                <a:ext cx="1954440" cy="607680"/>
                <a:chOff x="762480" y="2500920"/>
                <a:chExt cx="1954440" cy="607680"/>
              </a:xfrm>
            </p:grpSpPr>
            <p:sp>
              <p:nvSpPr>
                <p:cNvPr id="394" name="TextBox 81"/>
                <p:cNvSpPr/>
                <p:nvPr/>
              </p:nvSpPr>
              <p:spPr>
                <a:xfrm>
                  <a:off x="762480" y="2731680"/>
                  <a:ext cx="1954440" cy="3769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t">
                  <a:normAutofit/>
                </a:bodyPr>
                <a:p>
                  <a:pPr>
                    <a:lnSpc>
                      <a:spcPct val="120000"/>
                    </a:lnSpc>
                    <a:buNone/>
                  </a:pPr>
                  <a:r>
                    <a:rPr b="0" lang="zh-CN" sz="10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此部分内容作为文字排版占位显示</a:t>
                  </a:r>
                  <a:br>
                    <a:rPr sz="1000"/>
                  </a:br>
                  <a:r>
                    <a:rPr b="0" lang="zh-CN" sz="10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（建议使用主题字体）</a:t>
                  </a:r>
                  <a:endParaRPr b="0" lang="en-HK" sz="1000" spc="-1" strike="noStrike">
                    <a:latin typeface="Arial"/>
                  </a:endParaRPr>
                </a:p>
              </p:txBody>
            </p:sp>
            <p:sp>
              <p:nvSpPr>
                <p:cNvPr id="395" name="Rectangle 82"/>
                <p:cNvSpPr/>
                <p:nvPr/>
              </p:nvSpPr>
              <p:spPr>
                <a:xfrm>
                  <a:off x="762480" y="2500920"/>
                  <a:ext cx="1954440" cy="22680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0" rIns="0" tIns="0" bIns="0" anchor="t">
                  <a:normAutofit fontScale="93000"/>
                </a:bodyPr>
                <a:p>
                  <a:pPr>
                    <a:lnSpc>
                      <a:spcPct val="100000"/>
                    </a:lnSpc>
                    <a:buNone/>
                  </a:pPr>
                  <a:r>
                    <a:rPr b="1" lang="zh-CN" sz="1600" spc="-1" strike="noStrike">
                      <a:solidFill>
                        <a:srgbClr val="272f42"/>
                      </a:solidFill>
                      <a:latin typeface="微软雅黑"/>
                      <a:ea typeface="微软雅黑"/>
                    </a:rPr>
                    <a:t>单击添加标题</a:t>
                  </a:r>
                  <a:endParaRPr b="0" lang="en-HK" sz="1600" spc="-1" strike="noStrike">
                    <a:latin typeface="Arial"/>
                  </a:endParaRPr>
                </a:p>
              </p:txBody>
            </p:sp>
          </p:grpSp>
          <p:grpSp>
            <p:nvGrpSpPr>
              <p:cNvPr id="396" name="Group 78"/>
              <p:cNvGrpSpPr/>
              <p:nvPr/>
            </p:nvGrpSpPr>
            <p:grpSpPr>
              <a:xfrm>
                <a:off x="762480" y="3493800"/>
                <a:ext cx="1954440" cy="607680"/>
                <a:chOff x="762480" y="3493800"/>
                <a:chExt cx="1954440" cy="607680"/>
              </a:xfrm>
            </p:grpSpPr>
            <p:sp>
              <p:nvSpPr>
                <p:cNvPr id="397" name="TextBox 79"/>
                <p:cNvSpPr/>
                <p:nvPr/>
              </p:nvSpPr>
              <p:spPr>
                <a:xfrm>
                  <a:off x="762480" y="3724560"/>
                  <a:ext cx="1954440" cy="3769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t">
                  <a:normAutofit/>
                </a:bodyPr>
                <a:p>
                  <a:pPr>
                    <a:lnSpc>
                      <a:spcPct val="120000"/>
                    </a:lnSpc>
                    <a:buNone/>
                  </a:pPr>
                  <a:r>
                    <a:rPr b="0" lang="zh-CN" sz="10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此部分内容作为文字排版占位显示</a:t>
                  </a:r>
                  <a:br>
                    <a:rPr sz="1000"/>
                  </a:br>
                  <a:r>
                    <a:rPr b="0" lang="zh-CN" sz="10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（建议使用主题字体）</a:t>
                  </a:r>
                  <a:endParaRPr b="0" lang="en-HK" sz="1000" spc="-1" strike="noStrike">
                    <a:latin typeface="Arial"/>
                  </a:endParaRPr>
                </a:p>
              </p:txBody>
            </p:sp>
            <p:sp>
              <p:nvSpPr>
                <p:cNvPr id="398" name="Rectangle 80"/>
                <p:cNvSpPr/>
                <p:nvPr/>
              </p:nvSpPr>
              <p:spPr>
                <a:xfrm>
                  <a:off x="762480" y="3493800"/>
                  <a:ext cx="1954440" cy="22680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0" rIns="0" tIns="0" bIns="0" anchor="t">
                  <a:normAutofit fontScale="93000"/>
                </a:bodyPr>
                <a:p>
                  <a:pPr>
                    <a:lnSpc>
                      <a:spcPct val="100000"/>
                    </a:lnSpc>
                    <a:buNone/>
                  </a:pPr>
                  <a:r>
                    <a:rPr b="1" lang="zh-CN" sz="1600" spc="-1" strike="noStrike">
                      <a:solidFill>
                        <a:srgbClr val="959595"/>
                      </a:solidFill>
                      <a:latin typeface="微软雅黑"/>
                      <a:ea typeface="微软雅黑"/>
                    </a:rPr>
                    <a:t>单击添加标题</a:t>
                  </a:r>
                  <a:endParaRPr b="0" lang="en-HK" sz="1600" spc="-1" strike="noStrike">
                    <a:latin typeface="Arial"/>
                  </a:endParaRPr>
                </a:p>
              </p:txBody>
            </p:sp>
          </p:grpSp>
        </p:grpSp>
        <p:grpSp>
          <p:nvGrpSpPr>
            <p:cNvPr id="399" name="Group 73"/>
            <p:cNvGrpSpPr/>
            <p:nvPr/>
          </p:nvGrpSpPr>
          <p:grpSpPr>
            <a:xfrm>
              <a:off x="685440" y="2267280"/>
              <a:ext cx="1836360" cy="1004760"/>
              <a:chOff x="685440" y="2267280"/>
              <a:chExt cx="1836360" cy="1004760"/>
            </a:xfrm>
          </p:grpSpPr>
          <p:sp>
            <p:nvSpPr>
              <p:cNvPr id="400" name="Straight Connector 74"/>
              <p:cNvSpPr/>
              <p:nvPr/>
            </p:nvSpPr>
            <p:spPr>
              <a:xfrm>
                <a:off x="685440" y="2267280"/>
                <a:ext cx="1836360" cy="360"/>
              </a:xfrm>
              <a:prstGeom prst="line">
                <a:avLst/>
              </a:prstGeom>
              <a:ln>
                <a:solidFill>
                  <a:srgbClr val="cccccc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401" name="Straight Connector 75"/>
              <p:cNvSpPr/>
              <p:nvPr/>
            </p:nvSpPr>
            <p:spPr>
              <a:xfrm>
                <a:off x="685440" y="3271680"/>
                <a:ext cx="1836360" cy="360"/>
              </a:xfrm>
              <a:prstGeom prst="line">
                <a:avLst/>
              </a:prstGeom>
              <a:ln>
                <a:solidFill>
                  <a:srgbClr val="cccccc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</p:grpSp>
      <p:grpSp>
        <p:nvGrpSpPr>
          <p:cNvPr id="402" name="组合 87"/>
          <p:cNvGrpSpPr/>
          <p:nvPr/>
        </p:nvGrpSpPr>
        <p:grpSpPr>
          <a:xfrm>
            <a:off x="323640" y="0"/>
            <a:ext cx="2084040" cy="574200"/>
            <a:chOff x="323640" y="0"/>
            <a:chExt cx="2084040" cy="574200"/>
          </a:xfrm>
        </p:grpSpPr>
        <p:sp>
          <p:nvSpPr>
            <p:cNvPr id="403" name="TextBox 86"/>
            <p:cNvSpPr/>
            <p:nvPr/>
          </p:nvSpPr>
          <p:spPr>
            <a:xfrm>
              <a:off x="576360" y="58320"/>
              <a:ext cx="183132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zh-CN" sz="24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请输入标题</a:t>
              </a:r>
              <a:endParaRPr b="0" lang="en-HK" sz="2400" spc="-1" strike="noStrike">
                <a:latin typeface="Arial"/>
              </a:endParaRPr>
            </a:p>
          </p:txBody>
        </p:sp>
        <p:sp>
          <p:nvSpPr>
            <p:cNvPr id="404" name="矩形 89"/>
            <p:cNvSpPr/>
            <p:nvPr/>
          </p:nvSpPr>
          <p:spPr>
            <a:xfrm>
              <a:off x="323640" y="0"/>
              <a:ext cx="212040" cy="5742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</p:spTree>
  </p:cSld>
  <p:transition spd="med">
    <p:pull dir="r"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5" name="组合 3"/>
          <p:cNvGrpSpPr/>
          <p:nvPr/>
        </p:nvGrpSpPr>
        <p:grpSpPr>
          <a:xfrm>
            <a:off x="2478240" y="938160"/>
            <a:ext cx="4183920" cy="3658680"/>
            <a:chOff x="2478240" y="938160"/>
            <a:chExt cx="4183920" cy="3658680"/>
          </a:xfrm>
        </p:grpSpPr>
        <p:sp>
          <p:nvSpPr>
            <p:cNvPr id="406" name="任意多边形: 形状 31"/>
            <p:cNvSpPr/>
            <p:nvPr/>
          </p:nvSpPr>
          <p:spPr>
            <a:xfrm>
              <a:off x="3094200" y="2722680"/>
              <a:ext cx="2951640" cy="673200"/>
            </a:xfrm>
            <a:custGeom>
              <a:avLst/>
              <a:gdLst/>
              <a:ahLst/>
              <a:rect l="l" t="t" r="r" b="b"/>
              <a:pathLst>
                <a:path w="2562" h="587">
                  <a:moveTo>
                    <a:pt x="2154" y="0"/>
                  </a:moveTo>
                  <a:lnTo>
                    <a:pt x="408" y="0"/>
                  </a:lnTo>
                  <a:lnTo>
                    <a:pt x="0" y="587"/>
                  </a:lnTo>
                  <a:lnTo>
                    <a:pt x="2562" y="587"/>
                  </a:lnTo>
                  <a:lnTo>
                    <a:pt x="2154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07" name="任意多边形: 形状 32"/>
            <p:cNvSpPr/>
            <p:nvPr/>
          </p:nvSpPr>
          <p:spPr>
            <a:xfrm>
              <a:off x="2478240" y="4087440"/>
              <a:ext cx="4183920" cy="509400"/>
            </a:xfrm>
            <a:custGeom>
              <a:avLst/>
              <a:gdLst/>
              <a:ahLst/>
              <a:rect l="l" t="t" r="r" b="b"/>
              <a:pathLst>
                <a:path w="3630" h="445">
                  <a:moveTo>
                    <a:pt x="306" y="0"/>
                  </a:moveTo>
                  <a:lnTo>
                    <a:pt x="0" y="445"/>
                  </a:lnTo>
                  <a:lnTo>
                    <a:pt x="3630" y="445"/>
                  </a:lnTo>
                  <a:lnTo>
                    <a:pt x="3324" y="0"/>
                  </a:lnTo>
                  <a:lnTo>
                    <a:pt x="306" y="0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08" name="任意多边形: 形状 33"/>
            <p:cNvSpPr/>
            <p:nvPr/>
          </p:nvSpPr>
          <p:spPr>
            <a:xfrm>
              <a:off x="3828960" y="938160"/>
              <a:ext cx="1482120" cy="1079280"/>
            </a:xfrm>
            <a:custGeom>
              <a:avLst/>
              <a:gdLst/>
              <a:ahLst/>
              <a:rect l="l" t="t" r="r" b="b"/>
              <a:pathLst>
                <a:path w="1288" h="939">
                  <a:moveTo>
                    <a:pt x="1288" y="939"/>
                  </a:moveTo>
                  <a:lnTo>
                    <a:pt x="644" y="0"/>
                  </a:lnTo>
                  <a:lnTo>
                    <a:pt x="0" y="939"/>
                  </a:lnTo>
                  <a:lnTo>
                    <a:pt x="1288" y="939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grpSp>
          <p:nvGrpSpPr>
            <p:cNvPr id="409" name="组合 34"/>
            <p:cNvGrpSpPr/>
            <p:nvPr/>
          </p:nvGrpSpPr>
          <p:grpSpPr>
            <a:xfrm>
              <a:off x="3048120" y="3419640"/>
              <a:ext cx="3043800" cy="650160"/>
              <a:chOff x="3048120" y="3419640"/>
              <a:chExt cx="3043800" cy="650160"/>
            </a:xfrm>
          </p:grpSpPr>
          <p:sp>
            <p:nvSpPr>
              <p:cNvPr id="410" name="椭圆 47"/>
              <p:cNvSpPr/>
              <p:nvPr/>
            </p:nvSpPr>
            <p:spPr>
              <a:xfrm>
                <a:off x="3574080" y="3447360"/>
                <a:ext cx="113760" cy="113760"/>
              </a:xfrm>
              <a:prstGeom prst="ellipse">
                <a:avLst/>
              </a:pr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11" name="任意多边形: 形状 48"/>
              <p:cNvSpPr/>
              <p:nvPr/>
            </p:nvSpPr>
            <p:spPr>
              <a:xfrm>
                <a:off x="3423960" y="3419640"/>
                <a:ext cx="410040" cy="650160"/>
              </a:xfrm>
              <a:custGeom>
                <a:avLst/>
                <a:gdLst/>
                <a:ahLst/>
                <a:rect l="l" t="t" r="r" b="b"/>
                <a:pathLst>
                  <a:path w="88" h="139">
                    <a:moveTo>
                      <a:pt x="86" y="0"/>
                    </a:moveTo>
                    <a:cubicBezTo>
                      <a:pt x="85" y="0"/>
                      <a:pt x="84" y="0"/>
                      <a:pt x="83" y="0"/>
                    </a:cubicBezTo>
                    <a:cubicBezTo>
                      <a:pt x="82" y="0"/>
                      <a:pt x="80" y="0"/>
                      <a:pt x="80" y="2"/>
                    </a:cubicBezTo>
                    <a:cubicBezTo>
                      <a:pt x="80" y="2"/>
                      <a:pt x="80" y="2"/>
                      <a:pt x="80" y="2"/>
                    </a:cubicBezTo>
                    <a:cubicBezTo>
                      <a:pt x="58" y="34"/>
                      <a:pt x="58" y="34"/>
                      <a:pt x="58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8" y="0"/>
                      <a:pt x="6" y="0"/>
                      <a:pt x="5" y="0"/>
                    </a:cubicBezTo>
                    <a:cubicBezTo>
                      <a:pt x="4" y="0"/>
                      <a:pt x="3" y="0"/>
                      <a:pt x="3" y="0"/>
                    </a:cubicBezTo>
                    <a:cubicBezTo>
                      <a:pt x="0" y="2"/>
                      <a:pt x="0" y="5"/>
                      <a:pt x="1" y="7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5" y="42"/>
                      <a:pt x="26" y="43"/>
                      <a:pt x="28" y="43"/>
                    </a:cubicBezTo>
                    <a:cubicBezTo>
                      <a:pt x="29" y="43"/>
                      <a:pt x="29" y="43"/>
                      <a:pt x="29" y="43"/>
                    </a:cubicBezTo>
                    <a:cubicBezTo>
                      <a:pt x="29" y="132"/>
                      <a:pt x="29" y="132"/>
                      <a:pt x="29" y="132"/>
                    </a:cubicBezTo>
                    <a:cubicBezTo>
                      <a:pt x="29" y="135"/>
                      <a:pt x="32" y="139"/>
                      <a:pt x="36" y="139"/>
                    </a:cubicBezTo>
                    <a:cubicBezTo>
                      <a:pt x="40" y="139"/>
                      <a:pt x="43" y="135"/>
                      <a:pt x="43" y="132"/>
                    </a:cubicBezTo>
                    <a:cubicBezTo>
                      <a:pt x="43" y="81"/>
                      <a:pt x="43" y="81"/>
                      <a:pt x="43" y="81"/>
                    </a:cubicBezTo>
                    <a:cubicBezTo>
                      <a:pt x="45" y="81"/>
                      <a:pt x="45" y="81"/>
                      <a:pt x="45" y="81"/>
                    </a:cubicBezTo>
                    <a:cubicBezTo>
                      <a:pt x="45" y="132"/>
                      <a:pt x="45" y="132"/>
                      <a:pt x="45" y="132"/>
                    </a:cubicBezTo>
                    <a:cubicBezTo>
                      <a:pt x="45" y="135"/>
                      <a:pt x="49" y="139"/>
                      <a:pt x="52" y="139"/>
                    </a:cubicBezTo>
                    <a:cubicBezTo>
                      <a:pt x="56" y="139"/>
                      <a:pt x="59" y="135"/>
                      <a:pt x="59" y="132"/>
                    </a:cubicBezTo>
                    <a:cubicBezTo>
                      <a:pt x="59" y="43"/>
                      <a:pt x="59" y="43"/>
                      <a:pt x="59" y="43"/>
                    </a:cubicBezTo>
                    <a:cubicBezTo>
                      <a:pt x="61" y="43"/>
                      <a:pt x="61" y="43"/>
                      <a:pt x="61" y="43"/>
                    </a:cubicBezTo>
                    <a:cubicBezTo>
                      <a:pt x="62" y="43"/>
                      <a:pt x="63" y="42"/>
                      <a:pt x="64" y="41"/>
                    </a:cubicBezTo>
                    <a:cubicBezTo>
                      <a:pt x="87" y="7"/>
                      <a:pt x="87" y="7"/>
                      <a:pt x="87" y="7"/>
                    </a:cubicBezTo>
                    <a:cubicBezTo>
                      <a:pt x="88" y="5"/>
                      <a:pt x="88" y="2"/>
                      <a:pt x="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12" name="椭圆 49"/>
              <p:cNvSpPr/>
              <p:nvPr/>
            </p:nvSpPr>
            <p:spPr>
              <a:xfrm>
                <a:off x="3197880" y="3447360"/>
                <a:ext cx="113760" cy="113760"/>
              </a:xfrm>
              <a:prstGeom prst="ellipse">
                <a:avLst/>
              </a:pr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13" name="任意多边形: 形状 50"/>
              <p:cNvSpPr/>
              <p:nvPr/>
            </p:nvSpPr>
            <p:spPr>
              <a:xfrm>
                <a:off x="3048120" y="3419640"/>
                <a:ext cx="408960" cy="650160"/>
              </a:xfrm>
              <a:custGeom>
                <a:avLst/>
                <a:gdLst/>
                <a:ahLst/>
                <a:rect l="l" t="t" r="r" b="b"/>
                <a:pathLst>
                  <a:path w="88" h="139">
                    <a:moveTo>
                      <a:pt x="86" y="0"/>
                    </a:moveTo>
                    <a:cubicBezTo>
                      <a:pt x="85" y="0"/>
                      <a:pt x="84" y="0"/>
                      <a:pt x="83" y="0"/>
                    </a:cubicBezTo>
                    <a:cubicBezTo>
                      <a:pt x="82" y="0"/>
                      <a:pt x="80" y="0"/>
                      <a:pt x="80" y="2"/>
                    </a:cubicBezTo>
                    <a:cubicBezTo>
                      <a:pt x="80" y="2"/>
                      <a:pt x="80" y="2"/>
                      <a:pt x="80" y="2"/>
                    </a:cubicBezTo>
                    <a:cubicBezTo>
                      <a:pt x="58" y="34"/>
                      <a:pt x="58" y="34"/>
                      <a:pt x="58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8" y="0"/>
                      <a:pt x="6" y="0"/>
                      <a:pt x="5" y="0"/>
                    </a:cubicBezTo>
                    <a:cubicBezTo>
                      <a:pt x="4" y="0"/>
                      <a:pt x="3" y="0"/>
                      <a:pt x="3" y="0"/>
                    </a:cubicBezTo>
                    <a:cubicBezTo>
                      <a:pt x="0" y="2"/>
                      <a:pt x="0" y="5"/>
                      <a:pt x="1" y="7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5" y="42"/>
                      <a:pt x="26" y="43"/>
                      <a:pt x="28" y="43"/>
                    </a:cubicBezTo>
                    <a:cubicBezTo>
                      <a:pt x="29" y="43"/>
                      <a:pt x="29" y="43"/>
                      <a:pt x="29" y="43"/>
                    </a:cubicBezTo>
                    <a:cubicBezTo>
                      <a:pt x="29" y="132"/>
                      <a:pt x="29" y="132"/>
                      <a:pt x="29" y="132"/>
                    </a:cubicBezTo>
                    <a:cubicBezTo>
                      <a:pt x="29" y="135"/>
                      <a:pt x="32" y="139"/>
                      <a:pt x="36" y="139"/>
                    </a:cubicBezTo>
                    <a:cubicBezTo>
                      <a:pt x="40" y="139"/>
                      <a:pt x="43" y="135"/>
                      <a:pt x="43" y="132"/>
                    </a:cubicBezTo>
                    <a:cubicBezTo>
                      <a:pt x="43" y="81"/>
                      <a:pt x="43" y="81"/>
                      <a:pt x="43" y="81"/>
                    </a:cubicBezTo>
                    <a:cubicBezTo>
                      <a:pt x="45" y="81"/>
                      <a:pt x="45" y="81"/>
                      <a:pt x="45" y="81"/>
                    </a:cubicBezTo>
                    <a:cubicBezTo>
                      <a:pt x="45" y="132"/>
                      <a:pt x="45" y="132"/>
                      <a:pt x="45" y="132"/>
                    </a:cubicBezTo>
                    <a:cubicBezTo>
                      <a:pt x="45" y="135"/>
                      <a:pt x="49" y="139"/>
                      <a:pt x="52" y="139"/>
                    </a:cubicBezTo>
                    <a:cubicBezTo>
                      <a:pt x="56" y="139"/>
                      <a:pt x="59" y="135"/>
                      <a:pt x="59" y="132"/>
                    </a:cubicBezTo>
                    <a:cubicBezTo>
                      <a:pt x="59" y="43"/>
                      <a:pt x="59" y="43"/>
                      <a:pt x="59" y="43"/>
                    </a:cubicBezTo>
                    <a:cubicBezTo>
                      <a:pt x="61" y="43"/>
                      <a:pt x="61" y="43"/>
                      <a:pt x="61" y="43"/>
                    </a:cubicBezTo>
                    <a:cubicBezTo>
                      <a:pt x="62" y="43"/>
                      <a:pt x="63" y="42"/>
                      <a:pt x="64" y="41"/>
                    </a:cubicBezTo>
                    <a:cubicBezTo>
                      <a:pt x="87" y="7"/>
                      <a:pt x="87" y="7"/>
                      <a:pt x="87" y="7"/>
                    </a:cubicBezTo>
                    <a:cubicBezTo>
                      <a:pt x="88" y="5"/>
                      <a:pt x="88" y="2"/>
                      <a:pt x="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14" name="椭圆 51"/>
              <p:cNvSpPr/>
              <p:nvPr/>
            </p:nvSpPr>
            <p:spPr>
              <a:xfrm>
                <a:off x="3951360" y="3447360"/>
                <a:ext cx="113760" cy="113760"/>
              </a:xfrm>
              <a:prstGeom prst="ellipse">
                <a:avLst/>
              </a:pr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15" name="任意多边形: 形状 52"/>
              <p:cNvSpPr/>
              <p:nvPr/>
            </p:nvSpPr>
            <p:spPr>
              <a:xfrm>
                <a:off x="3800160" y="3419640"/>
                <a:ext cx="410040" cy="650160"/>
              </a:xfrm>
              <a:custGeom>
                <a:avLst/>
                <a:gdLst/>
                <a:ahLst/>
                <a:rect l="l" t="t" r="r" b="b"/>
                <a:pathLst>
                  <a:path w="88" h="139">
                    <a:moveTo>
                      <a:pt x="86" y="0"/>
                    </a:moveTo>
                    <a:cubicBezTo>
                      <a:pt x="85" y="0"/>
                      <a:pt x="84" y="0"/>
                      <a:pt x="83" y="0"/>
                    </a:cubicBezTo>
                    <a:cubicBezTo>
                      <a:pt x="82" y="0"/>
                      <a:pt x="80" y="0"/>
                      <a:pt x="80" y="2"/>
                    </a:cubicBezTo>
                    <a:cubicBezTo>
                      <a:pt x="80" y="2"/>
                      <a:pt x="80" y="2"/>
                      <a:pt x="80" y="2"/>
                    </a:cubicBezTo>
                    <a:cubicBezTo>
                      <a:pt x="58" y="34"/>
                      <a:pt x="58" y="34"/>
                      <a:pt x="58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8" y="0"/>
                      <a:pt x="6" y="0"/>
                      <a:pt x="5" y="0"/>
                    </a:cubicBezTo>
                    <a:cubicBezTo>
                      <a:pt x="4" y="0"/>
                      <a:pt x="3" y="0"/>
                      <a:pt x="3" y="0"/>
                    </a:cubicBezTo>
                    <a:cubicBezTo>
                      <a:pt x="0" y="2"/>
                      <a:pt x="0" y="5"/>
                      <a:pt x="1" y="7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5" y="42"/>
                      <a:pt x="26" y="43"/>
                      <a:pt x="28" y="43"/>
                    </a:cubicBezTo>
                    <a:cubicBezTo>
                      <a:pt x="29" y="43"/>
                      <a:pt x="29" y="43"/>
                      <a:pt x="29" y="43"/>
                    </a:cubicBezTo>
                    <a:cubicBezTo>
                      <a:pt x="29" y="132"/>
                      <a:pt x="29" y="132"/>
                      <a:pt x="29" y="132"/>
                    </a:cubicBezTo>
                    <a:cubicBezTo>
                      <a:pt x="29" y="135"/>
                      <a:pt x="32" y="139"/>
                      <a:pt x="36" y="139"/>
                    </a:cubicBezTo>
                    <a:cubicBezTo>
                      <a:pt x="40" y="139"/>
                      <a:pt x="43" y="135"/>
                      <a:pt x="43" y="132"/>
                    </a:cubicBezTo>
                    <a:cubicBezTo>
                      <a:pt x="43" y="81"/>
                      <a:pt x="43" y="81"/>
                      <a:pt x="43" y="81"/>
                    </a:cubicBezTo>
                    <a:cubicBezTo>
                      <a:pt x="45" y="81"/>
                      <a:pt x="45" y="81"/>
                      <a:pt x="45" y="81"/>
                    </a:cubicBezTo>
                    <a:cubicBezTo>
                      <a:pt x="45" y="132"/>
                      <a:pt x="45" y="132"/>
                      <a:pt x="45" y="132"/>
                    </a:cubicBezTo>
                    <a:cubicBezTo>
                      <a:pt x="45" y="135"/>
                      <a:pt x="49" y="139"/>
                      <a:pt x="52" y="139"/>
                    </a:cubicBezTo>
                    <a:cubicBezTo>
                      <a:pt x="56" y="139"/>
                      <a:pt x="59" y="135"/>
                      <a:pt x="59" y="132"/>
                    </a:cubicBezTo>
                    <a:cubicBezTo>
                      <a:pt x="59" y="43"/>
                      <a:pt x="59" y="43"/>
                      <a:pt x="59" y="43"/>
                    </a:cubicBezTo>
                    <a:cubicBezTo>
                      <a:pt x="61" y="43"/>
                      <a:pt x="61" y="43"/>
                      <a:pt x="61" y="43"/>
                    </a:cubicBezTo>
                    <a:cubicBezTo>
                      <a:pt x="62" y="43"/>
                      <a:pt x="63" y="42"/>
                      <a:pt x="64" y="41"/>
                    </a:cubicBezTo>
                    <a:cubicBezTo>
                      <a:pt x="87" y="7"/>
                      <a:pt x="87" y="7"/>
                      <a:pt x="87" y="7"/>
                    </a:cubicBezTo>
                    <a:cubicBezTo>
                      <a:pt x="88" y="5"/>
                      <a:pt x="88" y="2"/>
                      <a:pt x="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16" name="椭圆 53"/>
              <p:cNvSpPr/>
              <p:nvPr/>
            </p:nvSpPr>
            <p:spPr>
              <a:xfrm>
                <a:off x="4327560" y="3447360"/>
                <a:ext cx="113760" cy="113760"/>
              </a:xfrm>
              <a:prstGeom prst="ellipse">
                <a:avLst/>
              </a:pr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17" name="任意多边形: 形状 54"/>
              <p:cNvSpPr/>
              <p:nvPr/>
            </p:nvSpPr>
            <p:spPr>
              <a:xfrm>
                <a:off x="4176360" y="3419640"/>
                <a:ext cx="410040" cy="650160"/>
              </a:xfrm>
              <a:custGeom>
                <a:avLst/>
                <a:gdLst/>
                <a:ahLst/>
                <a:rect l="l" t="t" r="r" b="b"/>
                <a:pathLst>
                  <a:path w="88" h="139">
                    <a:moveTo>
                      <a:pt x="86" y="0"/>
                    </a:moveTo>
                    <a:cubicBezTo>
                      <a:pt x="85" y="0"/>
                      <a:pt x="84" y="0"/>
                      <a:pt x="83" y="0"/>
                    </a:cubicBezTo>
                    <a:cubicBezTo>
                      <a:pt x="82" y="0"/>
                      <a:pt x="80" y="0"/>
                      <a:pt x="80" y="2"/>
                    </a:cubicBezTo>
                    <a:cubicBezTo>
                      <a:pt x="80" y="2"/>
                      <a:pt x="80" y="2"/>
                      <a:pt x="80" y="2"/>
                    </a:cubicBezTo>
                    <a:cubicBezTo>
                      <a:pt x="58" y="34"/>
                      <a:pt x="58" y="34"/>
                      <a:pt x="58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8" y="0"/>
                      <a:pt x="6" y="0"/>
                      <a:pt x="5" y="0"/>
                    </a:cubicBezTo>
                    <a:cubicBezTo>
                      <a:pt x="4" y="0"/>
                      <a:pt x="3" y="0"/>
                      <a:pt x="3" y="0"/>
                    </a:cubicBezTo>
                    <a:cubicBezTo>
                      <a:pt x="0" y="2"/>
                      <a:pt x="0" y="5"/>
                      <a:pt x="1" y="7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5" y="42"/>
                      <a:pt x="26" y="43"/>
                      <a:pt x="28" y="43"/>
                    </a:cubicBezTo>
                    <a:cubicBezTo>
                      <a:pt x="29" y="43"/>
                      <a:pt x="29" y="43"/>
                      <a:pt x="29" y="43"/>
                    </a:cubicBezTo>
                    <a:cubicBezTo>
                      <a:pt x="29" y="132"/>
                      <a:pt x="29" y="132"/>
                      <a:pt x="29" y="132"/>
                    </a:cubicBezTo>
                    <a:cubicBezTo>
                      <a:pt x="29" y="135"/>
                      <a:pt x="32" y="139"/>
                      <a:pt x="36" y="139"/>
                    </a:cubicBezTo>
                    <a:cubicBezTo>
                      <a:pt x="40" y="139"/>
                      <a:pt x="43" y="135"/>
                      <a:pt x="43" y="132"/>
                    </a:cubicBezTo>
                    <a:cubicBezTo>
                      <a:pt x="43" y="81"/>
                      <a:pt x="43" y="81"/>
                      <a:pt x="43" y="81"/>
                    </a:cubicBezTo>
                    <a:cubicBezTo>
                      <a:pt x="45" y="81"/>
                      <a:pt x="45" y="81"/>
                      <a:pt x="45" y="81"/>
                    </a:cubicBezTo>
                    <a:cubicBezTo>
                      <a:pt x="45" y="132"/>
                      <a:pt x="45" y="132"/>
                      <a:pt x="45" y="132"/>
                    </a:cubicBezTo>
                    <a:cubicBezTo>
                      <a:pt x="45" y="135"/>
                      <a:pt x="49" y="139"/>
                      <a:pt x="52" y="139"/>
                    </a:cubicBezTo>
                    <a:cubicBezTo>
                      <a:pt x="56" y="139"/>
                      <a:pt x="59" y="135"/>
                      <a:pt x="59" y="132"/>
                    </a:cubicBezTo>
                    <a:cubicBezTo>
                      <a:pt x="59" y="43"/>
                      <a:pt x="59" y="43"/>
                      <a:pt x="59" y="43"/>
                    </a:cubicBezTo>
                    <a:cubicBezTo>
                      <a:pt x="61" y="43"/>
                      <a:pt x="61" y="43"/>
                      <a:pt x="61" y="43"/>
                    </a:cubicBezTo>
                    <a:cubicBezTo>
                      <a:pt x="62" y="43"/>
                      <a:pt x="63" y="42"/>
                      <a:pt x="64" y="41"/>
                    </a:cubicBezTo>
                    <a:cubicBezTo>
                      <a:pt x="87" y="7"/>
                      <a:pt x="87" y="7"/>
                      <a:pt x="87" y="7"/>
                    </a:cubicBezTo>
                    <a:cubicBezTo>
                      <a:pt x="88" y="5"/>
                      <a:pt x="88" y="2"/>
                      <a:pt x="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18" name="椭圆 55"/>
              <p:cNvSpPr/>
              <p:nvPr/>
            </p:nvSpPr>
            <p:spPr>
              <a:xfrm>
                <a:off x="4703400" y="3447360"/>
                <a:ext cx="113760" cy="113760"/>
              </a:xfrm>
              <a:prstGeom prst="ellipse">
                <a:avLst/>
              </a:pr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19" name="任意多边形: 形状 56"/>
              <p:cNvSpPr/>
              <p:nvPr/>
            </p:nvSpPr>
            <p:spPr>
              <a:xfrm>
                <a:off x="4553640" y="3419640"/>
                <a:ext cx="410040" cy="650160"/>
              </a:xfrm>
              <a:custGeom>
                <a:avLst/>
                <a:gdLst/>
                <a:ahLst/>
                <a:rect l="l" t="t" r="r" b="b"/>
                <a:pathLst>
                  <a:path w="88" h="139">
                    <a:moveTo>
                      <a:pt x="86" y="0"/>
                    </a:moveTo>
                    <a:cubicBezTo>
                      <a:pt x="85" y="0"/>
                      <a:pt x="84" y="0"/>
                      <a:pt x="83" y="0"/>
                    </a:cubicBezTo>
                    <a:cubicBezTo>
                      <a:pt x="82" y="0"/>
                      <a:pt x="80" y="0"/>
                      <a:pt x="80" y="2"/>
                    </a:cubicBezTo>
                    <a:cubicBezTo>
                      <a:pt x="80" y="2"/>
                      <a:pt x="80" y="2"/>
                      <a:pt x="80" y="2"/>
                    </a:cubicBezTo>
                    <a:cubicBezTo>
                      <a:pt x="58" y="34"/>
                      <a:pt x="58" y="34"/>
                      <a:pt x="58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8" y="0"/>
                      <a:pt x="6" y="0"/>
                      <a:pt x="5" y="0"/>
                    </a:cubicBezTo>
                    <a:cubicBezTo>
                      <a:pt x="4" y="0"/>
                      <a:pt x="3" y="0"/>
                      <a:pt x="3" y="0"/>
                    </a:cubicBezTo>
                    <a:cubicBezTo>
                      <a:pt x="0" y="2"/>
                      <a:pt x="0" y="5"/>
                      <a:pt x="1" y="7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5" y="42"/>
                      <a:pt x="26" y="43"/>
                      <a:pt x="28" y="43"/>
                    </a:cubicBezTo>
                    <a:cubicBezTo>
                      <a:pt x="29" y="43"/>
                      <a:pt x="29" y="43"/>
                      <a:pt x="29" y="43"/>
                    </a:cubicBezTo>
                    <a:cubicBezTo>
                      <a:pt x="29" y="132"/>
                      <a:pt x="29" y="132"/>
                      <a:pt x="29" y="132"/>
                    </a:cubicBezTo>
                    <a:cubicBezTo>
                      <a:pt x="29" y="135"/>
                      <a:pt x="32" y="139"/>
                      <a:pt x="36" y="139"/>
                    </a:cubicBezTo>
                    <a:cubicBezTo>
                      <a:pt x="40" y="139"/>
                      <a:pt x="43" y="135"/>
                      <a:pt x="43" y="132"/>
                    </a:cubicBezTo>
                    <a:cubicBezTo>
                      <a:pt x="43" y="81"/>
                      <a:pt x="43" y="81"/>
                      <a:pt x="43" y="81"/>
                    </a:cubicBezTo>
                    <a:cubicBezTo>
                      <a:pt x="45" y="81"/>
                      <a:pt x="45" y="81"/>
                      <a:pt x="45" y="81"/>
                    </a:cubicBezTo>
                    <a:cubicBezTo>
                      <a:pt x="45" y="132"/>
                      <a:pt x="45" y="132"/>
                      <a:pt x="45" y="132"/>
                    </a:cubicBezTo>
                    <a:cubicBezTo>
                      <a:pt x="45" y="135"/>
                      <a:pt x="49" y="139"/>
                      <a:pt x="52" y="139"/>
                    </a:cubicBezTo>
                    <a:cubicBezTo>
                      <a:pt x="56" y="139"/>
                      <a:pt x="59" y="135"/>
                      <a:pt x="59" y="132"/>
                    </a:cubicBezTo>
                    <a:cubicBezTo>
                      <a:pt x="59" y="43"/>
                      <a:pt x="59" y="43"/>
                      <a:pt x="59" y="43"/>
                    </a:cubicBezTo>
                    <a:cubicBezTo>
                      <a:pt x="61" y="43"/>
                      <a:pt x="61" y="43"/>
                      <a:pt x="61" y="43"/>
                    </a:cubicBezTo>
                    <a:cubicBezTo>
                      <a:pt x="62" y="43"/>
                      <a:pt x="63" y="42"/>
                      <a:pt x="64" y="41"/>
                    </a:cubicBezTo>
                    <a:cubicBezTo>
                      <a:pt x="87" y="7"/>
                      <a:pt x="87" y="7"/>
                      <a:pt x="87" y="7"/>
                    </a:cubicBezTo>
                    <a:cubicBezTo>
                      <a:pt x="88" y="5"/>
                      <a:pt x="88" y="2"/>
                      <a:pt x="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20" name="椭圆 57"/>
              <p:cNvSpPr/>
              <p:nvPr/>
            </p:nvSpPr>
            <p:spPr>
              <a:xfrm>
                <a:off x="5079600" y="3447360"/>
                <a:ext cx="113760" cy="113760"/>
              </a:xfrm>
              <a:prstGeom prst="ellipse">
                <a:avLst/>
              </a:pr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21" name="任意多边形: 形状 58"/>
              <p:cNvSpPr/>
              <p:nvPr/>
            </p:nvSpPr>
            <p:spPr>
              <a:xfrm>
                <a:off x="4929480" y="3419640"/>
                <a:ext cx="410040" cy="650160"/>
              </a:xfrm>
              <a:custGeom>
                <a:avLst/>
                <a:gdLst/>
                <a:ahLst/>
                <a:rect l="l" t="t" r="r" b="b"/>
                <a:pathLst>
                  <a:path w="88" h="139">
                    <a:moveTo>
                      <a:pt x="86" y="0"/>
                    </a:moveTo>
                    <a:cubicBezTo>
                      <a:pt x="85" y="0"/>
                      <a:pt x="84" y="0"/>
                      <a:pt x="83" y="0"/>
                    </a:cubicBezTo>
                    <a:cubicBezTo>
                      <a:pt x="82" y="0"/>
                      <a:pt x="80" y="0"/>
                      <a:pt x="80" y="2"/>
                    </a:cubicBezTo>
                    <a:cubicBezTo>
                      <a:pt x="80" y="2"/>
                      <a:pt x="80" y="2"/>
                      <a:pt x="80" y="2"/>
                    </a:cubicBezTo>
                    <a:cubicBezTo>
                      <a:pt x="58" y="34"/>
                      <a:pt x="58" y="34"/>
                      <a:pt x="58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8" y="0"/>
                      <a:pt x="6" y="0"/>
                      <a:pt x="5" y="0"/>
                    </a:cubicBezTo>
                    <a:cubicBezTo>
                      <a:pt x="4" y="0"/>
                      <a:pt x="3" y="0"/>
                      <a:pt x="3" y="0"/>
                    </a:cubicBezTo>
                    <a:cubicBezTo>
                      <a:pt x="0" y="2"/>
                      <a:pt x="0" y="5"/>
                      <a:pt x="1" y="7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5" y="42"/>
                      <a:pt x="26" y="43"/>
                      <a:pt x="28" y="43"/>
                    </a:cubicBezTo>
                    <a:cubicBezTo>
                      <a:pt x="29" y="43"/>
                      <a:pt x="29" y="43"/>
                      <a:pt x="29" y="43"/>
                    </a:cubicBezTo>
                    <a:cubicBezTo>
                      <a:pt x="29" y="132"/>
                      <a:pt x="29" y="132"/>
                      <a:pt x="29" y="132"/>
                    </a:cubicBezTo>
                    <a:cubicBezTo>
                      <a:pt x="29" y="135"/>
                      <a:pt x="32" y="139"/>
                      <a:pt x="36" y="139"/>
                    </a:cubicBezTo>
                    <a:cubicBezTo>
                      <a:pt x="40" y="139"/>
                      <a:pt x="43" y="135"/>
                      <a:pt x="43" y="132"/>
                    </a:cubicBezTo>
                    <a:cubicBezTo>
                      <a:pt x="43" y="81"/>
                      <a:pt x="43" y="81"/>
                      <a:pt x="43" y="81"/>
                    </a:cubicBezTo>
                    <a:cubicBezTo>
                      <a:pt x="45" y="81"/>
                      <a:pt x="45" y="81"/>
                      <a:pt x="45" y="81"/>
                    </a:cubicBezTo>
                    <a:cubicBezTo>
                      <a:pt x="45" y="132"/>
                      <a:pt x="45" y="132"/>
                      <a:pt x="45" y="132"/>
                    </a:cubicBezTo>
                    <a:cubicBezTo>
                      <a:pt x="45" y="135"/>
                      <a:pt x="49" y="139"/>
                      <a:pt x="52" y="139"/>
                    </a:cubicBezTo>
                    <a:cubicBezTo>
                      <a:pt x="56" y="139"/>
                      <a:pt x="59" y="135"/>
                      <a:pt x="59" y="132"/>
                    </a:cubicBezTo>
                    <a:cubicBezTo>
                      <a:pt x="59" y="43"/>
                      <a:pt x="59" y="43"/>
                      <a:pt x="59" y="43"/>
                    </a:cubicBezTo>
                    <a:cubicBezTo>
                      <a:pt x="61" y="43"/>
                      <a:pt x="61" y="43"/>
                      <a:pt x="61" y="43"/>
                    </a:cubicBezTo>
                    <a:cubicBezTo>
                      <a:pt x="62" y="43"/>
                      <a:pt x="63" y="42"/>
                      <a:pt x="64" y="41"/>
                    </a:cubicBezTo>
                    <a:cubicBezTo>
                      <a:pt x="87" y="7"/>
                      <a:pt x="87" y="7"/>
                      <a:pt x="87" y="7"/>
                    </a:cubicBezTo>
                    <a:cubicBezTo>
                      <a:pt x="88" y="5"/>
                      <a:pt x="88" y="2"/>
                      <a:pt x="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22" name="椭圆 59"/>
              <p:cNvSpPr/>
              <p:nvPr/>
            </p:nvSpPr>
            <p:spPr>
              <a:xfrm>
                <a:off x="5456880" y="3447360"/>
                <a:ext cx="113760" cy="113760"/>
              </a:xfrm>
              <a:prstGeom prst="ellipse">
                <a:avLst/>
              </a:pr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23" name="任意多边形: 形状 60"/>
              <p:cNvSpPr/>
              <p:nvPr/>
            </p:nvSpPr>
            <p:spPr>
              <a:xfrm>
                <a:off x="5305680" y="3419640"/>
                <a:ext cx="410040" cy="650160"/>
              </a:xfrm>
              <a:custGeom>
                <a:avLst/>
                <a:gdLst/>
                <a:ahLst/>
                <a:rect l="l" t="t" r="r" b="b"/>
                <a:pathLst>
                  <a:path w="88" h="139">
                    <a:moveTo>
                      <a:pt x="86" y="0"/>
                    </a:moveTo>
                    <a:cubicBezTo>
                      <a:pt x="85" y="0"/>
                      <a:pt x="84" y="0"/>
                      <a:pt x="83" y="0"/>
                    </a:cubicBezTo>
                    <a:cubicBezTo>
                      <a:pt x="82" y="0"/>
                      <a:pt x="80" y="0"/>
                      <a:pt x="80" y="2"/>
                    </a:cubicBezTo>
                    <a:cubicBezTo>
                      <a:pt x="80" y="2"/>
                      <a:pt x="80" y="2"/>
                      <a:pt x="80" y="2"/>
                    </a:cubicBezTo>
                    <a:cubicBezTo>
                      <a:pt x="58" y="34"/>
                      <a:pt x="58" y="34"/>
                      <a:pt x="58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8" y="0"/>
                      <a:pt x="6" y="0"/>
                      <a:pt x="5" y="0"/>
                    </a:cubicBezTo>
                    <a:cubicBezTo>
                      <a:pt x="4" y="0"/>
                      <a:pt x="3" y="0"/>
                      <a:pt x="3" y="0"/>
                    </a:cubicBezTo>
                    <a:cubicBezTo>
                      <a:pt x="0" y="2"/>
                      <a:pt x="0" y="5"/>
                      <a:pt x="1" y="7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5" y="42"/>
                      <a:pt x="26" y="43"/>
                      <a:pt x="28" y="43"/>
                    </a:cubicBezTo>
                    <a:cubicBezTo>
                      <a:pt x="29" y="43"/>
                      <a:pt x="29" y="43"/>
                      <a:pt x="29" y="43"/>
                    </a:cubicBezTo>
                    <a:cubicBezTo>
                      <a:pt x="29" y="132"/>
                      <a:pt x="29" y="132"/>
                      <a:pt x="29" y="132"/>
                    </a:cubicBezTo>
                    <a:cubicBezTo>
                      <a:pt x="29" y="135"/>
                      <a:pt x="32" y="139"/>
                      <a:pt x="36" y="139"/>
                    </a:cubicBezTo>
                    <a:cubicBezTo>
                      <a:pt x="40" y="139"/>
                      <a:pt x="43" y="135"/>
                      <a:pt x="43" y="132"/>
                    </a:cubicBezTo>
                    <a:cubicBezTo>
                      <a:pt x="43" y="81"/>
                      <a:pt x="43" y="81"/>
                      <a:pt x="43" y="81"/>
                    </a:cubicBezTo>
                    <a:cubicBezTo>
                      <a:pt x="45" y="81"/>
                      <a:pt x="45" y="81"/>
                      <a:pt x="45" y="81"/>
                    </a:cubicBezTo>
                    <a:cubicBezTo>
                      <a:pt x="45" y="132"/>
                      <a:pt x="45" y="132"/>
                      <a:pt x="45" y="132"/>
                    </a:cubicBezTo>
                    <a:cubicBezTo>
                      <a:pt x="45" y="135"/>
                      <a:pt x="49" y="139"/>
                      <a:pt x="52" y="139"/>
                    </a:cubicBezTo>
                    <a:cubicBezTo>
                      <a:pt x="56" y="139"/>
                      <a:pt x="59" y="135"/>
                      <a:pt x="59" y="132"/>
                    </a:cubicBezTo>
                    <a:cubicBezTo>
                      <a:pt x="59" y="43"/>
                      <a:pt x="59" y="43"/>
                      <a:pt x="59" y="43"/>
                    </a:cubicBezTo>
                    <a:cubicBezTo>
                      <a:pt x="61" y="43"/>
                      <a:pt x="61" y="43"/>
                      <a:pt x="61" y="43"/>
                    </a:cubicBezTo>
                    <a:cubicBezTo>
                      <a:pt x="62" y="43"/>
                      <a:pt x="63" y="42"/>
                      <a:pt x="64" y="41"/>
                    </a:cubicBezTo>
                    <a:cubicBezTo>
                      <a:pt x="87" y="7"/>
                      <a:pt x="87" y="7"/>
                      <a:pt x="87" y="7"/>
                    </a:cubicBezTo>
                    <a:cubicBezTo>
                      <a:pt x="88" y="5"/>
                      <a:pt x="88" y="2"/>
                      <a:pt x="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24" name="椭圆 61"/>
              <p:cNvSpPr/>
              <p:nvPr/>
            </p:nvSpPr>
            <p:spPr>
              <a:xfrm>
                <a:off x="5833080" y="3447360"/>
                <a:ext cx="113760" cy="113760"/>
              </a:xfrm>
              <a:prstGeom prst="ellipse">
                <a:avLst/>
              </a:pr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25" name="任意多边形: 形状 62"/>
              <p:cNvSpPr/>
              <p:nvPr/>
            </p:nvSpPr>
            <p:spPr>
              <a:xfrm>
                <a:off x="5681880" y="3419640"/>
                <a:ext cx="410040" cy="650160"/>
              </a:xfrm>
              <a:custGeom>
                <a:avLst/>
                <a:gdLst/>
                <a:ahLst/>
                <a:rect l="l" t="t" r="r" b="b"/>
                <a:pathLst>
                  <a:path w="88" h="139">
                    <a:moveTo>
                      <a:pt x="86" y="0"/>
                    </a:moveTo>
                    <a:cubicBezTo>
                      <a:pt x="85" y="0"/>
                      <a:pt x="84" y="0"/>
                      <a:pt x="83" y="0"/>
                    </a:cubicBezTo>
                    <a:cubicBezTo>
                      <a:pt x="82" y="0"/>
                      <a:pt x="80" y="0"/>
                      <a:pt x="80" y="2"/>
                    </a:cubicBezTo>
                    <a:cubicBezTo>
                      <a:pt x="80" y="2"/>
                      <a:pt x="80" y="2"/>
                      <a:pt x="80" y="2"/>
                    </a:cubicBezTo>
                    <a:cubicBezTo>
                      <a:pt x="58" y="34"/>
                      <a:pt x="58" y="34"/>
                      <a:pt x="58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8" y="0"/>
                      <a:pt x="6" y="0"/>
                      <a:pt x="5" y="0"/>
                    </a:cubicBezTo>
                    <a:cubicBezTo>
                      <a:pt x="4" y="0"/>
                      <a:pt x="3" y="0"/>
                      <a:pt x="3" y="0"/>
                    </a:cubicBezTo>
                    <a:cubicBezTo>
                      <a:pt x="0" y="2"/>
                      <a:pt x="0" y="5"/>
                      <a:pt x="1" y="7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5" y="42"/>
                      <a:pt x="26" y="43"/>
                      <a:pt x="28" y="43"/>
                    </a:cubicBezTo>
                    <a:cubicBezTo>
                      <a:pt x="29" y="43"/>
                      <a:pt x="29" y="43"/>
                      <a:pt x="29" y="43"/>
                    </a:cubicBezTo>
                    <a:cubicBezTo>
                      <a:pt x="29" y="132"/>
                      <a:pt x="29" y="132"/>
                      <a:pt x="29" y="132"/>
                    </a:cubicBezTo>
                    <a:cubicBezTo>
                      <a:pt x="29" y="135"/>
                      <a:pt x="32" y="139"/>
                      <a:pt x="36" y="139"/>
                    </a:cubicBezTo>
                    <a:cubicBezTo>
                      <a:pt x="40" y="139"/>
                      <a:pt x="43" y="135"/>
                      <a:pt x="43" y="132"/>
                    </a:cubicBezTo>
                    <a:cubicBezTo>
                      <a:pt x="43" y="81"/>
                      <a:pt x="43" y="81"/>
                      <a:pt x="43" y="81"/>
                    </a:cubicBezTo>
                    <a:cubicBezTo>
                      <a:pt x="45" y="81"/>
                      <a:pt x="45" y="81"/>
                      <a:pt x="45" y="81"/>
                    </a:cubicBezTo>
                    <a:cubicBezTo>
                      <a:pt x="45" y="132"/>
                      <a:pt x="45" y="132"/>
                      <a:pt x="45" y="132"/>
                    </a:cubicBezTo>
                    <a:cubicBezTo>
                      <a:pt x="45" y="135"/>
                      <a:pt x="49" y="139"/>
                      <a:pt x="52" y="139"/>
                    </a:cubicBezTo>
                    <a:cubicBezTo>
                      <a:pt x="56" y="139"/>
                      <a:pt x="59" y="135"/>
                      <a:pt x="59" y="132"/>
                    </a:cubicBezTo>
                    <a:cubicBezTo>
                      <a:pt x="59" y="43"/>
                      <a:pt x="59" y="43"/>
                      <a:pt x="59" y="43"/>
                    </a:cubicBezTo>
                    <a:cubicBezTo>
                      <a:pt x="61" y="43"/>
                      <a:pt x="61" y="43"/>
                      <a:pt x="61" y="43"/>
                    </a:cubicBezTo>
                    <a:cubicBezTo>
                      <a:pt x="62" y="43"/>
                      <a:pt x="63" y="42"/>
                      <a:pt x="64" y="41"/>
                    </a:cubicBezTo>
                    <a:cubicBezTo>
                      <a:pt x="87" y="7"/>
                      <a:pt x="87" y="7"/>
                      <a:pt x="87" y="7"/>
                    </a:cubicBezTo>
                    <a:cubicBezTo>
                      <a:pt x="88" y="5"/>
                      <a:pt x="88" y="2"/>
                      <a:pt x="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26" name="组合 35"/>
            <p:cNvGrpSpPr/>
            <p:nvPr/>
          </p:nvGrpSpPr>
          <p:grpSpPr>
            <a:xfrm>
              <a:off x="3800160" y="2044440"/>
              <a:ext cx="1539360" cy="650160"/>
              <a:chOff x="3800160" y="2044440"/>
              <a:chExt cx="1539360" cy="650160"/>
            </a:xfrm>
          </p:grpSpPr>
          <p:sp>
            <p:nvSpPr>
              <p:cNvPr id="427" name="椭圆 39"/>
              <p:cNvSpPr/>
              <p:nvPr/>
            </p:nvSpPr>
            <p:spPr>
              <a:xfrm>
                <a:off x="3951360" y="2073240"/>
                <a:ext cx="113760" cy="11376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28" name="任意多边形: 形状 40"/>
              <p:cNvSpPr/>
              <p:nvPr/>
            </p:nvSpPr>
            <p:spPr>
              <a:xfrm>
                <a:off x="3800160" y="2044440"/>
                <a:ext cx="410040" cy="650160"/>
              </a:xfrm>
              <a:custGeom>
                <a:avLst/>
                <a:gdLst/>
                <a:ahLst/>
                <a:rect l="l" t="t" r="r" b="b"/>
                <a:pathLst>
                  <a:path w="88" h="139">
                    <a:moveTo>
                      <a:pt x="86" y="0"/>
                    </a:moveTo>
                    <a:cubicBezTo>
                      <a:pt x="85" y="0"/>
                      <a:pt x="84" y="0"/>
                      <a:pt x="83" y="0"/>
                    </a:cubicBezTo>
                    <a:cubicBezTo>
                      <a:pt x="82" y="0"/>
                      <a:pt x="80" y="0"/>
                      <a:pt x="80" y="2"/>
                    </a:cubicBezTo>
                    <a:cubicBezTo>
                      <a:pt x="80" y="2"/>
                      <a:pt x="80" y="2"/>
                      <a:pt x="80" y="2"/>
                    </a:cubicBezTo>
                    <a:cubicBezTo>
                      <a:pt x="58" y="34"/>
                      <a:pt x="58" y="34"/>
                      <a:pt x="58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8" y="0"/>
                      <a:pt x="6" y="0"/>
                      <a:pt x="5" y="0"/>
                    </a:cubicBezTo>
                    <a:cubicBezTo>
                      <a:pt x="4" y="0"/>
                      <a:pt x="3" y="0"/>
                      <a:pt x="3" y="0"/>
                    </a:cubicBezTo>
                    <a:cubicBezTo>
                      <a:pt x="0" y="2"/>
                      <a:pt x="0" y="5"/>
                      <a:pt x="1" y="7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5" y="42"/>
                      <a:pt x="26" y="43"/>
                      <a:pt x="28" y="43"/>
                    </a:cubicBezTo>
                    <a:cubicBezTo>
                      <a:pt x="29" y="43"/>
                      <a:pt x="29" y="43"/>
                      <a:pt x="29" y="43"/>
                    </a:cubicBezTo>
                    <a:cubicBezTo>
                      <a:pt x="29" y="132"/>
                      <a:pt x="29" y="132"/>
                      <a:pt x="29" y="132"/>
                    </a:cubicBezTo>
                    <a:cubicBezTo>
                      <a:pt x="29" y="135"/>
                      <a:pt x="32" y="139"/>
                      <a:pt x="36" y="139"/>
                    </a:cubicBezTo>
                    <a:cubicBezTo>
                      <a:pt x="40" y="139"/>
                      <a:pt x="43" y="135"/>
                      <a:pt x="43" y="132"/>
                    </a:cubicBezTo>
                    <a:cubicBezTo>
                      <a:pt x="43" y="81"/>
                      <a:pt x="43" y="81"/>
                      <a:pt x="43" y="81"/>
                    </a:cubicBezTo>
                    <a:cubicBezTo>
                      <a:pt x="45" y="81"/>
                      <a:pt x="45" y="81"/>
                      <a:pt x="45" y="81"/>
                    </a:cubicBezTo>
                    <a:cubicBezTo>
                      <a:pt x="45" y="132"/>
                      <a:pt x="45" y="132"/>
                      <a:pt x="45" y="132"/>
                    </a:cubicBezTo>
                    <a:cubicBezTo>
                      <a:pt x="45" y="135"/>
                      <a:pt x="49" y="139"/>
                      <a:pt x="52" y="139"/>
                    </a:cubicBezTo>
                    <a:cubicBezTo>
                      <a:pt x="56" y="139"/>
                      <a:pt x="59" y="135"/>
                      <a:pt x="59" y="132"/>
                    </a:cubicBezTo>
                    <a:cubicBezTo>
                      <a:pt x="59" y="43"/>
                      <a:pt x="59" y="43"/>
                      <a:pt x="59" y="43"/>
                    </a:cubicBezTo>
                    <a:cubicBezTo>
                      <a:pt x="61" y="43"/>
                      <a:pt x="61" y="43"/>
                      <a:pt x="61" y="43"/>
                    </a:cubicBezTo>
                    <a:cubicBezTo>
                      <a:pt x="62" y="43"/>
                      <a:pt x="63" y="42"/>
                      <a:pt x="64" y="41"/>
                    </a:cubicBezTo>
                    <a:cubicBezTo>
                      <a:pt x="87" y="7"/>
                      <a:pt x="87" y="7"/>
                      <a:pt x="87" y="7"/>
                    </a:cubicBezTo>
                    <a:cubicBezTo>
                      <a:pt x="88" y="5"/>
                      <a:pt x="88" y="2"/>
                      <a:pt x="8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29" name="椭圆 41"/>
              <p:cNvSpPr/>
              <p:nvPr/>
            </p:nvSpPr>
            <p:spPr>
              <a:xfrm>
                <a:off x="4327560" y="2073240"/>
                <a:ext cx="113760" cy="11376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30" name="任意多边形: 形状 42"/>
              <p:cNvSpPr/>
              <p:nvPr/>
            </p:nvSpPr>
            <p:spPr>
              <a:xfrm>
                <a:off x="4176360" y="2044440"/>
                <a:ext cx="410040" cy="650160"/>
              </a:xfrm>
              <a:custGeom>
                <a:avLst/>
                <a:gdLst/>
                <a:ahLst/>
                <a:rect l="l" t="t" r="r" b="b"/>
                <a:pathLst>
                  <a:path w="88" h="139">
                    <a:moveTo>
                      <a:pt x="86" y="0"/>
                    </a:moveTo>
                    <a:cubicBezTo>
                      <a:pt x="85" y="0"/>
                      <a:pt x="84" y="0"/>
                      <a:pt x="83" y="0"/>
                    </a:cubicBezTo>
                    <a:cubicBezTo>
                      <a:pt x="82" y="0"/>
                      <a:pt x="80" y="0"/>
                      <a:pt x="80" y="2"/>
                    </a:cubicBezTo>
                    <a:cubicBezTo>
                      <a:pt x="80" y="2"/>
                      <a:pt x="80" y="2"/>
                      <a:pt x="80" y="2"/>
                    </a:cubicBezTo>
                    <a:cubicBezTo>
                      <a:pt x="58" y="34"/>
                      <a:pt x="58" y="34"/>
                      <a:pt x="58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8" y="0"/>
                      <a:pt x="6" y="0"/>
                      <a:pt x="5" y="0"/>
                    </a:cubicBezTo>
                    <a:cubicBezTo>
                      <a:pt x="4" y="0"/>
                      <a:pt x="3" y="0"/>
                      <a:pt x="3" y="0"/>
                    </a:cubicBezTo>
                    <a:cubicBezTo>
                      <a:pt x="0" y="2"/>
                      <a:pt x="0" y="5"/>
                      <a:pt x="1" y="7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5" y="42"/>
                      <a:pt x="26" y="43"/>
                      <a:pt x="28" y="43"/>
                    </a:cubicBezTo>
                    <a:cubicBezTo>
                      <a:pt x="29" y="43"/>
                      <a:pt x="29" y="43"/>
                      <a:pt x="29" y="43"/>
                    </a:cubicBezTo>
                    <a:cubicBezTo>
                      <a:pt x="29" y="132"/>
                      <a:pt x="29" y="132"/>
                      <a:pt x="29" y="132"/>
                    </a:cubicBezTo>
                    <a:cubicBezTo>
                      <a:pt x="29" y="135"/>
                      <a:pt x="32" y="139"/>
                      <a:pt x="36" y="139"/>
                    </a:cubicBezTo>
                    <a:cubicBezTo>
                      <a:pt x="40" y="139"/>
                      <a:pt x="43" y="135"/>
                      <a:pt x="43" y="132"/>
                    </a:cubicBezTo>
                    <a:cubicBezTo>
                      <a:pt x="43" y="81"/>
                      <a:pt x="43" y="81"/>
                      <a:pt x="43" y="81"/>
                    </a:cubicBezTo>
                    <a:cubicBezTo>
                      <a:pt x="45" y="81"/>
                      <a:pt x="45" y="81"/>
                      <a:pt x="45" y="81"/>
                    </a:cubicBezTo>
                    <a:cubicBezTo>
                      <a:pt x="45" y="132"/>
                      <a:pt x="45" y="132"/>
                      <a:pt x="45" y="132"/>
                    </a:cubicBezTo>
                    <a:cubicBezTo>
                      <a:pt x="45" y="135"/>
                      <a:pt x="49" y="139"/>
                      <a:pt x="52" y="139"/>
                    </a:cubicBezTo>
                    <a:cubicBezTo>
                      <a:pt x="56" y="139"/>
                      <a:pt x="59" y="135"/>
                      <a:pt x="59" y="132"/>
                    </a:cubicBezTo>
                    <a:cubicBezTo>
                      <a:pt x="59" y="43"/>
                      <a:pt x="59" y="43"/>
                      <a:pt x="59" y="43"/>
                    </a:cubicBezTo>
                    <a:cubicBezTo>
                      <a:pt x="61" y="43"/>
                      <a:pt x="61" y="43"/>
                      <a:pt x="61" y="43"/>
                    </a:cubicBezTo>
                    <a:cubicBezTo>
                      <a:pt x="62" y="43"/>
                      <a:pt x="63" y="42"/>
                      <a:pt x="64" y="41"/>
                    </a:cubicBezTo>
                    <a:cubicBezTo>
                      <a:pt x="87" y="7"/>
                      <a:pt x="87" y="7"/>
                      <a:pt x="87" y="7"/>
                    </a:cubicBezTo>
                    <a:cubicBezTo>
                      <a:pt x="88" y="5"/>
                      <a:pt x="88" y="2"/>
                      <a:pt x="8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31" name="椭圆 43"/>
              <p:cNvSpPr/>
              <p:nvPr/>
            </p:nvSpPr>
            <p:spPr>
              <a:xfrm>
                <a:off x="4703400" y="2073240"/>
                <a:ext cx="113760" cy="11376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32" name="任意多边形: 形状 44"/>
              <p:cNvSpPr/>
              <p:nvPr/>
            </p:nvSpPr>
            <p:spPr>
              <a:xfrm>
                <a:off x="4553640" y="2044440"/>
                <a:ext cx="410040" cy="650160"/>
              </a:xfrm>
              <a:custGeom>
                <a:avLst/>
                <a:gdLst/>
                <a:ahLst/>
                <a:rect l="l" t="t" r="r" b="b"/>
                <a:pathLst>
                  <a:path w="88" h="139">
                    <a:moveTo>
                      <a:pt x="86" y="0"/>
                    </a:moveTo>
                    <a:cubicBezTo>
                      <a:pt x="85" y="0"/>
                      <a:pt x="84" y="0"/>
                      <a:pt x="83" y="0"/>
                    </a:cubicBezTo>
                    <a:cubicBezTo>
                      <a:pt x="82" y="0"/>
                      <a:pt x="80" y="0"/>
                      <a:pt x="80" y="2"/>
                    </a:cubicBezTo>
                    <a:cubicBezTo>
                      <a:pt x="80" y="2"/>
                      <a:pt x="80" y="2"/>
                      <a:pt x="80" y="2"/>
                    </a:cubicBezTo>
                    <a:cubicBezTo>
                      <a:pt x="58" y="34"/>
                      <a:pt x="58" y="34"/>
                      <a:pt x="58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8" y="0"/>
                      <a:pt x="6" y="0"/>
                      <a:pt x="5" y="0"/>
                    </a:cubicBezTo>
                    <a:cubicBezTo>
                      <a:pt x="4" y="0"/>
                      <a:pt x="3" y="0"/>
                      <a:pt x="3" y="0"/>
                    </a:cubicBezTo>
                    <a:cubicBezTo>
                      <a:pt x="0" y="2"/>
                      <a:pt x="0" y="5"/>
                      <a:pt x="1" y="7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5" y="42"/>
                      <a:pt x="26" y="43"/>
                      <a:pt x="28" y="43"/>
                    </a:cubicBezTo>
                    <a:cubicBezTo>
                      <a:pt x="29" y="43"/>
                      <a:pt x="29" y="43"/>
                      <a:pt x="29" y="43"/>
                    </a:cubicBezTo>
                    <a:cubicBezTo>
                      <a:pt x="29" y="132"/>
                      <a:pt x="29" y="132"/>
                      <a:pt x="29" y="132"/>
                    </a:cubicBezTo>
                    <a:cubicBezTo>
                      <a:pt x="29" y="135"/>
                      <a:pt x="32" y="139"/>
                      <a:pt x="36" y="139"/>
                    </a:cubicBezTo>
                    <a:cubicBezTo>
                      <a:pt x="40" y="139"/>
                      <a:pt x="43" y="135"/>
                      <a:pt x="43" y="132"/>
                    </a:cubicBezTo>
                    <a:cubicBezTo>
                      <a:pt x="43" y="81"/>
                      <a:pt x="43" y="81"/>
                      <a:pt x="43" y="81"/>
                    </a:cubicBezTo>
                    <a:cubicBezTo>
                      <a:pt x="45" y="81"/>
                      <a:pt x="45" y="81"/>
                      <a:pt x="45" y="81"/>
                    </a:cubicBezTo>
                    <a:cubicBezTo>
                      <a:pt x="45" y="132"/>
                      <a:pt x="45" y="132"/>
                      <a:pt x="45" y="132"/>
                    </a:cubicBezTo>
                    <a:cubicBezTo>
                      <a:pt x="45" y="135"/>
                      <a:pt x="49" y="139"/>
                      <a:pt x="52" y="139"/>
                    </a:cubicBezTo>
                    <a:cubicBezTo>
                      <a:pt x="56" y="139"/>
                      <a:pt x="59" y="135"/>
                      <a:pt x="59" y="132"/>
                    </a:cubicBezTo>
                    <a:cubicBezTo>
                      <a:pt x="59" y="43"/>
                      <a:pt x="59" y="43"/>
                      <a:pt x="59" y="43"/>
                    </a:cubicBezTo>
                    <a:cubicBezTo>
                      <a:pt x="61" y="43"/>
                      <a:pt x="61" y="43"/>
                      <a:pt x="61" y="43"/>
                    </a:cubicBezTo>
                    <a:cubicBezTo>
                      <a:pt x="62" y="43"/>
                      <a:pt x="63" y="42"/>
                      <a:pt x="64" y="41"/>
                    </a:cubicBezTo>
                    <a:cubicBezTo>
                      <a:pt x="87" y="7"/>
                      <a:pt x="87" y="7"/>
                      <a:pt x="87" y="7"/>
                    </a:cubicBezTo>
                    <a:cubicBezTo>
                      <a:pt x="88" y="5"/>
                      <a:pt x="88" y="2"/>
                      <a:pt x="8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33" name="椭圆 45"/>
              <p:cNvSpPr/>
              <p:nvPr/>
            </p:nvSpPr>
            <p:spPr>
              <a:xfrm>
                <a:off x="5079600" y="2073240"/>
                <a:ext cx="113760" cy="113760"/>
              </a:xfrm>
              <a:prstGeom prst="ellipse">
                <a:avLst/>
              </a:pr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34" name="任意多边形: 形状 46"/>
              <p:cNvSpPr/>
              <p:nvPr/>
            </p:nvSpPr>
            <p:spPr>
              <a:xfrm>
                <a:off x="4929480" y="2044440"/>
                <a:ext cx="410040" cy="650160"/>
              </a:xfrm>
              <a:custGeom>
                <a:avLst/>
                <a:gdLst/>
                <a:ahLst/>
                <a:rect l="l" t="t" r="r" b="b"/>
                <a:pathLst>
                  <a:path w="88" h="139">
                    <a:moveTo>
                      <a:pt x="86" y="0"/>
                    </a:moveTo>
                    <a:cubicBezTo>
                      <a:pt x="85" y="0"/>
                      <a:pt x="84" y="0"/>
                      <a:pt x="83" y="0"/>
                    </a:cubicBezTo>
                    <a:cubicBezTo>
                      <a:pt x="82" y="0"/>
                      <a:pt x="80" y="0"/>
                      <a:pt x="80" y="2"/>
                    </a:cubicBezTo>
                    <a:cubicBezTo>
                      <a:pt x="80" y="2"/>
                      <a:pt x="80" y="2"/>
                      <a:pt x="80" y="2"/>
                    </a:cubicBezTo>
                    <a:cubicBezTo>
                      <a:pt x="58" y="34"/>
                      <a:pt x="58" y="34"/>
                      <a:pt x="58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8" y="0"/>
                      <a:pt x="6" y="0"/>
                      <a:pt x="5" y="0"/>
                    </a:cubicBezTo>
                    <a:cubicBezTo>
                      <a:pt x="4" y="0"/>
                      <a:pt x="3" y="0"/>
                      <a:pt x="3" y="0"/>
                    </a:cubicBezTo>
                    <a:cubicBezTo>
                      <a:pt x="0" y="2"/>
                      <a:pt x="0" y="5"/>
                      <a:pt x="1" y="7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5" y="42"/>
                      <a:pt x="26" y="43"/>
                      <a:pt x="28" y="43"/>
                    </a:cubicBezTo>
                    <a:cubicBezTo>
                      <a:pt x="29" y="43"/>
                      <a:pt x="29" y="43"/>
                      <a:pt x="29" y="43"/>
                    </a:cubicBezTo>
                    <a:cubicBezTo>
                      <a:pt x="29" y="132"/>
                      <a:pt x="29" y="132"/>
                      <a:pt x="29" y="132"/>
                    </a:cubicBezTo>
                    <a:cubicBezTo>
                      <a:pt x="29" y="135"/>
                      <a:pt x="32" y="139"/>
                      <a:pt x="36" y="139"/>
                    </a:cubicBezTo>
                    <a:cubicBezTo>
                      <a:pt x="40" y="139"/>
                      <a:pt x="43" y="135"/>
                      <a:pt x="43" y="132"/>
                    </a:cubicBezTo>
                    <a:cubicBezTo>
                      <a:pt x="43" y="81"/>
                      <a:pt x="43" y="81"/>
                      <a:pt x="43" y="81"/>
                    </a:cubicBezTo>
                    <a:cubicBezTo>
                      <a:pt x="45" y="81"/>
                      <a:pt x="45" y="81"/>
                      <a:pt x="45" y="81"/>
                    </a:cubicBezTo>
                    <a:cubicBezTo>
                      <a:pt x="45" y="132"/>
                      <a:pt x="45" y="132"/>
                      <a:pt x="45" y="132"/>
                    </a:cubicBezTo>
                    <a:cubicBezTo>
                      <a:pt x="45" y="135"/>
                      <a:pt x="49" y="139"/>
                      <a:pt x="52" y="139"/>
                    </a:cubicBezTo>
                    <a:cubicBezTo>
                      <a:pt x="56" y="139"/>
                      <a:pt x="59" y="135"/>
                      <a:pt x="59" y="132"/>
                    </a:cubicBezTo>
                    <a:cubicBezTo>
                      <a:pt x="59" y="43"/>
                      <a:pt x="59" y="43"/>
                      <a:pt x="59" y="43"/>
                    </a:cubicBezTo>
                    <a:cubicBezTo>
                      <a:pt x="61" y="43"/>
                      <a:pt x="61" y="43"/>
                      <a:pt x="61" y="43"/>
                    </a:cubicBezTo>
                    <a:cubicBezTo>
                      <a:pt x="62" y="43"/>
                      <a:pt x="63" y="42"/>
                      <a:pt x="64" y="41"/>
                    </a:cubicBezTo>
                    <a:cubicBezTo>
                      <a:pt x="87" y="7"/>
                      <a:pt x="87" y="7"/>
                      <a:pt x="87" y="7"/>
                    </a:cubicBezTo>
                    <a:cubicBezTo>
                      <a:pt x="88" y="5"/>
                      <a:pt x="88" y="2"/>
                      <a:pt x="8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sp>
          <p:nvSpPr>
            <p:cNvPr id="435" name="文本框 7"/>
            <p:cNvSpPr/>
            <p:nvPr/>
          </p:nvSpPr>
          <p:spPr>
            <a:xfrm>
              <a:off x="3985560" y="4210200"/>
              <a:ext cx="1173240" cy="272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rmAutofit fontScale="66000"/>
            </a:bodyPr>
            <a:p>
              <a:pPr algn="ctr">
                <a:lnSpc>
                  <a:spcPct val="100000"/>
                </a:lnSpc>
                <a:buNone/>
              </a:pPr>
              <a:r>
                <a:rPr b="1" lang="zh-CN" sz="18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标题文本预设</a:t>
              </a:r>
              <a:endParaRPr b="0" lang="en-HK" sz="1800" spc="-1" strike="noStrike">
                <a:latin typeface="Arial"/>
              </a:endParaRPr>
            </a:p>
          </p:txBody>
        </p:sp>
        <p:sp>
          <p:nvSpPr>
            <p:cNvPr id="436" name="文本框 8"/>
            <p:cNvSpPr/>
            <p:nvPr/>
          </p:nvSpPr>
          <p:spPr>
            <a:xfrm>
              <a:off x="4044600" y="2927160"/>
              <a:ext cx="1173240" cy="272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rmAutofit fontScale="66000"/>
            </a:bodyPr>
            <a:p>
              <a:pPr algn="ctr">
                <a:lnSpc>
                  <a:spcPct val="100000"/>
                </a:lnSpc>
                <a:buNone/>
              </a:pPr>
              <a:r>
                <a:rPr b="1" lang="zh-CN" sz="18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标题文本预设</a:t>
              </a:r>
              <a:endParaRPr b="0" lang="en-HK" sz="1800" spc="-1" strike="noStrike">
                <a:latin typeface="Arial"/>
              </a:endParaRPr>
            </a:p>
          </p:txBody>
        </p:sp>
        <p:sp>
          <p:nvSpPr>
            <p:cNvPr id="437" name="文本框 9"/>
            <p:cNvSpPr/>
            <p:nvPr/>
          </p:nvSpPr>
          <p:spPr>
            <a:xfrm>
              <a:off x="4156560" y="1445760"/>
              <a:ext cx="826920" cy="480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rmAutofit fontScale="71000"/>
            </a:bodyPr>
            <a:p>
              <a:pPr algn="ctr">
                <a:lnSpc>
                  <a:spcPct val="100000"/>
                </a:lnSpc>
                <a:buNone/>
              </a:pPr>
              <a:r>
                <a:rPr b="1" lang="zh-CN" sz="18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标题</a:t>
              </a:r>
              <a:br>
                <a:rPr sz="1800"/>
              </a:br>
              <a:r>
                <a:rPr b="1" lang="zh-CN" sz="18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文本预设</a:t>
              </a:r>
              <a:endParaRPr b="0" lang="en-HK" sz="1800" spc="-1" strike="noStrike">
                <a:latin typeface="Arial"/>
              </a:endParaRPr>
            </a:p>
          </p:txBody>
        </p:sp>
      </p:grpSp>
      <p:grpSp>
        <p:nvGrpSpPr>
          <p:cNvPr id="438" name="组合 4"/>
          <p:cNvGrpSpPr/>
          <p:nvPr/>
        </p:nvGrpSpPr>
        <p:grpSpPr>
          <a:xfrm>
            <a:off x="6128280" y="1500480"/>
            <a:ext cx="2062080" cy="2593440"/>
            <a:chOff x="6128280" y="1500480"/>
            <a:chExt cx="2062080" cy="2593440"/>
          </a:xfrm>
        </p:grpSpPr>
        <p:grpSp>
          <p:nvGrpSpPr>
            <p:cNvPr id="439" name="组合 19"/>
            <p:cNvGrpSpPr/>
            <p:nvPr/>
          </p:nvGrpSpPr>
          <p:grpSpPr>
            <a:xfrm>
              <a:off x="6128280" y="1500480"/>
              <a:ext cx="1954440" cy="2593440"/>
              <a:chOff x="6128280" y="1500480"/>
              <a:chExt cx="1954440" cy="2593440"/>
            </a:xfrm>
          </p:grpSpPr>
          <p:grpSp>
            <p:nvGrpSpPr>
              <p:cNvPr id="440" name="组合 22"/>
              <p:cNvGrpSpPr/>
              <p:nvPr/>
            </p:nvGrpSpPr>
            <p:grpSpPr>
              <a:xfrm>
                <a:off x="6128280" y="1500480"/>
                <a:ext cx="1954440" cy="607680"/>
                <a:chOff x="6128280" y="1500480"/>
                <a:chExt cx="1954440" cy="607680"/>
              </a:xfrm>
            </p:grpSpPr>
            <p:sp>
              <p:nvSpPr>
                <p:cNvPr id="441" name="文本框 45"/>
                <p:cNvSpPr/>
                <p:nvPr/>
              </p:nvSpPr>
              <p:spPr>
                <a:xfrm>
                  <a:off x="6128280" y="1731240"/>
                  <a:ext cx="1954440" cy="3769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t">
                  <a:normAutofit/>
                </a:bodyPr>
                <a:p>
                  <a:pPr algn="r">
                    <a:lnSpc>
                      <a:spcPct val="120000"/>
                    </a:lnSpc>
                    <a:buNone/>
                  </a:pPr>
                  <a:r>
                    <a:rPr b="0" lang="zh-CN" sz="10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此部分内容作为文字排版占位显示</a:t>
                  </a:r>
                  <a:br>
                    <a:rPr sz="1000"/>
                  </a:br>
                  <a:r>
                    <a:rPr b="0" lang="zh-CN" sz="10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（建议使用主题字体）</a:t>
                  </a:r>
                  <a:endParaRPr b="0" lang="en-HK" sz="1000" spc="-1" strike="noStrike">
                    <a:latin typeface="Arial"/>
                  </a:endParaRPr>
                </a:p>
              </p:txBody>
            </p:sp>
            <p:sp>
              <p:nvSpPr>
                <p:cNvPr id="442" name="矩形 30"/>
                <p:cNvSpPr/>
                <p:nvPr/>
              </p:nvSpPr>
              <p:spPr>
                <a:xfrm>
                  <a:off x="6128280" y="1500480"/>
                  <a:ext cx="1954440" cy="22680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0" rIns="0" tIns="0" bIns="0" anchor="t">
                  <a:normAutofit fontScale="93000"/>
                </a:bodyPr>
                <a:p>
                  <a:pPr algn="r">
                    <a:lnSpc>
                      <a:spcPct val="100000"/>
                    </a:lnSpc>
                    <a:buNone/>
                  </a:pPr>
                  <a:r>
                    <a:rPr b="1" lang="zh-CN" sz="1600" spc="-1" strike="noStrike">
                      <a:solidFill>
                        <a:srgbClr val="959595"/>
                      </a:solidFill>
                      <a:latin typeface="微软雅黑"/>
                      <a:ea typeface="微软雅黑"/>
                    </a:rPr>
                    <a:t>单击添加标题</a:t>
                  </a:r>
                  <a:endParaRPr b="0" lang="en-HK" sz="1600" spc="-1" strike="noStrike">
                    <a:latin typeface="Arial"/>
                  </a:endParaRPr>
                </a:p>
              </p:txBody>
            </p:sp>
          </p:grpSp>
          <p:grpSp>
            <p:nvGrpSpPr>
              <p:cNvPr id="443" name="组合 23"/>
              <p:cNvGrpSpPr/>
              <p:nvPr/>
            </p:nvGrpSpPr>
            <p:grpSpPr>
              <a:xfrm>
                <a:off x="6128280" y="2493360"/>
                <a:ext cx="1954440" cy="607680"/>
                <a:chOff x="6128280" y="2493360"/>
                <a:chExt cx="1954440" cy="607680"/>
              </a:xfrm>
            </p:grpSpPr>
            <p:sp>
              <p:nvSpPr>
                <p:cNvPr id="444" name="文本框 43"/>
                <p:cNvSpPr/>
                <p:nvPr/>
              </p:nvSpPr>
              <p:spPr>
                <a:xfrm>
                  <a:off x="6128280" y="2724120"/>
                  <a:ext cx="1954440" cy="3769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t">
                  <a:normAutofit/>
                </a:bodyPr>
                <a:p>
                  <a:pPr algn="r">
                    <a:lnSpc>
                      <a:spcPct val="120000"/>
                    </a:lnSpc>
                    <a:buNone/>
                  </a:pPr>
                  <a:r>
                    <a:rPr b="0" lang="zh-CN" sz="10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此部分内容作为文字排版占位显示</a:t>
                  </a:r>
                  <a:br>
                    <a:rPr sz="1000"/>
                  </a:br>
                  <a:r>
                    <a:rPr b="0" lang="zh-CN" sz="10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（建议使用主题字体）</a:t>
                  </a:r>
                  <a:endParaRPr b="0" lang="en-HK" sz="1000" spc="-1" strike="noStrike">
                    <a:latin typeface="Arial"/>
                  </a:endParaRPr>
                </a:p>
              </p:txBody>
            </p:sp>
            <p:sp>
              <p:nvSpPr>
                <p:cNvPr id="445" name="矩形 28"/>
                <p:cNvSpPr/>
                <p:nvPr/>
              </p:nvSpPr>
              <p:spPr>
                <a:xfrm>
                  <a:off x="6128280" y="2493360"/>
                  <a:ext cx="1954440" cy="22680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0" rIns="0" tIns="0" bIns="0" anchor="t">
                  <a:normAutofit fontScale="93000"/>
                </a:bodyPr>
                <a:p>
                  <a:pPr algn="r">
                    <a:lnSpc>
                      <a:spcPct val="100000"/>
                    </a:lnSpc>
                    <a:buNone/>
                  </a:pPr>
                  <a:r>
                    <a:rPr b="1" lang="zh-CN" sz="1600" spc="-1" strike="noStrike">
                      <a:solidFill>
                        <a:srgbClr val="272f42"/>
                      </a:solidFill>
                      <a:latin typeface="微软雅黑"/>
                      <a:ea typeface="微软雅黑"/>
                    </a:rPr>
                    <a:t>单击添加标题</a:t>
                  </a:r>
                  <a:endParaRPr b="0" lang="en-HK" sz="1600" spc="-1" strike="noStrike">
                    <a:latin typeface="Arial"/>
                  </a:endParaRPr>
                </a:p>
              </p:txBody>
            </p:sp>
          </p:grpSp>
          <p:grpSp>
            <p:nvGrpSpPr>
              <p:cNvPr id="446" name="组合 24"/>
              <p:cNvGrpSpPr/>
              <p:nvPr/>
            </p:nvGrpSpPr>
            <p:grpSpPr>
              <a:xfrm>
                <a:off x="6128280" y="3486240"/>
                <a:ext cx="1954440" cy="607680"/>
                <a:chOff x="6128280" y="3486240"/>
                <a:chExt cx="1954440" cy="607680"/>
              </a:xfrm>
            </p:grpSpPr>
            <p:sp>
              <p:nvSpPr>
                <p:cNvPr id="447" name="文本框 41"/>
                <p:cNvSpPr/>
                <p:nvPr/>
              </p:nvSpPr>
              <p:spPr>
                <a:xfrm>
                  <a:off x="6128280" y="3717000"/>
                  <a:ext cx="1954440" cy="3769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t">
                  <a:normAutofit/>
                </a:bodyPr>
                <a:p>
                  <a:pPr algn="r">
                    <a:lnSpc>
                      <a:spcPct val="120000"/>
                    </a:lnSpc>
                    <a:buNone/>
                  </a:pPr>
                  <a:r>
                    <a:rPr b="0" lang="zh-CN" sz="10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此部分内容作为文字排版占位显示</a:t>
                  </a:r>
                  <a:br>
                    <a:rPr sz="1000"/>
                  </a:br>
                  <a:r>
                    <a:rPr b="0" lang="zh-CN" sz="10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（建议使用主题字体）</a:t>
                  </a:r>
                  <a:endParaRPr b="0" lang="en-HK" sz="1000" spc="-1" strike="noStrike">
                    <a:latin typeface="Arial"/>
                  </a:endParaRPr>
                </a:p>
              </p:txBody>
            </p:sp>
            <p:sp>
              <p:nvSpPr>
                <p:cNvPr id="448" name="矩形 26"/>
                <p:cNvSpPr/>
                <p:nvPr/>
              </p:nvSpPr>
              <p:spPr>
                <a:xfrm>
                  <a:off x="6128280" y="3486240"/>
                  <a:ext cx="1954440" cy="22680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0" rIns="0" tIns="0" bIns="0" anchor="t">
                  <a:normAutofit fontScale="93000"/>
                </a:bodyPr>
                <a:p>
                  <a:pPr algn="r">
                    <a:lnSpc>
                      <a:spcPct val="100000"/>
                    </a:lnSpc>
                    <a:buNone/>
                  </a:pPr>
                  <a:r>
                    <a:rPr b="1" lang="zh-CN" sz="1600" spc="-1" strike="noStrike">
                      <a:solidFill>
                        <a:srgbClr val="959595"/>
                      </a:solidFill>
                      <a:latin typeface="微软雅黑"/>
                      <a:ea typeface="微软雅黑"/>
                    </a:rPr>
                    <a:t>单击添加标题</a:t>
                  </a:r>
                  <a:endParaRPr b="0" lang="en-HK" sz="1600" spc="-1" strike="noStrike">
                    <a:latin typeface="Arial"/>
                  </a:endParaRPr>
                </a:p>
              </p:txBody>
            </p:sp>
          </p:grpSp>
        </p:grpSp>
        <p:sp>
          <p:nvSpPr>
            <p:cNvPr id="449" name="直接连接符 20"/>
            <p:cNvSpPr/>
            <p:nvPr/>
          </p:nvSpPr>
          <p:spPr>
            <a:xfrm>
              <a:off x="6354000" y="2259720"/>
              <a:ext cx="1836360" cy="360"/>
            </a:xfrm>
            <a:prstGeom prst="line">
              <a:avLst/>
            </a:prstGeom>
            <a:ln>
              <a:solidFill>
                <a:srgbClr val="cccccc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450" name="直接连接符 21"/>
            <p:cNvSpPr/>
            <p:nvPr/>
          </p:nvSpPr>
          <p:spPr>
            <a:xfrm>
              <a:off x="6354000" y="3263760"/>
              <a:ext cx="1836360" cy="360"/>
            </a:xfrm>
            <a:prstGeom prst="line">
              <a:avLst/>
            </a:prstGeom>
            <a:ln>
              <a:solidFill>
                <a:srgbClr val="cccccc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451" name="组合 5"/>
          <p:cNvGrpSpPr/>
          <p:nvPr/>
        </p:nvGrpSpPr>
        <p:grpSpPr>
          <a:xfrm>
            <a:off x="980280" y="1500480"/>
            <a:ext cx="2031840" cy="2593440"/>
            <a:chOff x="980280" y="1500480"/>
            <a:chExt cx="2031840" cy="2593440"/>
          </a:xfrm>
        </p:grpSpPr>
        <p:grpSp>
          <p:nvGrpSpPr>
            <p:cNvPr id="452" name="组合 6"/>
            <p:cNvGrpSpPr/>
            <p:nvPr/>
          </p:nvGrpSpPr>
          <p:grpSpPr>
            <a:xfrm>
              <a:off x="1057680" y="1500480"/>
              <a:ext cx="1954440" cy="2593440"/>
              <a:chOff x="1057680" y="1500480"/>
              <a:chExt cx="1954440" cy="2593440"/>
            </a:xfrm>
          </p:grpSpPr>
          <p:grpSp>
            <p:nvGrpSpPr>
              <p:cNvPr id="453" name="组合 10"/>
              <p:cNvGrpSpPr/>
              <p:nvPr/>
            </p:nvGrpSpPr>
            <p:grpSpPr>
              <a:xfrm>
                <a:off x="1057680" y="1500480"/>
                <a:ext cx="1954440" cy="607680"/>
                <a:chOff x="1057680" y="1500480"/>
                <a:chExt cx="1954440" cy="607680"/>
              </a:xfrm>
            </p:grpSpPr>
            <p:sp>
              <p:nvSpPr>
                <p:cNvPr id="454" name="文本框 59"/>
                <p:cNvSpPr/>
                <p:nvPr/>
              </p:nvSpPr>
              <p:spPr>
                <a:xfrm>
                  <a:off x="1057680" y="1731240"/>
                  <a:ext cx="1954440" cy="3769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t">
                  <a:normAutofit/>
                </a:bodyPr>
                <a:p>
                  <a:pPr>
                    <a:lnSpc>
                      <a:spcPct val="120000"/>
                    </a:lnSpc>
                    <a:buNone/>
                  </a:pPr>
                  <a:r>
                    <a:rPr b="0" lang="zh-CN" sz="10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此部分内容作为文字排版占位显示</a:t>
                  </a:r>
                  <a:br>
                    <a:rPr sz="1000"/>
                  </a:br>
                  <a:r>
                    <a:rPr b="0" lang="zh-CN" sz="10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（建议使用主题字体）</a:t>
                  </a:r>
                  <a:endParaRPr b="0" lang="en-HK" sz="1000" spc="-1" strike="noStrike">
                    <a:latin typeface="Arial"/>
                  </a:endParaRPr>
                </a:p>
              </p:txBody>
            </p:sp>
            <p:sp>
              <p:nvSpPr>
                <p:cNvPr id="455" name="矩形 18"/>
                <p:cNvSpPr/>
                <p:nvPr/>
              </p:nvSpPr>
              <p:spPr>
                <a:xfrm>
                  <a:off x="1057680" y="1500480"/>
                  <a:ext cx="1954440" cy="22680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0" rIns="0" tIns="0" bIns="0" anchor="t">
                  <a:normAutofit fontScale="93000"/>
                </a:bodyPr>
                <a:p>
                  <a:pPr>
                    <a:lnSpc>
                      <a:spcPct val="100000"/>
                    </a:lnSpc>
                    <a:buNone/>
                  </a:pPr>
                  <a:r>
                    <a:rPr b="1" lang="zh-CN" sz="1600" spc="-1" strike="noStrike">
                      <a:solidFill>
                        <a:srgbClr val="959595"/>
                      </a:solidFill>
                      <a:latin typeface="微软雅黑"/>
                      <a:ea typeface="微软雅黑"/>
                    </a:rPr>
                    <a:t>单击添加标题</a:t>
                  </a:r>
                  <a:endParaRPr b="0" lang="en-HK" sz="1600" spc="-1" strike="noStrike">
                    <a:latin typeface="Arial"/>
                  </a:endParaRPr>
                </a:p>
              </p:txBody>
            </p:sp>
          </p:grpSp>
          <p:grpSp>
            <p:nvGrpSpPr>
              <p:cNvPr id="456" name="组合 11"/>
              <p:cNvGrpSpPr/>
              <p:nvPr/>
            </p:nvGrpSpPr>
            <p:grpSpPr>
              <a:xfrm>
                <a:off x="1057680" y="2493360"/>
                <a:ext cx="1954440" cy="607680"/>
                <a:chOff x="1057680" y="2493360"/>
                <a:chExt cx="1954440" cy="607680"/>
              </a:xfrm>
            </p:grpSpPr>
            <p:sp>
              <p:nvSpPr>
                <p:cNvPr id="457" name="文本框 57"/>
                <p:cNvSpPr/>
                <p:nvPr/>
              </p:nvSpPr>
              <p:spPr>
                <a:xfrm>
                  <a:off x="1057680" y="2724120"/>
                  <a:ext cx="1954440" cy="3769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t">
                  <a:normAutofit/>
                </a:bodyPr>
                <a:p>
                  <a:pPr>
                    <a:lnSpc>
                      <a:spcPct val="120000"/>
                    </a:lnSpc>
                    <a:buNone/>
                  </a:pPr>
                  <a:r>
                    <a:rPr b="0" lang="zh-CN" sz="10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此部分内容作为文字排版占位显示</a:t>
                  </a:r>
                  <a:br>
                    <a:rPr sz="1000"/>
                  </a:br>
                  <a:r>
                    <a:rPr b="0" lang="zh-CN" sz="10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（建议使用主题字体）</a:t>
                  </a:r>
                  <a:endParaRPr b="0" lang="en-HK" sz="1000" spc="-1" strike="noStrike">
                    <a:latin typeface="Arial"/>
                  </a:endParaRPr>
                </a:p>
              </p:txBody>
            </p:sp>
            <p:sp>
              <p:nvSpPr>
                <p:cNvPr id="458" name="矩形 16"/>
                <p:cNvSpPr/>
                <p:nvPr/>
              </p:nvSpPr>
              <p:spPr>
                <a:xfrm>
                  <a:off x="1057680" y="2493360"/>
                  <a:ext cx="1954440" cy="22680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0" rIns="0" tIns="0" bIns="0" anchor="t">
                  <a:normAutofit fontScale="93000"/>
                </a:bodyPr>
                <a:p>
                  <a:pPr>
                    <a:lnSpc>
                      <a:spcPct val="100000"/>
                    </a:lnSpc>
                    <a:buNone/>
                  </a:pPr>
                  <a:r>
                    <a:rPr b="1" lang="zh-CN" sz="1600" spc="-1" strike="noStrike">
                      <a:solidFill>
                        <a:srgbClr val="272f42"/>
                      </a:solidFill>
                      <a:latin typeface="微软雅黑"/>
                      <a:ea typeface="微软雅黑"/>
                    </a:rPr>
                    <a:t>单击添加标题</a:t>
                  </a:r>
                  <a:endParaRPr b="0" lang="en-HK" sz="1600" spc="-1" strike="noStrike">
                    <a:latin typeface="Arial"/>
                  </a:endParaRPr>
                </a:p>
              </p:txBody>
            </p:sp>
          </p:grpSp>
          <p:grpSp>
            <p:nvGrpSpPr>
              <p:cNvPr id="459" name="组合 12"/>
              <p:cNvGrpSpPr/>
              <p:nvPr/>
            </p:nvGrpSpPr>
            <p:grpSpPr>
              <a:xfrm>
                <a:off x="1057680" y="3486240"/>
                <a:ext cx="1954440" cy="607680"/>
                <a:chOff x="1057680" y="3486240"/>
                <a:chExt cx="1954440" cy="607680"/>
              </a:xfrm>
            </p:grpSpPr>
            <p:sp>
              <p:nvSpPr>
                <p:cNvPr id="460" name="文本框 55"/>
                <p:cNvSpPr/>
                <p:nvPr/>
              </p:nvSpPr>
              <p:spPr>
                <a:xfrm>
                  <a:off x="1057680" y="3717000"/>
                  <a:ext cx="1954440" cy="3769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t">
                  <a:normAutofit/>
                </a:bodyPr>
                <a:p>
                  <a:pPr>
                    <a:lnSpc>
                      <a:spcPct val="120000"/>
                    </a:lnSpc>
                    <a:buNone/>
                  </a:pPr>
                  <a:r>
                    <a:rPr b="0" lang="zh-CN" sz="10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此部分内容作为文字排版占位显示</a:t>
                  </a:r>
                  <a:br>
                    <a:rPr sz="1000"/>
                  </a:br>
                  <a:r>
                    <a:rPr b="0" lang="zh-CN" sz="10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（建议使用主题字体）</a:t>
                  </a:r>
                  <a:endParaRPr b="0" lang="en-HK" sz="1000" spc="-1" strike="noStrike">
                    <a:latin typeface="Arial"/>
                  </a:endParaRPr>
                </a:p>
              </p:txBody>
            </p:sp>
            <p:sp>
              <p:nvSpPr>
                <p:cNvPr id="461" name="矩形 14"/>
                <p:cNvSpPr/>
                <p:nvPr/>
              </p:nvSpPr>
              <p:spPr>
                <a:xfrm>
                  <a:off x="1057680" y="3486240"/>
                  <a:ext cx="1954440" cy="22680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0" rIns="0" tIns="0" bIns="0" anchor="t">
                  <a:normAutofit fontScale="93000"/>
                </a:bodyPr>
                <a:p>
                  <a:pPr>
                    <a:lnSpc>
                      <a:spcPct val="100000"/>
                    </a:lnSpc>
                    <a:buNone/>
                  </a:pPr>
                  <a:r>
                    <a:rPr b="1" lang="zh-CN" sz="1600" spc="-1" strike="noStrike">
                      <a:solidFill>
                        <a:srgbClr val="959595"/>
                      </a:solidFill>
                      <a:latin typeface="微软雅黑"/>
                      <a:ea typeface="微软雅黑"/>
                    </a:rPr>
                    <a:t>单击添加标题</a:t>
                  </a:r>
                  <a:endParaRPr b="0" lang="en-HK" sz="1600" spc="-1" strike="noStrike">
                    <a:latin typeface="Arial"/>
                  </a:endParaRPr>
                </a:p>
              </p:txBody>
            </p:sp>
          </p:grpSp>
        </p:grpSp>
        <p:grpSp>
          <p:nvGrpSpPr>
            <p:cNvPr id="462" name="组合 7"/>
            <p:cNvGrpSpPr/>
            <p:nvPr/>
          </p:nvGrpSpPr>
          <p:grpSpPr>
            <a:xfrm>
              <a:off x="980280" y="2259720"/>
              <a:ext cx="1836360" cy="1004400"/>
              <a:chOff x="980280" y="2259720"/>
              <a:chExt cx="1836360" cy="1004400"/>
            </a:xfrm>
          </p:grpSpPr>
          <p:sp>
            <p:nvSpPr>
              <p:cNvPr id="463" name="直接连接符 8"/>
              <p:cNvSpPr/>
              <p:nvPr/>
            </p:nvSpPr>
            <p:spPr>
              <a:xfrm>
                <a:off x="980280" y="2259720"/>
                <a:ext cx="1836360" cy="360"/>
              </a:xfrm>
              <a:prstGeom prst="line">
                <a:avLst/>
              </a:prstGeom>
              <a:ln>
                <a:solidFill>
                  <a:srgbClr val="cccccc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464" name="直接连接符 9"/>
              <p:cNvSpPr/>
              <p:nvPr/>
            </p:nvSpPr>
            <p:spPr>
              <a:xfrm>
                <a:off x="980280" y="3263760"/>
                <a:ext cx="1836360" cy="360"/>
              </a:xfrm>
              <a:prstGeom prst="line">
                <a:avLst/>
              </a:prstGeom>
              <a:ln>
                <a:solidFill>
                  <a:srgbClr val="cccccc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</p:grpSp>
      <p:grpSp>
        <p:nvGrpSpPr>
          <p:cNvPr id="465" name="组合 64"/>
          <p:cNvGrpSpPr/>
          <p:nvPr/>
        </p:nvGrpSpPr>
        <p:grpSpPr>
          <a:xfrm>
            <a:off x="323640" y="0"/>
            <a:ext cx="2084040" cy="574200"/>
            <a:chOff x="323640" y="0"/>
            <a:chExt cx="2084040" cy="574200"/>
          </a:xfrm>
        </p:grpSpPr>
        <p:sp>
          <p:nvSpPr>
            <p:cNvPr id="466" name="TextBox 86"/>
            <p:cNvSpPr/>
            <p:nvPr/>
          </p:nvSpPr>
          <p:spPr>
            <a:xfrm>
              <a:off x="576360" y="58320"/>
              <a:ext cx="183132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zh-CN" sz="24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请输入标题</a:t>
              </a:r>
              <a:endParaRPr b="0" lang="en-HK" sz="2400" spc="-1" strike="noStrike">
                <a:latin typeface="Arial"/>
              </a:endParaRPr>
            </a:p>
          </p:txBody>
        </p:sp>
        <p:sp>
          <p:nvSpPr>
            <p:cNvPr id="467" name="矩形 66"/>
            <p:cNvSpPr/>
            <p:nvPr/>
          </p:nvSpPr>
          <p:spPr>
            <a:xfrm>
              <a:off x="323640" y="0"/>
              <a:ext cx="212040" cy="5742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</p:spTree>
  </p:cSld>
  <p:transition spd="med">
    <p:pull dir="r"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椭圆 3"/>
          <p:cNvSpPr/>
          <p:nvPr/>
        </p:nvSpPr>
        <p:spPr>
          <a:xfrm>
            <a:off x="3220560" y="1339200"/>
            <a:ext cx="2698920" cy="2698920"/>
          </a:xfrm>
          <a:prstGeom prst="ellipse">
            <a:avLst/>
          </a:prstGeom>
          <a:blipFill rotWithShape="0">
            <a:blip r:embed="rId1"/>
            <a:srcRect/>
            <a:stretch/>
          </a:blip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469" name="组合 1"/>
          <p:cNvGrpSpPr/>
          <p:nvPr/>
        </p:nvGrpSpPr>
        <p:grpSpPr>
          <a:xfrm>
            <a:off x="3207240" y="1275480"/>
            <a:ext cx="2725560" cy="2822040"/>
            <a:chOff x="3207240" y="1275480"/>
            <a:chExt cx="2725560" cy="2822040"/>
          </a:xfrm>
        </p:grpSpPr>
        <p:grpSp>
          <p:nvGrpSpPr>
            <p:cNvPr id="470" name="组合 4"/>
            <p:cNvGrpSpPr/>
            <p:nvPr/>
          </p:nvGrpSpPr>
          <p:grpSpPr>
            <a:xfrm>
              <a:off x="4162680" y="1275480"/>
              <a:ext cx="815040" cy="816120"/>
              <a:chOff x="4162680" y="1275480"/>
              <a:chExt cx="815040" cy="816120"/>
            </a:xfrm>
          </p:grpSpPr>
          <p:sp>
            <p:nvSpPr>
              <p:cNvPr id="471" name="椭圆 47"/>
              <p:cNvSpPr/>
              <p:nvPr/>
            </p:nvSpPr>
            <p:spPr>
              <a:xfrm>
                <a:off x="4162680" y="1275480"/>
                <a:ext cx="815040" cy="816120"/>
              </a:xfrm>
              <a:prstGeom prst="ellipse">
                <a:avLst/>
              </a:prstGeom>
              <a:solidFill>
                <a:srgbClr val="272f43">
                  <a:alpha val="90000"/>
                </a:srgbClr>
              </a:solidFill>
              <a:ln w="38100">
                <a:solidFill>
                  <a:srgbClr val="ffffff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472" name="任意多边形 5"/>
              <p:cNvSpPr/>
              <p:nvPr/>
            </p:nvSpPr>
            <p:spPr>
              <a:xfrm>
                <a:off x="4368600" y="1503360"/>
                <a:ext cx="416520" cy="389160"/>
              </a:xfrm>
              <a:custGeom>
                <a:avLst/>
                <a:gdLst/>
                <a:ahLst/>
                <a:rect l="l" t="t" r="r" b="b"/>
                <a:pathLst>
                  <a:path w="1492" h="1397">
                    <a:moveTo>
                      <a:pt x="830" y="1266"/>
                    </a:moveTo>
                    <a:cubicBezTo>
                      <a:pt x="772" y="1266"/>
                      <a:pt x="772" y="1266"/>
                      <a:pt x="772" y="1266"/>
                    </a:cubicBezTo>
                    <a:cubicBezTo>
                      <a:pt x="752" y="1266"/>
                      <a:pt x="736" y="1250"/>
                      <a:pt x="736" y="1230"/>
                    </a:cubicBezTo>
                    <a:cubicBezTo>
                      <a:pt x="736" y="1211"/>
                      <a:pt x="752" y="1194"/>
                      <a:pt x="772" y="1194"/>
                    </a:cubicBezTo>
                    <a:cubicBezTo>
                      <a:pt x="830" y="1194"/>
                      <a:pt x="830" y="1194"/>
                      <a:pt x="830" y="1194"/>
                    </a:cubicBezTo>
                    <a:cubicBezTo>
                      <a:pt x="830" y="903"/>
                      <a:pt x="830" y="903"/>
                      <a:pt x="830" y="903"/>
                    </a:cubicBezTo>
                    <a:cubicBezTo>
                      <a:pt x="830" y="872"/>
                      <a:pt x="844" y="843"/>
                      <a:pt x="866" y="823"/>
                    </a:cubicBezTo>
                    <a:cubicBezTo>
                      <a:pt x="869" y="821"/>
                      <a:pt x="869" y="821"/>
                      <a:pt x="869" y="821"/>
                    </a:cubicBezTo>
                    <a:cubicBezTo>
                      <a:pt x="891" y="802"/>
                      <a:pt x="920" y="791"/>
                      <a:pt x="950" y="791"/>
                    </a:cubicBezTo>
                    <a:cubicBezTo>
                      <a:pt x="1371" y="791"/>
                      <a:pt x="1371" y="791"/>
                      <a:pt x="1371" y="791"/>
                    </a:cubicBezTo>
                    <a:cubicBezTo>
                      <a:pt x="1404" y="791"/>
                      <a:pt x="1434" y="803"/>
                      <a:pt x="1455" y="823"/>
                    </a:cubicBezTo>
                    <a:cubicBezTo>
                      <a:pt x="1478" y="843"/>
                      <a:pt x="1492" y="872"/>
                      <a:pt x="1492" y="903"/>
                    </a:cubicBezTo>
                    <a:cubicBezTo>
                      <a:pt x="1492" y="1230"/>
                      <a:pt x="1492" y="1230"/>
                      <a:pt x="1492" y="1230"/>
                    </a:cubicBezTo>
                    <a:cubicBezTo>
                      <a:pt x="1492" y="1230"/>
                      <a:pt x="1492" y="1230"/>
                      <a:pt x="1492" y="1230"/>
                    </a:cubicBezTo>
                    <a:cubicBezTo>
                      <a:pt x="1492" y="1231"/>
                      <a:pt x="1492" y="1231"/>
                      <a:pt x="1492" y="1231"/>
                    </a:cubicBezTo>
                    <a:cubicBezTo>
                      <a:pt x="1492" y="1286"/>
                      <a:pt x="1492" y="1286"/>
                      <a:pt x="1492" y="1286"/>
                    </a:cubicBezTo>
                    <a:cubicBezTo>
                      <a:pt x="1492" y="1317"/>
                      <a:pt x="1478" y="1345"/>
                      <a:pt x="1455" y="1366"/>
                    </a:cubicBezTo>
                    <a:cubicBezTo>
                      <a:pt x="1434" y="1385"/>
                      <a:pt x="1404" y="1397"/>
                      <a:pt x="1371" y="1397"/>
                    </a:cubicBezTo>
                    <a:cubicBezTo>
                      <a:pt x="950" y="1397"/>
                      <a:pt x="950" y="1397"/>
                      <a:pt x="950" y="1397"/>
                    </a:cubicBezTo>
                    <a:cubicBezTo>
                      <a:pt x="918" y="1397"/>
                      <a:pt x="888" y="1385"/>
                      <a:pt x="867" y="1366"/>
                    </a:cubicBezTo>
                    <a:cubicBezTo>
                      <a:pt x="844" y="1345"/>
                      <a:pt x="830" y="1317"/>
                      <a:pt x="830" y="1286"/>
                    </a:cubicBezTo>
                    <a:cubicBezTo>
                      <a:pt x="830" y="1266"/>
                      <a:pt x="830" y="1266"/>
                      <a:pt x="830" y="1266"/>
                    </a:cubicBezTo>
                    <a:cubicBezTo>
                      <a:pt x="830" y="1266"/>
                      <a:pt x="830" y="1266"/>
                      <a:pt x="830" y="1266"/>
                    </a:cubicBezTo>
                    <a:close/>
                    <a:moveTo>
                      <a:pt x="120" y="0"/>
                    </a:moveTo>
                    <a:cubicBezTo>
                      <a:pt x="120" y="0"/>
                      <a:pt x="120" y="0"/>
                      <a:pt x="120" y="0"/>
                    </a:cubicBezTo>
                    <a:cubicBezTo>
                      <a:pt x="541" y="0"/>
                      <a:pt x="541" y="0"/>
                      <a:pt x="541" y="0"/>
                    </a:cubicBezTo>
                    <a:cubicBezTo>
                      <a:pt x="573" y="0"/>
                      <a:pt x="603" y="11"/>
                      <a:pt x="625" y="30"/>
                    </a:cubicBezTo>
                    <a:cubicBezTo>
                      <a:pt x="648" y="52"/>
                      <a:pt x="661" y="79"/>
                      <a:pt x="661" y="110"/>
                    </a:cubicBezTo>
                    <a:cubicBezTo>
                      <a:pt x="661" y="437"/>
                      <a:pt x="661" y="437"/>
                      <a:pt x="661" y="437"/>
                    </a:cubicBezTo>
                    <a:cubicBezTo>
                      <a:pt x="661" y="438"/>
                      <a:pt x="661" y="438"/>
                      <a:pt x="661" y="438"/>
                    </a:cubicBezTo>
                    <a:cubicBezTo>
                      <a:pt x="661" y="439"/>
                      <a:pt x="661" y="439"/>
                      <a:pt x="661" y="439"/>
                    </a:cubicBezTo>
                    <a:cubicBezTo>
                      <a:pt x="661" y="493"/>
                      <a:pt x="661" y="493"/>
                      <a:pt x="661" y="493"/>
                    </a:cubicBezTo>
                    <a:cubicBezTo>
                      <a:pt x="661" y="524"/>
                      <a:pt x="648" y="553"/>
                      <a:pt x="625" y="573"/>
                    </a:cubicBezTo>
                    <a:cubicBezTo>
                      <a:pt x="603" y="593"/>
                      <a:pt x="573" y="605"/>
                      <a:pt x="541" y="605"/>
                    </a:cubicBezTo>
                    <a:cubicBezTo>
                      <a:pt x="366" y="605"/>
                      <a:pt x="366" y="605"/>
                      <a:pt x="366" y="605"/>
                    </a:cubicBezTo>
                    <a:cubicBezTo>
                      <a:pt x="366" y="644"/>
                      <a:pt x="366" y="644"/>
                      <a:pt x="366" y="644"/>
                    </a:cubicBezTo>
                    <a:cubicBezTo>
                      <a:pt x="366" y="664"/>
                      <a:pt x="350" y="680"/>
                      <a:pt x="330" y="680"/>
                    </a:cubicBezTo>
                    <a:cubicBezTo>
                      <a:pt x="311" y="680"/>
                      <a:pt x="295" y="664"/>
                      <a:pt x="295" y="644"/>
                    </a:cubicBezTo>
                    <a:cubicBezTo>
                      <a:pt x="295" y="605"/>
                      <a:pt x="295" y="605"/>
                      <a:pt x="295" y="605"/>
                    </a:cubicBezTo>
                    <a:cubicBezTo>
                      <a:pt x="120" y="605"/>
                      <a:pt x="120" y="605"/>
                      <a:pt x="120" y="605"/>
                    </a:cubicBezTo>
                    <a:cubicBezTo>
                      <a:pt x="88" y="605"/>
                      <a:pt x="58" y="593"/>
                      <a:pt x="36" y="573"/>
                    </a:cubicBezTo>
                    <a:cubicBezTo>
                      <a:pt x="14" y="553"/>
                      <a:pt x="0" y="524"/>
                      <a:pt x="0" y="493"/>
                    </a:cubicBezTo>
                    <a:cubicBezTo>
                      <a:pt x="0" y="439"/>
                      <a:pt x="0" y="439"/>
                      <a:pt x="0" y="439"/>
                    </a:cubicBezTo>
                    <a:cubicBezTo>
                      <a:pt x="0" y="438"/>
                      <a:pt x="0" y="438"/>
                      <a:pt x="0" y="438"/>
                    </a:cubicBezTo>
                    <a:cubicBezTo>
                      <a:pt x="0" y="437"/>
                      <a:pt x="0" y="437"/>
                      <a:pt x="0" y="437"/>
                    </a:cubicBezTo>
                    <a:cubicBezTo>
                      <a:pt x="0" y="110"/>
                      <a:pt x="0" y="110"/>
                      <a:pt x="0" y="110"/>
                    </a:cubicBezTo>
                    <a:cubicBezTo>
                      <a:pt x="0" y="79"/>
                      <a:pt x="14" y="52"/>
                      <a:pt x="36" y="31"/>
                    </a:cubicBezTo>
                    <a:cubicBezTo>
                      <a:pt x="36" y="30"/>
                      <a:pt x="36" y="30"/>
                      <a:pt x="36" y="30"/>
                    </a:cubicBezTo>
                    <a:cubicBezTo>
                      <a:pt x="58" y="11"/>
                      <a:pt x="87" y="0"/>
                      <a:pt x="120" y="0"/>
                    </a:cubicBezTo>
                    <a:cubicBezTo>
                      <a:pt x="120" y="0"/>
                      <a:pt x="120" y="0"/>
                      <a:pt x="120" y="0"/>
                    </a:cubicBezTo>
                    <a:close/>
                    <a:moveTo>
                      <a:pt x="541" y="71"/>
                    </a:moveTo>
                    <a:cubicBezTo>
                      <a:pt x="541" y="71"/>
                      <a:pt x="541" y="71"/>
                      <a:pt x="541" y="71"/>
                    </a:cubicBezTo>
                    <a:cubicBezTo>
                      <a:pt x="120" y="71"/>
                      <a:pt x="120" y="71"/>
                      <a:pt x="120" y="71"/>
                    </a:cubicBezTo>
                    <a:cubicBezTo>
                      <a:pt x="106" y="71"/>
                      <a:pt x="93" y="76"/>
                      <a:pt x="85" y="84"/>
                    </a:cubicBezTo>
                    <a:cubicBezTo>
                      <a:pt x="85" y="84"/>
                      <a:pt x="85" y="84"/>
                      <a:pt x="85" y="84"/>
                    </a:cubicBezTo>
                    <a:cubicBezTo>
                      <a:pt x="85" y="84"/>
                      <a:pt x="85" y="84"/>
                      <a:pt x="85" y="84"/>
                    </a:cubicBezTo>
                    <a:cubicBezTo>
                      <a:pt x="76" y="91"/>
                      <a:pt x="71" y="100"/>
                      <a:pt x="71" y="110"/>
                    </a:cubicBezTo>
                    <a:cubicBezTo>
                      <a:pt x="71" y="402"/>
                      <a:pt x="71" y="402"/>
                      <a:pt x="71" y="402"/>
                    </a:cubicBezTo>
                    <a:cubicBezTo>
                      <a:pt x="589" y="402"/>
                      <a:pt x="589" y="402"/>
                      <a:pt x="589" y="402"/>
                    </a:cubicBezTo>
                    <a:cubicBezTo>
                      <a:pt x="589" y="110"/>
                      <a:pt x="589" y="110"/>
                      <a:pt x="589" y="110"/>
                    </a:cubicBezTo>
                    <a:cubicBezTo>
                      <a:pt x="589" y="100"/>
                      <a:pt x="584" y="91"/>
                      <a:pt x="577" y="84"/>
                    </a:cubicBezTo>
                    <a:cubicBezTo>
                      <a:pt x="567" y="76"/>
                      <a:pt x="555" y="71"/>
                      <a:pt x="541" y="71"/>
                    </a:cubicBezTo>
                    <a:cubicBezTo>
                      <a:pt x="541" y="71"/>
                      <a:pt x="541" y="71"/>
                      <a:pt x="541" y="71"/>
                    </a:cubicBezTo>
                    <a:close/>
                    <a:moveTo>
                      <a:pt x="71" y="474"/>
                    </a:moveTo>
                    <a:cubicBezTo>
                      <a:pt x="71" y="474"/>
                      <a:pt x="71" y="474"/>
                      <a:pt x="71" y="474"/>
                    </a:cubicBezTo>
                    <a:cubicBezTo>
                      <a:pt x="71" y="493"/>
                      <a:pt x="71" y="493"/>
                      <a:pt x="71" y="493"/>
                    </a:cubicBezTo>
                    <a:cubicBezTo>
                      <a:pt x="71" y="503"/>
                      <a:pt x="76" y="513"/>
                      <a:pt x="85" y="520"/>
                    </a:cubicBezTo>
                    <a:cubicBezTo>
                      <a:pt x="93" y="528"/>
                      <a:pt x="106" y="533"/>
                      <a:pt x="120" y="533"/>
                    </a:cubicBezTo>
                    <a:cubicBezTo>
                      <a:pt x="541" y="533"/>
                      <a:pt x="541" y="533"/>
                      <a:pt x="541" y="533"/>
                    </a:cubicBezTo>
                    <a:cubicBezTo>
                      <a:pt x="555" y="533"/>
                      <a:pt x="567" y="528"/>
                      <a:pt x="577" y="520"/>
                    </a:cubicBezTo>
                    <a:cubicBezTo>
                      <a:pt x="584" y="513"/>
                      <a:pt x="589" y="503"/>
                      <a:pt x="589" y="493"/>
                    </a:cubicBezTo>
                    <a:cubicBezTo>
                      <a:pt x="589" y="474"/>
                      <a:pt x="589" y="474"/>
                      <a:pt x="589" y="474"/>
                    </a:cubicBezTo>
                    <a:cubicBezTo>
                      <a:pt x="71" y="474"/>
                      <a:pt x="71" y="474"/>
                      <a:pt x="71" y="474"/>
                    </a:cubicBezTo>
                    <a:cubicBezTo>
                      <a:pt x="71" y="474"/>
                      <a:pt x="71" y="474"/>
                      <a:pt x="71" y="474"/>
                    </a:cubicBezTo>
                    <a:close/>
                    <a:moveTo>
                      <a:pt x="902" y="1194"/>
                    </a:moveTo>
                    <a:cubicBezTo>
                      <a:pt x="902" y="1194"/>
                      <a:pt x="902" y="1194"/>
                      <a:pt x="902" y="1194"/>
                    </a:cubicBezTo>
                    <a:cubicBezTo>
                      <a:pt x="1420" y="1194"/>
                      <a:pt x="1420" y="1194"/>
                      <a:pt x="1420" y="1194"/>
                    </a:cubicBezTo>
                    <a:cubicBezTo>
                      <a:pt x="1420" y="903"/>
                      <a:pt x="1420" y="903"/>
                      <a:pt x="1420" y="903"/>
                    </a:cubicBezTo>
                    <a:cubicBezTo>
                      <a:pt x="1420" y="893"/>
                      <a:pt x="1416" y="883"/>
                      <a:pt x="1407" y="876"/>
                    </a:cubicBezTo>
                    <a:cubicBezTo>
                      <a:pt x="1398" y="869"/>
                      <a:pt x="1386" y="863"/>
                      <a:pt x="1371" y="863"/>
                    </a:cubicBezTo>
                    <a:cubicBezTo>
                      <a:pt x="950" y="863"/>
                      <a:pt x="950" y="863"/>
                      <a:pt x="950" y="863"/>
                    </a:cubicBezTo>
                    <a:cubicBezTo>
                      <a:pt x="937" y="863"/>
                      <a:pt x="925" y="867"/>
                      <a:pt x="916" y="875"/>
                    </a:cubicBezTo>
                    <a:cubicBezTo>
                      <a:pt x="915" y="876"/>
                      <a:pt x="915" y="876"/>
                      <a:pt x="915" y="876"/>
                    </a:cubicBezTo>
                    <a:cubicBezTo>
                      <a:pt x="907" y="883"/>
                      <a:pt x="902" y="893"/>
                      <a:pt x="902" y="903"/>
                    </a:cubicBezTo>
                    <a:cubicBezTo>
                      <a:pt x="902" y="1194"/>
                      <a:pt x="902" y="1194"/>
                      <a:pt x="902" y="1194"/>
                    </a:cubicBezTo>
                    <a:cubicBezTo>
                      <a:pt x="902" y="1194"/>
                      <a:pt x="902" y="1194"/>
                      <a:pt x="902" y="1194"/>
                    </a:cubicBezTo>
                    <a:close/>
                    <a:moveTo>
                      <a:pt x="1420" y="1266"/>
                    </a:moveTo>
                    <a:cubicBezTo>
                      <a:pt x="1420" y="1266"/>
                      <a:pt x="1420" y="1266"/>
                      <a:pt x="1420" y="1266"/>
                    </a:cubicBezTo>
                    <a:cubicBezTo>
                      <a:pt x="902" y="1266"/>
                      <a:pt x="902" y="1266"/>
                      <a:pt x="902" y="1266"/>
                    </a:cubicBezTo>
                    <a:cubicBezTo>
                      <a:pt x="902" y="1286"/>
                      <a:pt x="902" y="1286"/>
                      <a:pt x="902" y="1286"/>
                    </a:cubicBezTo>
                    <a:cubicBezTo>
                      <a:pt x="902" y="1296"/>
                      <a:pt x="907" y="1305"/>
                      <a:pt x="915" y="1312"/>
                    </a:cubicBezTo>
                    <a:cubicBezTo>
                      <a:pt x="924" y="1320"/>
                      <a:pt x="936" y="1325"/>
                      <a:pt x="950" y="1325"/>
                    </a:cubicBezTo>
                    <a:cubicBezTo>
                      <a:pt x="1371" y="1325"/>
                      <a:pt x="1371" y="1325"/>
                      <a:pt x="1371" y="1325"/>
                    </a:cubicBezTo>
                    <a:cubicBezTo>
                      <a:pt x="1386" y="1325"/>
                      <a:pt x="1398" y="1320"/>
                      <a:pt x="1407" y="1312"/>
                    </a:cubicBezTo>
                    <a:cubicBezTo>
                      <a:pt x="1416" y="1305"/>
                      <a:pt x="1420" y="1296"/>
                      <a:pt x="1420" y="1286"/>
                    </a:cubicBezTo>
                    <a:cubicBezTo>
                      <a:pt x="1420" y="1266"/>
                      <a:pt x="1420" y="1266"/>
                      <a:pt x="1420" y="1266"/>
                    </a:cubicBezTo>
                    <a:cubicBezTo>
                      <a:pt x="1420" y="1266"/>
                      <a:pt x="1420" y="1266"/>
                      <a:pt x="1420" y="1266"/>
                    </a:cubicBezTo>
                    <a:close/>
                    <a:moveTo>
                      <a:pt x="295" y="890"/>
                    </a:moveTo>
                    <a:cubicBezTo>
                      <a:pt x="295" y="890"/>
                      <a:pt x="295" y="890"/>
                      <a:pt x="295" y="890"/>
                    </a:cubicBezTo>
                    <a:cubicBezTo>
                      <a:pt x="295" y="869"/>
                      <a:pt x="311" y="853"/>
                      <a:pt x="330" y="853"/>
                    </a:cubicBezTo>
                    <a:cubicBezTo>
                      <a:pt x="350" y="853"/>
                      <a:pt x="366" y="869"/>
                      <a:pt x="366" y="890"/>
                    </a:cubicBezTo>
                    <a:cubicBezTo>
                      <a:pt x="366" y="935"/>
                      <a:pt x="366" y="935"/>
                      <a:pt x="366" y="935"/>
                    </a:cubicBezTo>
                    <a:cubicBezTo>
                      <a:pt x="366" y="955"/>
                      <a:pt x="350" y="971"/>
                      <a:pt x="330" y="971"/>
                    </a:cubicBezTo>
                    <a:cubicBezTo>
                      <a:pt x="311" y="971"/>
                      <a:pt x="295" y="955"/>
                      <a:pt x="295" y="935"/>
                    </a:cubicBezTo>
                    <a:cubicBezTo>
                      <a:pt x="295" y="890"/>
                      <a:pt x="295" y="890"/>
                      <a:pt x="295" y="890"/>
                    </a:cubicBezTo>
                    <a:cubicBezTo>
                      <a:pt x="295" y="890"/>
                      <a:pt x="295" y="890"/>
                      <a:pt x="295" y="890"/>
                    </a:cubicBezTo>
                    <a:close/>
                    <a:moveTo>
                      <a:pt x="295" y="746"/>
                    </a:moveTo>
                    <a:cubicBezTo>
                      <a:pt x="295" y="746"/>
                      <a:pt x="295" y="746"/>
                      <a:pt x="295" y="746"/>
                    </a:cubicBezTo>
                    <a:cubicBezTo>
                      <a:pt x="295" y="727"/>
                      <a:pt x="311" y="710"/>
                      <a:pt x="330" y="710"/>
                    </a:cubicBezTo>
                    <a:cubicBezTo>
                      <a:pt x="350" y="710"/>
                      <a:pt x="366" y="727"/>
                      <a:pt x="366" y="746"/>
                    </a:cubicBezTo>
                    <a:cubicBezTo>
                      <a:pt x="366" y="793"/>
                      <a:pt x="366" y="793"/>
                      <a:pt x="366" y="793"/>
                    </a:cubicBezTo>
                    <a:cubicBezTo>
                      <a:pt x="366" y="812"/>
                      <a:pt x="350" y="829"/>
                      <a:pt x="330" y="829"/>
                    </a:cubicBezTo>
                    <a:cubicBezTo>
                      <a:pt x="311" y="829"/>
                      <a:pt x="295" y="812"/>
                      <a:pt x="295" y="793"/>
                    </a:cubicBezTo>
                    <a:cubicBezTo>
                      <a:pt x="295" y="746"/>
                      <a:pt x="295" y="746"/>
                      <a:pt x="295" y="746"/>
                    </a:cubicBezTo>
                    <a:cubicBezTo>
                      <a:pt x="295" y="746"/>
                      <a:pt x="295" y="746"/>
                      <a:pt x="295" y="746"/>
                    </a:cubicBezTo>
                    <a:close/>
                    <a:moveTo>
                      <a:pt x="295" y="1031"/>
                    </a:moveTo>
                    <a:cubicBezTo>
                      <a:pt x="295" y="1031"/>
                      <a:pt x="295" y="1031"/>
                      <a:pt x="295" y="1031"/>
                    </a:cubicBezTo>
                    <a:cubicBezTo>
                      <a:pt x="295" y="1012"/>
                      <a:pt x="311" y="996"/>
                      <a:pt x="330" y="996"/>
                    </a:cubicBezTo>
                    <a:cubicBezTo>
                      <a:pt x="350" y="996"/>
                      <a:pt x="366" y="1012"/>
                      <a:pt x="366" y="1031"/>
                    </a:cubicBezTo>
                    <a:cubicBezTo>
                      <a:pt x="366" y="1078"/>
                      <a:pt x="366" y="1078"/>
                      <a:pt x="366" y="1078"/>
                    </a:cubicBezTo>
                    <a:cubicBezTo>
                      <a:pt x="366" y="1098"/>
                      <a:pt x="350" y="1114"/>
                      <a:pt x="330" y="1114"/>
                    </a:cubicBezTo>
                    <a:cubicBezTo>
                      <a:pt x="311" y="1114"/>
                      <a:pt x="295" y="1098"/>
                      <a:pt x="295" y="1078"/>
                    </a:cubicBezTo>
                    <a:cubicBezTo>
                      <a:pt x="295" y="1031"/>
                      <a:pt x="295" y="1031"/>
                      <a:pt x="295" y="1031"/>
                    </a:cubicBezTo>
                    <a:cubicBezTo>
                      <a:pt x="295" y="1031"/>
                      <a:pt x="295" y="1031"/>
                      <a:pt x="295" y="1031"/>
                    </a:cubicBezTo>
                    <a:close/>
                    <a:moveTo>
                      <a:pt x="536" y="1194"/>
                    </a:moveTo>
                    <a:cubicBezTo>
                      <a:pt x="536" y="1194"/>
                      <a:pt x="536" y="1194"/>
                      <a:pt x="536" y="1194"/>
                    </a:cubicBezTo>
                    <a:cubicBezTo>
                      <a:pt x="556" y="1194"/>
                      <a:pt x="573" y="1211"/>
                      <a:pt x="573" y="1230"/>
                    </a:cubicBezTo>
                    <a:cubicBezTo>
                      <a:pt x="573" y="1250"/>
                      <a:pt x="556" y="1266"/>
                      <a:pt x="536" y="1266"/>
                    </a:cubicBezTo>
                    <a:cubicBezTo>
                      <a:pt x="490" y="1266"/>
                      <a:pt x="490" y="1266"/>
                      <a:pt x="490" y="1266"/>
                    </a:cubicBezTo>
                    <a:cubicBezTo>
                      <a:pt x="470" y="1266"/>
                      <a:pt x="454" y="1250"/>
                      <a:pt x="454" y="1230"/>
                    </a:cubicBezTo>
                    <a:cubicBezTo>
                      <a:pt x="454" y="1211"/>
                      <a:pt x="470" y="1194"/>
                      <a:pt x="490" y="1194"/>
                    </a:cubicBezTo>
                    <a:cubicBezTo>
                      <a:pt x="536" y="1194"/>
                      <a:pt x="536" y="1194"/>
                      <a:pt x="536" y="1194"/>
                    </a:cubicBezTo>
                    <a:cubicBezTo>
                      <a:pt x="536" y="1194"/>
                      <a:pt x="536" y="1194"/>
                      <a:pt x="536" y="1194"/>
                    </a:cubicBezTo>
                    <a:close/>
                    <a:moveTo>
                      <a:pt x="677" y="1194"/>
                    </a:moveTo>
                    <a:cubicBezTo>
                      <a:pt x="677" y="1194"/>
                      <a:pt x="677" y="1194"/>
                      <a:pt x="677" y="1194"/>
                    </a:cubicBezTo>
                    <a:cubicBezTo>
                      <a:pt x="696" y="1194"/>
                      <a:pt x="712" y="1211"/>
                      <a:pt x="712" y="1230"/>
                    </a:cubicBezTo>
                    <a:cubicBezTo>
                      <a:pt x="712" y="1250"/>
                      <a:pt x="696" y="1266"/>
                      <a:pt x="677" y="1266"/>
                    </a:cubicBezTo>
                    <a:cubicBezTo>
                      <a:pt x="630" y="1266"/>
                      <a:pt x="630" y="1266"/>
                      <a:pt x="630" y="1266"/>
                    </a:cubicBezTo>
                    <a:cubicBezTo>
                      <a:pt x="610" y="1266"/>
                      <a:pt x="595" y="1250"/>
                      <a:pt x="595" y="1230"/>
                    </a:cubicBezTo>
                    <a:cubicBezTo>
                      <a:pt x="595" y="1211"/>
                      <a:pt x="610" y="1194"/>
                      <a:pt x="630" y="1194"/>
                    </a:cubicBezTo>
                    <a:cubicBezTo>
                      <a:pt x="677" y="1194"/>
                      <a:pt x="677" y="1194"/>
                      <a:pt x="677" y="1194"/>
                    </a:cubicBezTo>
                    <a:cubicBezTo>
                      <a:pt x="677" y="1194"/>
                      <a:pt x="677" y="1194"/>
                      <a:pt x="677" y="1194"/>
                    </a:cubicBezTo>
                    <a:close/>
                    <a:moveTo>
                      <a:pt x="295" y="1164"/>
                    </a:moveTo>
                    <a:cubicBezTo>
                      <a:pt x="295" y="1164"/>
                      <a:pt x="295" y="1164"/>
                      <a:pt x="295" y="1164"/>
                    </a:cubicBezTo>
                    <a:cubicBezTo>
                      <a:pt x="295" y="1144"/>
                      <a:pt x="311" y="1129"/>
                      <a:pt x="330" y="1129"/>
                    </a:cubicBezTo>
                    <a:cubicBezTo>
                      <a:pt x="350" y="1129"/>
                      <a:pt x="366" y="1144"/>
                      <a:pt x="366" y="1164"/>
                    </a:cubicBezTo>
                    <a:cubicBezTo>
                      <a:pt x="366" y="1194"/>
                      <a:pt x="366" y="1194"/>
                      <a:pt x="366" y="1194"/>
                    </a:cubicBezTo>
                    <a:cubicBezTo>
                      <a:pt x="396" y="1194"/>
                      <a:pt x="396" y="1194"/>
                      <a:pt x="396" y="1194"/>
                    </a:cubicBezTo>
                    <a:cubicBezTo>
                      <a:pt x="416" y="1194"/>
                      <a:pt x="433" y="1211"/>
                      <a:pt x="433" y="1230"/>
                    </a:cubicBezTo>
                    <a:cubicBezTo>
                      <a:pt x="433" y="1250"/>
                      <a:pt x="416" y="1266"/>
                      <a:pt x="396" y="1266"/>
                    </a:cubicBezTo>
                    <a:cubicBezTo>
                      <a:pt x="333" y="1266"/>
                      <a:pt x="333" y="1266"/>
                      <a:pt x="333" y="1266"/>
                    </a:cubicBezTo>
                    <a:cubicBezTo>
                      <a:pt x="330" y="1266"/>
                      <a:pt x="330" y="1266"/>
                      <a:pt x="330" y="1266"/>
                    </a:cubicBezTo>
                    <a:cubicBezTo>
                      <a:pt x="317" y="1266"/>
                      <a:pt x="305" y="1260"/>
                      <a:pt x="299" y="1249"/>
                    </a:cubicBezTo>
                    <a:cubicBezTo>
                      <a:pt x="299" y="1248"/>
                      <a:pt x="299" y="1248"/>
                      <a:pt x="299" y="1248"/>
                    </a:cubicBezTo>
                    <a:cubicBezTo>
                      <a:pt x="299" y="1248"/>
                      <a:pt x="299" y="1248"/>
                      <a:pt x="299" y="1248"/>
                    </a:cubicBezTo>
                    <a:cubicBezTo>
                      <a:pt x="299" y="1247"/>
                      <a:pt x="299" y="1247"/>
                      <a:pt x="299" y="1247"/>
                    </a:cubicBezTo>
                    <a:cubicBezTo>
                      <a:pt x="299" y="1246"/>
                      <a:pt x="299" y="1246"/>
                      <a:pt x="299" y="1246"/>
                    </a:cubicBezTo>
                    <a:cubicBezTo>
                      <a:pt x="298" y="1246"/>
                      <a:pt x="298" y="1246"/>
                      <a:pt x="298" y="1246"/>
                    </a:cubicBezTo>
                    <a:cubicBezTo>
                      <a:pt x="298" y="1246"/>
                      <a:pt x="298" y="1246"/>
                      <a:pt x="298" y="1246"/>
                    </a:cubicBezTo>
                    <a:cubicBezTo>
                      <a:pt x="298" y="1245"/>
                      <a:pt x="298" y="1245"/>
                      <a:pt x="298" y="1245"/>
                    </a:cubicBezTo>
                    <a:cubicBezTo>
                      <a:pt x="298" y="1245"/>
                      <a:pt x="298" y="1245"/>
                      <a:pt x="298" y="1245"/>
                    </a:cubicBezTo>
                    <a:cubicBezTo>
                      <a:pt x="297" y="1245"/>
                      <a:pt x="297" y="1245"/>
                      <a:pt x="297" y="1245"/>
                    </a:cubicBezTo>
                    <a:cubicBezTo>
                      <a:pt x="297" y="1244"/>
                      <a:pt x="297" y="1244"/>
                      <a:pt x="297" y="1244"/>
                    </a:cubicBezTo>
                    <a:cubicBezTo>
                      <a:pt x="296" y="1243"/>
                      <a:pt x="296" y="1243"/>
                      <a:pt x="296" y="1243"/>
                    </a:cubicBezTo>
                    <a:cubicBezTo>
                      <a:pt x="296" y="1242"/>
                      <a:pt x="296" y="1242"/>
                      <a:pt x="296" y="1242"/>
                    </a:cubicBezTo>
                    <a:cubicBezTo>
                      <a:pt x="296" y="1241"/>
                      <a:pt x="296" y="1241"/>
                      <a:pt x="296" y="1241"/>
                    </a:cubicBezTo>
                    <a:cubicBezTo>
                      <a:pt x="295" y="1240"/>
                      <a:pt x="295" y="1240"/>
                      <a:pt x="295" y="1240"/>
                    </a:cubicBezTo>
                    <a:cubicBezTo>
                      <a:pt x="295" y="1240"/>
                      <a:pt x="295" y="1240"/>
                      <a:pt x="295" y="1240"/>
                    </a:cubicBezTo>
                    <a:cubicBezTo>
                      <a:pt x="295" y="1239"/>
                      <a:pt x="295" y="1239"/>
                      <a:pt x="295" y="1239"/>
                    </a:cubicBezTo>
                    <a:cubicBezTo>
                      <a:pt x="295" y="1238"/>
                      <a:pt x="295" y="1238"/>
                      <a:pt x="295" y="1238"/>
                    </a:cubicBezTo>
                    <a:cubicBezTo>
                      <a:pt x="295" y="1237"/>
                      <a:pt x="295" y="1237"/>
                      <a:pt x="295" y="1237"/>
                    </a:cubicBezTo>
                    <a:cubicBezTo>
                      <a:pt x="295" y="1237"/>
                      <a:pt x="295" y="1237"/>
                      <a:pt x="295" y="1237"/>
                    </a:cubicBezTo>
                    <a:cubicBezTo>
                      <a:pt x="295" y="1236"/>
                      <a:pt x="295" y="1236"/>
                      <a:pt x="295" y="1236"/>
                    </a:cubicBezTo>
                    <a:cubicBezTo>
                      <a:pt x="295" y="1236"/>
                      <a:pt x="295" y="1236"/>
                      <a:pt x="295" y="1236"/>
                    </a:cubicBezTo>
                    <a:cubicBezTo>
                      <a:pt x="295" y="1235"/>
                      <a:pt x="295" y="1235"/>
                      <a:pt x="295" y="1235"/>
                    </a:cubicBezTo>
                    <a:cubicBezTo>
                      <a:pt x="295" y="1234"/>
                      <a:pt x="295" y="1234"/>
                      <a:pt x="295" y="1234"/>
                    </a:cubicBezTo>
                    <a:cubicBezTo>
                      <a:pt x="295" y="1233"/>
                      <a:pt x="295" y="1233"/>
                      <a:pt x="295" y="1233"/>
                    </a:cubicBezTo>
                    <a:cubicBezTo>
                      <a:pt x="295" y="1232"/>
                      <a:pt x="295" y="1232"/>
                      <a:pt x="295" y="1232"/>
                    </a:cubicBezTo>
                    <a:cubicBezTo>
                      <a:pt x="295" y="1232"/>
                      <a:pt x="295" y="1232"/>
                      <a:pt x="295" y="1232"/>
                    </a:cubicBezTo>
                    <a:cubicBezTo>
                      <a:pt x="295" y="1231"/>
                      <a:pt x="295" y="1231"/>
                      <a:pt x="295" y="1231"/>
                    </a:cubicBezTo>
                    <a:cubicBezTo>
                      <a:pt x="295" y="1231"/>
                      <a:pt x="295" y="1231"/>
                      <a:pt x="295" y="1231"/>
                    </a:cubicBezTo>
                    <a:cubicBezTo>
                      <a:pt x="295" y="1230"/>
                      <a:pt x="295" y="1230"/>
                      <a:pt x="295" y="1230"/>
                    </a:cubicBezTo>
                    <a:cubicBezTo>
                      <a:pt x="295" y="1230"/>
                      <a:pt x="295" y="1230"/>
                      <a:pt x="295" y="1230"/>
                    </a:cubicBezTo>
                    <a:cubicBezTo>
                      <a:pt x="295" y="1164"/>
                      <a:pt x="295" y="1164"/>
                      <a:pt x="295" y="1164"/>
                    </a:cubicBezTo>
                    <a:cubicBezTo>
                      <a:pt x="295" y="1164"/>
                      <a:pt x="295" y="1164"/>
                      <a:pt x="295" y="1164"/>
                    </a:cubicBez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73" name="组合 5"/>
            <p:cNvGrpSpPr/>
            <p:nvPr/>
          </p:nvGrpSpPr>
          <p:grpSpPr>
            <a:xfrm>
              <a:off x="3207240" y="1763640"/>
              <a:ext cx="815040" cy="816120"/>
              <a:chOff x="3207240" y="1763640"/>
              <a:chExt cx="815040" cy="816120"/>
            </a:xfrm>
          </p:grpSpPr>
          <p:sp>
            <p:nvSpPr>
              <p:cNvPr id="474" name="椭圆 37"/>
              <p:cNvSpPr/>
              <p:nvPr/>
            </p:nvSpPr>
            <p:spPr>
              <a:xfrm>
                <a:off x="3207240" y="1763640"/>
                <a:ext cx="815040" cy="816120"/>
              </a:xfrm>
              <a:prstGeom prst="ellipse">
                <a:avLst/>
              </a:prstGeom>
              <a:solidFill>
                <a:schemeClr val="accent1">
                  <a:alpha val="90000"/>
                </a:schemeClr>
              </a:solidFill>
              <a:ln w="38100">
                <a:solidFill>
                  <a:srgbClr val="ffffff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grpSp>
            <p:nvGrpSpPr>
              <p:cNvPr id="475" name="组合 38"/>
              <p:cNvGrpSpPr/>
              <p:nvPr/>
            </p:nvGrpSpPr>
            <p:grpSpPr>
              <a:xfrm>
                <a:off x="3418200" y="1970280"/>
                <a:ext cx="393480" cy="392400"/>
                <a:chOff x="3418200" y="1970280"/>
                <a:chExt cx="393480" cy="392400"/>
              </a:xfrm>
            </p:grpSpPr>
            <p:sp>
              <p:nvSpPr>
                <p:cNvPr id="476" name="任意多边形 9"/>
                <p:cNvSpPr/>
                <p:nvPr/>
              </p:nvSpPr>
              <p:spPr>
                <a:xfrm>
                  <a:off x="3476160" y="1972080"/>
                  <a:ext cx="112320" cy="91800"/>
                </a:xfrm>
                <a:custGeom>
                  <a:avLst/>
                  <a:gdLst/>
                  <a:ahLst/>
                  <a:rect l="l" t="t" r="r" b="b"/>
                  <a:pathLst>
                    <a:path w="308" h="254">
                      <a:moveTo>
                        <a:pt x="0" y="254"/>
                      </a:moveTo>
                      <a:cubicBezTo>
                        <a:pt x="0" y="254"/>
                        <a:pt x="69" y="40"/>
                        <a:pt x="308" y="0"/>
                      </a:cubicBezTo>
                      <a:cubicBezTo>
                        <a:pt x="308" y="0"/>
                        <a:pt x="272" y="53"/>
                        <a:pt x="237" y="136"/>
                      </a:cubicBezTo>
                      <a:cubicBezTo>
                        <a:pt x="237" y="136"/>
                        <a:pt x="163" y="128"/>
                        <a:pt x="146" y="203"/>
                      </a:cubicBezTo>
                      <a:cubicBezTo>
                        <a:pt x="146" y="203"/>
                        <a:pt x="68" y="217"/>
                        <a:pt x="0" y="254"/>
                      </a:cubicBezTo>
                      <a:cubicBezTo>
                        <a:pt x="0" y="254"/>
                        <a:pt x="0" y="254"/>
                        <a:pt x="0" y="254"/>
                      </a:cubicBezTo>
                      <a:moveTo>
                        <a:pt x="0" y="254"/>
                      </a:moveTo>
                      <a:cubicBezTo>
                        <a:pt x="0" y="254"/>
                        <a:pt x="0" y="254"/>
                        <a:pt x="0" y="254"/>
                      </a:cubicBezTo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477" name="任意多边形 10"/>
                <p:cNvSpPr/>
                <p:nvPr/>
              </p:nvSpPr>
              <p:spPr>
                <a:xfrm>
                  <a:off x="3457080" y="2064960"/>
                  <a:ext cx="102960" cy="132120"/>
                </a:xfrm>
                <a:custGeom>
                  <a:avLst/>
                  <a:gdLst/>
                  <a:ahLst/>
                  <a:rect l="l" t="t" r="r" b="b"/>
                  <a:pathLst>
                    <a:path w="283" h="361">
                      <a:moveTo>
                        <a:pt x="199" y="0"/>
                      </a:moveTo>
                      <a:cubicBezTo>
                        <a:pt x="199" y="0"/>
                        <a:pt x="98" y="21"/>
                        <a:pt x="34" y="69"/>
                      </a:cubicBezTo>
                      <a:cubicBezTo>
                        <a:pt x="34" y="69"/>
                        <a:pt x="0" y="210"/>
                        <a:pt x="81" y="343"/>
                      </a:cubicBezTo>
                      <a:cubicBezTo>
                        <a:pt x="81" y="343"/>
                        <a:pt x="165" y="361"/>
                        <a:pt x="249" y="353"/>
                      </a:cubicBezTo>
                      <a:cubicBezTo>
                        <a:pt x="249" y="353"/>
                        <a:pt x="249" y="300"/>
                        <a:pt x="283" y="274"/>
                      </a:cubicBezTo>
                      <a:cubicBezTo>
                        <a:pt x="283" y="274"/>
                        <a:pt x="241" y="167"/>
                        <a:pt x="252" y="53"/>
                      </a:cubicBezTo>
                      <a:cubicBezTo>
                        <a:pt x="252" y="53"/>
                        <a:pt x="209" y="43"/>
                        <a:pt x="199" y="0"/>
                      </a:cubicBezTo>
                      <a:cubicBezTo>
                        <a:pt x="199" y="0"/>
                        <a:pt x="199" y="0"/>
                        <a:pt x="199" y="0"/>
                      </a:cubicBezTo>
                      <a:moveTo>
                        <a:pt x="199" y="0"/>
                      </a:moveTo>
                      <a:cubicBezTo>
                        <a:pt x="199" y="0"/>
                        <a:pt x="199" y="0"/>
                        <a:pt x="199" y="0"/>
                      </a:cubicBezTo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478" name="任意多边形 11"/>
                <p:cNvSpPr/>
                <p:nvPr/>
              </p:nvSpPr>
              <p:spPr>
                <a:xfrm>
                  <a:off x="3500640" y="2212560"/>
                  <a:ext cx="129960" cy="58320"/>
                </a:xfrm>
                <a:custGeom>
                  <a:avLst/>
                  <a:gdLst/>
                  <a:ahLst/>
                  <a:rect l="l" t="t" r="r" b="b"/>
                  <a:pathLst>
                    <a:path w="355" h="165">
                      <a:moveTo>
                        <a:pt x="0" y="0"/>
                      </a:moveTo>
                      <a:cubicBezTo>
                        <a:pt x="0" y="0"/>
                        <a:pt x="107" y="165"/>
                        <a:pt x="355" y="142"/>
                      </a:cubicBezTo>
                      <a:cubicBezTo>
                        <a:pt x="355" y="142"/>
                        <a:pt x="267" y="59"/>
                        <a:pt x="248" y="32"/>
                      </a:cubicBezTo>
                      <a:cubicBezTo>
                        <a:pt x="248" y="32"/>
                        <a:pt x="179" y="49"/>
                        <a:pt x="156" y="0"/>
                      </a:cubicBezTo>
                      <a:cubicBezTo>
                        <a:pt x="156" y="0"/>
                        <a:pt x="66" y="14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479" name="任意多边形 12"/>
                <p:cNvSpPr/>
                <p:nvPr/>
              </p:nvSpPr>
              <p:spPr>
                <a:xfrm>
                  <a:off x="3607200" y="2124720"/>
                  <a:ext cx="142200" cy="133200"/>
                </a:xfrm>
                <a:custGeom>
                  <a:avLst/>
                  <a:gdLst/>
                  <a:ahLst/>
                  <a:rect l="l" t="t" r="r" b="b"/>
                  <a:pathLst>
                    <a:path w="387" h="364">
                      <a:moveTo>
                        <a:pt x="0" y="239"/>
                      </a:moveTo>
                      <a:cubicBezTo>
                        <a:pt x="0" y="239"/>
                        <a:pt x="17" y="232"/>
                        <a:pt x="24" y="190"/>
                      </a:cubicBezTo>
                      <a:cubicBezTo>
                        <a:pt x="24" y="190"/>
                        <a:pt x="161" y="142"/>
                        <a:pt x="246" y="13"/>
                      </a:cubicBezTo>
                      <a:cubicBezTo>
                        <a:pt x="246" y="13"/>
                        <a:pt x="273" y="15"/>
                        <a:pt x="292" y="0"/>
                      </a:cubicBezTo>
                      <a:cubicBezTo>
                        <a:pt x="292" y="0"/>
                        <a:pt x="356" y="60"/>
                        <a:pt x="387" y="138"/>
                      </a:cubicBezTo>
                      <a:cubicBezTo>
                        <a:pt x="387" y="138"/>
                        <a:pt x="327" y="309"/>
                        <a:pt x="133" y="364"/>
                      </a:cubicBezTo>
                      <a:cubicBezTo>
                        <a:pt x="133" y="364"/>
                        <a:pt x="45" y="307"/>
                        <a:pt x="0" y="239"/>
                      </a:cubicBezTo>
                      <a:cubicBezTo>
                        <a:pt x="0" y="239"/>
                        <a:pt x="0" y="239"/>
                        <a:pt x="0" y="239"/>
                      </a:cubicBezTo>
                      <a:moveTo>
                        <a:pt x="0" y="239"/>
                      </a:moveTo>
                      <a:cubicBezTo>
                        <a:pt x="0" y="239"/>
                        <a:pt x="0" y="239"/>
                        <a:pt x="0" y="239"/>
                      </a:cubicBezTo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480" name="任意多边形 13"/>
                <p:cNvSpPr/>
                <p:nvPr/>
              </p:nvSpPr>
              <p:spPr>
                <a:xfrm>
                  <a:off x="3728160" y="2037960"/>
                  <a:ext cx="46080" cy="112320"/>
                </a:xfrm>
                <a:custGeom>
                  <a:avLst/>
                  <a:gdLst/>
                  <a:ahLst/>
                  <a:rect l="l" t="t" r="r" b="b"/>
                  <a:pathLst>
                    <a:path w="132" h="309">
                      <a:moveTo>
                        <a:pt x="31" y="0"/>
                      </a:moveTo>
                      <a:cubicBezTo>
                        <a:pt x="31" y="0"/>
                        <a:pt x="132" y="115"/>
                        <a:pt x="86" y="309"/>
                      </a:cubicBezTo>
                      <a:cubicBezTo>
                        <a:pt x="86" y="309"/>
                        <a:pt x="31" y="220"/>
                        <a:pt x="3" y="199"/>
                      </a:cubicBezTo>
                      <a:cubicBezTo>
                        <a:pt x="3" y="199"/>
                        <a:pt x="28" y="151"/>
                        <a:pt x="0" y="116"/>
                      </a:cubicBezTo>
                      <a:cubicBezTo>
                        <a:pt x="0" y="116"/>
                        <a:pt x="26" y="64"/>
                        <a:pt x="31" y="0"/>
                      </a:cubicBezTo>
                      <a:cubicBezTo>
                        <a:pt x="31" y="0"/>
                        <a:pt x="31" y="0"/>
                        <a:pt x="31" y="0"/>
                      </a:cubicBezTo>
                      <a:moveTo>
                        <a:pt x="31" y="0"/>
                      </a:moveTo>
                      <a:cubicBezTo>
                        <a:pt x="31" y="0"/>
                        <a:pt x="31" y="0"/>
                        <a:pt x="31" y="0"/>
                      </a:cubicBezTo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481" name="任意多边形 14"/>
                <p:cNvSpPr/>
                <p:nvPr/>
              </p:nvSpPr>
              <p:spPr>
                <a:xfrm>
                  <a:off x="3581280" y="1970280"/>
                  <a:ext cx="141840" cy="99720"/>
                </a:xfrm>
                <a:custGeom>
                  <a:avLst/>
                  <a:gdLst/>
                  <a:ahLst/>
                  <a:rect l="l" t="t" r="r" b="b"/>
                  <a:pathLst>
                    <a:path w="387" h="275">
                      <a:moveTo>
                        <a:pt x="0" y="154"/>
                      </a:moveTo>
                      <a:cubicBezTo>
                        <a:pt x="0" y="154"/>
                        <a:pt x="29" y="178"/>
                        <a:pt x="30" y="200"/>
                      </a:cubicBezTo>
                      <a:cubicBezTo>
                        <a:pt x="30" y="200"/>
                        <a:pt x="154" y="207"/>
                        <a:pt x="262" y="275"/>
                      </a:cubicBezTo>
                      <a:cubicBezTo>
                        <a:pt x="262" y="275"/>
                        <a:pt x="310" y="235"/>
                        <a:pt x="356" y="265"/>
                      </a:cubicBezTo>
                      <a:cubicBezTo>
                        <a:pt x="356" y="265"/>
                        <a:pt x="382" y="217"/>
                        <a:pt x="387" y="131"/>
                      </a:cubicBezTo>
                      <a:cubicBezTo>
                        <a:pt x="387" y="131"/>
                        <a:pt x="291" y="4"/>
                        <a:pt x="91" y="0"/>
                      </a:cubicBezTo>
                      <a:cubicBezTo>
                        <a:pt x="91" y="0"/>
                        <a:pt x="13" y="106"/>
                        <a:pt x="0" y="154"/>
                      </a:cubicBezTo>
                      <a:cubicBezTo>
                        <a:pt x="0" y="154"/>
                        <a:pt x="0" y="154"/>
                        <a:pt x="0" y="154"/>
                      </a:cubicBezTo>
                      <a:moveTo>
                        <a:pt x="0" y="154"/>
                      </a:moveTo>
                      <a:cubicBezTo>
                        <a:pt x="0" y="154"/>
                        <a:pt x="0" y="154"/>
                        <a:pt x="0" y="154"/>
                      </a:cubicBezTo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482" name="任意多边形 15"/>
                <p:cNvSpPr/>
                <p:nvPr/>
              </p:nvSpPr>
              <p:spPr>
                <a:xfrm>
                  <a:off x="3567960" y="2061360"/>
                  <a:ext cx="112320" cy="114480"/>
                </a:xfrm>
                <a:custGeom>
                  <a:avLst/>
                  <a:gdLst/>
                  <a:ahLst/>
                  <a:rect l="l" t="t" r="r" b="b"/>
                  <a:pathLst>
                    <a:path w="308" h="315">
                      <a:moveTo>
                        <a:pt x="0" y="65"/>
                      </a:moveTo>
                      <a:cubicBezTo>
                        <a:pt x="0" y="65"/>
                        <a:pt x="58" y="69"/>
                        <a:pt x="68" y="0"/>
                      </a:cubicBezTo>
                      <a:cubicBezTo>
                        <a:pt x="68" y="0"/>
                        <a:pt x="182" y="11"/>
                        <a:pt x="274" y="65"/>
                      </a:cubicBezTo>
                      <a:cubicBezTo>
                        <a:pt x="274" y="65"/>
                        <a:pt x="252" y="134"/>
                        <a:pt x="308" y="168"/>
                      </a:cubicBezTo>
                      <a:cubicBezTo>
                        <a:pt x="308" y="168"/>
                        <a:pt x="251" y="254"/>
                        <a:pt x="121" y="315"/>
                      </a:cubicBezTo>
                      <a:cubicBezTo>
                        <a:pt x="121" y="315"/>
                        <a:pt x="96" y="256"/>
                        <a:pt x="28" y="267"/>
                      </a:cubicBezTo>
                      <a:cubicBezTo>
                        <a:pt x="29" y="267"/>
                        <a:pt x="1" y="214"/>
                        <a:pt x="0" y="65"/>
                      </a:cubicBezTo>
                      <a:cubicBezTo>
                        <a:pt x="0" y="65"/>
                        <a:pt x="0" y="65"/>
                        <a:pt x="0" y="65"/>
                      </a:cubicBezTo>
                      <a:moveTo>
                        <a:pt x="0" y="65"/>
                      </a:moveTo>
                      <a:cubicBezTo>
                        <a:pt x="0" y="65"/>
                        <a:pt x="0" y="65"/>
                        <a:pt x="0" y="65"/>
                      </a:cubicBezTo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483" name="任意多边形 16"/>
                <p:cNvSpPr/>
                <p:nvPr/>
              </p:nvSpPr>
              <p:spPr>
                <a:xfrm>
                  <a:off x="3418200" y="2277360"/>
                  <a:ext cx="393480" cy="85320"/>
                </a:xfrm>
                <a:custGeom>
                  <a:avLst/>
                  <a:gdLst/>
                  <a:ahLst/>
                  <a:rect l="l" t="t" r="r" b="b"/>
                  <a:pathLst>
                    <a:path w="1053" h="237">
                      <a:moveTo>
                        <a:pt x="999" y="90"/>
                      </a:moveTo>
                      <a:cubicBezTo>
                        <a:pt x="603" y="90"/>
                        <a:pt x="603" y="90"/>
                        <a:pt x="603" y="90"/>
                      </a:cubicBezTo>
                      <a:cubicBezTo>
                        <a:pt x="595" y="77"/>
                        <a:pt x="585" y="66"/>
                        <a:pt x="572" y="58"/>
                      </a:cubicBezTo>
                      <a:cubicBezTo>
                        <a:pt x="572" y="0"/>
                        <a:pt x="572" y="0"/>
                        <a:pt x="572" y="0"/>
                      </a:cubicBezTo>
                      <a:cubicBezTo>
                        <a:pt x="469" y="0"/>
                        <a:pt x="469" y="0"/>
                        <a:pt x="469" y="0"/>
                      </a:cubicBezTo>
                      <a:cubicBezTo>
                        <a:pt x="469" y="58"/>
                        <a:pt x="469" y="58"/>
                        <a:pt x="469" y="58"/>
                      </a:cubicBezTo>
                      <a:cubicBezTo>
                        <a:pt x="456" y="66"/>
                        <a:pt x="446" y="77"/>
                        <a:pt x="438" y="90"/>
                      </a:cubicBezTo>
                      <a:cubicBezTo>
                        <a:pt x="54" y="90"/>
                        <a:pt x="54" y="90"/>
                        <a:pt x="54" y="90"/>
                      </a:cubicBezTo>
                      <a:cubicBezTo>
                        <a:pt x="24" y="90"/>
                        <a:pt x="0" y="114"/>
                        <a:pt x="0" y="144"/>
                      </a:cubicBezTo>
                      <a:cubicBezTo>
                        <a:pt x="0" y="144"/>
                        <a:pt x="0" y="144"/>
                        <a:pt x="0" y="144"/>
                      </a:cubicBezTo>
                      <a:cubicBezTo>
                        <a:pt x="0" y="174"/>
                        <a:pt x="24" y="198"/>
                        <a:pt x="54" y="198"/>
                      </a:cubicBezTo>
                      <a:cubicBezTo>
                        <a:pt x="443" y="198"/>
                        <a:pt x="443" y="198"/>
                        <a:pt x="443" y="198"/>
                      </a:cubicBezTo>
                      <a:cubicBezTo>
                        <a:pt x="461" y="222"/>
                        <a:pt x="489" y="237"/>
                        <a:pt x="520" y="237"/>
                      </a:cubicBezTo>
                      <a:cubicBezTo>
                        <a:pt x="552" y="237"/>
                        <a:pt x="580" y="222"/>
                        <a:pt x="598" y="198"/>
                      </a:cubicBezTo>
                      <a:cubicBezTo>
                        <a:pt x="999" y="198"/>
                        <a:pt x="999" y="198"/>
                        <a:pt x="999" y="198"/>
                      </a:cubicBezTo>
                      <a:cubicBezTo>
                        <a:pt x="1029" y="198"/>
                        <a:pt x="1053" y="174"/>
                        <a:pt x="1053" y="144"/>
                      </a:cubicBezTo>
                      <a:cubicBezTo>
                        <a:pt x="1053" y="144"/>
                        <a:pt x="1053" y="144"/>
                        <a:pt x="1053" y="144"/>
                      </a:cubicBezTo>
                      <a:cubicBezTo>
                        <a:pt x="1053" y="114"/>
                        <a:pt x="1029" y="90"/>
                        <a:pt x="999" y="9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</p:grpSp>
        </p:grpSp>
        <p:grpSp>
          <p:nvGrpSpPr>
            <p:cNvPr id="484" name="组合 6"/>
            <p:cNvGrpSpPr/>
            <p:nvPr/>
          </p:nvGrpSpPr>
          <p:grpSpPr>
            <a:xfrm>
              <a:off x="4162680" y="3281400"/>
              <a:ext cx="815040" cy="816120"/>
              <a:chOff x="4162680" y="3281400"/>
              <a:chExt cx="815040" cy="816120"/>
            </a:xfrm>
          </p:grpSpPr>
          <p:sp>
            <p:nvSpPr>
              <p:cNvPr id="485" name="椭圆 35"/>
              <p:cNvSpPr/>
              <p:nvPr/>
            </p:nvSpPr>
            <p:spPr>
              <a:xfrm flipV="1">
                <a:off x="4162680" y="3281040"/>
                <a:ext cx="815040" cy="816120"/>
              </a:xfrm>
              <a:prstGeom prst="ellipse">
                <a:avLst/>
              </a:prstGeom>
              <a:solidFill>
                <a:schemeClr val="accent1">
                  <a:alpha val="90000"/>
                </a:schemeClr>
              </a:solidFill>
              <a:ln w="38100">
                <a:solidFill>
                  <a:srgbClr val="ffffff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486" name="任意多边形 19"/>
              <p:cNvSpPr/>
              <p:nvPr/>
            </p:nvSpPr>
            <p:spPr>
              <a:xfrm>
                <a:off x="4389840" y="3486600"/>
                <a:ext cx="360360" cy="378000"/>
              </a:xfrm>
              <a:custGeom>
                <a:avLst/>
                <a:gdLst/>
                <a:ahLst/>
                <a:rect l="l" t="t" r="r" b="b"/>
                <a:pathLst>
                  <a:path w="1104" h="1159">
                    <a:moveTo>
                      <a:pt x="994" y="355"/>
                    </a:moveTo>
                    <a:cubicBezTo>
                      <a:pt x="994" y="607"/>
                      <a:pt x="994" y="607"/>
                      <a:pt x="994" y="607"/>
                    </a:cubicBezTo>
                    <a:cubicBezTo>
                      <a:pt x="735" y="607"/>
                      <a:pt x="735" y="607"/>
                      <a:pt x="735" y="607"/>
                    </a:cubicBezTo>
                    <a:cubicBezTo>
                      <a:pt x="714" y="687"/>
                      <a:pt x="640" y="746"/>
                      <a:pt x="552" y="746"/>
                    </a:cubicBezTo>
                    <a:cubicBezTo>
                      <a:pt x="464" y="746"/>
                      <a:pt x="390" y="687"/>
                      <a:pt x="369" y="607"/>
                    </a:cubicBezTo>
                    <a:cubicBezTo>
                      <a:pt x="221" y="607"/>
                      <a:pt x="221" y="607"/>
                      <a:pt x="221" y="607"/>
                    </a:cubicBezTo>
                    <a:cubicBezTo>
                      <a:pt x="221" y="775"/>
                      <a:pt x="221" y="775"/>
                      <a:pt x="221" y="775"/>
                    </a:cubicBezTo>
                    <a:cubicBezTo>
                      <a:pt x="314" y="789"/>
                      <a:pt x="386" y="869"/>
                      <a:pt x="386" y="966"/>
                    </a:cubicBezTo>
                    <a:cubicBezTo>
                      <a:pt x="386" y="1072"/>
                      <a:pt x="300" y="1159"/>
                      <a:pt x="193" y="1159"/>
                    </a:cubicBezTo>
                    <a:cubicBezTo>
                      <a:pt x="87" y="1159"/>
                      <a:pt x="0" y="1072"/>
                      <a:pt x="0" y="966"/>
                    </a:cubicBezTo>
                    <a:cubicBezTo>
                      <a:pt x="0" y="889"/>
                      <a:pt x="45" y="823"/>
                      <a:pt x="110" y="792"/>
                    </a:cubicBezTo>
                    <a:cubicBezTo>
                      <a:pt x="110" y="497"/>
                      <a:pt x="110" y="497"/>
                      <a:pt x="110" y="497"/>
                    </a:cubicBezTo>
                    <a:cubicBezTo>
                      <a:pt x="374" y="497"/>
                      <a:pt x="374" y="497"/>
                      <a:pt x="374" y="497"/>
                    </a:cubicBezTo>
                    <a:cubicBezTo>
                      <a:pt x="400" y="425"/>
                      <a:pt x="470" y="374"/>
                      <a:pt x="552" y="374"/>
                    </a:cubicBezTo>
                    <a:cubicBezTo>
                      <a:pt x="634" y="374"/>
                      <a:pt x="704" y="425"/>
                      <a:pt x="730" y="497"/>
                    </a:cubicBezTo>
                    <a:cubicBezTo>
                      <a:pt x="883" y="497"/>
                      <a:pt x="883" y="497"/>
                      <a:pt x="883" y="497"/>
                    </a:cubicBezTo>
                    <a:cubicBezTo>
                      <a:pt x="879" y="369"/>
                      <a:pt x="879" y="369"/>
                      <a:pt x="879" y="369"/>
                    </a:cubicBezTo>
                    <a:cubicBezTo>
                      <a:pt x="790" y="353"/>
                      <a:pt x="724" y="277"/>
                      <a:pt x="724" y="186"/>
                    </a:cubicBezTo>
                    <a:cubicBezTo>
                      <a:pt x="724" y="83"/>
                      <a:pt x="809" y="0"/>
                      <a:pt x="914" y="0"/>
                    </a:cubicBezTo>
                    <a:cubicBezTo>
                      <a:pt x="1019" y="0"/>
                      <a:pt x="1104" y="83"/>
                      <a:pt x="1104" y="186"/>
                    </a:cubicBezTo>
                    <a:cubicBezTo>
                      <a:pt x="1104" y="261"/>
                      <a:pt x="1059" y="325"/>
                      <a:pt x="994" y="355"/>
                    </a:cubicBezTo>
                    <a:close/>
                    <a:moveTo>
                      <a:pt x="76" y="973"/>
                    </a:moveTo>
                    <a:cubicBezTo>
                      <a:pt x="76" y="1036"/>
                      <a:pt x="127" y="1087"/>
                      <a:pt x="191" y="1087"/>
                    </a:cubicBezTo>
                    <a:cubicBezTo>
                      <a:pt x="254" y="1087"/>
                      <a:pt x="305" y="1036"/>
                      <a:pt x="305" y="973"/>
                    </a:cubicBezTo>
                    <a:cubicBezTo>
                      <a:pt x="305" y="911"/>
                      <a:pt x="254" y="860"/>
                      <a:pt x="191" y="860"/>
                    </a:cubicBezTo>
                    <a:cubicBezTo>
                      <a:pt x="127" y="860"/>
                      <a:pt x="76" y="911"/>
                      <a:pt x="76" y="973"/>
                    </a:cubicBezTo>
                    <a:close/>
                    <a:moveTo>
                      <a:pt x="552" y="447"/>
                    </a:moveTo>
                    <a:cubicBezTo>
                      <a:pt x="489" y="447"/>
                      <a:pt x="438" y="498"/>
                      <a:pt x="438" y="561"/>
                    </a:cubicBezTo>
                    <a:cubicBezTo>
                      <a:pt x="438" y="623"/>
                      <a:pt x="489" y="674"/>
                      <a:pt x="552" y="674"/>
                    </a:cubicBezTo>
                    <a:cubicBezTo>
                      <a:pt x="616" y="674"/>
                      <a:pt x="667" y="623"/>
                      <a:pt x="667" y="561"/>
                    </a:cubicBezTo>
                    <a:cubicBezTo>
                      <a:pt x="667" y="498"/>
                      <a:pt x="616" y="447"/>
                      <a:pt x="552" y="447"/>
                    </a:cubicBezTo>
                    <a:close/>
                    <a:moveTo>
                      <a:pt x="914" y="73"/>
                    </a:moveTo>
                    <a:cubicBezTo>
                      <a:pt x="851" y="73"/>
                      <a:pt x="799" y="124"/>
                      <a:pt x="799" y="187"/>
                    </a:cubicBezTo>
                    <a:cubicBezTo>
                      <a:pt x="799" y="249"/>
                      <a:pt x="851" y="300"/>
                      <a:pt x="914" y="300"/>
                    </a:cubicBezTo>
                    <a:cubicBezTo>
                      <a:pt x="977" y="300"/>
                      <a:pt x="1029" y="249"/>
                      <a:pt x="1029" y="187"/>
                    </a:cubicBezTo>
                    <a:cubicBezTo>
                      <a:pt x="1029" y="124"/>
                      <a:pt x="977" y="73"/>
                      <a:pt x="914" y="73"/>
                    </a:cubicBez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87" name="组合 7"/>
            <p:cNvGrpSpPr/>
            <p:nvPr/>
          </p:nvGrpSpPr>
          <p:grpSpPr>
            <a:xfrm>
              <a:off x="5117760" y="2793600"/>
              <a:ext cx="815040" cy="816120"/>
              <a:chOff x="5117760" y="2793600"/>
              <a:chExt cx="815040" cy="816120"/>
            </a:xfrm>
          </p:grpSpPr>
          <p:sp>
            <p:nvSpPr>
              <p:cNvPr id="488" name="椭圆 28"/>
              <p:cNvSpPr/>
              <p:nvPr/>
            </p:nvSpPr>
            <p:spPr>
              <a:xfrm flipV="1">
                <a:off x="5117760" y="2793240"/>
                <a:ext cx="815040" cy="816120"/>
              </a:xfrm>
              <a:prstGeom prst="ellipse">
                <a:avLst/>
              </a:prstGeom>
              <a:solidFill>
                <a:srgbClr val="272f43">
                  <a:alpha val="90000"/>
                </a:srgbClr>
              </a:solidFill>
              <a:ln w="38100">
                <a:solidFill>
                  <a:srgbClr val="ffffff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grpSp>
            <p:nvGrpSpPr>
              <p:cNvPr id="489" name="组合 29"/>
              <p:cNvGrpSpPr/>
              <p:nvPr/>
            </p:nvGrpSpPr>
            <p:grpSpPr>
              <a:xfrm>
                <a:off x="5375880" y="2976120"/>
                <a:ext cx="392760" cy="390960"/>
                <a:chOff x="5375880" y="2976120"/>
                <a:chExt cx="392760" cy="390960"/>
              </a:xfrm>
            </p:grpSpPr>
            <p:sp>
              <p:nvSpPr>
                <p:cNvPr id="490" name="任意多边形 23"/>
                <p:cNvSpPr/>
                <p:nvPr/>
              </p:nvSpPr>
              <p:spPr>
                <a:xfrm>
                  <a:off x="5375880" y="3172320"/>
                  <a:ext cx="262440" cy="194760"/>
                </a:xfrm>
                <a:custGeom>
                  <a:avLst/>
                  <a:gdLst/>
                  <a:ahLst/>
                  <a:rect l="l" t="t" r="r" b="b"/>
                  <a:pathLst>
                    <a:path w="623" h="466">
                      <a:moveTo>
                        <a:pt x="623" y="427"/>
                      </a:moveTo>
                      <a:cubicBezTo>
                        <a:pt x="622" y="428"/>
                        <a:pt x="620" y="428"/>
                        <a:pt x="618" y="428"/>
                      </a:cubicBezTo>
                      <a:cubicBezTo>
                        <a:pt x="614" y="428"/>
                        <a:pt x="611" y="427"/>
                        <a:pt x="607" y="425"/>
                      </a:cubicBezTo>
                      <a:cubicBezTo>
                        <a:pt x="541" y="390"/>
                        <a:pt x="541" y="390"/>
                        <a:pt x="541" y="390"/>
                      </a:cubicBezTo>
                      <a:cubicBezTo>
                        <a:pt x="475" y="425"/>
                        <a:pt x="475" y="425"/>
                        <a:pt x="475" y="425"/>
                      </a:cubicBezTo>
                      <a:cubicBezTo>
                        <a:pt x="471" y="427"/>
                        <a:pt x="468" y="428"/>
                        <a:pt x="464" y="428"/>
                      </a:cubicBezTo>
                      <a:cubicBezTo>
                        <a:pt x="458" y="428"/>
                        <a:pt x="453" y="426"/>
                        <a:pt x="449" y="423"/>
                      </a:cubicBezTo>
                      <a:cubicBezTo>
                        <a:pt x="442" y="418"/>
                        <a:pt x="438" y="408"/>
                        <a:pt x="440" y="399"/>
                      </a:cubicBezTo>
                      <a:cubicBezTo>
                        <a:pt x="452" y="326"/>
                        <a:pt x="452" y="326"/>
                        <a:pt x="452" y="326"/>
                      </a:cubicBezTo>
                      <a:cubicBezTo>
                        <a:pt x="399" y="273"/>
                        <a:pt x="399" y="273"/>
                        <a:pt x="399" y="273"/>
                      </a:cubicBezTo>
                      <a:cubicBezTo>
                        <a:pt x="392" y="267"/>
                        <a:pt x="390" y="257"/>
                        <a:pt x="392" y="249"/>
                      </a:cubicBezTo>
                      <a:cubicBezTo>
                        <a:pt x="395" y="240"/>
                        <a:pt x="403" y="233"/>
                        <a:pt x="412" y="232"/>
                      </a:cubicBezTo>
                      <a:cubicBezTo>
                        <a:pt x="486" y="221"/>
                        <a:pt x="486" y="221"/>
                        <a:pt x="486" y="221"/>
                      </a:cubicBezTo>
                      <a:cubicBezTo>
                        <a:pt x="519" y="154"/>
                        <a:pt x="519" y="154"/>
                        <a:pt x="519" y="154"/>
                      </a:cubicBezTo>
                      <a:cubicBezTo>
                        <a:pt x="523" y="146"/>
                        <a:pt x="532" y="141"/>
                        <a:pt x="541" y="141"/>
                      </a:cubicBezTo>
                      <a:cubicBezTo>
                        <a:pt x="550" y="141"/>
                        <a:pt x="559" y="146"/>
                        <a:pt x="563" y="154"/>
                      </a:cubicBezTo>
                      <a:cubicBezTo>
                        <a:pt x="582" y="192"/>
                        <a:pt x="582" y="192"/>
                        <a:pt x="582" y="192"/>
                      </a:cubicBezTo>
                      <a:cubicBezTo>
                        <a:pt x="567" y="147"/>
                        <a:pt x="550" y="104"/>
                        <a:pt x="529" y="78"/>
                      </a:cubicBezTo>
                      <a:cubicBezTo>
                        <a:pt x="498" y="26"/>
                        <a:pt x="447" y="7"/>
                        <a:pt x="407" y="1"/>
                      </a:cubicBezTo>
                      <a:cubicBezTo>
                        <a:pt x="401" y="0"/>
                        <a:pt x="395" y="2"/>
                        <a:pt x="391" y="7"/>
                      </a:cubicBezTo>
                      <a:cubicBezTo>
                        <a:pt x="351" y="63"/>
                        <a:pt x="351" y="63"/>
                        <a:pt x="351" y="63"/>
                      </a:cubicBezTo>
                      <a:cubicBezTo>
                        <a:pt x="307" y="3"/>
                        <a:pt x="307" y="3"/>
                        <a:pt x="307" y="3"/>
                      </a:cubicBezTo>
                      <a:cubicBezTo>
                        <a:pt x="338" y="107"/>
                        <a:pt x="338" y="107"/>
                        <a:pt x="338" y="107"/>
                      </a:cubicBezTo>
                      <a:cubicBezTo>
                        <a:pt x="338" y="110"/>
                        <a:pt x="338" y="112"/>
                        <a:pt x="338" y="115"/>
                      </a:cubicBezTo>
                      <a:cubicBezTo>
                        <a:pt x="306" y="262"/>
                        <a:pt x="306" y="262"/>
                        <a:pt x="306" y="262"/>
                      </a:cubicBezTo>
                      <a:cubicBezTo>
                        <a:pt x="306" y="263"/>
                        <a:pt x="306" y="263"/>
                        <a:pt x="306" y="264"/>
                      </a:cubicBezTo>
                      <a:cubicBezTo>
                        <a:pt x="306" y="265"/>
                        <a:pt x="306" y="265"/>
                        <a:pt x="306" y="265"/>
                      </a:cubicBezTo>
                      <a:cubicBezTo>
                        <a:pt x="306" y="264"/>
                        <a:pt x="306" y="264"/>
                        <a:pt x="306" y="264"/>
                      </a:cubicBezTo>
                      <a:cubicBezTo>
                        <a:pt x="306" y="263"/>
                        <a:pt x="306" y="263"/>
                        <a:pt x="306" y="263"/>
                      </a:cubicBezTo>
                      <a:cubicBezTo>
                        <a:pt x="271" y="115"/>
                        <a:pt x="271" y="115"/>
                        <a:pt x="271" y="115"/>
                      </a:cubicBezTo>
                      <a:cubicBezTo>
                        <a:pt x="271" y="112"/>
                        <a:pt x="271" y="109"/>
                        <a:pt x="272" y="107"/>
                      </a:cubicBezTo>
                      <a:cubicBezTo>
                        <a:pt x="305" y="1"/>
                        <a:pt x="305" y="1"/>
                        <a:pt x="305" y="1"/>
                      </a:cubicBezTo>
                      <a:cubicBezTo>
                        <a:pt x="259" y="65"/>
                        <a:pt x="259" y="65"/>
                        <a:pt x="259" y="65"/>
                      </a:cubicBezTo>
                      <a:cubicBezTo>
                        <a:pt x="219" y="11"/>
                        <a:pt x="219" y="11"/>
                        <a:pt x="219" y="11"/>
                      </a:cubicBezTo>
                      <a:cubicBezTo>
                        <a:pt x="215" y="6"/>
                        <a:pt x="208" y="3"/>
                        <a:pt x="202" y="5"/>
                      </a:cubicBezTo>
                      <a:cubicBezTo>
                        <a:pt x="170" y="13"/>
                        <a:pt x="128" y="32"/>
                        <a:pt x="98" y="74"/>
                      </a:cubicBezTo>
                      <a:cubicBezTo>
                        <a:pt x="97" y="76"/>
                        <a:pt x="96" y="77"/>
                        <a:pt x="95" y="78"/>
                      </a:cubicBezTo>
                      <a:cubicBezTo>
                        <a:pt x="95" y="79"/>
                        <a:pt x="94" y="80"/>
                        <a:pt x="93" y="80"/>
                      </a:cubicBezTo>
                      <a:cubicBezTo>
                        <a:pt x="91" y="84"/>
                        <a:pt x="89" y="87"/>
                        <a:pt x="87" y="91"/>
                      </a:cubicBezTo>
                      <a:cubicBezTo>
                        <a:pt x="87" y="91"/>
                        <a:pt x="88" y="91"/>
                        <a:pt x="88" y="91"/>
                      </a:cubicBezTo>
                      <a:cubicBezTo>
                        <a:pt x="84" y="99"/>
                        <a:pt x="79" y="109"/>
                        <a:pt x="75" y="119"/>
                      </a:cubicBezTo>
                      <a:cubicBezTo>
                        <a:pt x="75" y="118"/>
                        <a:pt x="74" y="118"/>
                        <a:pt x="74" y="118"/>
                      </a:cubicBezTo>
                      <a:cubicBezTo>
                        <a:pt x="35" y="210"/>
                        <a:pt x="0" y="394"/>
                        <a:pt x="0" y="411"/>
                      </a:cubicBezTo>
                      <a:cubicBezTo>
                        <a:pt x="2" y="411"/>
                        <a:pt x="2" y="411"/>
                        <a:pt x="2" y="411"/>
                      </a:cubicBezTo>
                      <a:cubicBezTo>
                        <a:pt x="2" y="429"/>
                        <a:pt x="9" y="466"/>
                        <a:pt x="66" y="465"/>
                      </a:cubicBezTo>
                      <a:cubicBezTo>
                        <a:pt x="556" y="465"/>
                        <a:pt x="556" y="465"/>
                        <a:pt x="556" y="465"/>
                      </a:cubicBezTo>
                      <a:cubicBezTo>
                        <a:pt x="556" y="465"/>
                        <a:pt x="607" y="466"/>
                        <a:pt x="623" y="427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491" name="椭圆 31"/>
                <p:cNvSpPr/>
                <p:nvPr/>
              </p:nvSpPr>
              <p:spPr>
                <a:xfrm>
                  <a:off x="5414040" y="2976120"/>
                  <a:ext cx="179640" cy="178560"/>
                </a:xfrm>
                <a:prstGeom prst="ellipse">
                  <a:avLst/>
                </a:pr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492" name="任意多边形 25"/>
                <p:cNvSpPr/>
                <p:nvPr/>
              </p:nvSpPr>
              <p:spPr>
                <a:xfrm>
                  <a:off x="5557680" y="3247200"/>
                  <a:ext cx="94320" cy="89640"/>
                </a:xfrm>
                <a:custGeom>
                  <a:avLst/>
                  <a:gdLst/>
                  <a:ahLst/>
                  <a:rect l="l" t="t" r="r" b="b"/>
                  <a:pathLst>
                    <a:path w="230" h="219">
                      <a:moveTo>
                        <a:pt x="107" y="5"/>
                      </a:moveTo>
                      <a:cubicBezTo>
                        <a:pt x="108" y="2"/>
                        <a:pt x="112" y="0"/>
                        <a:pt x="115" y="0"/>
                      </a:cubicBezTo>
                      <a:cubicBezTo>
                        <a:pt x="119" y="0"/>
                        <a:pt x="122" y="2"/>
                        <a:pt x="123" y="5"/>
                      </a:cubicBezTo>
                      <a:cubicBezTo>
                        <a:pt x="154" y="67"/>
                        <a:pt x="154" y="67"/>
                        <a:pt x="154" y="67"/>
                      </a:cubicBezTo>
                      <a:cubicBezTo>
                        <a:pt x="222" y="77"/>
                        <a:pt x="222" y="77"/>
                        <a:pt x="222" y="77"/>
                      </a:cubicBezTo>
                      <a:cubicBezTo>
                        <a:pt x="225" y="77"/>
                        <a:pt x="228" y="80"/>
                        <a:pt x="229" y="83"/>
                      </a:cubicBezTo>
                      <a:cubicBezTo>
                        <a:pt x="230" y="86"/>
                        <a:pt x="229" y="90"/>
                        <a:pt x="227" y="92"/>
                      </a:cubicBezTo>
                      <a:cubicBezTo>
                        <a:pt x="178" y="140"/>
                        <a:pt x="178" y="140"/>
                        <a:pt x="178" y="140"/>
                      </a:cubicBezTo>
                      <a:cubicBezTo>
                        <a:pt x="189" y="208"/>
                        <a:pt x="189" y="208"/>
                        <a:pt x="189" y="208"/>
                      </a:cubicBezTo>
                      <a:cubicBezTo>
                        <a:pt x="190" y="211"/>
                        <a:pt x="188" y="215"/>
                        <a:pt x="186" y="217"/>
                      </a:cubicBezTo>
                      <a:cubicBezTo>
                        <a:pt x="183" y="219"/>
                        <a:pt x="179" y="219"/>
                        <a:pt x="176" y="218"/>
                      </a:cubicBezTo>
                      <a:cubicBezTo>
                        <a:pt x="115" y="186"/>
                        <a:pt x="115" y="186"/>
                        <a:pt x="115" y="186"/>
                      </a:cubicBezTo>
                      <a:cubicBezTo>
                        <a:pt x="54" y="218"/>
                        <a:pt x="54" y="218"/>
                        <a:pt x="54" y="218"/>
                      </a:cubicBezTo>
                      <a:cubicBezTo>
                        <a:pt x="51" y="219"/>
                        <a:pt x="47" y="219"/>
                        <a:pt x="44" y="217"/>
                      </a:cubicBezTo>
                      <a:cubicBezTo>
                        <a:pt x="42" y="215"/>
                        <a:pt x="40" y="212"/>
                        <a:pt x="41" y="208"/>
                      </a:cubicBezTo>
                      <a:cubicBezTo>
                        <a:pt x="52" y="140"/>
                        <a:pt x="52" y="140"/>
                        <a:pt x="52" y="140"/>
                      </a:cubicBezTo>
                      <a:cubicBezTo>
                        <a:pt x="3" y="92"/>
                        <a:pt x="3" y="92"/>
                        <a:pt x="3" y="92"/>
                      </a:cubicBezTo>
                      <a:cubicBezTo>
                        <a:pt x="1" y="90"/>
                        <a:pt x="0" y="86"/>
                        <a:pt x="1" y="83"/>
                      </a:cubicBezTo>
                      <a:cubicBezTo>
                        <a:pt x="2" y="80"/>
                        <a:pt x="5" y="77"/>
                        <a:pt x="8" y="77"/>
                      </a:cubicBezTo>
                      <a:cubicBezTo>
                        <a:pt x="76" y="67"/>
                        <a:pt x="76" y="67"/>
                        <a:pt x="76" y="67"/>
                      </a:cubicBezTo>
                      <a:cubicBezTo>
                        <a:pt x="107" y="5"/>
                        <a:pt x="107" y="5"/>
                        <a:pt x="107" y="5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493" name="任意多边形 26"/>
                <p:cNvSpPr/>
                <p:nvPr/>
              </p:nvSpPr>
              <p:spPr>
                <a:xfrm>
                  <a:off x="5673960" y="3247200"/>
                  <a:ext cx="94680" cy="89640"/>
                </a:xfrm>
                <a:custGeom>
                  <a:avLst/>
                  <a:gdLst/>
                  <a:ahLst/>
                  <a:rect l="l" t="t" r="r" b="b"/>
                  <a:pathLst>
                    <a:path w="231" h="219">
                      <a:moveTo>
                        <a:pt x="107" y="5"/>
                      </a:moveTo>
                      <a:cubicBezTo>
                        <a:pt x="109" y="2"/>
                        <a:pt x="112" y="0"/>
                        <a:pt x="116" y="0"/>
                      </a:cubicBezTo>
                      <a:cubicBezTo>
                        <a:pt x="119" y="0"/>
                        <a:pt x="122" y="2"/>
                        <a:pt x="124" y="5"/>
                      </a:cubicBezTo>
                      <a:cubicBezTo>
                        <a:pt x="154" y="67"/>
                        <a:pt x="154" y="67"/>
                        <a:pt x="154" y="67"/>
                      </a:cubicBezTo>
                      <a:cubicBezTo>
                        <a:pt x="222" y="77"/>
                        <a:pt x="222" y="77"/>
                        <a:pt x="222" y="77"/>
                      </a:cubicBezTo>
                      <a:cubicBezTo>
                        <a:pt x="226" y="77"/>
                        <a:pt x="229" y="79"/>
                        <a:pt x="230" y="83"/>
                      </a:cubicBezTo>
                      <a:cubicBezTo>
                        <a:pt x="231" y="86"/>
                        <a:pt x="230" y="90"/>
                        <a:pt x="227" y="92"/>
                      </a:cubicBezTo>
                      <a:cubicBezTo>
                        <a:pt x="178" y="140"/>
                        <a:pt x="178" y="140"/>
                        <a:pt x="178" y="140"/>
                      </a:cubicBezTo>
                      <a:cubicBezTo>
                        <a:pt x="190" y="208"/>
                        <a:pt x="190" y="208"/>
                        <a:pt x="190" y="208"/>
                      </a:cubicBezTo>
                      <a:cubicBezTo>
                        <a:pt x="190" y="211"/>
                        <a:pt x="189" y="215"/>
                        <a:pt x="186" y="217"/>
                      </a:cubicBezTo>
                      <a:cubicBezTo>
                        <a:pt x="183" y="219"/>
                        <a:pt x="180" y="219"/>
                        <a:pt x="176" y="218"/>
                      </a:cubicBezTo>
                      <a:cubicBezTo>
                        <a:pt x="116" y="186"/>
                        <a:pt x="116" y="186"/>
                        <a:pt x="116" y="186"/>
                      </a:cubicBezTo>
                      <a:cubicBezTo>
                        <a:pt x="55" y="218"/>
                        <a:pt x="55" y="218"/>
                        <a:pt x="55" y="218"/>
                      </a:cubicBezTo>
                      <a:cubicBezTo>
                        <a:pt x="52" y="219"/>
                        <a:pt x="48" y="219"/>
                        <a:pt x="45" y="217"/>
                      </a:cubicBezTo>
                      <a:cubicBezTo>
                        <a:pt x="42" y="215"/>
                        <a:pt x="41" y="211"/>
                        <a:pt x="41" y="208"/>
                      </a:cubicBezTo>
                      <a:cubicBezTo>
                        <a:pt x="53" y="140"/>
                        <a:pt x="53" y="140"/>
                        <a:pt x="53" y="140"/>
                      </a:cubicBezTo>
                      <a:cubicBezTo>
                        <a:pt x="4" y="92"/>
                        <a:pt x="4" y="92"/>
                        <a:pt x="4" y="92"/>
                      </a:cubicBezTo>
                      <a:cubicBezTo>
                        <a:pt x="1" y="90"/>
                        <a:pt x="0" y="86"/>
                        <a:pt x="1" y="83"/>
                      </a:cubicBezTo>
                      <a:cubicBezTo>
                        <a:pt x="2" y="79"/>
                        <a:pt x="5" y="77"/>
                        <a:pt x="9" y="77"/>
                      </a:cubicBezTo>
                      <a:cubicBezTo>
                        <a:pt x="77" y="67"/>
                        <a:pt x="77" y="67"/>
                        <a:pt x="77" y="67"/>
                      </a:cubicBezTo>
                      <a:cubicBezTo>
                        <a:pt x="107" y="5"/>
                        <a:pt x="107" y="5"/>
                        <a:pt x="107" y="5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494" name="任意多边形 27"/>
                <p:cNvSpPr/>
                <p:nvPr/>
              </p:nvSpPr>
              <p:spPr>
                <a:xfrm>
                  <a:off x="5612760" y="3147120"/>
                  <a:ext cx="94320" cy="90000"/>
                </a:xfrm>
                <a:custGeom>
                  <a:avLst/>
                  <a:gdLst/>
                  <a:ahLst/>
                  <a:rect l="l" t="t" r="r" b="b"/>
                  <a:pathLst>
                    <a:path w="230" h="220">
                      <a:moveTo>
                        <a:pt x="107" y="5"/>
                      </a:moveTo>
                      <a:cubicBezTo>
                        <a:pt x="108" y="2"/>
                        <a:pt x="112" y="0"/>
                        <a:pt x="115" y="0"/>
                      </a:cubicBezTo>
                      <a:cubicBezTo>
                        <a:pt x="119" y="0"/>
                        <a:pt x="122" y="2"/>
                        <a:pt x="123" y="6"/>
                      </a:cubicBezTo>
                      <a:cubicBezTo>
                        <a:pt x="154" y="67"/>
                        <a:pt x="154" y="67"/>
                        <a:pt x="154" y="67"/>
                      </a:cubicBezTo>
                      <a:cubicBezTo>
                        <a:pt x="222" y="77"/>
                        <a:pt x="222" y="77"/>
                        <a:pt x="222" y="77"/>
                      </a:cubicBezTo>
                      <a:cubicBezTo>
                        <a:pt x="225" y="77"/>
                        <a:pt x="228" y="80"/>
                        <a:pt x="229" y="83"/>
                      </a:cubicBezTo>
                      <a:cubicBezTo>
                        <a:pt x="230" y="87"/>
                        <a:pt x="229" y="90"/>
                        <a:pt x="227" y="93"/>
                      </a:cubicBezTo>
                      <a:cubicBezTo>
                        <a:pt x="178" y="141"/>
                        <a:pt x="178" y="141"/>
                        <a:pt x="178" y="141"/>
                      </a:cubicBezTo>
                      <a:cubicBezTo>
                        <a:pt x="189" y="208"/>
                        <a:pt x="189" y="208"/>
                        <a:pt x="189" y="208"/>
                      </a:cubicBezTo>
                      <a:cubicBezTo>
                        <a:pt x="190" y="212"/>
                        <a:pt x="188" y="215"/>
                        <a:pt x="186" y="217"/>
                      </a:cubicBezTo>
                      <a:cubicBezTo>
                        <a:pt x="183" y="220"/>
                        <a:pt x="179" y="220"/>
                        <a:pt x="176" y="218"/>
                      </a:cubicBezTo>
                      <a:cubicBezTo>
                        <a:pt x="115" y="186"/>
                        <a:pt x="115" y="186"/>
                        <a:pt x="115" y="186"/>
                      </a:cubicBezTo>
                      <a:cubicBezTo>
                        <a:pt x="54" y="218"/>
                        <a:pt x="54" y="218"/>
                        <a:pt x="54" y="218"/>
                      </a:cubicBezTo>
                      <a:cubicBezTo>
                        <a:pt x="51" y="220"/>
                        <a:pt x="47" y="220"/>
                        <a:pt x="45" y="217"/>
                      </a:cubicBezTo>
                      <a:cubicBezTo>
                        <a:pt x="42" y="215"/>
                        <a:pt x="40" y="212"/>
                        <a:pt x="41" y="208"/>
                      </a:cubicBezTo>
                      <a:cubicBezTo>
                        <a:pt x="52" y="141"/>
                        <a:pt x="52" y="141"/>
                        <a:pt x="52" y="141"/>
                      </a:cubicBezTo>
                      <a:cubicBezTo>
                        <a:pt x="3" y="93"/>
                        <a:pt x="3" y="93"/>
                        <a:pt x="3" y="93"/>
                      </a:cubicBezTo>
                      <a:cubicBezTo>
                        <a:pt x="1" y="90"/>
                        <a:pt x="0" y="87"/>
                        <a:pt x="1" y="83"/>
                      </a:cubicBezTo>
                      <a:cubicBezTo>
                        <a:pt x="2" y="80"/>
                        <a:pt x="5" y="77"/>
                        <a:pt x="8" y="77"/>
                      </a:cubicBezTo>
                      <a:cubicBezTo>
                        <a:pt x="76" y="67"/>
                        <a:pt x="76" y="67"/>
                        <a:pt x="76" y="67"/>
                      </a:cubicBezTo>
                      <a:cubicBezTo>
                        <a:pt x="107" y="5"/>
                        <a:pt x="107" y="5"/>
                        <a:pt x="107" y="5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</p:grpSp>
        </p:grpSp>
        <p:grpSp>
          <p:nvGrpSpPr>
            <p:cNvPr id="495" name="组合 8"/>
            <p:cNvGrpSpPr/>
            <p:nvPr/>
          </p:nvGrpSpPr>
          <p:grpSpPr>
            <a:xfrm>
              <a:off x="3207240" y="2793600"/>
              <a:ext cx="815040" cy="816120"/>
              <a:chOff x="3207240" y="2793600"/>
              <a:chExt cx="815040" cy="816120"/>
            </a:xfrm>
          </p:grpSpPr>
          <p:sp>
            <p:nvSpPr>
              <p:cNvPr id="496" name="椭圆 26"/>
              <p:cNvSpPr/>
              <p:nvPr/>
            </p:nvSpPr>
            <p:spPr>
              <a:xfrm flipV="1">
                <a:off x="3207240" y="2793240"/>
                <a:ext cx="815040" cy="816120"/>
              </a:xfrm>
              <a:prstGeom prst="ellipse">
                <a:avLst/>
              </a:prstGeom>
              <a:solidFill>
                <a:srgbClr val="272f43">
                  <a:alpha val="90000"/>
                </a:srgbClr>
              </a:solidFill>
              <a:ln w="38100">
                <a:solidFill>
                  <a:srgbClr val="ffffff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497" name="任意多边形 30"/>
              <p:cNvSpPr/>
              <p:nvPr/>
            </p:nvSpPr>
            <p:spPr>
              <a:xfrm>
                <a:off x="3412440" y="3008520"/>
                <a:ext cx="405000" cy="405000"/>
              </a:xfrm>
              <a:custGeom>
                <a:avLst/>
                <a:gdLst/>
                <a:ahLst/>
                <a:rect l="l" t="t" r="r" b="b"/>
                <a:pathLst>
                  <a:path w="1083" h="1084">
                    <a:moveTo>
                      <a:pt x="542" y="0"/>
                    </a:moveTo>
                    <a:cubicBezTo>
                      <a:pt x="691" y="0"/>
                      <a:pt x="827" y="61"/>
                      <a:pt x="925" y="159"/>
                    </a:cubicBezTo>
                    <a:cubicBezTo>
                      <a:pt x="1023" y="258"/>
                      <a:pt x="1083" y="393"/>
                      <a:pt x="1083" y="542"/>
                    </a:cubicBezTo>
                    <a:cubicBezTo>
                      <a:pt x="1083" y="692"/>
                      <a:pt x="1023" y="827"/>
                      <a:pt x="925" y="926"/>
                    </a:cubicBezTo>
                    <a:cubicBezTo>
                      <a:pt x="827" y="1024"/>
                      <a:pt x="691" y="1084"/>
                      <a:pt x="542" y="1084"/>
                    </a:cubicBezTo>
                    <a:cubicBezTo>
                      <a:pt x="392" y="1084"/>
                      <a:pt x="257" y="1024"/>
                      <a:pt x="158" y="926"/>
                    </a:cubicBezTo>
                    <a:cubicBezTo>
                      <a:pt x="60" y="827"/>
                      <a:pt x="0" y="692"/>
                      <a:pt x="0" y="542"/>
                    </a:cubicBezTo>
                    <a:cubicBezTo>
                      <a:pt x="0" y="393"/>
                      <a:pt x="60" y="258"/>
                      <a:pt x="158" y="159"/>
                    </a:cubicBezTo>
                    <a:cubicBezTo>
                      <a:pt x="257" y="61"/>
                      <a:pt x="392" y="0"/>
                      <a:pt x="542" y="0"/>
                    </a:cubicBezTo>
                    <a:cubicBezTo>
                      <a:pt x="542" y="0"/>
                      <a:pt x="542" y="0"/>
                      <a:pt x="542" y="0"/>
                    </a:cubicBezTo>
                    <a:close/>
                    <a:moveTo>
                      <a:pt x="517" y="1000"/>
                    </a:moveTo>
                    <a:cubicBezTo>
                      <a:pt x="517" y="1000"/>
                      <a:pt x="517" y="1000"/>
                      <a:pt x="517" y="1000"/>
                    </a:cubicBezTo>
                    <a:cubicBezTo>
                      <a:pt x="517" y="825"/>
                      <a:pt x="517" y="825"/>
                      <a:pt x="517" y="825"/>
                    </a:cubicBezTo>
                    <a:cubicBezTo>
                      <a:pt x="468" y="827"/>
                      <a:pt x="420" y="837"/>
                      <a:pt x="376" y="854"/>
                    </a:cubicBezTo>
                    <a:cubicBezTo>
                      <a:pt x="370" y="856"/>
                      <a:pt x="363" y="859"/>
                      <a:pt x="357" y="861"/>
                    </a:cubicBezTo>
                    <a:cubicBezTo>
                      <a:pt x="361" y="869"/>
                      <a:pt x="365" y="877"/>
                      <a:pt x="369" y="884"/>
                    </a:cubicBezTo>
                    <a:cubicBezTo>
                      <a:pt x="396" y="934"/>
                      <a:pt x="430" y="972"/>
                      <a:pt x="466" y="995"/>
                    </a:cubicBezTo>
                    <a:cubicBezTo>
                      <a:pt x="483" y="998"/>
                      <a:pt x="500" y="1000"/>
                      <a:pt x="517" y="1000"/>
                    </a:cubicBezTo>
                    <a:cubicBezTo>
                      <a:pt x="517" y="1000"/>
                      <a:pt x="517" y="1000"/>
                      <a:pt x="517" y="1000"/>
                    </a:cubicBezTo>
                    <a:close/>
                    <a:moveTo>
                      <a:pt x="866" y="218"/>
                    </a:moveTo>
                    <a:cubicBezTo>
                      <a:pt x="866" y="218"/>
                      <a:pt x="866" y="218"/>
                      <a:pt x="866" y="218"/>
                    </a:cubicBezTo>
                    <a:cubicBezTo>
                      <a:pt x="862" y="214"/>
                      <a:pt x="858" y="211"/>
                      <a:pt x="855" y="207"/>
                    </a:cubicBezTo>
                    <a:cubicBezTo>
                      <a:pt x="835" y="223"/>
                      <a:pt x="813" y="236"/>
                      <a:pt x="791" y="248"/>
                    </a:cubicBezTo>
                    <a:cubicBezTo>
                      <a:pt x="820" y="325"/>
                      <a:pt x="839" y="418"/>
                      <a:pt x="842" y="517"/>
                    </a:cubicBezTo>
                    <a:cubicBezTo>
                      <a:pt x="1000" y="517"/>
                      <a:pt x="1000" y="517"/>
                      <a:pt x="1000" y="517"/>
                    </a:cubicBezTo>
                    <a:cubicBezTo>
                      <a:pt x="993" y="401"/>
                      <a:pt x="943" y="296"/>
                      <a:pt x="866" y="218"/>
                    </a:cubicBezTo>
                    <a:cubicBezTo>
                      <a:pt x="866" y="218"/>
                      <a:pt x="866" y="218"/>
                      <a:pt x="866" y="218"/>
                    </a:cubicBezTo>
                    <a:close/>
                    <a:moveTo>
                      <a:pt x="815" y="174"/>
                    </a:moveTo>
                    <a:cubicBezTo>
                      <a:pt x="815" y="174"/>
                      <a:pt x="815" y="174"/>
                      <a:pt x="815" y="174"/>
                    </a:cubicBezTo>
                    <a:cubicBezTo>
                      <a:pt x="787" y="153"/>
                      <a:pt x="755" y="135"/>
                      <a:pt x="722" y="120"/>
                    </a:cubicBezTo>
                    <a:cubicBezTo>
                      <a:pt x="735" y="138"/>
                      <a:pt x="747" y="156"/>
                      <a:pt x="758" y="177"/>
                    </a:cubicBezTo>
                    <a:cubicBezTo>
                      <a:pt x="763" y="185"/>
                      <a:pt x="767" y="193"/>
                      <a:pt x="771" y="202"/>
                    </a:cubicBezTo>
                    <a:cubicBezTo>
                      <a:pt x="787" y="194"/>
                      <a:pt x="801" y="184"/>
                      <a:pt x="815" y="174"/>
                    </a:cubicBezTo>
                    <a:cubicBezTo>
                      <a:pt x="815" y="174"/>
                      <a:pt x="815" y="174"/>
                      <a:pt x="815" y="174"/>
                    </a:cubicBezTo>
                    <a:close/>
                    <a:moveTo>
                      <a:pt x="617" y="90"/>
                    </a:moveTo>
                    <a:cubicBezTo>
                      <a:pt x="617" y="90"/>
                      <a:pt x="617" y="90"/>
                      <a:pt x="617" y="90"/>
                    </a:cubicBezTo>
                    <a:cubicBezTo>
                      <a:pt x="601" y="87"/>
                      <a:pt x="584" y="85"/>
                      <a:pt x="567" y="84"/>
                    </a:cubicBezTo>
                    <a:cubicBezTo>
                      <a:pt x="567" y="260"/>
                      <a:pt x="567" y="260"/>
                      <a:pt x="567" y="260"/>
                    </a:cubicBezTo>
                    <a:cubicBezTo>
                      <a:pt x="616" y="258"/>
                      <a:pt x="664" y="247"/>
                      <a:pt x="707" y="231"/>
                    </a:cubicBezTo>
                    <a:cubicBezTo>
                      <a:pt x="714" y="229"/>
                      <a:pt x="720" y="226"/>
                      <a:pt x="726" y="224"/>
                    </a:cubicBezTo>
                    <a:cubicBezTo>
                      <a:pt x="723" y="216"/>
                      <a:pt x="719" y="208"/>
                      <a:pt x="714" y="201"/>
                    </a:cubicBezTo>
                    <a:cubicBezTo>
                      <a:pt x="687" y="151"/>
                      <a:pt x="654" y="112"/>
                      <a:pt x="617" y="90"/>
                    </a:cubicBezTo>
                    <a:cubicBezTo>
                      <a:pt x="617" y="90"/>
                      <a:pt x="617" y="90"/>
                      <a:pt x="617" y="90"/>
                    </a:cubicBezTo>
                    <a:close/>
                    <a:moveTo>
                      <a:pt x="517" y="84"/>
                    </a:moveTo>
                    <a:cubicBezTo>
                      <a:pt x="517" y="84"/>
                      <a:pt x="517" y="84"/>
                      <a:pt x="517" y="84"/>
                    </a:cubicBezTo>
                    <a:cubicBezTo>
                      <a:pt x="500" y="85"/>
                      <a:pt x="483" y="88"/>
                      <a:pt x="466" y="90"/>
                    </a:cubicBezTo>
                    <a:cubicBezTo>
                      <a:pt x="430" y="112"/>
                      <a:pt x="396" y="151"/>
                      <a:pt x="369" y="201"/>
                    </a:cubicBezTo>
                    <a:cubicBezTo>
                      <a:pt x="365" y="208"/>
                      <a:pt x="361" y="216"/>
                      <a:pt x="357" y="224"/>
                    </a:cubicBezTo>
                    <a:cubicBezTo>
                      <a:pt x="363" y="226"/>
                      <a:pt x="370" y="229"/>
                      <a:pt x="376" y="231"/>
                    </a:cubicBezTo>
                    <a:cubicBezTo>
                      <a:pt x="420" y="247"/>
                      <a:pt x="467" y="258"/>
                      <a:pt x="517" y="260"/>
                    </a:cubicBezTo>
                    <a:cubicBezTo>
                      <a:pt x="517" y="84"/>
                      <a:pt x="517" y="84"/>
                      <a:pt x="517" y="84"/>
                    </a:cubicBezTo>
                    <a:cubicBezTo>
                      <a:pt x="517" y="84"/>
                      <a:pt x="517" y="84"/>
                      <a:pt x="517" y="84"/>
                    </a:cubicBezTo>
                    <a:close/>
                    <a:moveTo>
                      <a:pt x="362" y="120"/>
                    </a:moveTo>
                    <a:cubicBezTo>
                      <a:pt x="362" y="120"/>
                      <a:pt x="362" y="120"/>
                      <a:pt x="362" y="120"/>
                    </a:cubicBezTo>
                    <a:cubicBezTo>
                      <a:pt x="328" y="135"/>
                      <a:pt x="297" y="153"/>
                      <a:pt x="268" y="174"/>
                    </a:cubicBezTo>
                    <a:cubicBezTo>
                      <a:pt x="283" y="184"/>
                      <a:pt x="297" y="194"/>
                      <a:pt x="312" y="202"/>
                    </a:cubicBezTo>
                    <a:cubicBezTo>
                      <a:pt x="316" y="193"/>
                      <a:pt x="320" y="185"/>
                      <a:pt x="325" y="177"/>
                    </a:cubicBezTo>
                    <a:cubicBezTo>
                      <a:pt x="336" y="156"/>
                      <a:pt x="349" y="138"/>
                      <a:pt x="362" y="120"/>
                    </a:cubicBezTo>
                    <a:cubicBezTo>
                      <a:pt x="362" y="120"/>
                      <a:pt x="362" y="120"/>
                      <a:pt x="362" y="120"/>
                    </a:cubicBezTo>
                    <a:close/>
                    <a:moveTo>
                      <a:pt x="229" y="207"/>
                    </a:moveTo>
                    <a:cubicBezTo>
                      <a:pt x="229" y="207"/>
                      <a:pt x="229" y="207"/>
                      <a:pt x="229" y="207"/>
                    </a:cubicBezTo>
                    <a:cubicBezTo>
                      <a:pt x="225" y="211"/>
                      <a:pt x="221" y="214"/>
                      <a:pt x="218" y="218"/>
                    </a:cubicBezTo>
                    <a:cubicBezTo>
                      <a:pt x="140" y="296"/>
                      <a:pt x="90" y="401"/>
                      <a:pt x="84" y="517"/>
                    </a:cubicBezTo>
                    <a:cubicBezTo>
                      <a:pt x="242" y="517"/>
                      <a:pt x="242" y="517"/>
                      <a:pt x="242" y="517"/>
                    </a:cubicBezTo>
                    <a:cubicBezTo>
                      <a:pt x="245" y="418"/>
                      <a:pt x="263" y="325"/>
                      <a:pt x="292" y="248"/>
                    </a:cubicBezTo>
                    <a:cubicBezTo>
                      <a:pt x="270" y="236"/>
                      <a:pt x="249" y="223"/>
                      <a:pt x="229" y="207"/>
                    </a:cubicBezTo>
                    <a:cubicBezTo>
                      <a:pt x="229" y="207"/>
                      <a:pt x="229" y="207"/>
                      <a:pt x="229" y="207"/>
                    </a:cubicBezTo>
                    <a:close/>
                    <a:moveTo>
                      <a:pt x="84" y="567"/>
                    </a:moveTo>
                    <a:cubicBezTo>
                      <a:pt x="84" y="567"/>
                      <a:pt x="84" y="567"/>
                      <a:pt x="84" y="567"/>
                    </a:cubicBezTo>
                    <a:cubicBezTo>
                      <a:pt x="90" y="684"/>
                      <a:pt x="140" y="789"/>
                      <a:pt x="218" y="867"/>
                    </a:cubicBezTo>
                    <a:cubicBezTo>
                      <a:pt x="229" y="878"/>
                      <a:pt x="229" y="878"/>
                      <a:pt x="229" y="878"/>
                    </a:cubicBezTo>
                    <a:cubicBezTo>
                      <a:pt x="249" y="863"/>
                      <a:pt x="270" y="849"/>
                      <a:pt x="292" y="837"/>
                    </a:cubicBezTo>
                    <a:cubicBezTo>
                      <a:pt x="263" y="760"/>
                      <a:pt x="245" y="667"/>
                      <a:pt x="242" y="567"/>
                    </a:cubicBezTo>
                    <a:cubicBezTo>
                      <a:pt x="84" y="567"/>
                      <a:pt x="84" y="567"/>
                      <a:pt x="84" y="567"/>
                    </a:cubicBezTo>
                    <a:cubicBezTo>
                      <a:pt x="84" y="567"/>
                      <a:pt x="84" y="567"/>
                      <a:pt x="84" y="567"/>
                    </a:cubicBezTo>
                    <a:close/>
                    <a:moveTo>
                      <a:pt x="268" y="911"/>
                    </a:moveTo>
                    <a:cubicBezTo>
                      <a:pt x="268" y="911"/>
                      <a:pt x="268" y="911"/>
                      <a:pt x="268" y="911"/>
                    </a:cubicBezTo>
                    <a:cubicBezTo>
                      <a:pt x="297" y="932"/>
                      <a:pt x="328" y="950"/>
                      <a:pt x="362" y="964"/>
                    </a:cubicBezTo>
                    <a:cubicBezTo>
                      <a:pt x="349" y="948"/>
                      <a:pt x="336" y="929"/>
                      <a:pt x="325" y="908"/>
                    </a:cubicBezTo>
                    <a:cubicBezTo>
                      <a:pt x="320" y="900"/>
                      <a:pt x="316" y="892"/>
                      <a:pt x="312" y="883"/>
                    </a:cubicBezTo>
                    <a:cubicBezTo>
                      <a:pt x="297" y="891"/>
                      <a:pt x="283" y="900"/>
                      <a:pt x="268" y="911"/>
                    </a:cubicBezTo>
                    <a:cubicBezTo>
                      <a:pt x="268" y="911"/>
                      <a:pt x="268" y="911"/>
                      <a:pt x="268" y="911"/>
                    </a:cubicBezTo>
                    <a:close/>
                    <a:moveTo>
                      <a:pt x="567" y="1000"/>
                    </a:moveTo>
                    <a:cubicBezTo>
                      <a:pt x="567" y="1000"/>
                      <a:pt x="567" y="1000"/>
                      <a:pt x="567" y="1000"/>
                    </a:cubicBezTo>
                    <a:cubicBezTo>
                      <a:pt x="584" y="1000"/>
                      <a:pt x="601" y="998"/>
                      <a:pt x="617" y="995"/>
                    </a:cubicBezTo>
                    <a:cubicBezTo>
                      <a:pt x="654" y="972"/>
                      <a:pt x="687" y="934"/>
                      <a:pt x="714" y="884"/>
                    </a:cubicBezTo>
                    <a:cubicBezTo>
                      <a:pt x="719" y="877"/>
                      <a:pt x="723" y="869"/>
                      <a:pt x="726" y="861"/>
                    </a:cubicBezTo>
                    <a:cubicBezTo>
                      <a:pt x="720" y="859"/>
                      <a:pt x="714" y="856"/>
                      <a:pt x="707" y="854"/>
                    </a:cubicBezTo>
                    <a:cubicBezTo>
                      <a:pt x="664" y="837"/>
                      <a:pt x="616" y="828"/>
                      <a:pt x="566" y="825"/>
                    </a:cubicBezTo>
                    <a:cubicBezTo>
                      <a:pt x="566" y="1000"/>
                      <a:pt x="566" y="1000"/>
                      <a:pt x="566" y="1000"/>
                    </a:cubicBezTo>
                    <a:cubicBezTo>
                      <a:pt x="567" y="1000"/>
                      <a:pt x="567" y="1000"/>
                      <a:pt x="567" y="1000"/>
                    </a:cubicBezTo>
                    <a:close/>
                    <a:moveTo>
                      <a:pt x="722" y="964"/>
                    </a:moveTo>
                    <a:cubicBezTo>
                      <a:pt x="722" y="964"/>
                      <a:pt x="722" y="964"/>
                      <a:pt x="722" y="964"/>
                    </a:cubicBezTo>
                    <a:cubicBezTo>
                      <a:pt x="755" y="950"/>
                      <a:pt x="787" y="932"/>
                      <a:pt x="815" y="911"/>
                    </a:cubicBezTo>
                    <a:cubicBezTo>
                      <a:pt x="801" y="900"/>
                      <a:pt x="787" y="891"/>
                      <a:pt x="771" y="883"/>
                    </a:cubicBezTo>
                    <a:cubicBezTo>
                      <a:pt x="767" y="892"/>
                      <a:pt x="763" y="900"/>
                      <a:pt x="758" y="908"/>
                    </a:cubicBezTo>
                    <a:cubicBezTo>
                      <a:pt x="747" y="929"/>
                      <a:pt x="735" y="948"/>
                      <a:pt x="722" y="964"/>
                    </a:cubicBezTo>
                    <a:cubicBezTo>
                      <a:pt x="722" y="964"/>
                      <a:pt x="722" y="964"/>
                      <a:pt x="722" y="964"/>
                    </a:cubicBezTo>
                    <a:close/>
                    <a:moveTo>
                      <a:pt x="855" y="878"/>
                    </a:moveTo>
                    <a:cubicBezTo>
                      <a:pt x="855" y="878"/>
                      <a:pt x="855" y="878"/>
                      <a:pt x="855" y="878"/>
                    </a:cubicBezTo>
                    <a:cubicBezTo>
                      <a:pt x="866" y="867"/>
                      <a:pt x="866" y="867"/>
                      <a:pt x="866" y="867"/>
                    </a:cubicBezTo>
                    <a:cubicBezTo>
                      <a:pt x="943" y="789"/>
                      <a:pt x="993" y="684"/>
                      <a:pt x="1000" y="567"/>
                    </a:cubicBezTo>
                    <a:cubicBezTo>
                      <a:pt x="842" y="567"/>
                      <a:pt x="842" y="567"/>
                      <a:pt x="842" y="567"/>
                    </a:cubicBezTo>
                    <a:cubicBezTo>
                      <a:pt x="839" y="667"/>
                      <a:pt x="820" y="760"/>
                      <a:pt x="791" y="837"/>
                    </a:cubicBezTo>
                    <a:cubicBezTo>
                      <a:pt x="813" y="849"/>
                      <a:pt x="835" y="863"/>
                      <a:pt x="855" y="878"/>
                    </a:cubicBezTo>
                    <a:cubicBezTo>
                      <a:pt x="855" y="878"/>
                      <a:pt x="855" y="878"/>
                      <a:pt x="855" y="878"/>
                    </a:cubicBezTo>
                    <a:close/>
                    <a:moveTo>
                      <a:pt x="746" y="269"/>
                    </a:moveTo>
                    <a:cubicBezTo>
                      <a:pt x="746" y="269"/>
                      <a:pt x="746" y="269"/>
                      <a:pt x="746" y="269"/>
                    </a:cubicBezTo>
                    <a:cubicBezTo>
                      <a:pt x="739" y="272"/>
                      <a:pt x="732" y="275"/>
                      <a:pt x="725" y="278"/>
                    </a:cubicBezTo>
                    <a:cubicBezTo>
                      <a:pt x="675" y="296"/>
                      <a:pt x="622" y="308"/>
                      <a:pt x="567" y="310"/>
                    </a:cubicBezTo>
                    <a:cubicBezTo>
                      <a:pt x="567" y="517"/>
                      <a:pt x="567" y="517"/>
                      <a:pt x="567" y="517"/>
                    </a:cubicBezTo>
                    <a:cubicBezTo>
                      <a:pt x="792" y="517"/>
                      <a:pt x="792" y="517"/>
                      <a:pt x="792" y="517"/>
                    </a:cubicBezTo>
                    <a:cubicBezTo>
                      <a:pt x="789" y="425"/>
                      <a:pt x="772" y="340"/>
                      <a:pt x="746" y="269"/>
                    </a:cubicBezTo>
                    <a:cubicBezTo>
                      <a:pt x="746" y="269"/>
                      <a:pt x="746" y="269"/>
                      <a:pt x="746" y="269"/>
                    </a:cubicBezTo>
                    <a:close/>
                    <a:moveTo>
                      <a:pt x="517" y="310"/>
                    </a:moveTo>
                    <a:cubicBezTo>
                      <a:pt x="517" y="310"/>
                      <a:pt x="517" y="310"/>
                      <a:pt x="517" y="310"/>
                    </a:cubicBezTo>
                    <a:cubicBezTo>
                      <a:pt x="462" y="308"/>
                      <a:pt x="409" y="296"/>
                      <a:pt x="358" y="278"/>
                    </a:cubicBezTo>
                    <a:cubicBezTo>
                      <a:pt x="352" y="275"/>
                      <a:pt x="345" y="272"/>
                      <a:pt x="338" y="269"/>
                    </a:cubicBezTo>
                    <a:cubicBezTo>
                      <a:pt x="311" y="340"/>
                      <a:pt x="294" y="425"/>
                      <a:pt x="292" y="517"/>
                    </a:cubicBezTo>
                    <a:cubicBezTo>
                      <a:pt x="517" y="517"/>
                      <a:pt x="517" y="517"/>
                      <a:pt x="517" y="517"/>
                    </a:cubicBezTo>
                    <a:cubicBezTo>
                      <a:pt x="517" y="310"/>
                      <a:pt x="517" y="310"/>
                      <a:pt x="517" y="310"/>
                    </a:cubicBezTo>
                    <a:cubicBezTo>
                      <a:pt x="517" y="310"/>
                      <a:pt x="517" y="310"/>
                      <a:pt x="517" y="310"/>
                    </a:cubicBezTo>
                    <a:close/>
                    <a:moveTo>
                      <a:pt x="517" y="775"/>
                    </a:moveTo>
                    <a:cubicBezTo>
                      <a:pt x="517" y="775"/>
                      <a:pt x="517" y="775"/>
                      <a:pt x="517" y="775"/>
                    </a:cubicBezTo>
                    <a:cubicBezTo>
                      <a:pt x="517" y="567"/>
                      <a:pt x="517" y="567"/>
                      <a:pt x="517" y="567"/>
                    </a:cubicBezTo>
                    <a:cubicBezTo>
                      <a:pt x="292" y="567"/>
                      <a:pt x="292" y="567"/>
                      <a:pt x="292" y="567"/>
                    </a:cubicBezTo>
                    <a:cubicBezTo>
                      <a:pt x="294" y="659"/>
                      <a:pt x="311" y="744"/>
                      <a:pt x="338" y="815"/>
                    </a:cubicBezTo>
                    <a:cubicBezTo>
                      <a:pt x="345" y="813"/>
                      <a:pt x="352" y="810"/>
                      <a:pt x="359" y="807"/>
                    </a:cubicBezTo>
                    <a:cubicBezTo>
                      <a:pt x="409" y="789"/>
                      <a:pt x="462" y="777"/>
                      <a:pt x="517" y="775"/>
                    </a:cubicBezTo>
                    <a:cubicBezTo>
                      <a:pt x="517" y="775"/>
                      <a:pt x="517" y="775"/>
                      <a:pt x="517" y="775"/>
                    </a:cubicBezTo>
                    <a:close/>
                    <a:moveTo>
                      <a:pt x="567" y="775"/>
                    </a:moveTo>
                    <a:cubicBezTo>
                      <a:pt x="567" y="775"/>
                      <a:pt x="567" y="775"/>
                      <a:pt x="567" y="775"/>
                    </a:cubicBezTo>
                    <a:cubicBezTo>
                      <a:pt x="622" y="778"/>
                      <a:pt x="675" y="789"/>
                      <a:pt x="725" y="807"/>
                    </a:cubicBezTo>
                    <a:cubicBezTo>
                      <a:pt x="732" y="810"/>
                      <a:pt x="739" y="813"/>
                      <a:pt x="746" y="815"/>
                    </a:cubicBezTo>
                    <a:cubicBezTo>
                      <a:pt x="772" y="744"/>
                      <a:pt x="789" y="659"/>
                      <a:pt x="792" y="567"/>
                    </a:cubicBezTo>
                    <a:cubicBezTo>
                      <a:pt x="567" y="567"/>
                      <a:pt x="567" y="567"/>
                      <a:pt x="567" y="567"/>
                    </a:cubicBezTo>
                    <a:cubicBezTo>
                      <a:pt x="567" y="775"/>
                      <a:pt x="567" y="775"/>
                      <a:pt x="567" y="775"/>
                    </a:cubicBezTo>
                    <a:cubicBezTo>
                      <a:pt x="567" y="775"/>
                      <a:pt x="567" y="775"/>
                      <a:pt x="567" y="775"/>
                    </a:cubicBez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98" name="组合 9"/>
            <p:cNvGrpSpPr/>
            <p:nvPr/>
          </p:nvGrpSpPr>
          <p:grpSpPr>
            <a:xfrm>
              <a:off x="5117760" y="1763640"/>
              <a:ext cx="815040" cy="816120"/>
              <a:chOff x="5117760" y="1763640"/>
              <a:chExt cx="815040" cy="816120"/>
            </a:xfrm>
          </p:grpSpPr>
          <p:sp>
            <p:nvSpPr>
              <p:cNvPr id="499" name="椭圆 24"/>
              <p:cNvSpPr/>
              <p:nvPr/>
            </p:nvSpPr>
            <p:spPr>
              <a:xfrm>
                <a:off x="5117760" y="1763640"/>
                <a:ext cx="815040" cy="816120"/>
              </a:xfrm>
              <a:prstGeom prst="ellipse">
                <a:avLst/>
              </a:prstGeom>
              <a:solidFill>
                <a:schemeClr val="accent1">
                  <a:alpha val="90000"/>
                </a:schemeClr>
              </a:solidFill>
              <a:ln w="38100">
                <a:solidFill>
                  <a:srgbClr val="ffffff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500" name="任意多边形 33"/>
              <p:cNvSpPr/>
              <p:nvPr/>
            </p:nvSpPr>
            <p:spPr>
              <a:xfrm>
                <a:off x="5329800" y="2026080"/>
                <a:ext cx="390960" cy="291600"/>
              </a:xfrm>
              <a:custGeom>
                <a:avLst/>
                <a:gdLst/>
                <a:ahLst/>
                <a:rect l="l" t="t" r="r" b="b"/>
                <a:pathLst>
                  <a:path w="1296" h="972">
                    <a:moveTo>
                      <a:pt x="504" y="684"/>
                    </a:moveTo>
                    <a:cubicBezTo>
                      <a:pt x="828" y="522"/>
                      <a:pt x="828" y="522"/>
                      <a:pt x="828" y="522"/>
                    </a:cubicBezTo>
                    <a:cubicBezTo>
                      <a:pt x="858" y="507"/>
                      <a:pt x="858" y="465"/>
                      <a:pt x="828" y="450"/>
                    </a:cubicBezTo>
                    <a:cubicBezTo>
                      <a:pt x="504" y="288"/>
                      <a:pt x="504" y="288"/>
                      <a:pt x="504" y="288"/>
                    </a:cubicBezTo>
                    <a:cubicBezTo>
                      <a:pt x="477" y="274"/>
                      <a:pt x="445" y="294"/>
                      <a:pt x="445" y="324"/>
                    </a:cubicBezTo>
                    <a:cubicBezTo>
                      <a:pt x="445" y="648"/>
                      <a:pt x="445" y="648"/>
                      <a:pt x="445" y="648"/>
                    </a:cubicBezTo>
                    <a:cubicBezTo>
                      <a:pt x="445" y="678"/>
                      <a:pt x="477" y="698"/>
                      <a:pt x="504" y="684"/>
                    </a:cubicBezTo>
                    <a:close/>
                    <a:moveTo>
                      <a:pt x="1175" y="0"/>
                    </a:moveTo>
                    <a:cubicBezTo>
                      <a:pt x="121" y="0"/>
                      <a:pt x="121" y="0"/>
                      <a:pt x="121" y="0"/>
                    </a:cubicBezTo>
                    <a:cubicBezTo>
                      <a:pt x="54" y="0"/>
                      <a:pt x="0" y="55"/>
                      <a:pt x="0" y="122"/>
                    </a:cubicBezTo>
                    <a:cubicBezTo>
                      <a:pt x="0" y="850"/>
                      <a:pt x="0" y="850"/>
                      <a:pt x="0" y="850"/>
                    </a:cubicBezTo>
                    <a:cubicBezTo>
                      <a:pt x="0" y="917"/>
                      <a:pt x="54" y="972"/>
                      <a:pt x="121" y="972"/>
                    </a:cubicBezTo>
                    <a:cubicBezTo>
                      <a:pt x="1175" y="972"/>
                      <a:pt x="1175" y="972"/>
                      <a:pt x="1175" y="972"/>
                    </a:cubicBezTo>
                    <a:cubicBezTo>
                      <a:pt x="1242" y="972"/>
                      <a:pt x="1296" y="917"/>
                      <a:pt x="1296" y="850"/>
                    </a:cubicBezTo>
                    <a:cubicBezTo>
                      <a:pt x="1296" y="122"/>
                      <a:pt x="1296" y="122"/>
                      <a:pt x="1296" y="122"/>
                    </a:cubicBezTo>
                    <a:cubicBezTo>
                      <a:pt x="1296" y="55"/>
                      <a:pt x="1242" y="0"/>
                      <a:pt x="1175" y="0"/>
                    </a:cubicBezTo>
                    <a:close/>
                    <a:moveTo>
                      <a:pt x="243" y="850"/>
                    </a:moveTo>
                    <a:cubicBezTo>
                      <a:pt x="243" y="873"/>
                      <a:pt x="226" y="891"/>
                      <a:pt x="202" y="891"/>
                    </a:cubicBezTo>
                    <a:cubicBezTo>
                      <a:pt x="122" y="891"/>
                      <a:pt x="122" y="891"/>
                      <a:pt x="122" y="891"/>
                    </a:cubicBezTo>
                    <a:cubicBezTo>
                      <a:pt x="99" y="891"/>
                      <a:pt x="81" y="874"/>
                      <a:pt x="81" y="850"/>
                    </a:cubicBezTo>
                    <a:cubicBezTo>
                      <a:pt x="81" y="770"/>
                      <a:pt x="81" y="770"/>
                      <a:pt x="81" y="770"/>
                    </a:cubicBezTo>
                    <a:cubicBezTo>
                      <a:pt x="81" y="747"/>
                      <a:pt x="98" y="729"/>
                      <a:pt x="122" y="729"/>
                    </a:cubicBezTo>
                    <a:cubicBezTo>
                      <a:pt x="202" y="729"/>
                      <a:pt x="202" y="729"/>
                      <a:pt x="202" y="729"/>
                    </a:cubicBezTo>
                    <a:cubicBezTo>
                      <a:pt x="225" y="729"/>
                      <a:pt x="243" y="746"/>
                      <a:pt x="243" y="770"/>
                    </a:cubicBezTo>
                    <a:cubicBezTo>
                      <a:pt x="243" y="850"/>
                      <a:pt x="243" y="850"/>
                      <a:pt x="243" y="850"/>
                    </a:cubicBezTo>
                    <a:close/>
                    <a:moveTo>
                      <a:pt x="243" y="526"/>
                    </a:moveTo>
                    <a:cubicBezTo>
                      <a:pt x="243" y="549"/>
                      <a:pt x="226" y="567"/>
                      <a:pt x="202" y="567"/>
                    </a:cubicBezTo>
                    <a:cubicBezTo>
                      <a:pt x="122" y="567"/>
                      <a:pt x="122" y="567"/>
                      <a:pt x="122" y="567"/>
                    </a:cubicBezTo>
                    <a:cubicBezTo>
                      <a:pt x="99" y="567"/>
                      <a:pt x="81" y="550"/>
                      <a:pt x="81" y="526"/>
                    </a:cubicBezTo>
                    <a:cubicBezTo>
                      <a:pt x="81" y="446"/>
                      <a:pt x="81" y="446"/>
                      <a:pt x="81" y="446"/>
                    </a:cubicBezTo>
                    <a:cubicBezTo>
                      <a:pt x="81" y="423"/>
                      <a:pt x="98" y="405"/>
                      <a:pt x="122" y="405"/>
                    </a:cubicBezTo>
                    <a:cubicBezTo>
                      <a:pt x="202" y="405"/>
                      <a:pt x="202" y="405"/>
                      <a:pt x="202" y="405"/>
                    </a:cubicBezTo>
                    <a:cubicBezTo>
                      <a:pt x="225" y="405"/>
                      <a:pt x="243" y="422"/>
                      <a:pt x="243" y="446"/>
                    </a:cubicBezTo>
                    <a:cubicBezTo>
                      <a:pt x="243" y="526"/>
                      <a:pt x="243" y="526"/>
                      <a:pt x="243" y="526"/>
                    </a:cubicBezTo>
                    <a:close/>
                    <a:moveTo>
                      <a:pt x="243" y="202"/>
                    </a:moveTo>
                    <a:cubicBezTo>
                      <a:pt x="243" y="225"/>
                      <a:pt x="226" y="243"/>
                      <a:pt x="202" y="243"/>
                    </a:cubicBezTo>
                    <a:cubicBezTo>
                      <a:pt x="122" y="243"/>
                      <a:pt x="122" y="243"/>
                      <a:pt x="122" y="243"/>
                    </a:cubicBezTo>
                    <a:cubicBezTo>
                      <a:pt x="99" y="243"/>
                      <a:pt x="81" y="226"/>
                      <a:pt x="81" y="202"/>
                    </a:cubicBezTo>
                    <a:cubicBezTo>
                      <a:pt x="81" y="122"/>
                      <a:pt x="81" y="122"/>
                      <a:pt x="81" y="122"/>
                    </a:cubicBezTo>
                    <a:cubicBezTo>
                      <a:pt x="81" y="99"/>
                      <a:pt x="98" y="81"/>
                      <a:pt x="122" y="81"/>
                    </a:cubicBezTo>
                    <a:cubicBezTo>
                      <a:pt x="202" y="81"/>
                      <a:pt x="202" y="81"/>
                      <a:pt x="202" y="81"/>
                    </a:cubicBezTo>
                    <a:cubicBezTo>
                      <a:pt x="225" y="81"/>
                      <a:pt x="243" y="98"/>
                      <a:pt x="243" y="122"/>
                    </a:cubicBezTo>
                    <a:cubicBezTo>
                      <a:pt x="243" y="202"/>
                      <a:pt x="243" y="202"/>
                      <a:pt x="243" y="202"/>
                    </a:cubicBezTo>
                    <a:close/>
                    <a:moveTo>
                      <a:pt x="972" y="891"/>
                    </a:moveTo>
                    <a:cubicBezTo>
                      <a:pt x="324" y="891"/>
                      <a:pt x="324" y="891"/>
                      <a:pt x="324" y="891"/>
                    </a:cubicBezTo>
                    <a:cubicBezTo>
                      <a:pt x="324" y="81"/>
                      <a:pt x="324" y="81"/>
                      <a:pt x="324" y="81"/>
                    </a:cubicBezTo>
                    <a:cubicBezTo>
                      <a:pt x="972" y="81"/>
                      <a:pt x="972" y="81"/>
                      <a:pt x="972" y="81"/>
                    </a:cubicBezTo>
                    <a:cubicBezTo>
                      <a:pt x="972" y="891"/>
                      <a:pt x="972" y="891"/>
                      <a:pt x="972" y="891"/>
                    </a:cubicBezTo>
                    <a:close/>
                    <a:moveTo>
                      <a:pt x="1215" y="850"/>
                    </a:moveTo>
                    <a:cubicBezTo>
                      <a:pt x="1215" y="873"/>
                      <a:pt x="1198" y="891"/>
                      <a:pt x="1174" y="891"/>
                    </a:cubicBezTo>
                    <a:cubicBezTo>
                      <a:pt x="1094" y="891"/>
                      <a:pt x="1094" y="891"/>
                      <a:pt x="1094" y="891"/>
                    </a:cubicBezTo>
                    <a:cubicBezTo>
                      <a:pt x="1071" y="891"/>
                      <a:pt x="1053" y="874"/>
                      <a:pt x="1053" y="850"/>
                    </a:cubicBezTo>
                    <a:cubicBezTo>
                      <a:pt x="1053" y="770"/>
                      <a:pt x="1053" y="770"/>
                      <a:pt x="1053" y="770"/>
                    </a:cubicBezTo>
                    <a:cubicBezTo>
                      <a:pt x="1053" y="747"/>
                      <a:pt x="1070" y="729"/>
                      <a:pt x="1094" y="729"/>
                    </a:cubicBezTo>
                    <a:cubicBezTo>
                      <a:pt x="1174" y="729"/>
                      <a:pt x="1174" y="729"/>
                      <a:pt x="1174" y="729"/>
                    </a:cubicBezTo>
                    <a:cubicBezTo>
                      <a:pt x="1197" y="729"/>
                      <a:pt x="1215" y="746"/>
                      <a:pt x="1215" y="770"/>
                    </a:cubicBezTo>
                    <a:cubicBezTo>
                      <a:pt x="1215" y="850"/>
                      <a:pt x="1215" y="850"/>
                      <a:pt x="1215" y="850"/>
                    </a:cubicBezTo>
                    <a:close/>
                    <a:moveTo>
                      <a:pt x="1215" y="526"/>
                    </a:moveTo>
                    <a:cubicBezTo>
                      <a:pt x="1215" y="549"/>
                      <a:pt x="1198" y="567"/>
                      <a:pt x="1174" y="567"/>
                    </a:cubicBezTo>
                    <a:cubicBezTo>
                      <a:pt x="1094" y="567"/>
                      <a:pt x="1094" y="567"/>
                      <a:pt x="1094" y="567"/>
                    </a:cubicBezTo>
                    <a:cubicBezTo>
                      <a:pt x="1071" y="567"/>
                      <a:pt x="1053" y="550"/>
                      <a:pt x="1053" y="526"/>
                    </a:cubicBezTo>
                    <a:cubicBezTo>
                      <a:pt x="1053" y="446"/>
                      <a:pt x="1053" y="446"/>
                      <a:pt x="1053" y="446"/>
                    </a:cubicBezTo>
                    <a:cubicBezTo>
                      <a:pt x="1053" y="423"/>
                      <a:pt x="1070" y="405"/>
                      <a:pt x="1094" y="405"/>
                    </a:cubicBezTo>
                    <a:cubicBezTo>
                      <a:pt x="1174" y="405"/>
                      <a:pt x="1174" y="405"/>
                      <a:pt x="1174" y="405"/>
                    </a:cubicBezTo>
                    <a:cubicBezTo>
                      <a:pt x="1197" y="405"/>
                      <a:pt x="1215" y="422"/>
                      <a:pt x="1215" y="446"/>
                    </a:cubicBezTo>
                    <a:cubicBezTo>
                      <a:pt x="1215" y="526"/>
                      <a:pt x="1215" y="526"/>
                      <a:pt x="1215" y="526"/>
                    </a:cubicBezTo>
                    <a:close/>
                    <a:moveTo>
                      <a:pt x="1215" y="202"/>
                    </a:moveTo>
                    <a:cubicBezTo>
                      <a:pt x="1215" y="225"/>
                      <a:pt x="1198" y="243"/>
                      <a:pt x="1174" y="243"/>
                    </a:cubicBezTo>
                    <a:cubicBezTo>
                      <a:pt x="1094" y="243"/>
                      <a:pt x="1094" y="243"/>
                      <a:pt x="1094" y="243"/>
                    </a:cubicBezTo>
                    <a:cubicBezTo>
                      <a:pt x="1071" y="243"/>
                      <a:pt x="1053" y="226"/>
                      <a:pt x="1053" y="202"/>
                    </a:cubicBezTo>
                    <a:cubicBezTo>
                      <a:pt x="1053" y="122"/>
                      <a:pt x="1053" y="122"/>
                      <a:pt x="1053" y="122"/>
                    </a:cubicBezTo>
                    <a:cubicBezTo>
                      <a:pt x="1053" y="99"/>
                      <a:pt x="1070" y="81"/>
                      <a:pt x="1094" y="81"/>
                    </a:cubicBezTo>
                    <a:cubicBezTo>
                      <a:pt x="1174" y="81"/>
                      <a:pt x="1174" y="81"/>
                      <a:pt x="1174" y="81"/>
                    </a:cubicBezTo>
                    <a:cubicBezTo>
                      <a:pt x="1197" y="81"/>
                      <a:pt x="1215" y="98"/>
                      <a:pt x="1215" y="122"/>
                    </a:cubicBezTo>
                    <a:cubicBezTo>
                      <a:pt x="1215" y="202"/>
                      <a:pt x="1215" y="202"/>
                      <a:pt x="1215" y="202"/>
                    </a:cubicBez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</p:grpSp>
      <p:grpSp>
        <p:nvGrpSpPr>
          <p:cNvPr id="501" name="组合 10"/>
          <p:cNvGrpSpPr/>
          <p:nvPr/>
        </p:nvGrpSpPr>
        <p:grpSpPr>
          <a:xfrm>
            <a:off x="786960" y="1463760"/>
            <a:ext cx="7566480" cy="2449800"/>
            <a:chOff x="786960" y="1463760"/>
            <a:chExt cx="7566480" cy="2449800"/>
          </a:xfrm>
        </p:grpSpPr>
        <p:sp>
          <p:nvSpPr>
            <p:cNvPr id="502" name="文本框 68"/>
            <p:cNvSpPr/>
            <p:nvPr/>
          </p:nvSpPr>
          <p:spPr>
            <a:xfrm>
              <a:off x="786960" y="1463760"/>
              <a:ext cx="2218680" cy="156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normAutofit fontScale="73000"/>
            </a:bodyPr>
            <a:p>
              <a:pPr algn="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zh-CN" sz="1400" spc="-1" strike="noStrike">
                  <a:solidFill>
                    <a:srgbClr val="595959"/>
                  </a:solidFill>
                  <a:latin typeface="微软雅黑"/>
                  <a:ea typeface="微软雅黑"/>
                </a:rPr>
                <a:t>单击添加标题</a:t>
              </a:r>
              <a:endParaRPr b="0" lang="en-HK" sz="1400" spc="-1" strike="noStrike">
                <a:latin typeface="Arial"/>
              </a:endParaRPr>
            </a:p>
          </p:txBody>
        </p:sp>
        <p:sp>
          <p:nvSpPr>
            <p:cNvPr id="503" name="文本框 69"/>
            <p:cNvSpPr/>
            <p:nvPr/>
          </p:nvSpPr>
          <p:spPr>
            <a:xfrm>
              <a:off x="786960" y="1671120"/>
              <a:ext cx="2218680" cy="27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rmAutofit fontScale="77000"/>
            </a:bodyPr>
            <a:p>
              <a:pPr algn="r">
                <a:lnSpc>
                  <a:spcPct val="120000"/>
                </a:lnSpc>
                <a:buNone/>
                <a:tabLst>
                  <a:tab algn="l" pos="0"/>
                </a:tabLst>
              </a:pPr>
              <a:r>
                <a:rPr b="0" lang="zh-CN" sz="10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此部分内容作为文字排版占位显示</a:t>
              </a:r>
              <a:br>
                <a:rPr sz="1000"/>
              </a:br>
              <a:r>
                <a:rPr b="0" lang="zh-CN" sz="10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（建议使用主题字体）</a:t>
              </a:r>
              <a:endParaRPr b="0" lang="en-HK" sz="1000" spc="-1" strike="noStrike">
                <a:latin typeface="Arial"/>
              </a:endParaRPr>
            </a:p>
          </p:txBody>
        </p:sp>
        <p:sp>
          <p:nvSpPr>
            <p:cNvPr id="504" name="文本框 70"/>
            <p:cNvSpPr/>
            <p:nvPr/>
          </p:nvSpPr>
          <p:spPr>
            <a:xfrm>
              <a:off x="786960" y="3426480"/>
              <a:ext cx="2218680" cy="156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normAutofit fontScale="73000"/>
            </a:bodyPr>
            <a:p>
              <a:pPr algn="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zh-CN" sz="1400" spc="-1" strike="noStrike">
                  <a:solidFill>
                    <a:srgbClr val="595959"/>
                  </a:solidFill>
                  <a:latin typeface="微软雅黑"/>
                  <a:ea typeface="微软雅黑"/>
                </a:rPr>
                <a:t>单击添加标题</a:t>
              </a:r>
              <a:endParaRPr b="0" lang="en-HK" sz="1400" spc="-1" strike="noStrike">
                <a:latin typeface="Arial"/>
              </a:endParaRPr>
            </a:p>
          </p:txBody>
        </p:sp>
        <p:sp>
          <p:nvSpPr>
            <p:cNvPr id="505" name="文本框 71"/>
            <p:cNvSpPr/>
            <p:nvPr/>
          </p:nvSpPr>
          <p:spPr>
            <a:xfrm>
              <a:off x="786960" y="3633840"/>
              <a:ext cx="2218680" cy="27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rmAutofit fontScale="77000"/>
            </a:bodyPr>
            <a:p>
              <a:pPr algn="r">
                <a:lnSpc>
                  <a:spcPct val="120000"/>
                </a:lnSpc>
                <a:buNone/>
                <a:tabLst>
                  <a:tab algn="l" pos="0"/>
                </a:tabLst>
              </a:pPr>
              <a:r>
                <a:rPr b="0" lang="zh-CN" sz="10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此部分内容作为文字排版占位显示</a:t>
              </a:r>
              <a:br>
                <a:rPr sz="1000"/>
              </a:br>
              <a:r>
                <a:rPr b="0" lang="zh-CN" sz="10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（建议使用主题字体）</a:t>
              </a:r>
              <a:endParaRPr b="0" lang="en-HK" sz="1000" spc="-1" strike="noStrike">
                <a:latin typeface="Arial"/>
              </a:endParaRPr>
            </a:p>
          </p:txBody>
        </p:sp>
        <p:sp>
          <p:nvSpPr>
            <p:cNvPr id="506" name="文本框 72"/>
            <p:cNvSpPr/>
            <p:nvPr/>
          </p:nvSpPr>
          <p:spPr>
            <a:xfrm>
              <a:off x="786960" y="2440440"/>
              <a:ext cx="1761120" cy="156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normAutofit fontScale="73000"/>
            </a:bodyPr>
            <a:p>
              <a:pPr algn="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zh-CN" sz="1400" spc="-1" strike="noStrike">
                  <a:solidFill>
                    <a:srgbClr val="959595"/>
                  </a:solidFill>
                  <a:latin typeface="微软雅黑"/>
                  <a:ea typeface="微软雅黑"/>
                </a:rPr>
                <a:t>单击添加标题</a:t>
              </a:r>
              <a:endParaRPr b="0" lang="en-HK" sz="1400" spc="-1" strike="noStrike">
                <a:latin typeface="Arial"/>
              </a:endParaRPr>
            </a:p>
          </p:txBody>
        </p:sp>
        <p:sp>
          <p:nvSpPr>
            <p:cNvPr id="507" name="文本框 73"/>
            <p:cNvSpPr/>
            <p:nvPr/>
          </p:nvSpPr>
          <p:spPr>
            <a:xfrm>
              <a:off x="786960" y="2647800"/>
              <a:ext cx="1761120" cy="27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rmAutofit fontScale="76000"/>
            </a:bodyPr>
            <a:p>
              <a:pPr algn="r">
                <a:lnSpc>
                  <a:spcPct val="120000"/>
                </a:lnSpc>
                <a:buNone/>
                <a:tabLst>
                  <a:tab algn="l" pos="0"/>
                </a:tabLst>
              </a:pPr>
              <a:r>
                <a:rPr b="0" lang="zh-CN" sz="10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此部分内容作为文字排版占位显示</a:t>
              </a:r>
              <a:br>
                <a:rPr sz="1000"/>
              </a:br>
              <a:r>
                <a:rPr b="0" lang="zh-CN" sz="10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（建议使用主题字体）</a:t>
              </a:r>
              <a:endParaRPr b="0" lang="en-HK" sz="1000" spc="-1" strike="noStrike">
                <a:latin typeface="Arial"/>
              </a:endParaRPr>
            </a:p>
          </p:txBody>
        </p:sp>
        <p:sp>
          <p:nvSpPr>
            <p:cNvPr id="508" name="文本框 74"/>
            <p:cNvSpPr/>
            <p:nvPr/>
          </p:nvSpPr>
          <p:spPr>
            <a:xfrm>
              <a:off x="6134760" y="1463760"/>
              <a:ext cx="2218680" cy="156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normAutofit fontScale="73000"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zh-CN" sz="1400" spc="-1" strike="noStrike">
                  <a:solidFill>
                    <a:srgbClr val="959595"/>
                  </a:solidFill>
                  <a:latin typeface="微软雅黑"/>
                  <a:ea typeface="微软雅黑"/>
                </a:rPr>
                <a:t>单击添加标题</a:t>
              </a:r>
              <a:endParaRPr b="0" lang="en-HK" sz="1400" spc="-1" strike="noStrike">
                <a:latin typeface="Arial"/>
              </a:endParaRPr>
            </a:p>
          </p:txBody>
        </p:sp>
        <p:sp>
          <p:nvSpPr>
            <p:cNvPr id="509" name="文本框 75"/>
            <p:cNvSpPr/>
            <p:nvPr/>
          </p:nvSpPr>
          <p:spPr>
            <a:xfrm>
              <a:off x="6134760" y="1671120"/>
              <a:ext cx="2218680" cy="27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rmAutofit fontScale="77000"/>
            </a:bodyPr>
            <a:p>
              <a:pPr>
                <a:lnSpc>
                  <a:spcPct val="120000"/>
                </a:lnSpc>
                <a:buNone/>
                <a:tabLst>
                  <a:tab algn="l" pos="0"/>
                </a:tabLst>
              </a:pPr>
              <a:r>
                <a:rPr b="0" lang="zh-CN" sz="10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此部分内容作为文字排版占位显示</a:t>
              </a:r>
              <a:br>
                <a:rPr sz="1000"/>
              </a:br>
              <a:r>
                <a:rPr b="0" lang="zh-CN" sz="10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（建议使用主题字体）</a:t>
              </a:r>
              <a:endParaRPr b="0" lang="en-HK" sz="1000" spc="-1" strike="noStrike">
                <a:latin typeface="Arial"/>
              </a:endParaRPr>
            </a:p>
          </p:txBody>
        </p:sp>
        <p:sp>
          <p:nvSpPr>
            <p:cNvPr id="510" name="文本框 76"/>
            <p:cNvSpPr/>
            <p:nvPr/>
          </p:nvSpPr>
          <p:spPr>
            <a:xfrm>
              <a:off x="6134760" y="3426480"/>
              <a:ext cx="2218680" cy="156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normAutofit fontScale="73000"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zh-CN" sz="1400" spc="-1" strike="noStrike">
                  <a:solidFill>
                    <a:srgbClr val="595959"/>
                  </a:solidFill>
                  <a:latin typeface="微软雅黑"/>
                  <a:ea typeface="微软雅黑"/>
                </a:rPr>
                <a:t>单击添加标题</a:t>
              </a:r>
              <a:endParaRPr b="0" lang="en-HK" sz="1400" spc="-1" strike="noStrike">
                <a:latin typeface="Arial"/>
              </a:endParaRPr>
            </a:p>
          </p:txBody>
        </p:sp>
        <p:sp>
          <p:nvSpPr>
            <p:cNvPr id="511" name="文本框 77"/>
            <p:cNvSpPr/>
            <p:nvPr/>
          </p:nvSpPr>
          <p:spPr>
            <a:xfrm>
              <a:off x="6134760" y="3633840"/>
              <a:ext cx="2218680" cy="27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rmAutofit fontScale="77000"/>
            </a:bodyPr>
            <a:p>
              <a:pPr>
                <a:lnSpc>
                  <a:spcPct val="120000"/>
                </a:lnSpc>
                <a:buNone/>
                <a:tabLst>
                  <a:tab algn="l" pos="0"/>
                </a:tabLst>
              </a:pPr>
              <a:r>
                <a:rPr b="0" lang="zh-CN" sz="10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此部分内容作为文字排版占位显示</a:t>
              </a:r>
              <a:br>
                <a:rPr sz="1000"/>
              </a:br>
              <a:r>
                <a:rPr b="0" lang="zh-CN" sz="10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（建议使用主题字体）</a:t>
              </a:r>
              <a:endParaRPr b="0" lang="en-HK" sz="1000" spc="-1" strike="noStrike">
                <a:latin typeface="Arial"/>
              </a:endParaRPr>
            </a:p>
          </p:txBody>
        </p:sp>
        <p:sp>
          <p:nvSpPr>
            <p:cNvPr id="512" name="文本框 78"/>
            <p:cNvSpPr/>
            <p:nvPr/>
          </p:nvSpPr>
          <p:spPr>
            <a:xfrm>
              <a:off x="6592320" y="2440440"/>
              <a:ext cx="1761120" cy="156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normAutofit fontScale="73000"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zh-CN" sz="1400" spc="-1" strike="noStrike">
                  <a:solidFill>
                    <a:srgbClr val="959595"/>
                  </a:solidFill>
                  <a:latin typeface="微软雅黑"/>
                  <a:ea typeface="微软雅黑"/>
                </a:rPr>
                <a:t>单击添加标题</a:t>
              </a:r>
              <a:endParaRPr b="0" lang="en-HK" sz="1400" spc="-1" strike="noStrike">
                <a:latin typeface="Arial"/>
              </a:endParaRPr>
            </a:p>
          </p:txBody>
        </p:sp>
        <p:sp>
          <p:nvSpPr>
            <p:cNvPr id="513" name="文本框 79"/>
            <p:cNvSpPr/>
            <p:nvPr/>
          </p:nvSpPr>
          <p:spPr>
            <a:xfrm>
              <a:off x="6592320" y="2647800"/>
              <a:ext cx="1761120" cy="27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rmAutofit fontScale="76000"/>
            </a:bodyPr>
            <a:p>
              <a:pPr>
                <a:lnSpc>
                  <a:spcPct val="120000"/>
                </a:lnSpc>
                <a:buNone/>
                <a:tabLst>
                  <a:tab algn="l" pos="0"/>
                </a:tabLst>
              </a:pPr>
              <a:r>
                <a:rPr b="0" lang="zh-CN" sz="10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此部分内容作为文字排版占位显示</a:t>
              </a:r>
              <a:br>
                <a:rPr sz="1000"/>
              </a:br>
              <a:r>
                <a:rPr b="0" lang="zh-CN" sz="10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（建议使用主题字体）</a:t>
              </a:r>
              <a:endParaRPr b="0" lang="en-HK" sz="1000" spc="-1" strike="noStrike">
                <a:latin typeface="Arial"/>
              </a:endParaRPr>
            </a:p>
          </p:txBody>
        </p:sp>
      </p:grpSp>
      <p:grpSp>
        <p:nvGrpSpPr>
          <p:cNvPr id="514" name="组合 50"/>
          <p:cNvGrpSpPr/>
          <p:nvPr/>
        </p:nvGrpSpPr>
        <p:grpSpPr>
          <a:xfrm>
            <a:off x="323640" y="0"/>
            <a:ext cx="2084040" cy="574200"/>
            <a:chOff x="323640" y="0"/>
            <a:chExt cx="2084040" cy="574200"/>
          </a:xfrm>
        </p:grpSpPr>
        <p:sp>
          <p:nvSpPr>
            <p:cNvPr id="515" name="TextBox 86"/>
            <p:cNvSpPr/>
            <p:nvPr/>
          </p:nvSpPr>
          <p:spPr>
            <a:xfrm>
              <a:off x="576360" y="58320"/>
              <a:ext cx="183132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zh-CN" sz="24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请输入标题</a:t>
              </a:r>
              <a:endParaRPr b="0" lang="en-HK" sz="2400" spc="-1" strike="noStrike">
                <a:latin typeface="Arial"/>
              </a:endParaRPr>
            </a:p>
          </p:txBody>
        </p:sp>
        <p:sp>
          <p:nvSpPr>
            <p:cNvPr id="516" name="矩形 52"/>
            <p:cNvSpPr/>
            <p:nvPr/>
          </p:nvSpPr>
          <p:spPr>
            <a:xfrm>
              <a:off x="323640" y="0"/>
              <a:ext cx="212040" cy="5742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</p:spTree>
  </p:cSld>
  <p:transition spd="med">
    <p:pull dir="r"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7" name="组合 42"/>
          <p:cNvGrpSpPr/>
          <p:nvPr/>
        </p:nvGrpSpPr>
        <p:grpSpPr>
          <a:xfrm>
            <a:off x="844560" y="2174760"/>
            <a:ext cx="1103040" cy="960840"/>
            <a:chOff x="844560" y="2174760"/>
            <a:chExt cx="1103040" cy="960840"/>
          </a:xfrm>
        </p:grpSpPr>
        <p:sp>
          <p:nvSpPr>
            <p:cNvPr id="518" name="TextBox 5"/>
            <p:cNvSpPr/>
            <p:nvPr/>
          </p:nvSpPr>
          <p:spPr>
            <a:xfrm>
              <a:off x="844560" y="2885760"/>
              <a:ext cx="1058040" cy="249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rmAutofit fontScale="66000"/>
            </a:bodyPr>
            <a:p>
              <a:pPr algn="ctr">
                <a:lnSpc>
                  <a:spcPct val="100000"/>
                </a:lnSpc>
                <a:buNone/>
              </a:pPr>
              <a:r>
                <a:rPr b="1" lang="zh-CN" sz="1600" spc="-1" strike="noStrike">
                  <a:solidFill>
                    <a:srgbClr val="262626"/>
                  </a:solidFill>
                  <a:latin typeface="微软雅黑"/>
                  <a:ea typeface="微软雅黑"/>
                </a:rPr>
                <a:t>标题文本预设</a:t>
              </a:r>
              <a:endParaRPr b="0" lang="en-HK" sz="1600" spc="-1" strike="noStrike">
                <a:latin typeface="Arial"/>
              </a:endParaRPr>
            </a:p>
          </p:txBody>
        </p:sp>
        <p:sp>
          <p:nvSpPr>
            <p:cNvPr id="519" name="TextBox 6"/>
            <p:cNvSpPr/>
            <p:nvPr/>
          </p:nvSpPr>
          <p:spPr>
            <a:xfrm>
              <a:off x="887400" y="2174760"/>
              <a:ext cx="1060200" cy="826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rmAutofit fontScale="73000"/>
            </a:bodyPr>
            <a:p>
              <a:pPr algn="ctr">
                <a:lnSpc>
                  <a:spcPct val="100000"/>
                </a:lnSpc>
                <a:buNone/>
              </a:pPr>
              <a:r>
                <a:rPr b="1" lang="en-US" sz="6600" spc="-1" strike="noStrike">
                  <a:solidFill>
                    <a:srgbClr val="262626"/>
                  </a:solidFill>
                  <a:latin typeface="微软雅黑"/>
                  <a:ea typeface="微软雅黑"/>
                </a:rPr>
                <a:t>95%</a:t>
              </a:r>
              <a:endParaRPr b="0" lang="en-HK" sz="6600" spc="-1" strike="noStrike">
                <a:latin typeface="Arial"/>
              </a:endParaRPr>
            </a:p>
          </p:txBody>
        </p:sp>
      </p:grpSp>
      <p:grpSp>
        <p:nvGrpSpPr>
          <p:cNvPr id="520" name="组合 1"/>
          <p:cNvGrpSpPr/>
          <p:nvPr/>
        </p:nvGrpSpPr>
        <p:grpSpPr>
          <a:xfrm>
            <a:off x="2124720" y="937800"/>
            <a:ext cx="6472440" cy="3547080"/>
            <a:chOff x="2124720" y="937800"/>
            <a:chExt cx="6472440" cy="3547080"/>
          </a:xfrm>
        </p:grpSpPr>
        <p:sp>
          <p:nvSpPr>
            <p:cNvPr id="521" name="TextBox 7"/>
            <p:cNvSpPr/>
            <p:nvPr/>
          </p:nvSpPr>
          <p:spPr>
            <a:xfrm flipH="1">
              <a:off x="6660360" y="1135440"/>
              <a:ext cx="1936800" cy="387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rmAutofit fontScale="91000"/>
            </a:bodyPr>
            <a:p>
              <a:pPr>
                <a:lnSpc>
                  <a:spcPct val="120000"/>
                </a:lnSpc>
                <a:buNone/>
              </a:pPr>
              <a:r>
                <a:rPr b="0" lang="zh-CN" sz="11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此部分内容作为文字排版占位显示</a:t>
              </a:r>
              <a:br>
                <a:rPr sz="1100"/>
              </a:br>
              <a:r>
                <a:rPr b="0" lang="zh-CN" sz="11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（建议使用主题字体） </a:t>
              </a:r>
              <a:endParaRPr b="0" lang="en-HK" sz="1100" spc="-1" strike="noStrike">
                <a:latin typeface="Arial"/>
              </a:endParaRPr>
            </a:p>
          </p:txBody>
        </p:sp>
        <p:grpSp>
          <p:nvGrpSpPr>
            <p:cNvPr id="522" name="Group 1"/>
            <p:cNvGrpSpPr/>
            <p:nvPr/>
          </p:nvGrpSpPr>
          <p:grpSpPr>
            <a:xfrm>
              <a:off x="2124720" y="937800"/>
              <a:ext cx="4435200" cy="3547080"/>
              <a:chOff x="2124720" y="937800"/>
              <a:chExt cx="4435200" cy="3547080"/>
            </a:xfrm>
          </p:grpSpPr>
          <p:sp>
            <p:nvSpPr>
              <p:cNvPr id="523" name="Rectangle 49"/>
              <p:cNvSpPr/>
              <p:nvPr/>
            </p:nvSpPr>
            <p:spPr>
              <a:xfrm>
                <a:off x="4761720" y="3627360"/>
                <a:ext cx="1360800" cy="857520"/>
              </a:xfrm>
              <a:prstGeom prst="rect">
                <a:avLst/>
              </a:prstGeom>
              <a:solidFill>
                <a:schemeClr val="accent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24" name="Rectangle 50"/>
              <p:cNvSpPr/>
              <p:nvPr/>
            </p:nvSpPr>
            <p:spPr>
              <a:xfrm>
                <a:off x="2901600" y="2862360"/>
                <a:ext cx="1031400" cy="125640"/>
              </a:xfrm>
              <a:prstGeom prst="rect">
                <a:avLst/>
              </a:prstGeom>
              <a:solidFill>
                <a:schemeClr val="accent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25" name="Freeform: Shape 51"/>
              <p:cNvSpPr/>
              <p:nvPr/>
            </p:nvSpPr>
            <p:spPr>
              <a:xfrm>
                <a:off x="3937320" y="2862360"/>
                <a:ext cx="820800" cy="1622520"/>
              </a:xfrm>
              <a:custGeom>
                <a:avLst/>
                <a:gdLst/>
                <a:ahLst/>
                <a:rect l="l" t="t" r="r" b="b"/>
                <a:pathLst>
                  <a:path w="401" h="791">
                    <a:moveTo>
                      <a:pt x="401" y="791"/>
                    </a:moveTo>
                    <a:lnTo>
                      <a:pt x="0" y="63"/>
                    </a:lnTo>
                    <a:lnTo>
                      <a:pt x="0" y="0"/>
                    </a:lnTo>
                    <a:lnTo>
                      <a:pt x="401" y="372"/>
                    </a:lnTo>
                    <a:lnTo>
                      <a:pt x="401" y="791"/>
                    </a:ln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82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26" name="Oval 52"/>
              <p:cNvSpPr/>
              <p:nvPr/>
            </p:nvSpPr>
            <p:spPr>
              <a:xfrm flipH="1">
                <a:off x="5702400" y="3627360"/>
                <a:ext cx="857520" cy="85752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527" name="Oval 48"/>
              <p:cNvSpPr/>
              <p:nvPr/>
            </p:nvSpPr>
            <p:spPr>
              <a:xfrm flipH="1">
                <a:off x="5796360" y="3723120"/>
                <a:ext cx="669600" cy="6696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528" name="Rectangle 43"/>
              <p:cNvSpPr/>
              <p:nvPr/>
            </p:nvSpPr>
            <p:spPr>
              <a:xfrm>
                <a:off x="4761720" y="2732760"/>
                <a:ext cx="1360800" cy="857520"/>
              </a:xfrm>
              <a:prstGeom prst="rect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29" name="Rectangle 44"/>
              <p:cNvSpPr/>
              <p:nvPr/>
            </p:nvSpPr>
            <p:spPr>
              <a:xfrm>
                <a:off x="2901600" y="2718360"/>
                <a:ext cx="1031400" cy="129600"/>
              </a:xfrm>
              <a:prstGeom prst="rect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30" name="Freeform: Shape 45"/>
              <p:cNvSpPr/>
              <p:nvPr/>
            </p:nvSpPr>
            <p:spPr>
              <a:xfrm>
                <a:off x="3937320" y="2718360"/>
                <a:ext cx="820800" cy="871920"/>
              </a:xfrm>
              <a:custGeom>
                <a:avLst/>
                <a:gdLst/>
                <a:ahLst/>
                <a:rect l="l" t="t" r="r" b="b"/>
                <a:pathLst>
                  <a:path w="401" h="426">
                    <a:moveTo>
                      <a:pt x="401" y="426"/>
                    </a:moveTo>
                    <a:lnTo>
                      <a:pt x="0" y="65"/>
                    </a:lnTo>
                    <a:lnTo>
                      <a:pt x="0" y="0"/>
                    </a:lnTo>
                    <a:lnTo>
                      <a:pt x="401" y="7"/>
                    </a:lnTo>
                    <a:lnTo>
                      <a:pt x="401" y="426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  <a:alpha val="82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31" name="Oval 46"/>
              <p:cNvSpPr/>
              <p:nvPr/>
            </p:nvSpPr>
            <p:spPr>
              <a:xfrm flipH="1">
                <a:off x="5702400" y="2733120"/>
                <a:ext cx="857520" cy="85752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532" name="Oval 42"/>
              <p:cNvSpPr/>
              <p:nvPr/>
            </p:nvSpPr>
            <p:spPr>
              <a:xfrm flipH="1">
                <a:off x="5796360" y="2824920"/>
                <a:ext cx="669600" cy="6696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533" name="Rectangle 37"/>
              <p:cNvSpPr/>
              <p:nvPr/>
            </p:nvSpPr>
            <p:spPr>
              <a:xfrm>
                <a:off x="4761720" y="1836360"/>
                <a:ext cx="1360800" cy="855720"/>
              </a:xfrm>
              <a:prstGeom prst="rect">
                <a:avLst/>
              </a:pr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34" name="Rectangle 38"/>
              <p:cNvSpPr/>
              <p:nvPr/>
            </p:nvSpPr>
            <p:spPr>
              <a:xfrm>
                <a:off x="2901600" y="2578680"/>
                <a:ext cx="1031400" cy="125640"/>
              </a:xfrm>
              <a:prstGeom prst="rect">
                <a:avLst/>
              </a:pr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35" name="Freeform: Shape 39"/>
              <p:cNvSpPr/>
              <p:nvPr/>
            </p:nvSpPr>
            <p:spPr>
              <a:xfrm>
                <a:off x="3937320" y="1836360"/>
                <a:ext cx="820800" cy="867960"/>
              </a:xfrm>
              <a:custGeom>
                <a:avLst/>
                <a:gdLst/>
                <a:ahLst/>
                <a:rect l="l" t="t" r="r" b="b"/>
                <a:pathLst>
                  <a:path w="401" h="424">
                    <a:moveTo>
                      <a:pt x="0" y="361"/>
                    </a:moveTo>
                    <a:lnTo>
                      <a:pt x="401" y="0"/>
                    </a:lnTo>
                    <a:lnTo>
                      <a:pt x="401" y="418"/>
                    </a:lnTo>
                    <a:lnTo>
                      <a:pt x="0" y="424"/>
                    </a:lnTo>
                    <a:lnTo>
                      <a:pt x="0" y="361"/>
                    </a:ln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  <a:alpha val="82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36" name="Oval 40"/>
              <p:cNvSpPr/>
              <p:nvPr/>
            </p:nvSpPr>
            <p:spPr>
              <a:xfrm flipH="1">
                <a:off x="5702400" y="1838880"/>
                <a:ext cx="857520" cy="85752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537" name="Oval 36"/>
              <p:cNvSpPr/>
              <p:nvPr/>
            </p:nvSpPr>
            <p:spPr>
              <a:xfrm flipH="1">
                <a:off x="5796360" y="1927800"/>
                <a:ext cx="669600" cy="6696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538" name="Rectangle 31"/>
              <p:cNvSpPr/>
              <p:nvPr/>
            </p:nvSpPr>
            <p:spPr>
              <a:xfrm>
                <a:off x="4761720" y="937800"/>
                <a:ext cx="1360800" cy="857520"/>
              </a:xfrm>
              <a:prstGeom prst="rect">
                <a:avLst/>
              </a:pr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39" name="Rectangle 32"/>
              <p:cNvSpPr/>
              <p:nvPr/>
            </p:nvSpPr>
            <p:spPr>
              <a:xfrm>
                <a:off x="2901600" y="2438640"/>
                <a:ext cx="1031400" cy="125640"/>
              </a:xfrm>
              <a:prstGeom prst="rect">
                <a:avLst/>
              </a:pr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40" name="Freeform: Shape 33"/>
              <p:cNvSpPr/>
              <p:nvPr/>
            </p:nvSpPr>
            <p:spPr>
              <a:xfrm>
                <a:off x="3937320" y="937800"/>
                <a:ext cx="820800" cy="1626840"/>
              </a:xfrm>
              <a:custGeom>
                <a:avLst/>
                <a:gdLst/>
                <a:ahLst/>
                <a:rect l="l" t="t" r="r" b="b"/>
                <a:pathLst>
                  <a:path w="401" h="793">
                    <a:moveTo>
                      <a:pt x="0" y="730"/>
                    </a:moveTo>
                    <a:lnTo>
                      <a:pt x="401" y="0"/>
                    </a:lnTo>
                    <a:lnTo>
                      <a:pt x="401" y="419"/>
                    </a:lnTo>
                    <a:lnTo>
                      <a:pt x="0" y="793"/>
                    </a:lnTo>
                    <a:lnTo>
                      <a:pt x="0" y="730"/>
                    </a:lnTo>
                    <a:close/>
                  </a:path>
                </a:pathLst>
              </a:custGeom>
              <a:solidFill>
                <a:schemeClr val="accent3">
                  <a:lumMod val="40000"/>
                  <a:lumOff val="60000"/>
                  <a:alpha val="82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41" name="Oval 34"/>
              <p:cNvSpPr/>
              <p:nvPr/>
            </p:nvSpPr>
            <p:spPr>
              <a:xfrm flipH="1">
                <a:off x="5702400" y="937800"/>
                <a:ext cx="857520" cy="85752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542" name="Oval 30"/>
              <p:cNvSpPr/>
              <p:nvPr/>
            </p:nvSpPr>
            <p:spPr>
              <a:xfrm flipH="1">
                <a:off x="5796360" y="1029240"/>
                <a:ext cx="669600" cy="6696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543" name="TextBox 16"/>
              <p:cNvSpPr/>
              <p:nvPr/>
            </p:nvSpPr>
            <p:spPr>
              <a:xfrm flipH="1">
                <a:off x="4856040" y="1194480"/>
                <a:ext cx="1091520" cy="4147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ctr">
                <a:normAutofit/>
              </a:bodyPr>
              <a:p>
                <a:pPr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lang="zh-CN" sz="1200" spc="-1" strike="noStrike">
                    <a:solidFill>
                      <a:srgbClr val="ffffff"/>
                    </a:solidFill>
                    <a:latin typeface="微软雅黑"/>
                    <a:ea typeface="微软雅黑"/>
                  </a:rPr>
                  <a:t>标题文本预设</a:t>
                </a:r>
                <a:endParaRPr b="0" lang="en-HK" sz="1200" spc="-1" strike="noStrike">
                  <a:latin typeface="Arial"/>
                </a:endParaRPr>
              </a:p>
            </p:txBody>
          </p:sp>
          <p:sp>
            <p:nvSpPr>
              <p:cNvPr id="544" name="TextBox 17"/>
              <p:cNvSpPr/>
              <p:nvPr/>
            </p:nvSpPr>
            <p:spPr>
              <a:xfrm flipH="1">
                <a:off x="4855320" y="2079360"/>
                <a:ext cx="1076040" cy="4147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ctr">
                <a:normAutofit/>
              </a:bodyPr>
              <a:p>
                <a:pPr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lang="zh-CN" sz="1200" spc="-1" strike="noStrike">
                    <a:solidFill>
                      <a:srgbClr val="ffffff"/>
                    </a:solidFill>
                    <a:latin typeface="微软雅黑"/>
                    <a:ea typeface="微软雅黑"/>
                  </a:rPr>
                  <a:t>标题文本预设</a:t>
                </a:r>
                <a:endParaRPr b="0" lang="en-HK" sz="1200" spc="-1" strike="noStrike">
                  <a:latin typeface="Arial"/>
                </a:endParaRPr>
              </a:p>
            </p:txBody>
          </p:sp>
          <p:sp>
            <p:nvSpPr>
              <p:cNvPr id="545" name="TextBox 18"/>
              <p:cNvSpPr/>
              <p:nvPr/>
            </p:nvSpPr>
            <p:spPr>
              <a:xfrm flipH="1">
                <a:off x="4856040" y="2972880"/>
                <a:ext cx="1091520" cy="4147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ctr">
                <a:normAutofit/>
              </a:bodyPr>
              <a:p>
                <a:pPr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lang="zh-CN" sz="1200" spc="-1" strike="noStrike">
                    <a:solidFill>
                      <a:srgbClr val="ffffff"/>
                    </a:solidFill>
                    <a:latin typeface="微软雅黑"/>
                    <a:ea typeface="微软雅黑"/>
                  </a:rPr>
                  <a:t>标题文本预设</a:t>
                </a:r>
                <a:endParaRPr b="0" lang="en-HK" sz="1200" spc="-1" strike="noStrike">
                  <a:latin typeface="Arial"/>
                </a:endParaRPr>
              </a:p>
            </p:txBody>
          </p:sp>
          <p:sp>
            <p:nvSpPr>
              <p:cNvPr id="546" name="TextBox 19"/>
              <p:cNvSpPr/>
              <p:nvPr/>
            </p:nvSpPr>
            <p:spPr>
              <a:xfrm flipH="1">
                <a:off x="4855320" y="3857760"/>
                <a:ext cx="1196280" cy="4147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ctr">
                <a:normAutofit/>
              </a:bodyPr>
              <a:p>
                <a:pPr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lang="zh-CN" sz="1200" spc="-1" strike="noStrike">
                    <a:solidFill>
                      <a:srgbClr val="ffffff"/>
                    </a:solidFill>
                    <a:latin typeface="微软雅黑"/>
                    <a:ea typeface="微软雅黑"/>
                  </a:rPr>
                  <a:t>标题文本预设</a:t>
                </a:r>
                <a:endParaRPr b="0" lang="en-HK" sz="1200" spc="-1" strike="noStrike">
                  <a:latin typeface="Arial"/>
                </a:endParaRPr>
              </a:p>
            </p:txBody>
          </p:sp>
          <p:sp>
            <p:nvSpPr>
              <p:cNvPr id="547" name="Freeform: Shape 27"/>
              <p:cNvSpPr/>
              <p:nvPr/>
            </p:nvSpPr>
            <p:spPr>
              <a:xfrm flipH="1" rot="5400000">
                <a:off x="1892160" y="2295000"/>
                <a:ext cx="1312920" cy="848520"/>
              </a:xfrm>
              <a:custGeom>
                <a:avLst/>
                <a:gdLst/>
                <a:ahLst/>
                <a:rect l="l" t="t" r="r" b="b"/>
                <a:pathLst>
                  <a:path w="520" h="261">
                    <a:moveTo>
                      <a:pt x="260" y="261"/>
                    </a:moveTo>
                    <a:lnTo>
                      <a:pt x="0" y="0"/>
                    </a:lnTo>
                    <a:lnTo>
                      <a:pt x="520" y="0"/>
                    </a:lnTo>
                    <a:lnTo>
                      <a:pt x="260" y="261"/>
                    </a:ln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48" name="Freeform: Shape 21"/>
              <p:cNvSpPr/>
              <p:nvPr/>
            </p:nvSpPr>
            <p:spPr>
              <a:xfrm>
                <a:off x="5940000" y="2047320"/>
                <a:ext cx="403200" cy="421200"/>
              </a:xfrm>
              <a:custGeom>
                <a:avLst/>
                <a:gdLst/>
                <a:ahLst/>
                <a:rect l="l" t="t" r="r" b="b"/>
                <a:pathLst>
                  <a:path w="77" h="77">
                    <a:moveTo>
                      <a:pt x="5" y="30"/>
                    </a:moveTo>
                    <a:cubicBezTo>
                      <a:pt x="4" y="30"/>
                      <a:pt x="4" y="30"/>
                      <a:pt x="3" y="30"/>
                    </a:cubicBezTo>
                    <a:cubicBezTo>
                      <a:pt x="7" y="17"/>
                      <a:pt x="17" y="7"/>
                      <a:pt x="30" y="4"/>
                    </a:cubicBezTo>
                    <a:cubicBezTo>
                      <a:pt x="30" y="4"/>
                      <a:pt x="30" y="4"/>
                      <a:pt x="30" y="5"/>
                    </a:cubicBezTo>
                    <a:cubicBezTo>
                      <a:pt x="30" y="5"/>
                      <a:pt x="30" y="6"/>
                      <a:pt x="30" y="7"/>
                    </a:cubicBezTo>
                    <a:cubicBezTo>
                      <a:pt x="19" y="10"/>
                      <a:pt x="9" y="19"/>
                      <a:pt x="7" y="31"/>
                    </a:cubicBezTo>
                    <a:cubicBezTo>
                      <a:pt x="6" y="30"/>
                      <a:pt x="5" y="30"/>
                      <a:pt x="5" y="30"/>
                    </a:cubicBezTo>
                    <a:close/>
                    <a:moveTo>
                      <a:pt x="71" y="31"/>
                    </a:moveTo>
                    <a:cubicBezTo>
                      <a:pt x="71" y="30"/>
                      <a:pt x="72" y="30"/>
                      <a:pt x="72" y="30"/>
                    </a:cubicBezTo>
                    <a:cubicBezTo>
                      <a:pt x="73" y="30"/>
                      <a:pt x="73" y="30"/>
                      <a:pt x="74" y="30"/>
                    </a:cubicBezTo>
                    <a:cubicBezTo>
                      <a:pt x="70" y="17"/>
                      <a:pt x="60" y="7"/>
                      <a:pt x="47" y="4"/>
                    </a:cubicBezTo>
                    <a:cubicBezTo>
                      <a:pt x="47" y="4"/>
                      <a:pt x="47" y="4"/>
                      <a:pt x="47" y="5"/>
                    </a:cubicBezTo>
                    <a:cubicBezTo>
                      <a:pt x="47" y="5"/>
                      <a:pt x="47" y="6"/>
                      <a:pt x="47" y="7"/>
                    </a:cubicBezTo>
                    <a:cubicBezTo>
                      <a:pt x="58" y="10"/>
                      <a:pt x="68" y="19"/>
                      <a:pt x="71" y="31"/>
                    </a:cubicBezTo>
                    <a:close/>
                    <a:moveTo>
                      <a:pt x="77" y="39"/>
                    </a:moveTo>
                    <a:cubicBezTo>
                      <a:pt x="77" y="41"/>
                      <a:pt x="75" y="43"/>
                      <a:pt x="72" y="43"/>
                    </a:cubicBezTo>
                    <a:cubicBezTo>
                      <a:pt x="70" y="43"/>
                      <a:pt x="68" y="42"/>
                      <a:pt x="68" y="40"/>
                    </a:cubicBezTo>
                    <a:cubicBezTo>
                      <a:pt x="61" y="40"/>
                      <a:pt x="61" y="40"/>
                      <a:pt x="61" y="40"/>
                    </a:cubicBezTo>
                    <a:cubicBezTo>
                      <a:pt x="61" y="55"/>
                      <a:pt x="61" y="55"/>
                      <a:pt x="61" y="55"/>
                    </a:cubicBezTo>
                    <a:cubicBezTo>
                      <a:pt x="61" y="58"/>
                      <a:pt x="58" y="61"/>
                      <a:pt x="55" y="61"/>
                    </a:cubicBezTo>
                    <a:cubicBezTo>
                      <a:pt x="40" y="61"/>
                      <a:pt x="40" y="61"/>
                      <a:pt x="40" y="61"/>
                    </a:cubicBezTo>
                    <a:cubicBezTo>
                      <a:pt x="40" y="68"/>
                      <a:pt x="40" y="68"/>
                      <a:pt x="40" y="68"/>
                    </a:cubicBezTo>
                    <a:cubicBezTo>
                      <a:pt x="42" y="68"/>
                      <a:pt x="43" y="70"/>
                      <a:pt x="43" y="73"/>
                    </a:cubicBezTo>
                    <a:cubicBezTo>
                      <a:pt x="43" y="75"/>
                      <a:pt x="41" y="77"/>
                      <a:pt x="39" y="77"/>
                    </a:cubicBezTo>
                    <a:cubicBezTo>
                      <a:pt x="36" y="77"/>
                      <a:pt x="34" y="75"/>
                      <a:pt x="34" y="73"/>
                    </a:cubicBezTo>
                    <a:cubicBezTo>
                      <a:pt x="34" y="70"/>
                      <a:pt x="35" y="68"/>
                      <a:pt x="38" y="68"/>
                    </a:cubicBezTo>
                    <a:cubicBezTo>
                      <a:pt x="38" y="61"/>
                      <a:pt x="38" y="61"/>
                      <a:pt x="38" y="61"/>
                    </a:cubicBezTo>
                    <a:cubicBezTo>
                      <a:pt x="22" y="61"/>
                      <a:pt x="22" y="61"/>
                      <a:pt x="22" y="61"/>
                    </a:cubicBezTo>
                    <a:cubicBezTo>
                      <a:pt x="19" y="61"/>
                      <a:pt x="16" y="58"/>
                      <a:pt x="16" y="5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9" y="40"/>
                      <a:pt x="9" y="40"/>
                      <a:pt x="9" y="40"/>
                    </a:cubicBezTo>
                    <a:cubicBezTo>
                      <a:pt x="9" y="42"/>
                      <a:pt x="7" y="43"/>
                      <a:pt x="5" y="43"/>
                    </a:cubicBezTo>
                    <a:cubicBezTo>
                      <a:pt x="2" y="43"/>
                      <a:pt x="0" y="41"/>
                      <a:pt x="0" y="39"/>
                    </a:cubicBezTo>
                    <a:cubicBezTo>
                      <a:pt x="0" y="36"/>
                      <a:pt x="2" y="34"/>
                      <a:pt x="5" y="34"/>
                    </a:cubicBezTo>
                    <a:cubicBezTo>
                      <a:pt x="7" y="34"/>
                      <a:pt x="9" y="36"/>
                      <a:pt x="9" y="38"/>
                    </a:cubicBezTo>
                    <a:cubicBezTo>
                      <a:pt x="16" y="38"/>
                      <a:pt x="16" y="38"/>
                      <a:pt x="16" y="38"/>
                    </a:cubicBezTo>
                    <a:cubicBezTo>
                      <a:pt x="16" y="22"/>
                      <a:pt x="16" y="22"/>
                      <a:pt x="16" y="22"/>
                    </a:cubicBezTo>
                    <a:cubicBezTo>
                      <a:pt x="16" y="19"/>
                      <a:pt x="19" y="16"/>
                      <a:pt x="22" y="16"/>
                    </a:cubicBezTo>
                    <a:cubicBezTo>
                      <a:pt x="38" y="16"/>
                      <a:pt x="38" y="16"/>
                      <a:pt x="38" y="16"/>
                    </a:cubicBezTo>
                    <a:cubicBezTo>
                      <a:pt x="38" y="9"/>
                      <a:pt x="38" y="9"/>
                      <a:pt x="38" y="9"/>
                    </a:cubicBezTo>
                    <a:cubicBezTo>
                      <a:pt x="35" y="9"/>
                      <a:pt x="34" y="7"/>
                      <a:pt x="34" y="5"/>
                    </a:cubicBezTo>
                    <a:cubicBezTo>
                      <a:pt x="34" y="2"/>
                      <a:pt x="36" y="0"/>
                      <a:pt x="39" y="0"/>
                    </a:cubicBezTo>
                    <a:cubicBezTo>
                      <a:pt x="41" y="0"/>
                      <a:pt x="43" y="2"/>
                      <a:pt x="43" y="5"/>
                    </a:cubicBezTo>
                    <a:cubicBezTo>
                      <a:pt x="43" y="7"/>
                      <a:pt x="42" y="9"/>
                      <a:pt x="40" y="9"/>
                    </a:cubicBezTo>
                    <a:cubicBezTo>
                      <a:pt x="40" y="16"/>
                      <a:pt x="40" y="16"/>
                      <a:pt x="40" y="16"/>
                    </a:cubicBezTo>
                    <a:cubicBezTo>
                      <a:pt x="55" y="16"/>
                      <a:pt x="55" y="16"/>
                      <a:pt x="55" y="16"/>
                    </a:cubicBezTo>
                    <a:cubicBezTo>
                      <a:pt x="58" y="16"/>
                      <a:pt x="61" y="19"/>
                      <a:pt x="61" y="22"/>
                    </a:cubicBezTo>
                    <a:cubicBezTo>
                      <a:pt x="61" y="38"/>
                      <a:pt x="61" y="38"/>
                      <a:pt x="61" y="38"/>
                    </a:cubicBezTo>
                    <a:cubicBezTo>
                      <a:pt x="68" y="38"/>
                      <a:pt x="68" y="38"/>
                      <a:pt x="68" y="38"/>
                    </a:cubicBezTo>
                    <a:cubicBezTo>
                      <a:pt x="68" y="36"/>
                      <a:pt x="70" y="34"/>
                      <a:pt x="72" y="34"/>
                    </a:cubicBezTo>
                    <a:cubicBezTo>
                      <a:pt x="75" y="34"/>
                      <a:pt x="77" y="36"/>
                      <a:pt x="77" y="39"/>
                    </a:cubicBezTo>
                    <a:close/>
                    <a:moveTo>
                      <a:pt x="39" y="8"/>
                    </a:moveTo>
                    <a:cubicBezTo>
                      <a:pt x="40" y="8"/>
                      <a:pt x="41" y="6"/>
                      <a:pt x="41" y="5"/>
                    </a:cubicBezTo>
                    <a:cubicBezTo>
                      <a:pt x="41" y="3"/>
                      <a:pt x="40" y="2"/>
                      <a:pt x="39" y="2"/>
                    </a:cubicBezTo>
                    <a:cubicBezTo>
                      <a:pt x="37" y="2"/>
                      <a:pt x="36" y="3"/>
                      <a:pt x="36" y="5"/>
                    </a:cubicBezTo>
                    <a:cubicBezTo>
                      <a:pt x="36" y="6"/>
                      <a:pt x="37" y="8"/>
                      <a:pt x="39" y="8"/>
                    </a:cubicBezTo>
                    <a:close/>
                    <a:moveTo>
                      <a:pt x="7" y="39"/>
                    </a:moveTo>
                    <a:cubicBezTo>
                      <a:pt x="7" y="37"/>
                      <a:pt x="6" y="36"/>
                      <a:pt x="5" y="36"/>
                    </a:cubicBezTo>
                    <a:cubicBezTo>
                      <a:pt x="3" y="36"/>
                      <a:pt x="2" y="37"/>
                      <a:pt x="2" y="39"/>
                    </a:cubicBezTo>
                    <a:cubicBezTo>
                      <a:pt x="2" y="40"/>
                      <a:pt x="3" y="41"/>
                      <a:pt x="5" y="41"/>
                    </a:cubicBezTo>
                    <a:cubicBezTo>
                      <a:pt x="6" y="41"/>
                      <a:pt x="7" y="40"/>
                      <a:pt x="7" y="39"/>
                    </a:cubicBezTo>
                    <a:close/>
                    <a:moveTo>
                      <a:pt x="39" y="70"/>
                    </a:moveTo>
                    <a:cubicBezTo>
                      <a:pt x="37" y="70"/>
                      <a:pt x="36" y="71"/>
                      <a:pt x="36" y="73"/>
                    </a:cubicBezTo>
                    <a:cubicBezTo>
                      <a:pt x="36" y="74"/>
                      <a:pt x="37" y="75"/>
                      <a:pt x="39" y="75"/>
                    </a:cubicBezTo>
                    <a:cubicBezTo>
                      <a:pt x="40" y="75"/>
                      <a:pt x="41" y="74"/>
                      <a:pt x="41" y="73"/>
                    </a:cubicBezTo>
                    <a:cubicBezTo>
                      <a:pt x="41" y="71"/>
                      <a:pt x="40" y="70"/>
                      <a:pt x="39" y="70"/>
                    </a:cubicBezTo>
                    <a:close/>
                    <a:moveTo>
                      <a:pt x="55" y="54"/>
                    </a:moveTo>
                    <a:cubicBezTo>
                      <a:pt x="55" y="54"/>
                      <a:pt x="54" y="49"/>
                      <a:pt x="52" y="47"/>
                    </a:cubicBezTo>
                    <a:cubicBezTo>
                      <a:pt x="51" y="45"/>
                      <a:pt x="44" y="44"/>
                      <a:pt x="43" y="43"/>
                    </a:cubicBezTo>
                    <a:cubicBezTo>
                      <a:pt x="42" y="42"/>
                      <a:pt x="42" y="40"/>
                      <a:pt x="42" y="39"/>
                    </a:cubicBezTo>
                    <a:cubicBezTo>
                      <a:pt x="43" y="38"/>
                      <a:pt x="44" y="37"/>
                      <a:pt x="44" y="35"/>
                    </a:cubicBezTo>
                    <a:cubicBezTo>
                      <a:pt x="45" y="35"/>
                      <a:pt x="45" y="34"/>
                      <a:pt x="46" y="33"/>
                    </a:cubicBezTo>
                    <a:cubicBezTo>
                      <a:pt x="46" y="32"/>
                      <a:pt x="45" y="32"/>
                      <a:pt x="45" y="31"/>
                    </a:cubicBezTo>
                    <a:cubicBezTo>
                      <a:pt x="45" y="31"/>
                      <a:pt x="45" y="31"/>
                      <a:pt x="45" y="30"/>
                    </a:cubicBezTo>
                    <a:cubicBezTo>
                      <a:pt x="45" y="26"/>
                      <a:pt x="42" y="23"/>
                      <a:pt x="39" y="23"/>
                    </a:cubicBezTo>
                    <a:cubicBezTo>
                      <a:pt x="35" y="23"/>
                      <a:pt x="32" y="26"/>
                      <a:pt x="32" y="30"/>
                    </a:cubicBezTo>
                    <a:cubicBezTo>
                      <a:pt x="32" y="31"/>
                      <a:pt x="32" y="31"/>
                      <a:pt x="32" y="31"/>
                    </a:cubicBezTo>
                    <a:cubicBezTo>
                      <a:pt x="32" y="32"/>
                      <a:pt x="31" y="32"/>
                      <a:pt x="31" y="33"/>
                    </a:cubicBezTo>
                    <a:cubicBezTo>
                      <a:pt x="32" y="34"/>
                      <a:pt x="32" y="35"/>
                      <a:pt x="33" y="35"/>
                    </a:cubicBezTo>
                    <a:cubicBezTo>
                      <a:pt x="33" y="37"/>
                      <a:pt x="34" y="38"/>
                      <a:pt x="35" y="39"/>
                    </a:cubicBezTo>
                    <a:cubicBezTo>
                      <a:pt x="35" y="40"/>
                      <a:pt x="35" y="42"/>
                      <a:pt x="34" y="43"/>
                    </a:cubicBezTo>
                    <a:cubicBezTo>
                      <a:pt x="34" y="44"/>
                      <a:pt x="26" y="45"/>
                      <a:pt x="25" y="47"/>
                    </a:cubicBezTo>
                    <a:cubicBezTo>
                      <a:pt x="24" y="49"/>
                      <a:pt x="22" y="54"/>
                      <a:pt x="22" y="54"/>
                    </a:cubicBezTo>
                    <a:lnTo>
                      <a:pt x="55" y="54"/>
                    </a:lnTo>
                    <a:close/>
                    <a:moveTo>
                      <a:pt x="75" y="39"/>
                    </a:moveTo>
                    <a:cubicBezTo>
                      <a:pt x="75" y="37"/>
                      <a:pt x="74" y="36"/>
                      <a:pt x="72" y="36"/>
                    </a:cubicBezTo>
                    <a:cubicBezTo>
                      <a:pt x="71" y="36"/>
                      <a:pt x="70" y="37"/>
                      <a:pt x="70" y="39"/>
                    </a:cubicBezTo>
                    <a:cubicBezTo>
                      <a:pt x="70" y="40"/>
                      <a:pt x="71" y="41"/>
                      <a:pt x="72" y="41"/>
                    </a:cubicBezTo>
                    <a:cubicBezTo>
                      <a:pt x="74" y="41"/>
                      <a:pt x="75" y="40"/>
                      <a:pt x="75" y="39"/>
                    </a:cubicBezTo>
                    <a:close/>
                    <a:moveTo>
                      <a:pt x="71" y="47"/>
                    </a:moveTo>
                    <a:cubicBezTo>
                      <a:pt x="68" y="58"/>
                      <a:pt x="58" y="68"/>
                      <a:pt x="47" y="71"/>
                    </a:cubicBezTo>
                    <a:cubicBezTo>
                      <a:pt x="47" y="71"/>
                      <a:pt x="47" y="72"/>
                      <a:pt x="47" y="73"/>
                    </a:cubicBezTo>
                    <a:cubicBezTo>
                      <a:pt x="47" y="73"/>
                      <a:pt x="47" y="73"/>
                      <a:pt x="47" y="74"/>
                    </a:cubicBezTo>
                    <a:cubicBezTo>
                      <a:pt x="60" y="71"/>
                      <a:pt x="70" y="60"/>
                      <a:pt x="74" y="47"/>
                    </a:cubicBezTo>
                    <a:cubicBezTo>
                      <a:pt x="73" y="47"/>
                      <a:pt x="73" y="47"/>
                      <a:pt x="72" y="47"/>
                    </a:cubicBezTo>
                    <a:cubicBezTo>
                      <a:pt x="72" y="47"/>
                      <a:pt x="71" y="47"/>
                      <a:pt x="71" y="47"/>
                    </a:cubicBezTo>
                    <a:close/>
                    <a:moveTo>
                      <a:pt x="7" y="47"/>
                    </a:moveTo>
                    <a:cubicBezTo>
                      <a:pt x="6" y="47"/>
                      <a:pt x="5" y="47"/>
                      <a:pt x="5" y="47"/>
                    </a:cubicBezTo>
                    <a:cubicBezTo>
                      <a:pt x="4" y="47"/>
                      <a:pt x="4" y="47"/>
                      <a:pt x="3" y="47"/>
                    </a:cubicBezTo>
                    <a:cubicBezTo>
                      <a:pt x="7" y="60"/>
                      <a:pt x="17" y="71"/>
                      <a:pt x="30" y="74"/>
                    </a:cubicBezTo>
                    <a:cubicBezTo>
                      <a:pt x="30" y="73"/>
                      <a:pt x="30" y="73"/>
                      <a:pt x="30" y="73"/>
                    </a:cubicBezTo>
                    <a:cubicBezTo>
                      <a:pt x="30" y="72"/>
                      <a:pt x="30" y="71"/>
                      <a:pt x="30" y="71"/>
                    </a:cubicBezTo>
                    <a:cubicBezTo>
                      <a:pt x="19" y="68"/>
                      <a:pt x="9" y="58"/>
                      <a:pt x="7" y="47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49" name="Freeform: Shape 22"/>
              <p:cNvSpPr/>
              <p:nvPr/>
            </p:nvSpPr>
            <p:spPr>
              <a:xfrm>
                <a:off x="5962680" y="3885480"/>
                <a:ext cx="370080" cy="367560"/>
              </a:xfrm>
              <a:custGeom>
                <a:avLst/>
                <a:gdLst/>
                <a:ahLst/>
                <a:rect l="l" t="t" r="r" b="b"/>
                <a:pathLst>
                  <a:path w="120" h="120">
                    <a:moveTo>
                      <a:pt x="60" y="0"/>
                    </a:moveTo>
                    <a:cubicBezTo>
                      <a:pt x="27" y="0"/>
                      <a:pt x="0" y="27"/>
                      <a:pt x="0" y="60"/>
                    </a:cubicBezTo>
                    <a:cubicBezTo>
                      <a:pt x="0" y="93"/>
                      <a:pt x="27" y="120"/>
                      <a:pt x="60" y="120"/>
                    </a:cubicBezTo>
                    <a:cubicBezTo>
                      <a:pt x="93" y="120"/>
                      <a:pt x="120" y="93"/>
                      <a:pt x="120" y="60"/>
                    </a:cubicBezTo>
                    <a:cubicBezTo>
                      <a:pt x="120" y="27"/>
                      <a:pt x="93" y="0"/>
                      <a:pt x="60" y="0"/>
                    </a:cubicBezTo>
                    <a:close/>
                    <a:moveTo>
                      <a:pt x="83" y="24"/>
                    </a:moveTo>
                    <a:cubicBezTo>
                      <a:pt x="87" y="21"/>
                      <a:pt x="87" y="21"/>
                      <a:pt x="87" y="21"/>
                    </a:cubicBezTo>
                    <a:cubicBezTo>
                      <a:pt x="87" y="21"/>
                      <a:pt x="85" y="17"/>
                      <a:pt x="86" y="14"/>
                    </a:cubicBezTo>
                    <a:cubicBezTo>
                      <a:pt x="87" y="14"/>
                      <a:pt x="91" y="16"/>
                      <a:pt x="94" y="20"/>
                    </a:cubicBezTo>
                    <a:cubicBezTo>
                      <a:pt x="92" y="29"/>
                      <a:pt x="86" y="28"/>
                      <a:pt x="86" y="28"/>
                    </a:cubicBezTo>
                    <a:cubicBezTo>
                      <a:pt x="86" y="28"/>
                      <a:pt x="82" y="28"/>
                      <a:pt x="83" y="24"/>
                    </a:cubicBezTo>
                    <a:close/>
                    <a:moveTo>
                      <a:pt x="47" y="77"/>
                    </a:moveTo>
                    <a:cubicBezTo>
                      <a:pt x="46" y="78"/>
                      <a:pt x="45" y="81"/>
                      <a:pt x="44" y="84"/>
                    </a:cubicBezTo>
                    <a:cubicBezTo>
                      <a:pt x="43" y="86"/>
                      <a:pt x="42" y="87"/>
                      <a:pt x="41" y="88"/>
                    </a:cubicBezTo>
                    <a:cubicBezTo>
                      <a:pt x="39" y="89"/>
                      <a:pt x="39" y="91"/>
                      <a:pt x="39" y="91"/>
                    </a:cubicBezTo>
                    <a:cubicBezTo>
                      <a:pt x="38" y="95"/>
                      <a:pt x="38" y="95"/>
                      <a:pt x="38" y="95"/>
                    </a:cubicBezTo>
                    <a:cubicBezTo>
                      <a:pt x="38" y="95"/>
                      <a:pt x="39" y="99"/>
                      <a:pt x="40" y="100"/>
                    </a:cubicBezTo>
                    <a:cubicBezTo>
                      <a:pt x="40" y="102"/>
                      <a:pt x="37" y="110"/>
                      <a:pt x="37" y="110"/>
                    </a:cubicBezTo>
                    <a:cubicBezTo>
                      <a:pt x="34" y="109"/>
                      <a:pt x="33" y="106"/>
                      <a:pt x="32" y="104"/>
                    </a:cubicBezTo>
                    <a:cubicBezTo>
                      <a:pt x="32" y="102"/>
                      <a:pt x="30" y="101"/>
                      <a:pt x="31" y="99"/>
                    </a:cubicBezTo>
                    <a:cubicBezTo>
                      <a:pt x="31" y="96"/>
                      <a:pt x="29" y="95"/>
                      <a:pt x="28" y="94"/>
                    </a:cubicBezTo>
                    <a:cubicBezTo>
                      <a:pt x="27" y="92"/>
                      <a:pt x="26" y="90"/>
                      <a:pt x="26" y="89"/>
                    </a:cubicBezTo>
                    <a:cubicBezTo>
                      <a:pt x="26" y="88"/>
                      <a:pt x="23" y="86"/>
                      <a:pt x="23" y="86"/>
                    </a:cubicBezTo>
                    <a:cubicBezTo>
                      <a:pt x="23" y="86"/>
                      <a:pt x="18" y="83"/>
                      <a:pt x="17" y="82"/>
                    </a:cubicBezTo>
                    <a:cubicBezTo>
                      <a:pt x="16" y="81"/>
                      <a:pt x="15" y="77"/>
                      <a:pt x="15" y="75"/>
                    </a:cubicBezTo>
                    <a:cubicBezTo>
                      <a:pt x="15" y="73"/>
                      <a:pt x="16" y="68"/>
                      <a:pt x="16" y="68"/>
                    </a:cubicBezTo>
                    <a:cubicBezTo>
                      <a:pt x="16" y="68"/>
                      <a:pt x="18" y="66"/>
                      <a:pt x="17" y="65"/>
                    </a:cubicBezTo>
                    <a:cubicBezTo>
                      <a:pt x="15" y="64"/>
                      <a:pt x="15" y="60"/>
                      <a:pt x="15" y="60"/>
                    </a:cubicBezTo>
                    <a:cubicBezTo>
                      <a:pt x="13" y="58"/>
                      <a:pt x="13" y="58"/>
                      <a:pt x="13" y="58"/>
                    </a:cubicBezTo>
                    <a:cubicBezTo>
                      <a:pt x="13" y="58"/>
                      <a:pt x="11" y="55"/>
                      <a:pt x="10" y="54"/>
                    </a:cubicBezTo>
                    <a:cubicBezTo>
                      <a:pt x="10" y="52"/>
                      <a:pt x="10" y="51"/>
                      <a:pt x="11" y="50"/>
                    </a:cubicBezTo>
                    <a:cubicBezTo>
                      <a:pt x="11" y="49"/>
                      <a:pt x="10" y="46"/>
                      <a:pt x="10" y="45"/>
                    </a:cubicBezTo>
                    <a:cubicBezTo>
                      <a:pt x="20" y="20"/>
                      <a:pt x="37" y="15"/>
                      <a:pt x="37" y="15"/>
                    </a:cubicBezTo>
                    <a:cubicBezTo>
                      <a:pt x="38" y="20"/>
                      <a:pt x="38" y="20"/>
                      <a:pt x="38" y="20"/>
                    </a:cubicBezTo>
                    <a:cubicBezTo>
                      <a:pt x="38" y="20"/>
                      <a:pt x="35" y="21"/>
                      <a:pt x="34" y="21"/>
                    </a:cubicBezTo>
                    <a:cubicBezTo>
                      <a:pt x="32" y="20"/>
                      <a:pt x="31" y="20"/>
                      <a:pt x="31" y="20"/>
                    </a:cubicBezTo>
                    <a:cubicBezTo>
                      <a:pt x="29" y="23"/>
                      <a:pt x="29" y="23"/>
                      <a:pt x="29" y="23"/>
                    </a:cubicBezTo>
                    <a:cubicBezTo>
                      <a:pt x="29" y="23"/>
                      <a:pt x="28" y="25"/>
                      <a:pt x="28" y="26"/>
                    </a:cubicBezTo>
                    <a:cubicBezTo>
                      <a:pt x="28" y="27"/>
                      <a:pt x="29" y="29"/>
                      <a:pt x="29" y="29"/>
                    </a:cubicBezTo>
                    <a:cubicBezTo>
                      <a:pt x="29" y="29"/>
                      <a:pt x="32" y="29"/>
                      <a:pt x="32" y="28"/>
                    </a:cubicBezTo>
                    <a:cubicBezTo>
                      <a:pt x="32" y="27"/>
                      <a:pt x="32" y="26"/>
                      <a:pt x="32" y="26"/>
                    </a:cubicBezTo>
                    <a:cubicBezTo>
                      <a:pt x="31" y="24"/>
                      <a:pt x="31" y="24"/>
                      <a:pt x="31" y="24"/>
                    </a:cubicBezTo>
                    <a:cubicBezTo>
                      <a:pt x="31" y="24"/>
                      <a:pt x="34" y="23"/>
                      <a:pt x="40" y="24"/>
                    </a:cubicBezTo>
                    <a:cubicBezTo>
                      <a:pt x="47" y="24"/>
                      <a:pt x="44" y="29"/>
                      <a:pt x="47" y="30"/>
                    </a:cubicBezTo>
                    <a:cubicBezTo>
                      <a:pt x="50" y="31"/>
                      <a:pt x="45" y="35"/>
                      <a:pt x="44" y="37"/>
                    </a:cubicBezTo>
                    <a:cubicBezTo>
                      <a:pt x="43" y="39"/>
                      <a:pt x="41" y="34"/>
                      <a:pt x="41" y="34"/>
                    </a:cubicBezTo>
                    <a:cubicBezTo>
                      <a:pt x="41" y="34"/>
                      <a:pt x="43" y="32"/>
                      <a:pt x="40" y="32"/>
                    </a:cubicBezTo>
                    <a:cubicBezTo>
                      <a:pt x="37" y="31"/>
                      <a:pt x="35" y="36"/>
                      <a:pt x="37" y="36"/>
                    </a:cubicBezTo>
                    <a:cubicBezTo>
                      <a:pt x="38" y="36"/>
                      <a:pt x="40" y="38"/>
                      <a:pt x="39" y="39"/>
                    </a:cubicBezTo>
                    <a:cubicBezTo>
                      <a:pt x="39" y="40"/>
                      <a:pt x="39" y="40"/>
                      <a:pt x="38" y="43"/>
                    </a:cubicBezTo>
                    <a:cubicBezTo>
                      <a:pt x="36" y="46"/>
                      <a:pt x="34" y="48"/>
                      <a:pt x="34" y="48"/>
                    </a:cubicBezTo>
                    <a:cubicBezTo>
                      <a:pt x="34" y="48"/>
                      <a:pt x="32" y="47"/>
                      <a:pt x="33" y="49"/>
                    </a:cubicBezTo>
                    <a:cubicBezTo>
                      <a:pt x="34" y="51"/>
                      <a:pt x="33" y="54"/>
                      <a:pt x="33" y="55"/>
                    </a:cubicBezTo>
                    <a:cubicBezTo>
                      <a:pt x="33" y="57"/>
                      <a:pt x="29" y="54"/>
                      <a:pt x="29" y="51"/>
                    </a:cubicBezTo>
                    <a:cubicBezTo>
                      <a:pt x="28" y="48"/>
                      <a:pt x="25" y="51"/>
                      <a:pt x="24" y="51"/>
                    </a:cubicBezTo>
                    <a:cubicBezTo>
                      <a:pt x="23" y="51"/>
                      <a:pt x="21" y="50"/>
                      <a:pt x="21" y="49"/>
                    </a:cubicBezTo>
                    <a:cubicBezTo>
                      <a:pt x="20" y="48"/>
                      <a:pt x="15" y="52"/>
                      <a:pt x="14" y="52"/>
                    </a:cubicBezTo>
                    <a:cubicBezTo>
                      <a:pt x="13" y="53"/>
                      <a:pt x="13" y="55"/>
                      <a:pt x="15" y="54"/>
                    </a:cubicBezTo>
                    <a:cubicBezTo>
                      <a:pt x="17" y="53"/>
                      <a:pt x="19" y="54"/>
                      <a:pt x="19" y="56"/>
                    </a:cubicBezTo>
                    <a:cubicBezTo>
                      <a:pt x="18" y="58"/>
                      <a:pt x="16" y="57"/>
                      <a:pt x="16" y="58"/>
                    </a:cubicBezTo>
                    <a:cubicBezTo>
                      <a:pt x="17" y="60"/>
                      <a:pt x="19" y="61"/>
                      <a:pt x="19" y="63"/>
                    </a:cubicBezTo>
                    <a:cubicBezTo>
                      <a:pt x="20" y="65"/>
                      <a:pt x="25" y="63"/>
                      <a:pt x="27" y="62"/>
                    </a:cubicBezTo>
                    <a:cubicBezTo>
                      <a:pt x="28" y="62"/>
                      <a:pt x="33" y="61"/>
                      <a:pt x="33" y="63"/>
                    </a:cubicBezTo>
                    <a:cubicBezTo>
                      <a:pt x="34" y="65"/>
                      <a:pt x="39" y="66"/>
                      <a:pt x="41" y="66"/>
                    </a:cubicBezTo>
                    <a:cubicBezTo>
                      <a:pt x="43" y="67"/>
                      <a:pt x="46" y="67"/>
                      <a:pt x="49" y="69"/>
                    </a:cubicBezTo>
                    <a:cubicBezTo>
                      <a:pt x="51" y="72"/>
                      <a:pt x="47" y="76"/>
                      <a:pt x="47" y="77"/>
                    </a:cubicBezTo>
                    <a:close/>
                    <a:moveTo>
                      <a:pt x="59" y="14"/>
                    </a:moveTo>
                    <a:cubicBezTo>
                      <a:pt x="58" y="17"/>
                      <a:pt x="54" y="20"/>
                      <a:pt x="55" y="21"/>
                    </a:cubicBezTo>
                    <a:cubicBezTo>
                      <a:pt x="55" y="22"/>
                      <a:pt x="55" y="27"/>
                      <a:pt x="51" y="23"/>
                    </a:cubicBezTo>
                    <a:cubicBezTo>
                      <a:pt x="47" y="19"/>
                      <a:pt x="43" y="18"/>
                      <a:pt x="44" y="15"/>
                    </a:cubicBezTo>
                    <a:cubicBezTo>
                      <a:pt x="44" y="14"/>
                      <a:pt x="48" y="14"/>
                      <a:pt x="48" y="13"/>
                    </a:cubicBezTo>
                    <a:cubicBezTo>
                      <a:pt x="53" y="7"/>
                      <a:pt x="62" y="8"/>
                      <a:pt x="63" y="10"/>
                    </a:cubicBezTo>
                    <a:cubicBezTo>
                      <a:pt x="61" y="12"/>
                      <a:pt x="59" y="11"/>
                      <a:pt x="59" y="14"/>
                    </a:cubicBezTo>
                    <a:close/>
                    <a:moveTo>
                      <a:pt x="107" y="62"/>
                    </a:moveTo>
                    <a:cubicBezTo>
                      <a:pt x="107" y="62"/>
                      <a:pt x="109" y="65"/>
                      <a:pt x="112" y="65"/>
                    </a:cubicBezTo>
                    <a:cubicBezTo>
                      <a:pt x="110" y="87"/>
                      <a:pt x="92" y="102"/>
                      <a:pt x="92" y="102"/>
                    </a:cubicBezTo>
                    <a:cubicBezTo>
                      <a:pt x="89" y="99"/>
                      <a:pt x="90" y="96"/>
                      <a:pt x="90" y="96"/>
                    </a:cubicBezTo>
                    <a:cubicBezTo>
                      <a:pt x="91" y="92"/>
                      <a:pt x="91" y="92"/>
                      <a:pt x="91" y="92"/>
                    </a:cubicBezTo>
                    <a:cubicBezTo>
                      <a:pt x="91" y="85"/>
                      <a:pt x="91" y="85"/>
                      <a:pt x="91" y="85"/>
                    </a:cubicBezTo>
                    <a:cubicBezTo>
                      <a:pt x="91" y="85"/>
                      <a:pt x="91" y="77"/>
                      <a:pt x="84" y="81"/>
                    </a:cubicBezTo>
                    <a:cubicBezTo>
                      <a:pt x="77" y="83"/>
                      <a:pt x="80" y="83"/>
                      <a:pt x="72" y="83"/>
                    </a:cubicBezTo>
                    <a:cubicBezTo>
                      <a:pt x="64" y="84"/>
                      <a:pt x="66" y="67"/>
                      <a:pt x="66" y="67"/>
                    </a:cubicBezTo>
                    <a:cubicBezTo>
                      <a:pt x="66" y="43"/>
                      <a:pt x="84" y="61"/>
                      <a:pt x="84" y="61"/>
                    </a:cubicBezTo>
                    <a:cubicBezTo>
                      <a:pt x="95" y="69"/>
                      <a:pt x="97" y="56"/>
                      <a:pt x="97" y="56"/>
                    </a:cubicBezTo>
                    <a:cubicBezTo>
                      <a:pt x="104" y="53"/>
                      <a:pt x="104" y="53"/>
                      <a:pt x="104" y="53"/>
                    </a:cubicBezTo>
                    <a:cubicBezTo>
                      <a:pt x="105" y="49"/>
                      <a:pt x="105" y="49"/>
                      <a:pt x="105" y="49"/>
                    </a:cubicBezTo>
                    <a:cubicBezTo>
                      <a:pt x="104" y="44"/>
                      <a:pt x="104" y="44"/>
                      <a:pt x="104" y="44"/>
                    </a:cubicBezTo>
                    <a:cubicBezTo>
                      <a:pt x="93" y="39"/>
                      <a:pt x="93" y="39"/>
                      <a:pt x="93" y="39"/>
                    </a:cubicBezTo>
                    <a:cubicBezTo>
                      <a:pt x="93" y="39"/>
                      <a:pt x="91" y="43"/>
                      <a:pt x="94" y="48"/>
                    </a:cubicBezTo>
                    <a:cubicBezTo>
                      <a:pt x="94" y="48"/>
                      <a:pt x="93" y="53"/>
                      <a:pt x="91" y="52"/>
                    </a:cubicBezTo>
                    <a:cubicBezTo>
                      <a:pt x="84" y="48"/>
                      <a:pt x="84" y="48"/>
                      <a:pt x="84" y="48"/>
                    </a:cubicBezTo>
                    <a:cubicBezTo>
                      <a:pt x="84" y="48"/>
                      <a:pt x="82" y="47"/>
                      <a:pt x="79" y="49"/>
                    </a:cubicBezTo>
                    <a:cubicBezTo>
                      <a:pt x="75" y="52"/>
                      <a:pt x="69" y="49"/>
                      <a:pt x="69" y="49"/>
                    </a:cubicBezTo>
                    <a:cubicBezTo>
                      <a:pt x="69" y="49"/>
                      <a:pt x="69" y="46"/>
                      <a:pt x="73" y="44"/>
                    </a:cubicBezTo>
                    <a:cubicBezTo>
                      <a:pt x="76" y="42"/>
                      <a:pt x="76" y="42"/>
                      <a:pt x="76" y="42"/>
                    </a:cubicBezTo>
                    <a:cubicBezTo>
                      <a:pt x="76" y="42"/>
                      <a:pt x="75" y="38"/>
                      <a:pt x="76" y="35"/>
                    </a:cubicBezTo>
                    <a:cubicBezTo>
                      <a:pt x="77" y="32"/>
                      <a:pt x="78" y="35"/>
                      <a:pt x="81" y="33"/>
                    </a:cubicBezTo>
                    <a:cubicBezTo>
                      <a:pt x="84" y="31"/>
                      <a:pt x="86" y="37"/>
                      <a:pt x="90" y="36"/>
                    </a:cubicBezTo>
                    <a:cubicBezTo>
                      <a:pt x="94" y="36"/>
                      <a:pt x="92" y="35"/>
                      <a:pt x="95" y="33"/>
                    </a:cubicBezTo>
                    <a:cubicBezTo>
                      <a:pt x="98" y="32"/>
                      <a:pt x="100" y="36"/>
                      <a:pt x="100" y="36"/>
                    </a:cubicBezTo>
                    <a:cubicBezTo>
                      <a:pt x="106" y="37"/>
                      <a:pt x="106" y="37"/>
                      <a:pt x="106" y="37"/>
                    </a:cubicBezTo>
                    <a:cubicBezTo>
                      <a:pt x="106" y="37"/>
                      <a:pt x="105" y="30"/>
                      <a:pt x="105" y="32"/>
                    </a:cubicBezTo>
                    <a:cubicBezTo>
                      <a:pt x="109" y="38"/>
                      <a:pt x="114" y="55"/>
                      <a:pt x="112" y="58"/>
                    </a:cubicBezTo>
                    <a:cubicBezTo>
                      <a:pt x="111" y="57"/>
                      <a:pt x="110" y="57"/>
                      <a:pt x="110" y="57"/>
                    </a:cubicBezTo>
                    <a:cubicBezTo>
                      <a:pt x="103" y="57"/>
                      <a:pt x="103" y="57"/>
                      <a:pt x="103" y="57"/>
                    </a:cubicBezTo>
                    <a:lnTo>
                      <a:pt x="107" y="62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grpSp>
            <p:nvGrpSpPr>
              <p:cNvPr id="550" name="Group 23"/>
              <p:cNvGrpSpPr/>
              <p:nvPr/>
            </p:nvGrpSpPr>
            <p:grpSpPr>
              <a:xfrm>
                <a:off x="5967720" y="1221480"/>
                <a:ext cx="350280" cy="268200"/>
                <a:chOff x="5967720" y="1221480"/>
                <a:chExt cx="350280" cy="268200"/>
              </a:xfrm>
            </p:grpSpPr>
            <p:sp>
              <p:nvSpPr>
                <p:cNvPr id="551" name="Freeform: Shape 25"/>
                <p:cNvSpPr/>
                <p:nvPr/>
              </p:nvSpPr>
              <p:spPr>
                <a:xfrm>
                  <a:off x="5967720" y="1260720"/>
                  <a:ext cx="330480" cy="228960"/>
                </a:xfrm>
                <a:custGeom>
                  <a:avLst/>
                  <a:gdLst/>
                  <a:ahLst/>
                  <a:rect l="l" t="t" r="r" b="b"/>
                  <a:pathLst>
                    <a:path w="112" h="78">
                      <a:moveTo>
                        <a:pt x="103" y="78"/>
                      </a:moveTo>
                      <a:cubicBezTo>
                        <a:pt x="9" y="78"/>
                        <a:pt x="9" y="78"/>
                        <a:pt x="9" y="78"/>
                      </a:cubicBezTo>
                      <a:cubicBezTo>
                        <a:pt x="4" y="78"/>
                        <a:pt x="0" y="74"/>
                        <a:pt x="0" y="69"/>
                      </a:cubicBezTo>
                      <a:cubicBezTo>
                        <a:pt x="0" y="8"/>
                        <a:pt x="0" y="8"/>
                        <a:pt x="0" y="8"/>
                      </a:cubicBezTo>
                      <a:cubicBezTo>
                        <a:pt x="0" y="4"/>
                        <a:pt x="4" y="0"/>
                        <a:pt x="9" y="0"/>
                      </a:cubicBezTo>
                      <a:cubicBezTo>
                        <a:pt x="42" y="0"/>
                        <a:pt x="42" y="0"/>
                        <a:pt x="42" y="0"/>
                      </a:cubicBezTo>
                      <a:cubicBezTo>
                        <a:pt x="44" y="0"/>
                        <a:pt x="46" y="1"/>
                        <a:pt x="46" y="4"/>
                      </a:cubicBezTo>
                      <a:cubicBezTo>
                        <a:pt x="46" y="6"/>
                        <a:pt x="44" y="8"/>
                        <a:pt x="42" y="8"/>
                      </a:cubicBezTo>
                      <a:cubicBezTo>
                        <a:pt x="9" y="8"/>
                        <a:pt x="9" y="8"/>
                        <a:pt x="9" y="8"/>
                      </a:cubicBezTo>
                      <a:cubicBezTo>
                        <a:pt x="8" y="8"/>
                        <a:pt x="8" y="8"/>
                        <a:pt x="8" y="8"/>
                      </a:cubicBezTo>
                      <a:cubicBezTo>
                        <a:pt x="8" y="69"/>
                        <a:pt x="8" y="69"/>
                        <a:pt x="8" y="69"/>
                      </a:cubicBezTo>
                      <a:cubicBezTo>
                        <a:pt x="8" y="70"/>
                        <a:pt x="8" y="70"/>
                        <a:pt x="9" y="70"/>
                      </a:cubicBezTo>
                      <a:cubicBezTo>
                        <a:pt x="103" y="70"/>
                        <a:pt x="103" y="70"/>
                        <a:pt x="103" y="70"/>
                      </a:cubicBezTo>
                      <a:cubicBezTo>
                        <a:pt x="103" y="70"/>
                        <a:pt x="104" y="70"/>
                        <a:pt x="104" y="69"/>
                      </a:cubicBezTo>
                      <a:cubicBezTo>
                        <a:pt x="104" y="43"/>
                        <a:pt x="104" y="43"/>
                        <a:pt x="104" y="43"/>
                      </a:cubicBezTo>
                      <a:cubicBezTo>
                        <a:pt x="104" y="41"/>
                        <a:pt x="105" y="39"/>
                        <a:pt x="108" y="39"/>
                      </a:cubicBezTo>
                      <a:cubicBezTo>
                        <a:pt x="110" y="39"/>
                        <a:pt x="112" y="41"/>
                        <a:pt x="112" y="43"/>
                      </a:cubicBezTo>
                      <a:cubicBezTo>
                        <a:pt x="112" y="69"/>
                        <a:pt x="112" y="69"/>
                        <a:pt x="112" y="69"/>
                      </a:cubicBezTo>
                      <a:cubicBezTo>
                        <a:pt x="112" y="74"/>
                        <a:pt x="108" y="78"/>
                        <a:pt x="103" y="78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952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552" name="Freeform: Shape 26"/>
                <p:cNvSpPr/>
                <p:nvPr/>
              </p:nvSpPr>
              <p:spPr>
                <a:xfrm>
                  <a:off x="6072840" y="1221480"/>
                  <a:ext cx="245160" cy="219960"/>
                </a:xfrm>
                <a:custGeom>
                  <a:avLst/>
                  <a:gdLst/>
                  <a:ahLst/>
                  <a:rect l="l" t="t" r="r" b="b"/>
                  <a:pathLst>
                    <a:path w="83" h="75">
                      <a:moveTo>
                        <a:pt x="46" y="58"/>
                      </a:moveTo>
                      <a:cubicBezTo>
                        <a:pt x="83" y="29"/>
                        <a:pt x="83" y="29"/>
                        <a:pt x="83" y="29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6" y="20"/>
                        <a:pt x="46" y="20"/>
                        <a:pt x="46" y="20"/>
                      </a:cubicBezTo>
                      <a:cubicBezTo>
                        <a:pt x="10" y="21"/>
                        <a:pt x="0" y="38"/>
                        <a:pt x="0" y="75"/>
                      </a:cubicBezTo>
                      <a:cubicBezTo>
                        <a:pt x="15" y="43"/>
                        <a:pt x="30" y="41"/>
                        <a:pt x="46" y="40"/>
                      </a:cubicBezTo>
                      <a:cubicBezTo>
                        <a:pt x="46" y="58"/>
                        <a:pt x="46" y="58"/>
                        <a:pt x="46" y="58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952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</p:grpSp>
          <p:sp>
            <p:nvSpPr>
              <p:cNvPr id="553" name="Freeform: Shape 24"/>
              <p:cNvSpPr/>
              <p:nvPr/>
            </p:nvSpPr>
            <p:spPr>
              <a:xfrm>
                <a:off x="5964480" y="2995920"/>
                <a:ext cx="354600" cy="332280"/>
              </a:xfrm>
              <a:custGeom>
                <a:avLst/>
                <a:gdLst/>
                <a:ahLst/>
                <a:rect l="l" t="t" r="r" b="b"/>
                <a:pathLst>
                  <a:path w="20993" h="21440">
                    <a:moveTo>
                      <a:pt x="20097" y="14373"/>
                    </a:moveTo>
                    <a:lnTo>
                      <a:pt x="15990" y="12571"/>
                    </a:lnTo>
                    <a:lnTo>
                      <a:pt x="16463" y="14008"/>
                    </a:lnTo>
                    <a:cubicBezTo>
                      <a:pt x="16439" y="15532"/>
                      <a:pt x="13726" y="16745"/>
                      <a:pt x="10496" y="16745"/>
                    </a:cubicBezTo>
                    <a:cubicBezTo>
                      <a:pt x="7268" y="16745"/>
                      <a:pt x="4553" y="15532"/>
                      <a:pt x="4529" y="14008"/>
                    </a:cubicBezTo>
                    <a:lnTo>
                      <a:pt x="5002" y="12571"/>
                    </a:lnTo>
                    <a:lnTo>
                      <a:pt x="895" y="14373"/>
                    </a:lnTo>
                    <a:cubicBezTo>
                      <a:pt x="-255" y="14878"/>
                      <a:pt x="-304" y="15814"/>
                      <a:pt x="789" y="16451"/>
                    </a:cubicBezTo>
                    <a:lnTo>
                      <a:pt x="8511" y="20962"/>
                    </a:lnTo>
                    <a:cubicBezTo>
                      <a:pt x="9602" y="21600"/>
                      <a:pt x="11390" y="21600"/>
                      <a:pt x="12481" y="20962"/>
                    </a:cubicBezTo>
                    <a:lnTo>
                      <a:pt x="20205" y="16451"/>
                    </a:lnTo>
                    <a:cubicBezTo>
                      <a:pt x="21296" y="15814"/>
                      <a:pt x="21247" y="14878"/>
                      <a:pt x="20097" y="14373"/>
                    </a:cubicBezTo>
                    <a:close/>
                    <a:moveTo>
                      <a:pt x="10496" y="5209"/>
                    </a:moveTo>
                    <a:cubicBezTo>
                      <a:pt x="11724" y="5209"/>
                      <a:pt x="12866" y="4796"/>
                      <a:pt x="13199" y="4152"/>
                    </a:cubicBezTo>
                    <a:cubicBezTo>
                      <a:pt x="12739" y="2744"/>
                      <a:pt x="12343" y="1535"/>
                      <a:pt x="12094" y="773"/>
                    </a:cubicBezTo>
                    <a:cubicBezTo>
                      <a:pt x="11927" y="264"/>
                      <a:pt x="11175" y="0"/>
                      <a:pt x="10496" y="0"/>
                    </a:cubicBezTo>
                    <a:cubicBezTo>
                      <a:pt x="9817" y="0"/>
                      <a:pt x="9065" y="264"/>
                      <a:pt x="8898" y="773"/>
                    </a:cubicBezTo>
                    <a:cubicBezTo>
                      <a:pt x="8649" y="1535"/>
                      <a:pt x="8253" y="2744"/>
                      <a:pt x="7792" y="4152"/>
                    </a:cubicBezTo>
                    <a:cubicBezTo>
                      <a:pt x="8126" y="4796"/>
                      <a:pt x="9268" y="5209"/>
                      <a:pt x="10496" y="5209"/>
                    </a:cubicBezTo>
                    <a:close/>
                    <a:moveTo>
                      <a:pt x="10496" y="13197"/>
                    </a:moveTo>
                    <a:cubicBezTo>
                      <a:pt x="13109" y="13197"/>
                      <a:pt x="15296" y="12229"/>
                      <a:pt x="15429" y="10966"/>
                    </a:cubicBezTo>
                    <a:cubicBezTo>
                      <a:pt x="15041" y="9779"/>
                      <a:pt x="14617" y="8484"/>
                      <a:pt x="14201" y="7211"/>
                    </a:cubicBezTo>
                    <a:cubicBezTo>
                      <a:pt x="13911" y="8118"/>
                      <a:pt x="12316" y="8759"/>
                      <a:pt x="10496" y="8759"/>
                    </a:cubicBezTo>
                    <a:cubicBezTo>
                      <a:pt x="8678" y="8759"/>
                      <a:pt x="7081" y="8118"/>
                      <a:pt x="6791" y="7211"/>
                    </a:cubicBezTo>
                    <a:cubicBezTo>
                      <a:pt x="6375" y="8484"/>
                      <a:pt x="5951" y="9779"/>
                      <a:pt x="5563" y="10966"/>
                    </a:cubicBezTo>
                    <a:cubicBezTo>
                      <a:pt x="5696" y="12229"/>
                      <a:pt x="7883" y="13197"/>
                      <a:pt x="10496" y="13197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sp>
          <p:nvSpPr>
            <p:cNvPr id="554" name="TextBox 47"/>
            <p:cNvSpPr/>
            <p:nvPr/>
          </p:nvSpPr>
          <p:spPr>
            <a:xfrm flipH="1">
              <a:off x="6660360" y="2081880"/>
              <a:ext cx="1936800" cy="387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rmAutofit fontScale="91000"/>
            </a:bodyPr>
            <a:p>
              <a:pPr>
                <a:lnSpc>
                  <a:spcPct val="120000"/>
                </a:lnSpc>
                <a:buNone/>
              </a:pPr>
              <a:r>
                <a:rPr b="0" lang="zh-CN" sz="11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此部分内容作为文字排版占位显示</a:t>
              </a:r>
              <a:br>
                <a:rPr sz="1100"/>
              </a:br>
              <a:r>
                <a:rPr b="0" lang="zh-CN" sz="11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（建议使用主题字体） </a:t>
              </a:r>
              <a:endParaRPr b="0" lang="en-HK" sz="1100" spc="-1" strike="noStrike">
                <a:latin typeface="Arial"/>
              </a:endParaRPr>
            </a:p>
          </p:txBody>
        </p:sp>
        <p:sp>
          <p:nvSpPr>
            <p:cNvPr id="555" name="TextBox 53"/>
            <p:cNvSpPr/>
            <p:nvPr/>
          </p:nvSpPr>
          <p:spPr>
            <a:xfrm flipH="1">
              <a:off x="6660360" y="2976840"/>
              <a:ext cx="1936800" cy="387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rmAutofit fontScale="91000"/>
            </a:bodyPr>
            <a:p>
              <a:pPr>
                <a:lnSpc>
                  <a:spcPct val="120000"/>
                </a:lnSpc>
                <a:buNone/>
              </a:pPr>
              <a:r>
                <a:rPr b="0" lang="zh-CN" sz="11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此部分内容作为文字排版占位显示</a:t>
              </a:r>
              <a:br>
                <a:rPr sz="1100"/>
              </a:br>
              <a:r>
                <a:rPr b="0" lang="zh-CN" sz="11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（建议使用主题字体） </a:t>
              </a:r>
              <a:endParaRPr b="0" lang="en-HK" sz="1100" spc="-1" strike="noStrike">
                <a:latin typeface="Arial"/>
              </a:endParaRPr>
            </a:p>
          </p:txBody>
        </p:sp>
        <p:sp>
          <p:nvSpPr>
            <p:cNvPr id="556" name="TextBox 54"/>
            <p:cNvSpPr/>
            <p:nvPr/>
          </p:nvSpPr>
          <p:spPr>
            <a:xfrm flipH="1">
              <a:off x="6660360" y="3921840"/>
              <a:ext cx="1936800" cy="387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rmAutofit fontScale="91000"/>
            </a:bodyPr>
            <a:p>
              <a:pPr>
                <a:lnSpc>
                  <a:spcPct val="120000"/>
                </a:lnSpc>
                <a:buNone/>
              </a:pPr>
              <a:r>
                <a:rPr b="0" lang="zh-CN" sz="11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此部分内容作为文字排版占位显示</a:t>
              </a:r>
              <a:br>
                <a:rPr sz="1100"/>
              </a:br>
              <a:r>
                <a:rPr b="0" lang="zh-CN" sz="11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（建议使用主题字体） </a:t>
              </a:r>
              <a:endParaRPr b="0" lang="en-HK" sz="1100" spc="-1" strike="noStrike">
                <a:latin typeface="Arial"/>
              </a:endParaRPr>
            </a:p>
          </p:txBody>
        </p:sp>
      </p:grpSp>
      <p:grpSp>
        <p:nvGrpSpPr>
          <p:cNvPr id="557" name="组合 43"/>
          <p:cNvGrpSpPr/>
          <p:nvPr/>
        </p:nvGrpSpPr>
        <p:grpSpPr>
          <a:xfrm>
            <a:off x="323640" y="0"/>
            <a:ext cx="2084040" cy="574200"/>
            <a:chOff x="323640" y="0"/>
            <a:chExt cx="2084040" cy="574200"/>
          </a:xfrm>
        </p:grpSpPr>
        <p:sp>
          <p:nvSpPr>
            <p:cNvPr id="558" name="TextBox 86"/>
            <p:cNvSpPr/>
            <p:nvPr/>
          </p:nvSpPr>
          <p:spPr>
            <a:xfrm>
              <a:off x="576360" y="58320"/>
              <a:ext cx="183132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zh-CN" sz="24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请输入标题</a:t>
              </a:r>
              <a:endParaRPr b="0" lang="en-HK" sz="2400" spc="-1" strike="noStrike">
                <a:latin typeface="Arial"/>
              </a:endParaRPr>
            </a:p>
          </p:txBody>
        </p:sp>
        <p:sp>
          <p:nvSpPr>
            <p:cNvPr id="559" name="矩形 45"/>
            <p:cNvSpPr/>
            <p:nvPr/>
          </p:nvSpPr>
          <p:spPr>
            <a:xfrm>
              <a:off x="323640" y="0"/>
              <a:ext cx="212040" cy="5742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</p:spTree>
  </p:cSld>
  <p:transition spd="med">
    <p:pull dir="r"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0" name="图片 1" descr=""/>
          <p:cNvPicPr/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">
                    <a14:imgEffect>
                      <a14:artisticBlur/>
                    </a14:imgEffect>
                  </a14:imgLayer>
                </a14:imgProps>
              </a:ext>
            </a:extLst>
          </a:blip>
          <a:stretch/>
        </p:blipFill>
        <p:spPr>
          <a:xfrm>
            <a:off x="0" y="2571840"/>
            <a:ext cx="9140040" cy="2567880"/>
          </a:xfrm>
          <a:prstGeom prst="rect">
            <a:avLst/>
          </a:prstGeom>
          <a:ln w="0">
            <a:noFill/>
          </a:ln>
        </p:spPr>
      </p:pic>
      <p:sp>
        <p:nvSpPr>
          <p:cNvPr id="561" name="矩形: 圆角 2"/>
          <p:cNvSpPr/>
          <p:nvPr/>
        </p:nvSpPr>
        <p:spPr>
          <a:xfrm>
            <a:off x="467640" y="411480"/>
            <a:ext cx="8205120" cy="4316400"/>
          </a:xfrm>
          <a:prstGeom prst="roundRect">
            <a:avLst>
              <a:gd name="adj" fmla="val 3113"/>
            </a:avLst>
          </a:prstGeom>
          <a:solidFill>
            <a:schemeClr val="bg1"/>
          </a:solidFill>
          <a:ln>
            <a:noFill/>
          </a:ln>
          <a:effectLst>
            <a:outerShdw algn="ctr" blurRad="114480" rotWithShape="0" sx="102000" sy="102000">
              <a:srgbClr val="000000">
                <a:alpha val="2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562" name="组合 8"/>
          <p:cNvGrpSpPr/>
          <p:nvPr/>
        </p:nvGrpSpPr>
        <p:grpSpPr>
          <a:xfrm>
            <a:off x="1727640" y="1420920"/>
            <a:ext cx="1184040" cy="2119680"/>
            <a:chOff x="1727640" y="1420920"/>
            <a:chExt cx="1184040" cy="2119680"/>
          </a:xfrm>
        </p:grpSpPr>
        <p:sp>
          <p:nvSpPr>
            <p:cNvPr id="563" name="矩形: 圆角 4"/>
            <p:cNvSpPr/>
            <p:nvPr/>
          </p:nvSpPr>
          <p:spPr>
            <a:xfrm>
              <a:off x="1727640" y="1492200"/>
              <a:ext cx="1148040" cy="2048400"/>
            </a:xfrm>
            <a:prstGeom prst="roundRect">
              <a:avLst>
                <a:gd name="adj" fmla="val 6274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564" name="文本框 5"/>
            <p:cNvSpPr/>
            <p:nvPr/>
          </p:nvSpPr>
          <p:spPr>
            <a:xfrm>
              <a:off x="1840680" y="1420920"/>
              <a:ext cx="1071000" cy="2102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13800" spc="-1" strike="noStrike">
                  <a:solidFill>
                    <a:srgbClr val="ffffff"/>
                  </a:solidFill>
                  <a:latin typeface="Calibri"/>
                  <a:ea typeface="微软雅黑"/>
                </a:rPr>
                <a:t>3</a:t>
              </a:r>
              <a:endParaRPr b="0" lang="en-HK" sz="13800" spc="-1" strike="noStrike">
                <a:latin typeface="Arial"/>
              </a:endParaRPr>
            </a:p>
          </p:txBody>
        </p:sp>
      </p:grpSp>
      <p:sp>
        <p:nvSpPr>
          <p:cNvPr id="565" name="文本框 6"/>
          <p:cNvSpPr/>
          <p:nvPr/>
        </p:nvSpPr>
        <p:spPr>
          <a:xfrm>
            <a:off x="3388320" y="2179800"/>
            <a:ext cx="3560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HK" sz="1800" spc="-1" strike="noStrike">
                <a:solidFill>
                  <a:srgbClr val="000000"/>
                </a:solidFill>
                <a:latin typeface="Calibri"/>
                <a:ea typeface="宋体"/>
              </a:rPr>
              <a:t>Project Showcase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566" name="文本框 7"/>
          <p:cNvSpPr/>
          <p:nvPr/>
        </p:nvSpPr>
        <p:spPr>
          <a:xfrm>
            <a:off x="3383280" y="3003840"/>
            <a:ext cx="356076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bfbfbf"/>
                </a:solidFill>
                <a:latin typeface="Calibri"/>
                <a:ea typeface="宋体"/>
              </a:rPr>
              <a:t>ANNUAL</a:t>
            </a:r>
            <a:r>
              <a:rPr b="0" lang="en-US" sz="1400" spc="-1" strike="noStrike">
                <a:solidFill>
                  <a:srgbClr val="bfbfbf"/>
                </a:solidFill>
                <a:latin typeface="Calibri"/>
                <a:ea typeface="宋体"/>
              </a:rPr>
              <a:t> </a:t>
            </a:r>
            <a:r>
              <a:rPr b="1" lang="en-US" sz="1400" spc="-1" strike="noStrike">
                <a:solidFill>
                  <a:srgbClr val="bfbfbf"/>
                </a:solidFill>
                <a:latin typeface="Calibri"/>
                <a:ea typeface="宋体"/>
              </a:rPr>
              <a:t>WORK</a:t>
            </a:r>
            <a:r>
              <a:rPr b="0" lang="en-US" sz="1400" spc="-1" strike="noStrike">
                <a:solidFill>
                  <a:srgbClr val="bfbfbf"/>
                </a:solidFill>
                <a:latin typeface="Calibri"/>
                <a:ea typeface="宋体"/>
              </a:rPr>
              <a:t> </a:t>
            </a:r>
            <a:r>
              <a:rPr b="1" lang="en-US" sz="1400" spc="-1" strike="noStrike">
                <a:solidFill>
                  <a:srgbClr val="bfbfbf"/>
                </a:solidFill>
                <a:latin typeface="Calibri"/>
                <a:ea typeface="宋体"/>
              </a:rPr>
              <a:t>SUMMARY</a:t>
            </a:r>
            <a:endParaRPr b="0" lang="en-HK" sz="1400" spc="-1" strike="noStrike">
              <a:latin typeface="Arial"/>
            </a:endParaRPr>
          </a:p>
        </p:txBody>
      </p:sp>
    </p:spTree>
  </p:cSld>
  <p:transition spd="med">
    <p:pull dir="r"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7" name="组合 1"/>
          <p:cNvGrpSpPr/>
          <p:nvPr/>
        </p:nvGrpSpPr>
        <p:grpSpPr>
          <a:xfrm>
            <a:off x="2836440" y="1017720"/>
            <a:ext cx="3434400" cy="3191760"/>
            <a:chOff x="2836440" y="1017720"/>
            <a:chExt cx="3434400" cy="3191760"/>
          </a:xfrm>
        </p:grpSpPr>
        <p:grpSp>
          <p:nvGrpSpPr>
            <p:cNvPr id="568" name="Group 2"/>
            <p:cNvGrpSpPr/>
            <p:nvPr/>
          </p:nvGrpSpPr>
          <p:grpSpPr>
            <a:xfrm>
              <a:off x="4216680" y="1017720"/>
              <a:ext cx="2054160" cy="1929600"/>
              <a:chOff x="4216680" y="1017720"/>
              <a:chExt cx="2054160" cy="1929600"/>
            </a:xfrm>
          </p:grpSpPr>
          <p:sp>
            <p:nvSpPr>
              <p:cNvPr id="569" name="Arrow: Right 70"/>
              <p:cNvSpPr/>
              <p:nvPr/>
            </p:nvSpPr>
            <p:spPr>
              <a:xfrm flipH="1" rot="18900000">
                <a:off x="4393440" y="1656360"/>
                <a:ext cx="1222560" cy="1006200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gradFill rotWithShape="0">
                <a:gsLst>
                  <a:gs pos="42000">
                    <a:srgbClr val="272f42"/>
                  </a:gs>
                  <a:gs pos="100000">
                    <a:srgbClr val="fafafa"/>
                  </a:gs>
                </a:gsLst>
                <a:lin ang="162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grpSp>
            <p:nvGrpSpPr>
              <p:cNvPr id="570" name="Group 71"/>
              <p:cNvGrpSpPr/>
              <p:nvPr/>
            </p:nvGrpSpPr>
            <p:grpSpPr>
              <a:xfrm>
                <a:off x="5274000" y="1017720"/>
                <a:ext cx="996840" cy="879840"/>
                <a:chOff x="5274000" y="1017720"/>
                <a:chExt cx="996840" cy="879840"/>
              </a:xfrm>
            </p:grpSpPr>
            <p:sp>
              <p:nvSpPr>
                <p:cNvPr id="571" name="Rectangle 72"/>
                <p:cNvSpPr/>
                <p:nvPr/>
              </p:nvSpPr>
              <p:spPr>
                <a:xfrm rot="8100000">
                  <a:off x="5540040" y="1355040"/>
                  <a:ext cx="92160" cy="90000"/>
                </a:xfrm>
                <a:prstGeom prst="rect">
                  <a:avLst/>
                </a:prstGeom>
                <a:gradFill rotWithShape="0">
                  <a:gsLst>
                    <a:gs pos="42000">
                      <a:srgbClr val="272f42"/>
                    </a:gs>
                    <a:gs pos="100000">
                      <a:srgbClr val="fafafa"/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572" name="Rectangle 73"/>
                <p:cNvSpPr/>
                <p:nvPr/>
              </p:nvSpPr>
              <p:spPr>
                <a:xfrm rot="8100000">
                  <a:off x="5569560" y="1751040"/>
                  <a:ext cx="144720" cy="111600"/>
                </a:xfrm>
                <a:prstGeom prst="rect">
                  <a:avLst/>
                </a:prstGeom>
                <a:gradFill rotWithShape="0">
                  <a:gsLst>
                    <a:gs pos="42000">
                      <a:srgbClr val="272f42"/>
                    </a:gs>
                    <a:gs pos="100000">
                      <a:srgbClr val="fafafa"/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573" name="Rectangle 74"/>
                <p:cNvSpPr/>
                <p:nvPr/>
              </p:nvSpPr>
              <p:spPr>
                <a:xfrm rot="8100000">
                  <a:off x="5293080" y="1470240"/>
                  <a:ext cx="144720" cy="113760"/>
                </a:xfrm>
                <a:prstGeom prst="rect">
                  <a:avLst/>
                </a:prstGeom>
                <a:gradFill rotWithShape="0">
                  <a:gsLst>
                    <a:gs pos="42000">
                      <a:srgbClr val="272f42"/>
                    </a:gs>
                    <a:gs pos="100000">
                      <a:srgbClr val="fafafa"/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574" name="Freeform: Shape 75"/>
                <p:cNvSpPr/>
                <p:nvPr/>
              </p:nvSpPr>
              <p:spPr>
                <a:xfrm rot="8100000">
                  <a:off x="5697720" y="1427400"/>
                  <a:ext cx="164520" cy="166680"/>
                </a:xfrm>
                <a:custGeom>
                  <a:avLst/>
                  <a:gdLst/>
                  <a:ahLst/>
                  <a:rect l="l" t="t" r="r" b="b"/>
                  <a:pathLst>
                    <a:path w="163" h="165">
                      <a:moveTo>
                        <a:pt x="40" y="0"/>
                      </a:moveTo>
                      <a:lnTo>
                        <a:pt x="163" y="39"/>
                      </a:lnTo>
                      <a:lnTo>
                        <a:pt x="125" y="165"/>
                      </a:lnTo>
                      <a:lnTo>
                        <a:pt x="0" y="124"/>
                      </a:lnTo>
                      <a:lnTo>
                        <a:pt x="40" y="0"/>
                      </a:lnTo>
                      <a:close/>
                    </a:path>
                  </a:pathLst>
                </a:custGeom>
                <a:gradFill rotWithShape="0">
                  <a:gsLst>
                    <a:gs pos="42000">
                      <a:srgbClr val="272f42"/>
                    </a:gs>
                    <a:gs pos="100000">
                      <a:srgbClr val="fafafa"/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575" name="Freeform: Shape 76"/>
                <p:cNvSpPr/>
                <p:nvPr/>
              </p:nvSpPr>
              <p:spPr>
                <a:xfrm rot="8100000">
                  <a:off x="5824080" y="1248120"/>
                  <a:ext cx="138600" cy="139680"/>
                </a:xfrm>
                <a:custGeom>
                  <a:avLst/>
                  <a:gdLst/>
                  <a:ahLst/>
                  <a:rect l="l" t="t" r="r" b="b"/>
                  <a:pathLst>
                    <a:path w="138" h="139">
                      <a:moveTo>
                        <a:pt x="0" y="38"/>
                      </a:moveTo>
                      <a:lnTo>
                        <a:pt x="102" y="0"/>
                      </a:lnTo>
                      <a:lnTo>
                        <a:pt x="138" y="103"/>
                      </a:lnTo>
                      <a:lnTo>
                        <a:pt x="38" y="139"/>
                      </a:lnTo>
                      <a:lnTo>
                        <a:pt x="0" y="38"/>
                      </a:lnTo>
                      <a:close/>
                    </a:path>
                  </a:pathLst>
                </a:custGeom>
                <a:gradFill rotWithShape="0">
                  <a:gsLst>
                    <a:gs pos="42000">
                      <a:srgbClr val="272f42"/>
                    </a:gs>
                    <a:gs pos="100000">
                      <a:srgbClr val="fafafa"/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576" name="Freeform: Shape 77"/>
                <p:cNvSpPr/>
                <p:nvPr/>
              </p:nvSpPr>
              <p:spPr>
                <a:xfrm rot="8100000">
                  <a:off x="5661360" y="1295280"/>
                  <a:ext cx="120960" cy="122040"/>
                </a:xfrm>
                <a:custGeom>
                  <a:avLst/>
                  <a:gdLst/>
                  <a:ahLst/>
                  <a:rect l="l" t="t" r="r" b="b"/>
                  <a:pathLst>
                    <a:path w="121" h="122">
                      <a:moveTo>
                        <a:pt x="0" y="12"/>
                      </a:moveTo>
                      <a:lnTo>
                        <a:pt x="109" y="0"/>
                      </a:lnTo>
                      <a:lnTo>
                        <a:pt x="121" y="110"/>
                      </a:lnTo>
                      <a:lnTo>
                        <a:pt x="12" y="122"/>
                      </a:lnTo>
                      <a:lnTo>
                        <a:pt x="0" y="12"/>
                      </a:lnTo>
                      <a:close/>
                    </a:path>
                  </a:pathLst>
                </a:custGeom>
                <a:gradFill rotWithShape="0">
                  <a:gsLst>
                    <a:gs pos="42000">
                      <a:srgbClr val="272f42"/>
                    </a:gs>
                    <a:gs pos="100000">
                      <a:srgbClr val="fafafa"/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577" name="Rectangle 78"/>
                <p:cNvSpPr/>
                <p:nvPr/>
              </p:nvSpPr>
              <p:spPr>
                <a:xfrm rot="8100000">
                  <a:off x="5954040" y="1162440"/>
                  <a:ext cx="94320" cy="94320"/>
                </a:xfrm>
                <a:prstGeom prst="rect">
                  <a:avLst/>
                </a:prstGeom>
                <a:gradFill rotWithShape="0">
                  <a:gsLst>
                    <a:gs pos="42000">
                      <a:srgbClr val="272f42"/>
                    </a:gs>
                    <a:gs pos="100000">
                      <a:srgbClr val="fafafa"/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578" name="Rectangle 79"/>
                <p:cNvSpPr/>
                <p:nvPr/>
              </p:nvSpPr>
              <p:spPr>
                <a:xfrm rot="8100000">
                  <a:off x="6018480" y="1037160"/>
                  <a:ext cx="92160" cy="90000"/>
                </a:xfrm>
                <a:prstGeom prst="rect">
                  <a:avLst/>
                </a:prstGeom>
                <a:gradFill rotWithShape="0">
                  <a:gsLst>
                    <a:gs pos="42000">
                      <a:srgbClr val="272f42"/>
                    </a:gs>
                    <a:gs pos="100000">
                      <a:srgbClr val="fafafa"/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579" name="Rectangle 80"/>
                <p:cNvSpPr/>
                <p:nvPr/>
              </p:nvSpPr>
              <p:spPr>
                <a:xfrm rot="8100000">
                  <a:off x="5521680" y="1523880"/>
                  <a:ext cx="130320" cy="119880"/>
                </a:xfrm>
                <a:prstGeom prst="rect">
                  <a:avLst/>
                </a:prstGeom>
                <a:gradFill rotWithShape="0">
                  <a:gsLst>
                    <a:gs pos="42000">
                      <a:srgbClr val="272f42"/>
                    </a:gs>
                    <a:gs pos="100000">
                      <a:srgbClr val="fafafa"/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580" name="Freeform: Shape 81"/>
                <p:cNvSpPr/>
                <p:nvPr/>
              </p:nvSpPr>
              <p:spPr>
                <a:xfrm rot="8100000">
                  <a:off x="5812920" y="1119960"/>
                  <a:ext cx="111600" cy="111600"/>
                </a:xfrm>
                <a:custGeom>
                  <a:avLst/>
                  <a:gdLst/>
                  <a:ahLst/>
                  <a:rect l="l" t="t" r="r" b="b"/>
                  <a:pathLst>
                    <a:path w="112" h="112">
                      <a:moveTo>
                        <a:pt x="24" y="0"/>
                      </a:moveTo>
                      <a:lnTo>
                        <a:pt x="112" y="24"/>
                      </a:lnTo>
                      <a:lnTo>
                        <a:pt x="88" y="112"/>
                      </a:lnTo>
                      <a:lnTo>
                        <a:pt x="0" y="88"/>
                      </a:lnTo>
                      <a:lnTo>
                        <a:pt x="24" y="0"/>
                      </a:lnTo>
                      <a:close/>
                    </a:path>
                  </a:pathLst>
                </a:custGeom>
                <a:gradFill rotWithShape="0">
                  <a:gsLst>
                    <a:gs pos="42000">
                      <a:srgbClr val="272f42"/>
                    </a:gs>
                    <a:gs pos="100000">
                      <a:srgbClr val="fafafa"/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581" name="Freeform: Shape 82"/>
                <p:cNvSpPr/>
                <p:nvPr/>
              </p:nvSpPr>
              <p:spPr>
                <a:xfrm rot="8100000">
                  <a:off x="6177960" y="1034280"/>
                  <a:ext cx="76680" cy="76680"/>
                </a:xfrm>
                <a:custGeom>
                  <a:avLst/>
                  <a:gdLst/>
                  <a:ahLst/>
                  <a:rect l="l" t="t" r="r" b="b"/>
                  <a:pathLst>
                    <a:path w="78" h="78">
                      <a:moveTo>
                        <a:pt x="0" y="16"/>
                      </a:moveTo>
                      <a:lnTo>
                        <a:pt x="59" y="0"/>
                      </a:lnTo>
                      <a:lnTo>
                        <a:pt x="78" y="59"/>
                      </a:lnTo>
                      <a:lnTo>
                        <a:pt x="19" y="78"/>
                      </a:lnTo>
                      <a:lnTo>
                        <a:pt x="0" y="16"/>
                      </a:lnTo>
                      <a:close/>
                    </a:path>
                  </a:pathLst>
                </a:custGeom>
                <a:gradFill rotWithShape="0">
                  <a:gsLst>
                    <a:gs pos="42000">
                      <a:srgbClr val="272f42"/>
                    </a:gs>
                    <a:gs pos="100000">
                      <a:srgbClr val="fafafa"/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582" name="Rectangle 83"/>
                <p:cNvSpPr/>
                <p:nvPr/>
              </p:nvSpPr>
              <p:spPr>
                <a:xfrm rot="8100000">
                  <a:off x="5407920" y="1662840"/>
                  <a:ext cx="97200" cy="119880"/>
                </a:xfrm>
                <a:prstGeom prst="rect">
                  <a:avLst/>
                </a:prstGeom>
                <a:gradFill rotWithShape="0">
                  <a:gsLst>
                    <a:gs pos="42000">
                      <a:srgbClr val="272f42"/>
                    </a:gs>
                    <a:gs pos="100000">
                      <a:srgbClr val="fafafa"/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</p:grpSp>
        </p:grpSp>
        <p:grpSp>
          <p:nvGrpSpPr>
            <p:cNvPr id="583" name="Group 3"/>
            <p:cNvGrpSpPr/>
            <p:nvPr/>
          </p:nvGrpSpPr>
          <p:grpSpPr>
            <a:xfrm>
              <a:off x="2840400" y="1026360"/>
              <a:ext cx="2049120" cy="1927080"/>
              <a:chOff x="2840400" y="1026360"/>
              <a:chExt cx="2049120" cy="1927080"/>
            </a:xfrm>
          </p:grpSpPr>
          <p:sp>
            <p:nvSpPr>
              <p:cNvPr id="584" name="Arrow: Right 56"/>
              <p:cNvSpPr/>
              <p:nvPr/>
            </p:nvSpPr>
            <p:spPr>
              <a:xfrm rot="2700000">
                <a:off x="3492360" y="1662840"/>
                <a:ext cx="1219680" cy="1006560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gradFill rotWithShape="0">
                <a:gsLst>
                  <a:gs pos="42000">
                    <a:srgbClr val="959595"/>
                  </a:gs>
                  <a:gs pos="100000">
                    <a:srgbClr val="fafafa"/>
                  </a:gs>
                </a:gsLst>
                <a:lin ang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grpSp>
            <p:nvGrpSpPr>
              <p:cNvPr id="585" name="Group 57"/>
              <p:cNvGrpSpPr/>
              <p:nvPr/>
            </p:nvGrpSpPr>
            <p:grpSpPr>
              <a:xfrm>
                <a:off x="2840400" y="1026360"/>
                <a:ext cx="998640" cy="882000"/>
                <a:chOff x="2840400" y="1026360"/>
                <a:chExt cx="998640" cy="882000"/>
              </a:xfrm>
            </p:grpSpPr>
            <p:sp>
              <p:nvSpPr>
                <p:cNvPr id="586" name="Rectangle 58"/>
                <p:cNvSpPr/>
                <p:nvPr/>
              </p:nvSpPr>
              <p:spPr>
                <a:xfrm flipH="1" rot="13500000">
                  <a:off x="3476880" y="1364400"/>
                  <a:ext cx="94320" cy="90000"/>
                </a:xfrm>
                <a:prstGeom prst="rect">
                  <a:avLst/>
                </a:prstGeom>
                <a:gradFill rotWithShape="0">
                  <a:gsLst>
                    <a:gs pos="42000">
                      <a:srgbClr val="959595"/>
                    </a:gs>
                    <a:gs pos="100000">
                      <a:srgbClr val="fafaf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587" name="Rectangle 59"/>
                <p:cNvSpPr/>
                <p:nvPr/>
              </p:nvSpPr>
              <p:spPr>
                <a:xfrm flipH="1" rot="13500000">
                  <a:off x="3394080" y="1760760"/>
                  <a:ext cx="148320" cy="111240"/>
                </a:xfrm>
                <a:prstGeom prst="rect">
                  <a:avLst/>
                </a:prstGeom>
                <a:gradFill rotWithShape="0">
                  <a:gsLst>
                    <a:gs pos="42000">
                      <a:srgbClr val="959595"/>
                    </a:gs>
                    <a:gs pos="100000">
                      <a:srgbClr val="fafaf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588" name="Rectangle 60"/>
                <p:cNvSpPr/>
                <p:nvPr/>
              </p:nvSpPr>
              <p:spPr>
                <a:xfrm flipH="1" rot="13500000">
                  <a:off x="3672000" y="1479960"/>
                  <a:ext cx="148320" cy="113400"/>
                </a:xfrm>
                <a:prstGeom prst="rect">
                  <a:avLst/>
                </a:prstGeom>
                <a:gradFill rotWithShape="0">
                  <a:gsLst>
                    <a:gs pos="42000">
                      <a:srgbClr val="959595"/>
                    </a:gs>
                    <a:gs pos="100000">
                      <a:srgbClr val="fafaf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589" name="Freeform: Shape 61"/>
                <p:cNvSpPr/>
                <p:nvPr/>
              </p:nvSpPr>
              <p:spPr>
                <a:xfrm flipH="1" rot="13500000">
                  <a:off x="3245760" y="1436040"/>
                  <a:ext cx="168120" cy="169920"/>
                </a:xfrm>
                <a:custGeom>
                  <a:avLst/>
                  <a:gdLst/>
                  <a:ahLst/>
                  <a:rect l="l" t="t" r="r" b="b"/>
                  <a:pathLst>
                    <a:path w="163" h="165">
                      <a:moveTo>
                        <a:pt x="40" y="0"/>
                      </a:moveTo>
                      <a:lnTo>
                        <a:pt x="163" y="39"/>
                      </a:lnTo>
                      <a:lnTo>
                        <a:pt x="125" y="165"/>
                      </a:lnTo>
                      <a:lnTo>
                        <a:pt x="0" y="124"/>
                      </a:lnTo>
                      <a:lnTo>
                        <a:pt x="40" y="0"/>
                      </a:lnTo>
                      <a:close/>
                    </a:path>
                  </a:pathLst>
                </a:custGeom>
                <a:gradFill rotWithShape="0">
                  <a:gsLst>
                    <a:gs pos="42000">
                      <a:srgbClr val="959595"/>
                    </a:gs>
                    <a:gs pos="100000">
                      <a:srgbClr val="fafaf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590" name="Freeform: Shape 62"/>
                <p:cNvSpPr/>
                <p:nvPr/>
              </p:nvSpPr>
              <p:spPr>
                <a:xfrm flipH="1" rot="13500000">
                  <a:off x="3145680" y="1258200"/>
                  <a:ext cx="142200" cy="139320"/>
                </a:xfrm>
                <a:custGeom>
                  <a:avLst/>
                  <a:gdLst/>
                  <a:ahLst/>
                  <a:rect l="l" t="t" r="r" b="b"/>
                  <a:pathLst>
                    <a:path w="138" h="139">
                      <a:moveTo>
                        <a:pt x="0" y="38"/>
                      </a:moveTo>
                      <a:lnTo>
                        <a:pt x="102" y="0"/>
                      </a:lnTo>
                      <a:lnTo>
                        <a:pt x="138" y="103"/>
                      </a:lnTo>
                      <a:lnTo>
                        <a:pt x="38" y="139"/>
                      </a:lnTo>
                      <a:lnTo>
                        <a:pt x="0" y="38"/>
                      </a:lnTo>
                      <a:close/>
                    </a:path>
                  </a:pathLst>
                </a:custGeom>
                <a:gradFill rotWithShape="0">
                  <a:gsLst>
                    <a:gs pos="42000">
                      <a:srgbClr val="959595"/>
                    </a:gs>
                    <a:gs pos="100000">
                      <a:srgbClr val="fafaf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591" name="Freeform: Shape 63"/>
                <p:cNvSpPr/>
                <p:nvPr/>
              </p:nvSpPr>
              <p:spPr>
                <a:xfrm flipH="1" rot="13500000">
                  <a:off x="3329640" y="1303200"/>
                  <a:ext cx="123840" cy="123120"/>
                </a:xfrm>
                <a:custGeom>
                  <a:avLst/>
                  <a:gdLst/>
                  <a:ahLst/>
                  <a:rect l="l" t="t" r="r" b="b"/>
                  <a:pathLst>
                    <a:path w="121" h="122">
                      <a:moveTo>
                        <a:pt x="0" y="12"/>
                      </a:moveTo>
                      <a:lnTo>
                        <a:pt x="109" y="0"/>
                      </a:lnTo>
                      <a:lnTo>
                        <a:pt x="121" y="110"/>
                      </a:lnTo>
                      <a:lnTo>
                        <a:pt x="12" y="122"/>
                      </a:lnTo>
                      <a:lnTo>
                        <a:pt x="0" y="12"/>
                      </a:lnTo>
                      <a:close/>
                    </a:path>
                  </a:pathLst>
                </a:custGeom>
                <a:gradFill rotWithShape="0">
                  <a:gsLst>
                    <a:gs pos="42000">
                      <a:srgbClr val="959595"/>
                    </a:gs>
                    <a:gs pos="100000">
                      <a:srgbClr val="fafaf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592" name="Rectangle 64"/>
                <p:cNvSpPr/>
                <p:nvPr/>
              </p:nvSpPr>
              <p:spPr>
                <a:xfrm flipH="1" rot="13500000">
                  <a:off x="3060360" y="1169640"/>
                  <a:ext cx="97920" cy="94320"/>
                </a:xfrm>
                <a:prstGeom prst="rect">
                  <a:avLst/>
                </a:prstGeom>
                <a:gradFill rotWithShape="0">
                  <a:gsLst>
                    <a:gs pos="42000">
                      <a:srgbClr val="959595"/>
                    </a:gs>
                    <a:gs pos="100000">
                      <a:srgbClr val="fafaf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593" name="Rectangle 65"/>
                <p:cNvSpPr/>
                <p:nvPr/>
              </p:nvSpPr>
              <p:spPr>
                <a:xfrm flipH="1" rot="13500000">
                  <a:off x="2998080" y="1046520"/>
                  <a:ext cx="94320" cy="90000"/>
                </a:xfrm>
                <a:prstGeom prst="rect">
                  <a:avLst/>
                </a:prstGeom>
                <a:gradFill rotWithShape="0">
                  <a:gsLst>
                    <a:gs pos="42000">
                      <a:srgbClr val="959595"/>
                    </a:gs>
                    <a:gs pos="100000">
                      <a:srgbClr val="fafaf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594" name="Rectangle 66"/>
                <p:cNvSpPr/>
                <p:nvPr/>
              </p:nvSpPr>
              <p:spPr>
                <a:xfrm flipH="1" rot="13500000">
                  <a:off x="3457800" y="1533240"/>
                  <a:ext cx="133560" cy="119880"/>
                </a:xfrm>
                <a:prstGeom prst="rect">
                  <a:avLst/>
                </a:prstGeom>
                <a:gradFill rotWithShape="0">
                  <a:gsLst>
                    <a:gs pos="42000">
                      <a:srgbClr val="959595"/>
                    </a:gs>
                    <a:gs pos="100000">
                      <a:srgbClr val="fafaf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595" name="Freeform: Shape 67"/>
                <p:cNvSpPr/>
                <p:nvPr/>
              </p:nvSpPr>
              <p:spPr>
                <a:xfrm flipH="1" rot="13500000">
                  <a:off x="3183840" y="1128600"/>
                  <a:ext cx="115200" cy="110880"/>
                </a:xfrm>
                <a:custGeom>
                  <a:avLst/>
                  <a:gdLst/>
                  <a:ahLst/>
                  <a:rect l="l" t="t" r="r" b="b"/>
                  <a:pathLst>
                    <a:path w="112" h="112">
                      <a:moveTo>
                        <a:pt x="24" y="0"/>
                      </a:moveTo>
                      <a:lnTo>
                        <a:pt x="112" y="24"/>
                      </a:lnTo>
                      <a:lnTo>
                        <a:pt x="88" y="112"/>
                      </a:lnTo>
                      <a:lnTo>
                        <a:pt x="0" y="88"/>
                      </a:lnTo>
                      <a:lnTo>
                        <a:pt x="24" y="0"/>
                      </a:lnTo>
                      <a:close/>
                    </a:path>
                  </a:pathLst>
                </a:custGeom>
                <a:gradFill rotWithShape="0">
                  <a:gsLst>
                    <a:gs pos="42000">
                      <a:srgbClr val="959595"/>
                    </a:gs>
                    <a:gs pos="100000">
                      <a:srgbClr val="fafaf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596" name="Freeform: Shape 68"/>
                <p:cNvSpPr/>
                <p:nvPr/>
              </p:nvSpPr>
              <p:spPr>
                <a:xfrm flipH="1" rot="13500000">
                  <a:off x="2854800" y="1043640"/>
                  <a:ext cx="79560" cy="75960"/>
                </a:xfrm>
                <a:custGeom>
                  <a:avLst/>
                  <a:gdLst/>
                  <a:ahLst/>
                  <a:rect l="l" t="t" r="r" b="b"/>
                  <a:pathLst>
                    <a:path w="78" h="78">
                      <a:moveTo>
                        <a:pt x="0" y="16"/>
                      </a:moveTo>
                      <a:lnTo>
                        <a:pt x="59" y="0"/>
                      </a:lnTo>
                      <a:lnTo>
                        <a:pt x="78" y="59"/>
                      </a:lnTo>
                      <a:lnTo>
                        <a:pt x="19" y="78"/>
                      </a:lnTo>
                      <a:lnTo>
                        <a:pt x="0" y="16"/>
                      </a:lnTo>
                      <a:close/>
                    </a:path>
                  </a:pathLst>
                </a:custGeom>
                <a:gradFill rotWithShape="0">
                  <a:gsLst>
                    <a:gs pos="42000">
                      <a:srgbClr val="959595"/>
                    </a:gs>
                    <a:gs pos="100000">
                      <a:srgbClr val="fafaf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597" name="Rectangle 69"/>
                <p:cNvSpPr/>
                <p:nvPr/>
              </p:nvSpPr>
              <p:spPr>
                <a:xfrm flipH="1" rot="13500000">
                  <a:off x="3602880" y="1667880"/>
                  <a:ext cx="100440" cy="123120"/>
                </a:xfrm>
                <a:prstGeom prst="rect">
                  <a:avLst/>
                </a:prstGeom>
                <a:gradFill rotWithShape="0">
                  <a:gsLst>
                    <a:gs pos="42000">
                      <a:srgbClr val="959595"/>
                    </a:gs>
                    <a:gs pos="100000">
                      <a:srgbClr val="fafaf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</p:grpSp>
        </p:grpSp>
        <p:grpSp>
          <p:nvGrpSpPr>
            <p:cNvPr id="598" name="Group 4"/>
            <p:cNvGrpSpPr/>
            <p:nvPr/>
          </p:nvGrpSpPr>
          <p:grpSpPr>
            <a:xfrm>
              <a:off x="4213800" y="2268360"/>
              <a:ext cx="2054520" cy="1939320"/>
              <a:chOff x="4213800" y="2268360"/>
              <a:chExt cx="2054520" cy="1939320"/>
            </a:xfrm>
          </p:grpSpPr>
          <p:sp>
            <p:nvSpPr>
              <p:cNvPr id="599" name="Arrow: Right 42"/>
              <p:cNvSpPr/>
              <p:nvPr/>
            </p:nvSpPr>
            <p:spPr>
              <a:xfrm flipH="1" flipV="1" rot="2700000">
                <a:off x="4389840" y="2553120"/>
                <a:ext cx="1222560" cy="1006200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gradFill rotWithShape="0">
                <a:gsLst>
                  <a:gs pos="42000">
                    <a:srgbClr val="000000"/>
                  </a:gs>
                  <a:gs pos="100000">
                    <a:srgbClr val="fafafa"/>
                  </a:gs>
                </a:gsLst>
                <a:lin ang="108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grpSp>
            <p:nvGrpSpPr>
              <p:cNvPr id="600" name="Group 43"/>
              <p:cNvGrpSpPr/>
              <p:nvPr/>
            </p:nvGrpSpPr>
            <p:grpSpPr>
              <a:xfrm>
                <a:off x="5270040" y="3324960"/>
                <a:ext cx="998280" cy="882720"/>
                <a:chOff x="5270040" y="3324960"/>
                <a:chExt cx="998280" cy="882720"/>
              </a:xfrm>
            </p:grpSpPr>
            <p:sp>
              <p:nvSpPr>
                <p:cNvPr id="601" name="Rectangle 44"/>
                <p:cNvSpPr/>
                <p:nvPr/>
              </p:nvSpPr>
              <p:spPr>
                <a:xfrm flipV="1" rot="13500000">
                  <a:off x="5535000" y="3778560"/>
                  <a:ext cx="94320" cy="90000"/>
                </a:xfrm>
                <a:prstGeom prst="rect">
                  <a:avLst/>
                </a:prstGeom>
                <a:gradFill rotWithShape="0">
                  <a:gsLst>
                    <a:gs pos="42000">
                      <a:srgbClr val="000000"/>
                    </a:gs>
                    <a:gs pos="100000">
                      <a:srgbClr val="fafafa"/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602" name="Rectangle 45"/>
                <p:cNvSpPr/>
                <p:nvPr/>
              </p:nvSpPr>
              <p:spPr>
                <a:xfrm flipV="1" rot="13500000">
                  <a:off x="5564520" y="3360960"/>
                  <a:ext cx="148320" cy="111240"/>
                </a:xfrm>
                <a:prstGeom prst="rect">
                  <a:avLst/>
                </a:prstGeom>
                <a:gradFill rotWithShape="0">
                  <a:gsLst>
                    <a:gs pos="42000">
                      <a:srgbClr val="000000"/>
                    </a:gs>
                    <a:gs pos="100000">
                      <a:srgbClr val="fafafa"/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603" name="Rectangle 46"/>
                <p:cNvSpPr/>
                <p:nvPr/>
              </p:nvSpPr>
              <p:spPr>
                <a:xfrm flipV="1" rot="13500000">
                  <a:off x="5288040" y="3639600"/>
                  <a:ext cx="148320" cy="113400"/>
                </a:xfrm>
                <a:prstGeom prst="rect">
                  <a:avLst/>
                </a:prstGeom>
                <a:gradFill rotWithShape="0">
                  <a:gsLst>
                    <a:gs pos="42000">
                      <a:srgbClr val="000000"/>
                    </a:gs>
                    <a:gs pos="100000">
                      <a:srgbClr val="fafafa"/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604" name="Freeform: Shape 47"/>
                <p:cNvSpPr/>
                <p:nvPr/>
              </p:nvSpPr>
              <p:spPr>
                <a:xfrm flipV="1" rot="13500000">
                  <a:off x="5689800" y="3631320"/>
                  <a:ext cx="168120" cy="169920"/>
                </a:xfrm>
                <a:custGeom>
                  <a:avLst/>
                  <a:gdLst/>
                  <a:ahLst/>
                  <a:rect l="l" t="t" r="r" b="b"/>
                  <a:pathLst>
                    <a:path w="163" h="165">
                      <a:moveTo>
                        <a:pt x="40" y="0"/>
                      </a:moveTo>
                      <a:lnTo>
                        <a:pt x="163" y="39"/>
                      </a:lnTo>
                      <a:lnTo>
                        <a:pt x="125" y="165"/>
                      </a:lnTo>
                      <a:lnTo>
                        <a:pt x="0" y="124"/>
                      </a:lnTo>
                      <a:lnTo>
                        <a:pt x="40" y="0"/>
                      </a:lnTo>
                      <a:close/>
                    </a:path>
                  </a:pathLst>
                </a:custGeom>
                <a:gradFill rotWithShape="0">
                  <a:gsLst>
                    <a:gs pos="42000">
                      <a:srgbClr val="000000"/>
                    </a:gs>
                    <a:gs pos="100000">
                      <a:srgbClr val="fafafa"/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605" name="Freeform: Shape 48"/>
                <p:cNvSpPr/>
                <p:nvPr/>
              </p:nvSpPr>
              <p:spPr>
                <a:xfrm flipV="1" rot="13500000">
                  <a:off x="5819400" y="3835080"/>
                  <a:ext cx="142200" cy="139320"/>
                </a:xfrm>
                <a:custGeom>
                  <a:avLst/>
                  <a:gdLst/>
                  <a:ahLst/>
                  <a:rect l="l" t="t" r="r" b="b"/>
                  <a:pathLst>
                    <a:path w="138" h="139">
                      <a:moveTo>
                        <a:pt x="0" y="38"/>
                      </a:moveTo>
                      <a:lnTo>
                        <a:pt x="102" y="0"/>
                      </a:lnTo>
                      <a:lnTo>
                        <a:pt x="138" y="103"/>
                      </a:lnTo>
                      <a:lnTo>
                        <a:pt x="38" y="139"/>
                      </a:lnTo>
                      <a:lnTo>
                        <a:pt x="0" y="38"/>
                      </a:lnTo>
                      <a:close/>
                    </a:path>
                  </a:pathLst>
                </a:custGeom>
                <a:gradFill rotWithShape="0">
                  <a:gsLst>
                    <a:gs pos="42000">
                      <a:srgbClr val="000000"/>
                    </a:gs>
                    <a:gs pos="100000">
                      <a:srgbClr val="fafafa"/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606" name="Freeform: Shape 49"/>
                <p:cNvSpPr/>
                <p:nvPr/>
              </p:nvSpPr>
              <p:spPr>
                <a:xfrm flipV="1" rot="13500000">
                  <a:off x="5657400" y="3805200"/>
                  <a:ext cx="123840" cy="123120"/>
                </a:xfrm>
                <a:custGeom>
                  <a:avLst/>
                  <a:gdLst/>
                  <a:ahLst/>
                  <a:rect l="l" t="t" r="r" b="b"/>
                  <a:pathLst>
                    <a:path w="121" h="122">
                      <a:moveTo>
                        <a:pt x="0" y="12"/>
                      </a:moveTo>
                      <a:lnTo>
                        <a:pt x="109" y="0"/>
                      </a:lnTo>
                      <a:lnTo>
                        <a:pt x="121" y="110"/>
                      </a:lnTo>
                      <a:lnTo>
                        <a:pt x="12" y="122"/>
                      </a:lnTo>
                      <a:lnTo>
                        <a:pt x="0" y="12"/>
                      </a:lnTo>
                      <a:close/>
                    </a:path>
                  </a:pathLst>
                </a:custGeom>
                <a:gradFill rotWithShape="0">
                  <a:gsLst>
                    <a:gs pos="42000">
                      <a:srgbClr val="000000"/>
                    </a:gs>
                    <a:gs pos="100000">
                      <a:srgbClr val="fafafa"/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607" name="Rectangle 50"/>
                <p:cNvSpPr/>
                <p:nvPr/>
              </p:nvSpPr>
              <p:spPr>
                <a:xfrm flipV="1" rot="13500000">
                  <a:off x="5949360" y="3969000"/>
                  <a:ext cx="97920" cy="94320"/>
                </a:xfrm>
                <a:prstGeom prst="rect">
                  <a:avLst/>
                </a:prstGeom>
                <a:gradFill rotWithShape="0">
                  <a:gsLst>
                    <a:gs pos="42000">
                      <a:srgbClr val="000000"/>
                    </a:gs>
                    <a:gs pos="100000">
                      <a:srgbClr val="fafafa"/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608" name="Rectangle 51"/>
                <p:cNvSpPr/>
                <p:nvPr/>
              </p:nvSpPr>
              <p:spPr>
                <a:xfrm flipV="1" rot="13500000">
                  <a:off x="6013440" y="4096440"/>
                  <a:ext cx="94320" cy="90000"/>
                </a:xfrm>
                <a:prstGeom prst="rect">
                  <a:avLst/>
                </a:prstGeom>
                <a:gradFill rotWithShape="0">
                  <a:gsLst>
                    <a:gs pos="42000">
                      <a:srgbClr val="000000"/>
                    </a:gs>
                    <a:gs pos="100000">
                      <a:srgbClr val="fafafa"/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609" name="Rectangle 52"/>
                <p:cNvSpPr/>
                <p:nvPr/>
              </p:nvSpPr>
              <p:spPr>
                <a:xfrm flipV="1" rot="13500000">
                  <a:off x="5516640" y="3580200"/>
                  <a:ext cx="133560" cy="119880"/>
                </a:xfrm>
                <a:prstGeom prst="rect">
                  <a:avLst/>
                </a:prstGeom>
                <a:gradFill rotWithShape="0">
                  <a:gsLst>
                    <a:gs pos="42000">
                      <a:srgbClr val="000000"/>
                    </a:gs>
                    <a:gs pos="100000">
                      <a:srgbClr val="fafafa"/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610" name="Freeform: Shape 53"/>
                <p:cNvSpPr/>
                <p:nvPr/>
              </p:nvSpPr>
              <p:spPr>
                <a:xfrm flipV="1" rot="13500000">
                  <a:off x="5808240" y="3994200"/>
                  <a:ext cx="115200" cy="110880"/>
                </a:xfrm>
                <a:custGeom>
                  <a:avLst/>
                  <a:gdLst/>
                  <a:ahLst/>
                  <a:rect l="l" t="t" r="r" b="b"/>
                  <a:pathLst>
                    <a:path w="112" h="112">
                      <a:moveTo>
                        <a:pt x="24" y="0"/>
                      </a:moveTo>
                      <a:lnTo>
                        <a:pt x="112" y="24"/>
                      </a:lnTo>
                      <a:lnTo>
                        <a:pt x="88" y="112"/>
                      </a:lnTo>
                      <a:lnTo>
                        <a:pt x="0" y="88"/>
                      </a:lnTo>
                      <a:lnTo>
                        <a:pt x="24" y="0"/>
                      </a:lnTo>
                      <a:close/>
                    </a:path>
                  </a:pathLst>
                </a:custGeom>
                <a:gradFill rotWithShape="0">
                  <a:gsLst>
                    <a:gs pos="42000">
                      <a:srgbClr val="000000"/>
                    </a:gs>
                    <a:gs pos="100000">
                      <a:srgbClr val="fafafa"/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611" name="Freeform: Shape 54"/>
                <p:cNvSpPr/>
                <p:nvPr/>
              </p:nvSpPr>
              <p:spPr>
                <a:xfrm flipV="1" rot="13500000">
                  <a:off x="6173280" y="4114440"/>
                  <a:ext cx="79560" cy="75960"/>
                </a:xfrm>
                <a:custGeom>
                  <a:avLst/>
                  <a:gdLst/>
                  <a:ahLst/>
                  <a:rect l="l" t="t" r="r" b="b"/>
                  <a:pathLst>
                    <a:path w="78" h="78">
                      <a:moveTo>
                        <a:pt x="0" y="16"/>
                      </a:moveTo>
                      <a:lnTo>
                        <a:pt x="59" y="0"/>
                      </a:lnTo>
                      <a:lnTo>
                        <a:pt x="78" y="59"/>
                      </a:lnTo>
                      <a:lnTo>
                        <a:pt x="19" y="78"/>
                      </a:lnTo>
                      <a:lnTo>
                        <a:pt x="0" y="16"/>
                      </a:lnTo>
                      <a:close/>
                    </a:path>
                  </a:pathLst>
                </a:custGeom>
                <a:gradFill rotWithShape="0">
                  <a:gsLst>
                    <a:gs pos="42000">
                      <a:srgbClr val="000000"/>
                    </a:gs>
                    <a:gs pos="100000">
                      <a:srgbClr val="fafafa"/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612" name="Rectangle 55"/>
                <p:cNvSpPr/>
                <p:nvPr/>
              </p:nvSpPr>
              <p:spPr>
                <a:xfrm flipV="1" rot="13500000">
                  <a:off x="5400720" y="3437640"/>
                  <a:ext cx="100440" cy="123120"/>
                </a:xfrm>
                <a:prstGeom prst="rect">
                  <a:avLst/>
                </a:prstGeom>
                <a:gradFill rotWithShape="0">
                  <a:gsLst>
                    <a:gs pos="42000">
                      <a:srgbClr val="000000"/>
                    </a:gs>
                    <a:gs pos="100000">
                      <a:srgbClr val="fafafa"/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</p:grpSp>
        </p:grpSp>
        <p:grpSp>
          <p:nvGrpSpPr>
            <p:cNvPr id="613" name="Group 5"/>
            <p:cNvGrpSpPr/>
            <p:nvPr/>
          </p:nvGrpSpPr>
          <p:grpSpPr>
            <a:xfrm>
              <a:off x="2836440" y="2277000"/>
              <a:ext cx="2044080" cy="1932480"/>
              <a:chOff x="2836440" y="2277000"/>
              <a:chExt cx="2044080" cy="1932480"/>
            </a:xfrm>
          </p:grpSpPr>
          <p:sp>
            <p:nvSpPr>
              <p:cNvPr id="614" name="Arrow: Right 28"/>
              <p:cNvSpPr/>
              <p:nvPr/>
            </p:nvSpPr>
            <p:spPr>
              <a:xfrm flipH="1" rot="8100000">
                <a:off x="3480840" y="2561400"/>
                <a:ext cx="1222560" cy="1006200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gradFill rotWithShape="0">
                <a:gsLst>
                  <a:gs pos="42000">
                    <a:srgbClr val="959595"/>
                  </a:gs>
                  <a:gs pos="100000">
                    <a:srgbClr val="fafafa"/>
                  </a:gs>
                </a:gsLst>
                <a:lin ang="162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grpSp>
            <p:nvGrpSpPr>
              <p:cNvPr id="615" name="Group 29"/>
              <p:cNvGrpSpPr/>
              <p:nvPr/>
            </p:nvGrpSpPr>
            <p:grpSpPr>
              <a:xfrm>
                <a:off x="2836440" y="3326760"/>
                <a:ext cx="996840" cy="882720"/>
                <a:chOff x="2836440" y="3326760"/>
                <a:chExt cx="996840" cy="882720"/>
              </a:xfrm>
            </p:grpSpPr>
            <p:sp>
              <p:nvSpPr>
                <p:cNvPr id="616" name="Rectangle 30"/>
                <p:cNvSpPr/>
                <p:nvPr/>
              </p:nvSpPr>
              <p:spPr>
                <a:xfrm rot="18900000">
                  <a:off x="3474720" y="3778920"/>
                  <a:ext cx="92160" cy="90000"/>
                </a:xfrm>
                <a:prstGeom prst="rect">
                  <a:avLst/>
                </a:prstGeom>
                <a:gradFill rotWithShape="0">
                  <a:gsLst>
                    <a:gs pos="42000">
                      <a:srgbClr val="959595"/>
                    </a:gs>
                    <a:gs pos="100000">
                      <a:srgbClr val="fafafa"/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617" name="Rectangle 31"/>
                <p:cNvSpPr/>
                <p:nvPr/>
              </p:nvSpPr>
              <p:spPr>
                <a:xfrm rot="18900000">
                  <a:off x="3392280" y="3361320"/>
                  <a:ext cx="144720" cy="111600"/>
                </a:xfrm>
                <a:prstGeom prst="rect">
                  <a:avLst/>
                </a:prstGeom>
                <a:gradFill rotWithShape="0">
                  <a:gsLst>
                    <a:gs pos="42000">
                      <a:srgbClr val="959595"/>
                    </a:gs>
                    <a:gs pos="100000">
                      <a:srgbClr val="fafafa"/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618" name="Rectangle 32"/>
                <p:cNvSpPr/>
                <p:nvPr/>
              </p:nvSpPr>
              <p:spPr>
                <a:xfrm rot="18900000">
                  <a:off x="3669120" y="3639960"/>
                  <a:ext cx="144720" cy="113760"/>
                </a:xfrm>
                <a:prstGeom prst="rect">
                  <a:avLst/>
                </a:prstGeom>
                <a:gradFill rotWithShape="0">
                  <a:gsLst>
                    <a:gs pos="42000">
                      <a:srgbClr val="959595"/>
                    </a:gs>
                    <a:gs pos="100000">
                      <a:srgbClr val="fafafa"/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619" name="Freeform: Shape 33"/>
                <p:cNvSpPr/>
                <p:nvPr/>
              </p:nvSpPr>
              <p:spPr>
                <a:xfrm rot="18900000">
                  <a:off x="3244680" y="3629880"/>
                  <a:ext cx="164520" cy="166680"/>
                </a:xfrm>
                <a:custGeom>
                  <a:avLst/>
                  <a:gdLst/>
                  <a:ahLst/>
                  <a:rect l="l" t="t" r="r" b="b"/>
                  <a:pathLst>
                    <a:path w="163" h="165">
                      <a:moveTo>
                        <a:pt x="40" y="0"/>
                      </a:moveTo>
                      <a:lnTo>
                        <a:pt x="163" y="39"/>
                      </a:lnTo>
                      <a:lnTo>
                        <a:pt x="125" y="165"/>
                      </a:lnTo>
                      <a:lnTo>
                        <a:pt x="0" y="124"/>
                      </a:lnTo>
                      <a:lnTo>
                        <a:pt x="40" y="0"/>
                      </a:lnTo>
                      <a:close/>
                    </a:path>
                  </a:pathLst>
                </a:custGeom>
                <a:gradFill rotWithShape="0">
                  <a:gsLst>
                    <a:gs pos="42000">
                      <a:srgbClr val="959595"/>
                    </a:gs>
                    <a:gs pos="100000">
                      <a:srgbClr val="fafafa"/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620" name="Freeform: Shape 34"/>
                <p:cNvSpPr/>
                <p:nvPr/>
              </p:nvSpPr>
              <p:spPr>
                <a:xfrm rot="18900000">
                  <a:off x="3144240" y="3836160"/>
                  <a:ext cx="138600" cy="139680"/>
                </a:xfrm>
                <a:custGeom>
                  <a:avLst/>
                  <a:gdLst/>
                  <a:ahLst/>
                  <a:rect l="l" t="t" r="r" b="b"/>
                  <a:pathLst>
                    <a:path w="138" h="139">
                      <a:moveTo>
                        <a:pt x="0" y="38"/>
                      </a:moveTo>
                      <a:lnTo>
                        <a:pt x="102" y="0"/>
                      </a:lnTo>
                      <a:lnTo>
                        <a:pt x="138" y="103"/>
                      </a:lnTo>
                      <a:lnTo>
                        <a:pt x="38" y="139"/>
                      </a:lnTo>
                      <a:lnTo>
                        <a:pt x="0" y="38"/>
                      </a:lnTo>
                      <a:close/>
                    </a:path>
                  </a:pathLst>
                </a:custGeom>
                <a:gradFill rotWithShape="0">
                  <a:gsLst>
                    <a:gs pos="42000">
                      <a:srgbClr val="959595"/>
                    </a:gs>
                    <a:gs pos="100000">
                      <a:srgbClr val="fafafa"/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621" name="Freeform: Shape 35"/>
                <p:cNvSpPr/>
                <p:nvPr/>
              </p:nvSpPr>
              <p:spPr>
                <a:xfrm rot="18900000">
                  <a:off x="3324240" y="3806640"/>
                  <a:ext cx="120960" cy="122040"/>
                </a:xfrm>
                <a:custGeom>
                  <a:avLst/>
                  <a:gdLst/>
                  <a:ahLst/>
                  <a:rect l="l" t="t" r="r" b="b"/>
                  <a:pathLst>
                    <a:path w="121" h="122">
                      <a:moveTo>
                        <a:pt x="0" y="12"/>
                      </a:moveTo>
                      <a:lnTo>
                        <a:pt x="109" y="0"/>
                      </a:lnTo>
                      <a:lnTo>
                        <a:pt x="121" y="110"/>
                      </a:lnTo>
                      <a:lnTo>
                        <a:pt x="12" y="122"/>
                      </a:lnTo>
                      <a:lnTo>
                        <a:pt x="0" y="12"/>
                      </a:lnTo>
                      <a:close/>
                    </a:path>
                  </a:pathLst>
                </a:custGeom>
                <a:gradFill rotWithShape="0">
                  <a:gsLst>
                    <a:gs pos="42000">
                      <a:srgbClr val="959595"/>
                    </a:gs>
                    <a:gs pos="100000">
                      <a:srgbClr val="fafafa"/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622" name="Rectangle 36"/>
                <p:cNvSpPr/>
                <p:nvPr/>
              </p:nvSpPr>
              <p:spPr>
                <a:xfrm rot="18900000">
                  <a:off x="3058560" y="3971160"/>
                  <a:ext cx="94320" cy="94320"/>
                </a:xfrm>
                <a:prstGeom prst="rect">
                  <a:avLst/>
                </a:prstGeom>
                <a:gradFill rotWithShape="0">
                  <a:gsLst>
                    <a:gs pos="42000">
                      <a:srgbClr val="959595"/>
                    </a:gs>
                    <a:gs pos="100000">
                      <a:srgbClr val="fafafa"/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623" name="Rectangle 37"/>
                <p:cNvSpPr/>
                <p:nvPr/>
              </p:nvSpPr>
              <p:spPr>
                <a:xfrm rot="18900000">
                  <a:off x="2995920" y="4096800"/>
                  <a:ext cx="92160" cy="90000"/>
                </a:xfrm>
                <a:prstGeom prst="rect">
                  <a:avLst/>
                </a:prstGeom>
                <a:gradFill rotWithShape="0">
                  <a:gsLst>
                    <a:gs pos="42000">
                      <a:srgbClr val="959595"/>
                    </a:gs>
                    <a:gs pos="100000">
                      <a:srgbClr val="fafafa"/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624" name="Rectangle 38"/>
                <p:cNvSpPr/>
                <p:nvPr/>
              </p:nvSpPr>
              <p:spPr>
                <a:xfrm rot="18900000">
                  <a:off x="3454920" y="3580200"/>
                  <a:ext cx="130320" cy="119880"/>
                </a:xfrm>
                <a:prstGeom prst="rect">
                  <a:avLst/>
                </a:prstGeom>
                <a:gradFill rotWithShape="0">
                  <a:gsLst>
                    <a:gs pos="42000">
                      <a:srgbClr val="959595"/>
                    </a:gs>
                    <a:gs pos="100000">
                      <a:srgbClr val="fafafa"/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625" name="Freeform: Shape 39"/>
                <p:cNvSpPr/>
                <p:nvPr/>
              </p:nvSpPr>
              <p:spPr>
                <a:xfrm rot="18900000">
                  <a:off x="3182400" y="3996000"/>
                  <a:ext cx="111600" cy="111600"/>
                </a:xfrm>
                <a:custGeom>
                  <a:avLst/>
                  <a:gdLst/>
                  <a:ahLst/>
                  <a:rect l="l" t="t" r="r" b="b"/>
                  <a:pathLst>
                    <a:path w="112" h="112">
                      <a:moveTo>
                        <a:pt x="24" y="0"/>
                      </a:moveTo>
                      <a:lnTo>
                        <a:pt x="112" y="24"/>
                      </a:lnTo>
                      <a:lnTo>
                        <a:pt x="88" y="112"/>
                      </a:lnTo>
                      <a:lnTo>
                        <a:pt x="0" y="88"/>
                      </a:lnTo>
                      <a:lnTo>
                        <a:pt x="24" y="0"/>
                      </a:lnTo>
                      <a:close/>
                    </a:path>
                  </a:pathLst>
                </a:custGeom>
                <a:gradFill rotWithShape="0">
                  <a:gsLst>
                    <a:gs pos="42000">
                      <a:srgbClr val="959595"/>
                    </a:gs>
                    <a:gs pos="100000">
                      <a:srgbClr val="fafafa"/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626" name="Freeform: Shape 40"/>
                <p:cNvSpPr/>
                <p:nvPr/>
              </p:nvSpPr>
              <p:spPr>
                <a:xfrm rot="18900000">
                  <a:off x="2852280" y="4116600"/>
                  <a:ext cx="76680" cy="76680"/>
                </a:xfrm>
                <a:custGeom>
                  <a:avLst/>
                  <a:gdLst/>
                  <a:ahLst/>
                  <a:rect l="l" t="t" r="r" b="b"/>
                  <a:pathLst>
                    <a:path w="78" h="78">
                      <a:moveTo>
                        <a:pt x="0" y="16"/>
                      </a:moveTo>
                      <a:lnTo>
                        <a:pt x="59" y="0"/>
                      </a:lnTo>
                      <a:lnTo>
                        <a:pt x="78" y="59"/>
                      </a:lnTo>
                      <a:lnTo>
                        <a:pt x="19" y="78"/>
                      </a:lnTo>
                      <a:lnTo>
                        <a:pt x="0" y="16"/>
                      </a:lnTo>
                      <a:close/>
                    </a:path>
                  </a:pathLst>
                </a:custGeom>
                <a:gradFill rotWithShape="0">
                  <a:gsLst>
                    <a:gs pos="42000">
                      <a:srgbClr val="959595"/>
                    </a:gs>
                    <a:gs pos="100000">
                      <a:srgbClr val="fafafa"/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627" name="Rectangle 41"/>
                <p:cNvSpPr/>
                <p:nvPr/>
              </p:nvSpPr>
              <p:spPr>
                <a:xfrm rot="18900000">
                  <a:off x="3601800" y="3441240"/>
                  <a:ext cx="97200" cy="119880"/>
                </a:xfrm>
                <a:prstGeom prst="rect">
                  <a:avLst/>
                </a:prstGeom>
                <a:gradFill rotWithShape="0">
                  <a:gsLst>
                    <a:gs pos="42000">
                      <a:srgbClr val="959595"/>
                    </a:gs>
                    <a:gs pos="100000">
                      <a:srgbClr val="fafafa"/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</p:grpSp>
        </p:grpSp>
        <p:sp>
          <p:nvSpPr>
            <p:cNvPr id="628" name="TextBox 10"/>
            <p:cNvSpPr/>
            <p:nvPr/>
          </p:nvSpPr>
          <p:spPr>
            <a:xfrm rot="2700000">
              <a:off x="3575880" y="1890720"/>
              <a:ext cx="740520" cy="186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rmAutofit/>
            </a:bodyPr>
            <a:p>
              <a:pPr algn="r">
                <a:lnSpc>
                  <a:spcPct val="100000"/>
                </a:lnSpc>
                <a:buNone/>
              </a:pPr>
              <a:r>
                <a:rPr b="0" lang="zh-CN" sz="105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标题文本预设</a:t>
              </a:r>
              <a:endParaRPr b="0" lang="en-HK" sz="1050" spc="-1" strike="noStrike">
                <a:latin typeface="Arial"/>
              </a:endParaRPr>
            </a:p>
          </p:txBody>
        </p:sp>
        <p:sp>
          <p:nvSpPr>
            <p:cNvPr id="629" name="TextBox 11"/>
            <p:cNvSpPr/>
            <p:nvPr/>
          </p:nvSpPr>
          <p:spPr>
            <a:xfrm rot="18900000">
              <a:off x="4825080" y="1887480"/>
              <a:ext cx="740520" cy="186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rmAutofit/>
            </a:bodyPr>
            <a:p>
              <a:pPr>
                <a:lnSpc>
                  <a:spcPct val="100000"/>
                </a:lnSpc>
                <a:buNone/>
              </a:pPr>
              <a:r>
                <a:rPr b="0" lang="zh-CN" sz="105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标题文本预设</a:t>
              </a:r>
              <a:endParaRPr b="0" lang="en-HK" sz="1050" spc="-1" strike="noStrike">
                <a:latin typeface="Arial"/>
              </a:endParaRPr>
            </a:p>
          </p:txBody>
        </p:sp>
        <p:sp>
          <p:nvSpPr>
            <p:cNvPr id="630" name="TextBox 12"/>
            <p:cNvSpPr/>
            <p:nvPr/>
          </p:nvSpPr>
          <p:spPr>
            <a:xfrm flipH="1" rot="18900000">
              <a:off x="3557520" y="3136320"/>
              <a:ext cx="744480" cy="18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rmAutofit/>
            </a:bodyPr>
            <a:p>
              <a:pPr algn="r">
                <a:lnSpc>
                  <a:spcPct val="100000"/>
                </a:lnSpc>
                <a:buNone/>
              </a:pPr>
              <a:r>
                <a:rPr b="0" lang="zh-CN" sz="105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标题文本预设</a:t>
              </a:r>
              <a:endParaRPr b="0" lang="en-HK" sz="1050" spc="-1" strike="noStrike">
                <a:latin typeface="Arial"/>
              </a:endParaRPr>
            </a:p>
          </p:txBody>
        </p:sp>
        <p:sp>
          <p:nvSpPr>
            <p:cNvPr id="631" name="TextBox 13"/>
            <p:cNvSpPr/>
            <p:nvPr/>
          </p:nvSpPr>
          <p:spPr>
            <a:xfrm flipH="1" rot="2700000">
              <a:off x="4745160" y="3093840"/>
              <a:ext cx="744480" cy="18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rmAutofit/>
            </a:bodyPr>
            <a:p>
              <a:pPr>
                <a:lnSpc>
                  <a:spcPct val="100000"/>
                </a:lnSpc>
                <a:buNone/>
              </a:pPr>
              <a:r>
                <a:rPr b="0" lang="zh-CN" sz="105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标题文本预设</a:t>
              </a:r>
              <a:endParaRPr b="0" lang="en-HK" sz="1050" spc="-1" strike="noStrike">
                <a:latin typeface="Arial"/>
              </a:endParaRPr>
            </a:p>
          </p:txBody>
        </p:sp>
        <p:sp>
          <p:nvSpPr>
            <p:cNvPr id="632" name="Freeform: Shape 84"/>
            <p:cNvSpPr/>
            <p:nvPr/>
          </p:nvSpPr>
          <p:spPr>
            <a:xfrm>
              <a:off x="4676760" y="2282760"/>
              <a:ext cx="237960" cy="2379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14896" y="15577"/>
                  </a:moveTo>
                  <a:cubicBezTo>
                    <a:pt x="12144" y="16865"/>
                    <a:pt x="9844" y="18851"/>
                    <a:pt x="8177" y="21278"/>
                  </a:cubicBezTo>
                  <a:cubicBezTo>
                    <a:pt x="9017" y="21487"/>
                    <a:pt x="9895" y="21600"/>
                    <a:pt x="10801" y="21600"/>
                  </a:cubicBezTo>
                  <a:cubicBezTo>
                    <a:pt x="12429" y="21600"/>
                    <a:pt x="13973" y="21237"/>
                    <a:pt x="15358" y="20591"/>
                  </a:cubicBezTo>
                  <a:cubicBezTo>
                    <a:pt x="15580" y="19502"/>
                    <a:pt x="15699" y="18376"/>
                    <a:pt x="15699" y="17222"/>
                  </a:cubicBezTo>
                  <a:cubicBezTo>
                    <a:pt x="15699" y="16807"/>
                    <a:pt x="15679" y="16394"/>
                    <a:pt x="15648" y="15985"/>
                  </a:cubicBezTo>
                  <a:cubicBezTo>
                    <a:pt x="15371" y="15896"/>
                    <a:pt x="15116" y="15757"/>
                    <a:pt x="14896" y="15577"/>
                  </a:cubicBezTo>
                  <a:close/>
                  <a:moveTo>
                    <a:pt x="18049" y="2796"/>
                  </a:moveTo>
                  <a:cubicBezTo>
                    <a:pt x="16319" y="2963"/>
                    <a:pt x="14667" y="3397"/>
                    <a:pt x="13127" y="4050"/>
                  </a:cubicBezTo>
                  <a:cubicBezTo>
                    <a:pt x="13136" y="4125"/>
                    <a:pt x="13139" y="4202"/>
                    <a:pt x="13139" y="4280"/>
                  </a:cubicBezTo>
                  <a:cubicBezTo>
                    <a:pt x="13139" y="4642"/>
                    <a:pt x="13052" y="4984"/>
                    <a:pt x="12904" y="5289"/>
                  </a:cubicBezTo>
                  <a:cubicBezTo>
                    <a:pt x="14441" y="7094"/>
                    <a:pt x="15635" y="9198"/>
                    <a:pt x="16388" y="11500"/>
                  </a:cubicBezTo>
                  <a:cubicBezTo>
                    <a:pt x="17323" y="11517"/>
                    <a:pt x="18121" y="12090"/>
                    <a:pt x="18465" y="12903"/>
                  </a:cubicBezTo>
                  <a:cubicBezTo>
                    <a:pt x="19505" y="12797"/>
                    <a:pt x="20517" y="12599"/>
                    <a:pt x="21493" y="12312"/>
                  </a:cubicBezTo>
                  <a:cubicBezTo>
                    <a:pt x="21562" y="11817"/>
                    <a:pt x="21600" y="11314"/>
                    <a:pt x="21600" y="10799"/>
                  </a:cubicBezTo>
                  <a:cubicBezTo>
                    <a:pt x="21600" y="7626"/>
                    <a:pt x="20230" y="4772"/>
                    <a:pt x="18049" y="2796"/>
                  </a:cubicBezTo>
                  <a:close/>
                  <a:moveTo>
                    <a:pt x="13739" y="14349"/>
                  </a:moveTo>
                  <a:cubicBezTo>
                    <a:pt x="11074" y="13908"/>
                    <a:pt x="8601" y="12890"/>
                    <a:pt x="6450" y="11433"/>
                  </a:cubicBezTo>
                  <a:cubicBezTo>
                    <a:pt x="6101" y="11646"/>
                    <a:pt x="5691" y="11773"/>
                    <a:pt x="5251" y="11773"/>
                  </a:cubicBezTo>
                  <a:cubicBezTo>
                    <a:pt x="5090" y="11773"/>
                    <a:pt x="4933" y="11755"/>
                    <a:pt x="4781" y="11724"/>
                  </a:cubicBezTo>
                  <a:cubicBezTo>
                    <a:pt x="3750" y="13677"/>
                    <a:pt x="3093" y="15854"/>
                    <a:pt x="2903" y="18164"/>
                  </a:cubicBezTo>
                  <a:cubicBezTo>
                    <a:pt x="3931" y="19266"/>
                    <a:pt x="5186" y="20154"/>
                    <a:pt x="6595" y="20750"/>
                  </a:cubicBezTo>
                  <a:cubicBezTo>
                    <a:pt x="8345" y="18059"/>
                    <a:pt x="10792" y="15833"/>
                    <a:pt x="13739" y="14349"/>
                  </a:cubicBezTo>
                  <a:close/>
                  <a:moveTo>
                    <a:pt x="17258" y="15906"/>
                  </a:moveTo>
                  <a:cubicBezTo>
                    <a:pt x="17290" y="16340"/>
                    <a:pt x="17306" y="16780"/>
                    <a:pt x="17306" y="17222"/>
                  </a:cubicBezTo>
                  <a:cubicBezTo>
                    <a:pt x="17306" y="18003"/>
                    <a:pt x="17256" y="18770"/>
                    <a:pt x="17163" y="19525"/>
                  </a:cubicBezTo>
                  <a:cubicBezTo>
                    <a:pt x="18993" y="18186"/>
                    <a:pt x="20389" y="16288"/>
                    <a:pt x="21091" y="14080"/>
                  </a:cubicBezTo>
                  <a:cubicBezTo>
                    <a:pt x="20259" y="14281"/>
                    <a:pt x="19403" y="14425"/>
                    <a:pt x="18531" y="14508"/>
                  </a:cubicBezTo>
                  <a:cubicBezTo>
                    <a:pt x="18326" y="15137"/>
                    <a:pt x="17860" y="15646"/>
                    <a:pt x="17258" y="15906"/>
                  </a:cubicBezTo>
                  <a:close/>
                  <a:moveTo>
                    <a:pt x="14278" y="12804"/>
                  </a:moveTo>
                  <a:cubicBezTo>
                    <a:pt x="14421" y="12507"/>
                    <a:pt x="14624" y="12244"/>
                    <a:pt x="14874" y="12035"/>
                  </a:cubicBezTo>
                  <a:cubicBezTo>
                    <a:pt x="14196" y="9947"/>
                    <a:pt x="13122" y="8037"/>
                    <a:pt x="11738" y="6396"/>
                  </a:cubicBezTo>
                  <a:cubicBezTo>
                    <a:pt x="11462" y="6512"/>
                    <a:pt x="11160" y="6577"/>
                    <a:pt x="10842" y="6577"/>
                  </a:cubicBezTo>
                  <a:cubicBezTo>
                    <a:pt x="10343" y="6577"/>
                    <a:pt x="9883" y="6417"/>
                    <a:pt x="9507" y="6147"/>
                  </a:cubicBezTo>
                  <a:cubicBezTo>
                    <a:pt x="8673" y="6781"/>
                    <a:pt x="7903" y="7490"/>
                    <a:pt x="7202" y="8265"/>
                  </a:cubicBezTo>
                  <a:cubicBezTo>
                    <a:pt x="7421" y="8615"/>
                    <a:pt x="7550" y="9030"/>
                    <a:pt x="7550" y="9475"/>
                  </a:cubicBezTo>
                  <a:cubicBezTo>
                    <a:pt x="7550" y="9715"/>
                    <a:pt x="7513" y="9946"/>
                    <a:pt x="7444" y="10163"/>
                  </a:cubicBezTo>
                  <a:cubicBezTo>
                    <a:pt x="9459" y="11510"/>
                    <a:pt x="11779" y="12433"/>
                    <a:pt x="14278" y="12804"/>
                  </a:cubicBezTo>
                  <a:close/>
                  <a:moveTo>
                    <a:pt x="10842" y="1982"/>
                  </a:moveTo>
                  <a:cubicBezTo>
                    <a:pt x="11448" y="1982"/>
                    <a:pt x="11999" y="2219"/>
                    <a:pt x="12409" y="2604"/>
                  </a:cubicBezTo>
                  <a:cubicBezTo>
                    <a:pt x="13608" y="2088"/>
                    <a:pt x="14870" y="1692"/>
                    <a:pt x="16183" y="1439"/>
                  </a:cubicBezTo>
                  <a:cubicBezTo>
                    <a:pt x="14599" y="526"/>
                    <a:pt x="12761" y="0"/>
                    <a:pt x="10801" y="0"/>
                  </a:cubicBezTo>
                  <a:cubicBezTo>
                    <a:pt x="9464" y="0"/>
                    <a:pt x="8183" y="245"/>
                    <a:pt x="7001" y="690"/>
                  </a:cubicBezTo>
                  <a:cubicBezTo>
                    <a:pt x="7940" y="1152"/>
                    <a:pt x="8833" y="1693"/>
                    <a:pt x="9674" y="2303"/>
                  </a:cubicBezTo>
                  <a:cubicBezTo>
                    <a:pt x="10018" y="2100"/>
                    <a:pt x="10415" y="1982"/>
                    <a:pt x="10842" y="1982"/>
                  </a:cubicBezTo>
                  <a:close/>
                  <a:moveTo>
                    <a:pt x="2954" y="9475"/>
                  </a:moveTo>
                  <a:cubicBezTo>
                    <a:pt x="2954" y="9153"/>
                    <a:pt x="3021" y="8844"/>
                    <a:pt x="3141" y="8566"/>
                  </a:cubicBezTo>
                  <a:cubicBezTo>
                    <a:pt x="2404" y="7757"/>
                    <a:pt x="1736" y="6884"/>
                    <a:pt x="1151" y="5952"/>
                  </a:cubicBezTo>
                  <a:cubicBezTo>
                    <a:pt x="417" y="7410"/>
                    <a:pt x="0" y="9056"/>
                    <a:pt x="0" y="10799"/>
                  </a:cubicBezTo>
                  <a:cubicBezTo>
                    <a:pt x="0" y="12819"/>
                    <a:pt x="556" y="14708"/>
                    <a:pt x="1521" y="16325"/>
                  </a:cubicBezTo>
                  <a:cubicBezTo>
                    <a:pt x="1866" y="14381"/>
                    <a:pt x="2520" y="12545"/>
                    <a:pt x="3424" y="10861"/>
                  </a:cubicBezTo>
                  <a:cubicBezTo>
                    <a:pt x="3130" y="10477"/>
                    <a:pt x="2954" y="9996"/>
                    <a:pt x="2954" y="9475"/>
                  </a:cubicBezTo>
                  <a:close/>
                  <a:moveTo>
                    <a:pt x="5251" y="7176"/>
                  </a:moveTo>
                  <a:cubicBezTo>
                    <a:pt x="5487" y="7176"/>
                    <a:pt x="5715" y="7213"/>
                    <a:pt x="5930" y="7278"/>
                  </a:cubicBezTo>
                  <a:cubicBezTo>
                    <a:pt x="6738" y="6372"/>
                    <a:pt x="7636" y="5547"/>
                    <a:pt x="8608" y="4813"/>
                  </a:cubicBezTo>
                  <a:cubicBezTo>
                    <a:pt x="8567" y="4642"/>
                    <a:pt x="8543" y="4464"/>
                    <a:pt x="8543" y="4280"/>
                  </a:cubicBezTo>
                  <a:cubicBezTo>
                    <a:pt x="8543" y="4026"/>
                    <a:pt x="8587" y="3781"/>
                    <a:pt x="8663" y="3552"/>
                  </a:cubicBezTo>
                  <a:cubicBezTo>
                    <a:pt x="7575" y="2771"/>
                    <a:pt x="6391" y="2115"/>
                    <a:pt x="5131" y="1609"/>
                  </a:cubicBezTo>
                  <a:cubicBezTo>
                    <a:pt x="3949" y="2338"/>
                    <a:pt x="2920" y="3289"/>
                    <a:pt x="2099" y="4405"/>
                  </a:cubicBezTo>
                  <a:cubicBezTo>
                    <a:pt x="2708" y="5484"/>
                    <a:pt x="3433" y="6491"/>
                    <a:pt x="4256" y="7407"/>
                  </a:cubicBezTo>
                  <a:cubicBezTo>
                    <a:pt x="4557" y="7261"/>
                    <a:pt x="4895" y="7176"/>
                    <a:pt x="5251" y="7176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33" name="Freeform: Shape 85"/>
            <p:cNvSpPr/>
            <p:nvPr/>
          </p:nvSpPr>
          <p:spPr>
            <a:xfrm>
              <a:off x="4679280" y="2751120"/>
              <a:ext cx="237960" cy="202680"/>
            </a:xfrm>
            <a:custGeom>
              <a:avLst/>
              <a:gdLst/>
              <a:ahLst/>
              <a:rect l="l" t="t" r="r" b="b"/>
              <a:pathLst>
                <a:path w="48" h="41">
                  <a:moveTo>
                    <a:pt x="48" y="38"/>
                  </a:moveTo>
                  <a:cubicBezTo>
                    <a:pt x="48" y="40"/>
                    <a:pt x="47" y="41"/>
                    <a:pt x="45" y="41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5" y="41"/>
                    <a:pt x="34" y="40"/>
                    <a:pt x="34" y="38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28"/>
                    <a:pt x="35" y="27"/>
                    <a:pt x="37" y="27"/>
                  </a:cubicBezTo>
                  <a:cubicBezTo>
                    <a:pt x="39" y="27"/>
                    <a:pt x="39" y="27"/>
                    <a:pt x="39" y="27"/>
                  </a:cubicBezTo>
                  <a:cubicBezTo>
                    <a:pt x="39" y="22"/>
                    <a:pt x="39" y="22"/>
                    <a:pt x="39" y="22"/>
                  </a:cubicBezTo>
                  <a:cubicBezTo>
                    <a:pt x="25" y="22"/>
                    <a:pt x="25" y="22"/>
                    <a:pt x="25" y="22"/>
                  </a:cubicBezTo>
                  <a:cubicBezTo>
                    <a:pt x="25" y="27"/>
                    <a:pt x="25" y="27"/>
                    <a:pt x="25" y="27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9" y="27"/>
                    <a:pt x="31" y="28"/>
                    <a:pt x="31" y="30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40"/>
                    <a:pt x="29" y="41"/>
                    <a:pt x="28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8" y="41"/>
                    <a:pt x="17" y="40"/>
                    <a:pt x="17" y="38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7" y="28"/>
                    <a:pt x="18" y="27"/>
                    <a:pt x="19" y="27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2" y="27"/>
                    <a:pt x="13" y="28"/>
                    <a:pt x="13" y="30"/>
                  </a:cubicBezTo>
                  <a:cubicBezTo>
                    <a:pt x="13" y="38"/>
                    <a:pt x="13" y="38"/>
                    <a:pt x="13" y="38"/>
                  </a:cubicBezTo>
                  <a:cubicBezTo>
                    <a:pt x="13" y="40"/>
                    <a:pt x="12" y="41"/>
                    <a:pt x="11" y="41"/>
                  </a:cubicBezTo>
                  <a:cubicBezTo>
                    <a:pt x="2" y="41"/>
                    <a:pt x="2" y="41"/>
                    <a:pt x="2" y="41"/>
                  </a:cubicBezTo>
                  <a:cubicBezTo>
                    <a:pt x="1" y="41"/>
                    <a:pt x="0" y="40"/>
                    <a:pt x="0" y="38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28"/>
                    <a:pt x="1" y="27"/>
                    <a:pt x="2" y="27"/>
                  </a:cubicBezTo>
                  <a:cubicBezTo>
                    <a:pt x="5" y="27"/>
                    <a:pt x="5" y="27"/>
                    <a:pt x="5" y="27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5" y="20"/>
                    <a:pt x="6" y="19"/>
                    <a:pt x="8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8" y="13"/>
                    <a:pt x="17" y="12"/>
                    <a:pt x="17" y="11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1"/>
                    <a:pt x="18" y="0"/>
                    <a:pt x="19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9" y="0"/>
                    <a:pt x="31" y="1"/>
                    <a:pt x="31" y="2"/>
                  </a:cubicBezTo>
                  <a:cubicBezTo>
                    <a:pt x="31" y="11"/>
                    <a:pt x="31" y="11"/>
                    <a:pt x="31" y="11"/>
                  </a:cubicBezTo>
                  <a:cubicBezTo>
                    <a:pt x="31" y="12"/>
                    <a:pt x="29" y="13"/>
                    <a:pt x="28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5" y="19"/>
                    <a:pt x="25" y="19"/>
                    <a:pt x="25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41" y="19"/>
                    <a:pt x="43" y="20"/>
                    <a:pt x="43" y="22"/>
                  </a:cubicBezTo>
                  <a:cubicBezTo>
                    <a:pt x="43" y="27"/>
                    <a:pt x="43" y="27"/>
                    <a:pt x="43" y="27"/>
                  </a:cubicBezTo>
                  <a:cubicBezTo>
                    <a:pt x="45" y="27"/>
                    <a:pt x="45" y="27"/>
                    <a:pt x="45" y="27"/>
                  </a:cubicBezTo>
                  <a:cubicBezTo>
                    <a:pt x="47" y="27"/>
                    <a:pt x="48" y="28"/>
                    <a:pt x="48" y="30"/>
                  </a:cubicBezTo>
                  <a:lnTo>
                    <a:pt x="48" y="38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34" name="Freeform: Shape 86"/>
            <p:cNvSpPr/>
            <p:nvPr/>
          </p:nvSpPr>
          <p:spPr>
            <a:xfrm>
              <a:off x="4161240" y="2738160"/>
              <a:ext cx="249120" cy="249120"/>
            </a:xfrm>
            <a:custGeom>
              <a:avLst/>
              <a:gdLst/>
              <a:ahLst/>
              <a:rect l="l" t="t" r="r" b="b"/>
              <a:pathLst>
                <a:path w="232" h="232">
                  <a:moveTo>
                    <a:pt x="116" y="0"/>
                  </a:moveTo>
                  <a:cubicBezTo>
                    <a:pt x="52" y="0"/>
                    <a:pt x="0" y="52"/>
                    <a:pt x="0" y="116"/>
                  </a:cubicBezTo>
                  <a:cubicBezTo>
                    <a:pt x="0" y="180"/>
                    <a:pt x="52" y="232"/>
                    <a:pt x="116" y="232"/>
                  </a:cubicBezTo>
                  <a:cubicBezTo>
                    <a:pt x="180" y="232"/>
                    <a:pt x="232" y="180"/>
                    <a:pt x="232" y="116"/>
                  </a:cubicBezTo>
                  <a:cubicBezTo>
                    <a:pt x="232" y="52"/>
                    <a:pt x="180" y="0"/>
                    <a:pt x="116" y="0"/>
                  </a:cubicBezTo>
                  <a:close/>
                  <a:moveTo>
                    <a:pt x="129" y="208"/>
                  </a:moveTo>
                  <a:cubicBezTo>
                    <a:pt x="129" y="190"/>
                    <a:pt x="129" y="190"/>
                    <a:pt x="129" y="190"/>
                  </a:cubicBezTo>
                  <a:cubicBezTo>
                    <a:pt x="129" y="183"/>
                    <a:pt x="123" y="178"/>
                    <a:pt x="117" y="178"/>
                  </a:cubicBezTo>
                  <a:cubicBezTo>
                    <a:pt x="110" y="178"/>
                    <a:pt x="105" y="183"/>
                    <a:pt x="105" y="190"/>
                  </a:cubicBezTo>
                  <a:cubicBezTo>
                    <a:pt x="105" y="208"/>
                    <a:pt x="105" y="208"/>
                    <a:pt x="105" y="208"/>
                  </a:cubicBezTo>
                  <a:cubicBezTo>
                    <a:pt x="63" y="203"/>
                    <a:pt x="30" y="170"/>
                    <a:pt x="25" y="129"/>
                  </a:cubicBezTo>
                  <a:cubicBezTo>
                    <a:pt x="42" y="129"/>
                    <a:pt x="42" y="129"/>
                    <a:pt x="42" y="129"/>
                  </a:cubicBezTo>
                  <a:cubicBezTo>
                    <a:pt x="48" y="129"/>
                    <a:pt x="53" y="123"/>
                    <a:pt x="53" y="117"/>
                  </a:cubicBezTo>
                  <a:cubicBezTo>
                    <a:pt x="53" y="110"/>
                    <a:pt x="48" y="105"/>
                    <a:pt x="42" y="105"/>
                  </a:cubicBezTo>
                  <a:cubicBezTo>
                    <a:pt x="24" y="105"/>
                    <a:pt x="24" y="105"/>
                    <a:pt x="24" y="105"/>
                  </a:cubicBezTo>
                  <a:cubicBezTo>
                    <a:pt x="29" y="63"/>
                    <a:pt x="63" y="30"/>
                    <a:pt x="104" y="25"/>
                  </a:cubicBezTo>
                  <a:cubicBezTo>
                    <a:pt x="104" y="41"/>
                    <a:pt x="104" y="41"/>
                    <a:pt x="104" y="41"/>
                  </a:cubicBezTo>
                  <a:cubicBezTo>
                    <a:pt x="104" y="47"/>
                    <a:pt x="109" y="53"/>
                    <a:pt x="116" y="53"/>
                  </a:cubicBezTo>
                  <a:cubicBezTo>
                    <a:pt x="122" y="53"/>
                    <a:pt x="128" y="47"/>
                    <a:pt x="128" y="41"/>
                  </a:cubicBezTo>
                  <a:cubicBezTo>
                    <a:pt x="128" y="25"/>
                    <a:pt x="128" y="25"/>
                    <a:pt x="128" y="25"/>
                  </a:cubicBezTo>
                  <a:cubicBezTo>
                    <a:pt x="169" y="30"/>
                    <a:pt x="202" y="63"/>
                    <a:pt x="208" y="104"/>
                  </a:cubicBezTo>
                  <a:cubicBezTo>
                    <a:pt x="190" y="104"/>
                    <a:pt x="190" y="104"/>
                    <a:pt x="190" y="104"/>
                  </a:cubicBezTo>
                  <a:cubicBezTo>
                    <a:pt x="184" y="104"/>
                    <a:pt x="179" y="109"/>
                    <a:pt x="179" y="116"/>
                  </a:cubicBezTo>
                  <a:cubicBezTo>
                    <a:pt x="179" y="122"/>
                    <a:pt x="184" y="128"/>
                    <a:pt x="190" y="128"/>
                  </a:cubicBezTo>
                  <a:cubicBezTo>
                    <a:pt x="208" y="128"/>
                    <a:pt x="208" y="128"/>
                    <a:pt x="208" y="128"/>
                  </a:cubicBezTo>
                  <a:cubicBezTo>
                    <a:pt x="203" y="169"/>
                    <a:pt x="170" y="202"/>
                    <a:pt x="129" y="208"/>
                  </a:cubicBezTo>
                  <a:close/>
                  <a:moveTo>
                    <a:pt x="124" y="94"/>
                  </a:moveTo>
                  <a:cubicBezTo>
                    <a:pt x="70" y="69"/>
                    <a:pt x="70" y="69"/>
                    <a:pt x="70" y="69"/>
                  </a:cubicBezTo>
                  <a:cubicBezTo>
                    <a:pt x="94" y="124"/>
                    <a:pt x="94" y="124"/>
                    <a:pt x="94" y="124"/>
                  </a:cubicBezTo>
                  <a:cubicBezTo>
                    <a:pt x="97" y="129"/>
                    <a:pt x="103" y="136"/>
                    <a:pt x="109" y="138"/>
                  </a:cubicBezTo>
                  <a:cubicBezTo>
                    <a:pt x="163" y="163"/>
                    <a:pt x="163" y="163"/>
                    <a:pt x="163" y="163"/>
                  </a:cubicBezTo>
                  <a:cubicBezTo>
                    <a:pt x="138" y="108"/>
                    <a:pt x="138" y="108"/>
                    <a:pt x="138" y="108"/>
                  </a:cubicBezTo>
                  <a:cubicBezTo>
                    <a:pt x="136" y="103"/>
                    <a:pt x="130" y="96"/>
                    <a:pt x="124" y="94"/>
                  </a:cubicBezTo>
                  <a:close/>
                  <a:moveTo>
                    <a:pt x="123" y="123"/>
                  </a:moveTo>
                  <a:cubicBezTo>
                    <a:pt x="119" y="126"/>
                    <a:pt x="113" y="126"/>
                    <a:pt x="110" y="123"/>
                  </a:cubicBezTo>
                  <a:cubicBezTo>
                    <a:pt x="106" y="119"/>
                    <a:pt x="106" y="113"/>
                    <a:pt x="110" y="109"/>
                  </a:cubicBezTo>
                  <a:cubicBezTo>
                    <a:pt x="113" y="106"/>
                    <a:pt x="119" y="106"/>
                    <a:pt x="123" y="109"/>
                  </a:cubicBezTo>
                  <a:cubicBezTo>
                    <a:pt x="127" y="113"/>
                    <a:pt x="127" y="119"/>
                    <a:pt x="123" y="123"/>
                  </a:cubicBez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35" name="Freeform: Shape 87"/>
            <p:cNvSpPr/>
            <p:nvPr/>
          </p:nvSpPr>
          <p:spPr>
            <a:xfrm>
              <a:off x="4171320" y="2274480"/>
              <a:ext cx="222840" cy="237960"/>
            </a:xfrm>
            <a:custGeom>
              <a:avLst/>
              <a:gdLst/>
              <a:ahLst/>
              <a:rect l="l" t="t" r="r" b="b"/>
              <a:pathLst>
                <a:path w="45" h="48">
                  <a:moveTo>
                    <a:pt x="45" y="44"/>
                  </a:moveTo>
                  <a:cubicBezTo>
                    <a:pt x="45" y="46"/>
                    <a:pt x="43" y="48"/>
                    <a:pt x="41" y="48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1" y="48"/>
                    <a:pt x="0" y="46"/>
                    <a:pt x="0" y="44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8"/>
                    <a:pt x="1" y="7"/>
                    <a:pt x="3" y="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7" y="2"/>
                    <a:pt x="9" y="0"/>
                    <a:pt x="11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5" y="0"/>
                    <a:pt x="17" y="2"/>
                    <a:pt x="17" y="4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27" y="7"/>
                    <a:pt x="27" y="7"/>
                    <a:pt x="27" y="7"/>
                  </a:cubicBezTo>
                  <a:cubicBezTo>
                    <a:pt x="27" y="4"/>
                    <a:pt x="27" y="4"/>
                    <a:pt x="27" y="4"/>
                  </a:cubicBezTo>
                  <a:cubicBezTo>
                    <a:pt x="27" y="2"/>
                    <a:pt x="29" y="0"/>
                    <a:pt x="32" y="0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36" y="0"/>
                    <a:pt x="38" y="2"/>
                    <a:pt x="38" y="4"/>
                  </a:cubicBezTo>
                  <a:cubicBezTo>
                    <a:pt x="38" y="7"/>
                    <a:pt x="38" y="7"/>
                    <a:pt x="38" y="7"/>
                  </a:cubicBezTo>
                  <a:cubicBezTo>
                    <a:pt x="41" y="7"/>
                    <a:pt x="41" y="7"/>
                    <a:pt x="41" y="7"/>
                  </a:cubicBezTo>
                  <a:cubicBezTo>
                    <a:pt x="43" y="7"/>
                    <a:pt x="45" y="8"/>
                    <a:pt x="45" y="10"/>
                  </a:cubicBezTo>
                  <a:lnTo>
                    <a:pt x="45" y="44"/>
                  </a:lnTo>
                  <a:close/>
                  <a:moveTo>
                    <a:pt x="11" y="25"/>
                  </a:moveTo>
                  <a:cubicBezTo>
                    <a:pt x="11" y="17"/>
                    <a:pt x="11" y="17"/>
                    <a:pt x="11" y="17"/>
                  </a:cubicBezTo>
                  <a:cubicBezTo>
                    <a:pt x="3" y="17"/>
                    <a:pt x="3" y="17"/>
                    <a:pt x="3" y="17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11" y="25"/>
                  </a:lnTo>
                  <a:close/>
                  <a:moveTo>
                    <a:pt x="11" y="35"/>
                  </a:moveTo>
                  <a:cubicBezTo>
                    <a:pt x="11" y="26"/>
                    <a:pt x="11" y="26"/>
                    <a:pt x="11" y="26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35"/>
                    <a:pt x="3" y="35"/>
                    <a:pt x="3" y="35"/>
                  </a:cubicBezTo>
                  <a:lnTo>
                    <a:pt x="11" y="35"/>
                  </a:lnTo>
                  <a:close/>
                  <a:moveTo>
                    <a:pt x="11" y="44"/>
                  </a:moveTo>
                  <a:cubicBezTo>
                    <a:pt x="11" y="37"/>
                    <a:pt x="11" y="37"/>
                    <a:pt x="11" y="37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44"/>
                    <a:pt x="3" y="44"/>
                    <a:pt x="3" y="44"/>
                  </a:cubicBezTo>
                  <a:lnTo>
                    <a:pt x="11" y="44"/>
                  </a:lnTo>
                  <a:close/>
                  <a:moveTo>
                    <a:pt x="14" y="4"/>
                  </a:moveTo>
                  <a:cubicBezTo>
                    <a:pt x="14" y="4"/>
                    <a:pt x="13" y="3"/>
                    <a:pt x="13" y="3"/>
                  </a:cubicBezTo>
                  <a:cubicBezTo>
                    <a:pt x="11" y="3"/>
                    <a:pt x="11" y="3"/>
                    <a:pt x="11" y="3"/>
                  </a:cubicBezTo>
                  <a:cubicBezTo>
                    <a:pt x="11" y="3"/>
                    <a:pt x="10" y="4"/>
                    <a:pt x="10" y="4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0" y="12"/>
                    <a:pt x="11" y="13"/>
                    <a:pt x="11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4" y="12"/>
                    <a:pt x="14" y="12"/>
                  </a:cubicBezTo>
                  <a:lnTo>
                    <a:pt x="14" y="4"/>
                  </a:lnTo>
                  <a:close/>
                  <a:moveTo>
                    <a:pt x="21" y="25"/>
                  </a:moveTo>
                  <a:cubicBezTo>
                    <a:pt x="21" y="17"/>
                    <a:pt x="21" y="17"/>
                    <a:pt x="21" y="17"/>
                  </a:cubicBezTo>
                  <a:cubicBezTo>
                    <a:pt x="13" y="17"/>
                    <a:pt x="13" y="17"/>
                    <a:pt x="13" y="17"/>
                  </a:cubicBezTo>
                  <a:cubicBezTo>
                    <a:pt x="13" y="25"/>
                    <a:pt x="13" y="25"/>
                    <a:pt x="13" y="25"/>
                  </a:cubicBezTo>
                  <a:lnTo>
                    <a:pt x="21" y="25"/>
                  </a:lnTo>
                  <a:close/>
                  <a:moveTo>
                    <a:pt x="21" y="35"/>
                  </a:moveTo>
                  <a:cubicBezTo>
                    <a:pt x="21" y="26"/>
                    <a:pt x="21" y="26"/>
                    <a:pt x="21" y="26"/>
                  </a:cubicBezTo>
                  <a:cubicBezTo>
                    <a:pt x="13" y="26"/>
                    <a:pt x="13" y="26"/>
                    <a:pt x="13" y="26"/>
                  </a:cubicBezTo>
                  <a:cubicBezTo>
                    <a:pt x="13" y="35"/>
                    <a:pt x="13" y="35"/>
                    <a:pt x="13" y="35"/>
                  </a:cubicBezTo>
                  <a:lnTo>
                    <a:pt x="21" y="35"/>
                  </a:lnTo>
                  <a:close/>
                  <a:moveTo>
                    <a:pt x="21" y="44"/>
                  </a:moveTo>
                  <a:cubicBezTo>
                    <a:pt x="21" y="37"/>
                    <a:pt x="21" y="37"/>
                    <a:pt x="21" y="37"/>
                  </a:cubicBezTo>
                  <a:cubicBezTo>
                    <a:pt x="13" y="37"/>
                    <a:pt x="13" y="37"/>
                    <a:pt x="13" y="37"/>
                  </a:cubicBezTo>
                  <a:cubicBezTo>
                    <a:pt x="13" y="44"/>
                    <a:pt x="13" y="44"/>
                    <a:pt x="13" y="44"/>
                  </a:cubicBezTo>
                  <a:lnTo>
                    <a:pt x="21" y="44"/>
                  </a:lnTo>
                  <a:close/>
                  <a:moveTo>
                    <a:pt x="32" y="25"/>
                  </a:moveTo>
                  <a:cubicBezTo>
                    <a:pt x="32" y="17"/>
                    <a:pt x="32" y="17"/>
                    <a:pt x="32" y="17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25"/>
                    <a:pt x="23" y="25"/>
                    <a:pt x="23" y="25"/>
                  </a:cubicBezTo>
                  <a:lnTo>
                    <a:pt x="32" y="25"/>
                  </a:lnTo>
                  <a:close/>
                  <a:moveTo>
                    <a:pt x="32" y="35"/>
                  </a:moveTo>
                  <a:cubicBezTo>
                    <a:pt x="32" y="26"/>
                    <a:pt x="32" y="26"/>
                    <a:pt x="32" y="26"/>
                  </a:cubicBezTo>
                  <a:cubicBezTo>
                    <a:pt x="23" y="26"/>
                    <a:pt x="23" y="26"/>
                    <a:pt x="23" y="26"/>
                  </a:cubicBezTo>
                  <a:cubicBezTo>
                    <a:pt x="23" y="35"/>
                    <a:pt x="23" y="35"/>
                    <a:pt x="23" y="35"/>
                  </a:cubicBezTo>
                  <a:lnTo>
                    <a:pt x="32" y="35"/>
                  </a:lnTo>
                  <a:close/>
                  <a:moveTo>
                    <a:pt x="32" y="44"/>
                  </a:moveTo>
                  <a:cubicBezTo>
                    <a:pt x="32" y="37"/>
                    <a:pt x="32" y="37"/>
                    <a:pt x="32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44"/>
                    <a:pt x="23" y="44"/>
                    <a:pt x="23" y="44"/>
                  </a:cubicBezTo>
                  <a:lnTo>
                    <a:pt x="32" y="44"/>
                  </a:lnTo>
                  <a:close/>
                  <a:moveTo>
                    <a:pt x="34" y="4"/>
                  </a:moveTo>
                  <a:cubicBezTo>
                    <a:pt x="34" y="4"/>
                    <a:pt x="34" y="3"/>
                    <a:pt x="33" y="3"/>
                  </a:cubicBezTo>
                  <a:cubicBezTo>
                    <a:pt x="32" y="3"/>
                    <a:pt x="32" y="3"/>
                    <a:pt x="32" y="3"/>
                  </a:cubicBezTo>
                  <a:cubicBezTo>
                    <a:pt x="31" y="3"/>
                    <a:pt x="31" y="4"/>
                    <a:pt x="31" y="4"/>
                  </a:cubicBezTo>
                  <a:cubicBezTo>
                    <a:pt x="31" y="12"/>
                    <a:pt x="31" y="12"/>
                    <a:pt x="31" y="12"/>
                  </a:cubicBezTo>
                  <a:cubicBezTo>
                    <a:pt x="31" y="12"/>
                    <a:pt x="31" y="13"/>
                    <a:pt x="32" y="13"/>
                  </a:cubicBezTo>
                  <a:cubicBezTo>
                    <a:pt x="33" y="13"/>
                    <a:pt x="33" y="13"/>
                    <a:pt x="33" y="13"/>
                  </a:cubicBezTo>
                  <a:cubicBezTo>
                    <a:pt x="34" y="13"/>
                    <a:pt x="34" y="12"/>
                    <a:pt x="34" y="12"/>
                  </a:cubicBezTo>
                  <a:lnTo>
                    <a:pt x="34" y="4"/>
                  </a:lnTo>
                  <a:close/>
                  <a:moveTo>
                    <a:pt x="41" y="25"/>
                  </a:moveTo>
                  <a:cubicBezTo>
                    <a:pt x="41" y="17"/>
                    <a:pt x="41" y="17"/>
                    <a:pt x="41" y="17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3" y="25"/>
                    <a:pt x="33" y="25"/>
                    <a:pt x="33" y="25"/>
                  </a:cubicBezTo>
                  <a:lnTo>
                    <a:pt x="41" y="25"/>
                  </a:lnTo>
                  <a:close/>
                  <a:moveTo>
                    <a:pt x="41" y="35"/>
                  </a:moveTo>
                  <a:cubicBezTo>
                    <a:pt x="41" y="26"/>
                    <a:pt x="41" y="26"/>
                    <a:pt x="41" y="26"/>
                  </a:cubicBezTo>
                  <a:cubicBezTo>
                    <a:pt x="33" y="26"/>
                    <a:pt x="33" y="26"/>
                    <a:pt x="33" y="26"/>
                  </a:cubicBezTo>
                  <a:cubicBezTo>
                    <a:pt x="33" y="35"/>
                    <a:pt x="33" y="35"/>
                    <a:pt x="33" y="35"/>
                  </a:cubicBezTo>
                  <a:lnTo>
                    <a:pt x="41" y="35"/>
                  </a:lnTo>
                  <a:close/>
                  <a:moveTo>
                    <a:pt x="41" y="44"/>
                  </a:moveTo>
                  <a:cubicBezTo>
                    <a:pt x="41" y="37"/>
                    <a:pt x="41" y="37"/>
                    <a:pt x="41" y="37"/>
                  </a:cubicBezTo>
                  <a:cubicBezTo>
                    <a:pt x="33" y="37"/>
                    <a:pt x="33" y="37"/>
                    <a:pt x="33" y="37"/>
                  </a:cubicBezTo>
                  <a:cubicBezTo>
                    <a:pt x="33" y="44"/>
                    <a:pt x="33" y="44"/>
                    <a:pt x="33" y="44"/>
                  </a:cubicBezTo>
                  <a:lnTo>
                    <a:pt x="41" y="44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636" name="Group 88"/>
          <p:cNvGrpSpPr/>
          <p:nvPr/>
        </p:nvGrpSpPr>
        <p:grpSpPr>
          <a:xfrm>
            <a:off x="980280" y="1968480"/>
            <a:ext cx="7210080" cy="1600560"/>
            <a:chOff x="980280" y="1968480"/>
            <a:chExt cx="7210080" cy="1600560"/>
          </a:xfrm>
        </p:grpSpPr>
        <p:grpSp>
          <p:nvGrpSpPr>
            <p:cNvPr id="637" name="Group 89"/>
            <p:cNvGrpSpPr/>
            <p:nvPr/>
          </p:nvGrpSpPr>
          <p:grpSpPr>
            <a:xfrm>
              <a:off x="6128280" y="1968480"/>
              <a:ext cx="2062080" cy="1600560"/>
              <a:chOff x="6128280" y="1968480"/>
              <a:chExt cx="2062080" cy="1600560"/>
            </a:xfrm>
          </p:grpSpPr>
          <p:grpSp>
            <p:nvGrpSpPr>
              <p:cNvPr id="638" name="Group 99"/>
              <p:cNvGrpSpPr/>
              <p:nvPr/>
            </p:nvGrpSpPr>
            <p:grpSpPr>
              <a:xfrm>
                <a:off x="6128280" y="1968480"/>
                <a:ext cx="1954440" cy="1600560"/>
                <a:chOff x="6128280" y="1968480"/>
                <a:chExt cx="1954440" cy="1600560"/>
              </a:xfrm>
            </p:grpSpPr>
            <p:grpSp>
              <p:nvGrpSpPr>
                <p:cNvPr id="639" name="Group 101"/>
                <p:cNvGrpSpPr/>
                <p:nvPr/>
              </p:nvGrpSpPr>
              <p:grpSpPr>
                <a:xfrm>
                  <a:off x="6128280" y="1968480"/>
                  <a:ext cx="1954440" cy="607680"/>
                  <a:chOff x="6128280" y="1968480"/>
                  <a:chExt cx="1954440" cy="607680"/>
                </a:xfrm>
              </p:grpSpPr>
              <p:sp>
                <p:nvSpPr>
                  <p:cNvPr id="640" name="TextBox 105"/>
                  <p:cNvSpPr/>
                  <p:nvPr/>
                </p:nvSpPr>
                <p:spPr>
                  <a:xfrm>
                    <a:off x="6128280" y="2199240"/>
                    <a:ext cx="1954440" cy="37692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0" rIns="0" tIns="0" bIns="0" anchor="t">
                    <a:normAutofit/>
                  </a:bodyPr>
                  <a:p>
                    <a:pPr algn="r">
                      <a:lnSpc>
                        <a:spcPct val="120000"/>
                      </a:lnSpc>
                      <a:buNone/>
                    </a:pPr>
                    <a:r>
                      <a:rPr b="0" lang="zh-CN" sz="1000" spc="-1" strike="noStrike">
                        <a:solidFill>
                          <a:srgbClr val="000000"/>
                        </a:solidFill>
                        <a:latin typeface="微软雅黑"/>
                        <a:ea typeface="微软雅黑"/>
                      </a:rPr>
                      <a:t>此部分内容作为文字排版占位显示</a:t>
                    </a:r>
                    <a:br>
                      <a:rPr sz="1000"/>
                    </a:br>
                    <a:r>
                      <a:rPr b="0" lang="zh-CN" sz="1000" spc="-1" strike="noStrike">
                        <a:solidFill>
                          <a:srgbClr val="000000"/>
                        </a:solidFill>
                        <a:latin typeface="微软雅黑"/>
                        <a:ea typeface="微软雅黑"/>
                      </a:rPr>
                      <a:t>（建议使用主题字体）</a:t>
                    </a:r>
                    <a:endParaRPr b="0" lang="en-HK" sz="1000" spc="-1" strike="noStrike">
                      <a:latin typeface="Arial"/>
                    </a:endParaRPr>
                  </a:p>
                </p:txBody>
              </p:sp>
              <p:sp>
                <p:nvSpPr>
                  <p:cNvPr id="641" name="Rectangle 106"/>
                  <p:cNvSpPr/>
                  <p:nvPr/>
                </p:nvSpPr>
                <p:spPr>
                  <a:xfrm>
                    <a:off x="6128280" y="1968480"/>
                    <a:ext cx="1954440" cy="22680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0" rIns="0" tIns="0" bIns="0" anchor="t">
                    <a:normAutofit fontScale="93000"/>
                  </a:bodyPr>
                  <a:p>
                    <a:pPr algn="r">
                      <a:lnSpc>
                        <a:spcPct val="100000"/>
                      </a:lnSpc>
                      <a:buNone/>
                    </a:pPr>
                    <a:r>
                      <a:rPr b="1" lang="zh-CN" sz="1600" spc="-1" strike="noStrike">
                        <a:solidFill>
                          <a:srgbClr val="959595"/>
                        </a:solidFill>
                        <a:latin typeface="微软雅黑"/>
                        <a:ea typeface="微软雅黑"/>
                      </a:rPr>
                      <a:t>单击添加标题</a:t>
                    </a:r>
                    <a:endParaRPr b="0" lang="en-HK" sz="1600" spc="-1" strike="noStrike">
                      <a:latin typeface="Arial"/>
                    </a:endParaRPr>
                  </a:p>
                </p:txBody>
              </p:sp>
            </p:grpSp>
            <p:grpSp>
              <p:nvGrpSpPr>
                <p:cNvPr id="642" name="Group 102"/>
                <p:cNvGrpSpPr/>
                <p:nvPr/>
              </p:nvGrpSpPr>
              <p:grpSpPr>
                <a:xfrm>
                  <a:off x="6128280" y="2961360"/>
                  <a:ext cx="1954440" cy="607680"/>
                  <a:chOff x="6128280" y="2961360"/>
                  <a:chExt cx="1954440" cy="607680"/>
                </a:xfrm>
              </p:grpSpPr>
              <p:sp>
                <p:nvSpPr>
                  <p:cNvPr id="643" name="TextBox 103"/>
                  <p:cNvSpPr/>
                  <p:nvPr/>
                </p:nvSpPr>
                <p:spPr>
                  <a:xfrm>
                    <a:off x="6128280" y="3192120"/>
                    <a:ext cx="1954440" cy="37692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0" rIns="0" tIns="0" bIns="0" anchor="t">
                    <a:normAutofit/>
                  </a:bodyPr>
                  <a:p>
                    <a:pPr algn="r">
                      <a:lnSpc>
                        <a:spcPct val="120000"/>
                      </a:lnSpc>
                      <a:buNone/>
                    </a:pPr>
                    <a:r>
                      <a:rPr b="0" lang="zh-CN" sz="1000" spc="-1" strike="noStrike">
                        <a:solidFill>
                          <a:srgbClr val="000000"/>
                        </a:solidFill>
                        <a:latin typeface="微软雅黑"/>
                        <a:ea typeface="微软雅黑"/>
                      </a:rPr>
                      <a:t>此部分内容作为文字排版占位显示</a:t>
                    </a:r>
                    <a:br>
                      <a:rPr sz="1000"/>
                    </a:br>
                    <a:r>
                      <a:rPr b="0" lang="zh-CN" sz="1000" spc="-1" strike="noStrike">
                        <a:solidFill>
                          <a:srgbClr val="000000"/>
                        </a:solidFill>
                        <a:latin typeface="微软雅黑"/>
                        <a:ea typeface="微软雅黑"/>
                      </a:rPr>
                      <a:t>（建议使用主题字体）</a:t>
                    </a:r>
                    <a:endParaRPr b="0" lang="en-HK" sz="1000" spc="-1" strike="noStrike">
                      <a:latin typeface="Arial"/>
                    </a:endParaRPr>
                  </a:p>
                </p:txBody>
              </p:sp>
              <p:sp>
                <p:nvSpPr>
                  <p:cNvPr id="644" name="Rectangle 104"/>
                  <p:cNvSpPr/>
                  <p:nvPr/>
                </p:nvSpPr>
                <p:spPr>
                  <a:xfrm>
                    <a:off x="6128280" y="2961360"/>
                    <a:ext cx="1954440" cy="22680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0" rIns="0" tIns="0" bIns="0" anchor="t">
                    <a:normAutofit fontScale="93000"/>
                  </a:bodyPr>
                  <a:p>
                    <a:pPr algn="r">
                      <a:lnSpc>
                        <a:spcPct val="100000"/>
                      </a:lnSpc>
                      <a:buNone/>
                    </a:pPr>
                    <a:r>
                      <a:rPr b="1" lang="zh-CN" sz="1600" spc="-1" strike="noStrike">
                        <a:solidFill>
                          <a:srgbClr val="272f42"/>
                        </a:solidFill>
                        <a:latin typeface="微软雅黑"/>
                        <a:ea typeface="微软雅黑"/>
                      </a:rPr>
                      <a:t>单击添加标题</a:t>
                    </a:r>
                    <a:endParaRPr b="0" lang="en-HK" sz="1600" spc="-1" strike="noStrike">
                      <a:latin typeface="Arial"/>
                    </a:endParaRPr>
                  </a:p>
                </p:txBody>
              </p:sp>
            </p:grpSp>
          </p:grpSp>
          <p:sp>
            <p:nvSpPr>
              <p:cNvPr id="645" name="Straight Connector 100"/>
              <p:cNvSpPr/>
              <p:nvPr/>
            </p:nvSpPr>
            <p:spPr>
              <a:xfrm>
                <a:off x="6354000" y="2728080"/>
                <a:ext cx="1836360" cy="360"/>
              </a:xfrm>
              <a:prstGeom prst="line">
                <a:avLst/>
              </a:prstGeom>
              <a:ln>
                <a:solidFill>
                  <a:srgbClr val="cccccc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grpSp>
          <p:nvGrpSpPr>
            <p:cNvPr id="646" name="Group 90"/>
            <p:cNvGrpSpPr/>
            <p:nvPr/>
          </p:nvGrpSpPr>
          <p:grpSpPr>
            <a:xfrm>
              <a:off x="980280" y="1968480"/>
              <a:ext cx="2031840" cy="1600560"/>
              <a:chOff x="980280" y="1968480"/>
              <a:chExt cx="2031840" cy="1600560"/>
            </a:xfrm>
          </p:grpSpPr>
          <p:grpSp>
            <p:nvGrpSpPr>
              <p:cNvPr id="647" name="Group 91"/>
              <p:cNvGrpSpPr/>
              <p:nvPr/>
            </p:nvGrpSpPr>
            <p:grpSpPr>
              <a:xfrm>
                <a:off x="1057680" y="1968480"/>
                <a:ext cx="1954440" cy="1600560"/>
                <a:chOff x="1057680" y="1968480"/>
                <a:chExt cx="1954440" cy="1600560"/>
              </a:xfrm>
            </p:grpSpPr>
            <p:grpSp>
              <p:nvGrpSpPr>
                <p:cNvPr id="648" name="Group 93"/>
                <p:cNvGrpSpPr/>
                <p:nvPr/>
              </p:nvGrpSpPr>
              <p:grpSpPr>
                <a:xfrm>
                  <a:off x="1057680" y="1968480"/>
                  <a:ext cx="1954440" cy="607680"/>
                  <a:chOff x="1057680" y="1968480"/>
                  <a:chExt cx="1954440" cy="607680"/>
                </a:xfrm>
              </p:grpSpPr>
              <p:sp>
                <p:nvSpPr>
                  <p:cNvPr id="649" name="TextBox 97"/>
                  <p:cNvSpPr/>
                  <p:nvPr/>
                </p:nvSpPr>
                <p:spPr>
                  <a:xfrm>
                    <a:off x="1057680" y="2199240"/>
                    <a:ext cx="1954440" cy="37692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0" rIns="0" tIns="0" bIns="0" anchor="t">
                    <a:normAutofit/>
                  </a:bodyPr>
                  <a:p>
                    <a:pPr>
                      <a:lnSpc>
                        <a:spcPct val="120000"/>
                      </a:lnSpc>
                      <a:buNone/>
                    </a:pPr>
                    <a:r>
                      <a:rPr b="0" lang="zh-CN" sz="1000" spc="-1" strike="noStrike">
                        <a:solidFill>
                          <a:srgbClr val="000000"/>
                        </a:solidFill>
                        <a:latin typeface="微软雅黑"/>
                        <a:ea typeface="微软雅黑"/>
                      </a:rPr>
                      <a:t>此部分内容作为文字排版占位显示</a:t>
                    </a:r>
                    <a:br>
                      <a:rPr sz="1000"/>
                    </a:br>
                    <a:r>
                      <a:rPr b="0" lang="zh-CN" sz="1000" spc="-1" strike="noStrike">
                        <a:solidFill>
                          <a:srgbClr val="000000"/>
                        </a:solidFill>
                        <a:latin typeface="微软雅黑"/>
                        <a:ea typeface="微软雅黑"/>
                      </a:rPr>
                      <a:t>（建议使用主题字体）</a:t>
                    </a:r>
                    <a:endParaRPr b="0" lang="en-HK" sz="1000" spc="-1" strike="noStrike">
                      <a:latin typeface="Arial"/>
                    </a:endParaRPr>
                  </a:p>
                </p:txBody>
              </p:sp>
              <p:sp>
                <p:nvSpPr>
                  <p:cNvPr id="650" name="Rectangle 98"/>
                  <p:cNvSpPr/>
                  <p:nvPr/>
                </p:nvSpPr>
                <p:spPr>
                  <a:xfrm>
                    <a:off x="1057680" y="1968480"/>
                    <a:ext cx="1954440" cy="22680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0" rIns="0" tIns="0" bIns="0" anchor="t">
                    <a:normAutofit fontScale="93000"/>
                  </a:bodyPr>
                  <a:p>
                    <a:pPr>
                      <a:lnSpc>
                        <a:spcPct val="100000"/>
                      </a:lnSpc>
                      <a:buNone/>
                    </a:pPr>
                    <a:r>
                      <a:rPr b="1" lang="zh-CN" sz="1600" spc="-1" strike="noStrike">
                        <a:solidFill>
                          <a:srgbClr val="959595"/>
                        </a:solidFill>
                        <a:latin typeface="微软雅黑"/>
                        <a:ea typeface="微软雅黑"/>
                      </a:rPr>
                      <a:t>单击添加标题</a:t>
                    </a:r>
                    <a:endParaRPr b="0" lang="en-HK" sz="1600" spc="-1" strike="noStrike">
                      <a:latin typeface="Arial"/>
                    </a:endParaRPr>
                  </a:p>
                </p:txBody>
              </p:sp>
            </p:grpSp>
            <p:grpSp>
              <p:nvGrpSpPr>
                <p:cNvPr id="651" name="Group 94"/>
                <p:cNvGrpSpPr/>
                <p:nvPr/>
              </p:nvGrpSpPr>
              <p:grpSpPr>
                <a:xfrm>
                  <a:off x="1057680" y="2961360"/>
                  <a:ext cx="1954440" cy="607680"/>
                  <a:chOff x="1057680" y="2961360"/>
                  <a:chExt cx="1954440" cy="607680"/>
                </a:xfrm>
              </p:grpSpPr>
              <p:sp>
                <p:nvSpPr>
                  <p:cNvPr id="652" name="TextBox 95"/>
                  <p:cNvSpPr/>
                  <p:nvPr/>
                </p:nvSpPr>
                <p:spPr>
                  <a:xfrm>
                    <a:off x="1057680" y="3192120"/>
                    <a:ext cx="1954440" cy="37692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0" rIns="0" tIns="0" bIns="0" anchor="t">
                    <a:normAutofit/>
                  </a:bodyPr>
                  <a:p>
                    <a:pPr>
                      <a:lnSpc>
                        <a:spcPct val="120000"/>
                      </a:lnSpc>
                      <a:buNone/>
                    </a:pPr>
                    <a:r>
                      <a:rPr b="0" lang="zh-CN" sz="1000" spc="-1" strike="noStrike">
                        <a:solidFill>
                          <a:srgbClr val="000000"/>
                        </a:solidFill>
                        <a:latin typeface="微软雅黑"/>
                        <a:ea typeface="微软雅黑"/>
                      </a:rPr>
                      <a:t>此部分内容作为文字排版占位显示</a:t>
                    </a:r>
                    <a:br>
                      <a:rPr sz="1000"/>
                    </a:br>
                    <a:r>
                      <a:rPr b="0" lang="zh-CN" sz="1000" spc="-1" strike="noStrike">
                        <a:solidFill>
                          <a:srgbClr val="000000"/>
                        </a:solidFill>
                        <a:latin typeface="微软雅黑"/>
                        <a:ea typeface="微软雅黑"/>
                      </a:rPr>
                      <a:t>（建议使用主题字体）</a:t>
                    </a:r>
                    <a:endParaRPr b="0" lang="en-HK" sz="1000" spc="-1" strike="noStrike">
                      <a:latin typeface="Arial"/>
                    </a:endParaRPr>
                  </a:p>
                </p:txBody>
              </p:sp>
              <p:sp>
                <p:nvSpPr>
                  <p:cNvPr id="653" name="Rectangle 96"/>
                  <p:cNvSpPr/>
                  <p:nvPr/>
                </p:nvSpPr>
                <p:spPr>
                  <a:xfrm>
                    <a:off x="1057680" y="2961360"/>
                    <a:ext cx="1954440" cy="22680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0" rIns="0" tIns="0" bIns="0" anchor="t">
                    <a:normAutofit fontScale="93000"/>
                  </a:bodyPr>
                  <a:p>
                    <a:pPr>
                      <a:lnSpc>
                        <a:spcPct val="100000"/>
                      </a:lnSpc>
                      <a:buNone/>
                    </a:pPr>
                    <a:r>
                      <a:rPr b="1" lang="zh-CN" sz="1600" spc="-1" strike="noStrike">
                        <a:solidFill>
                          <a:srgbClr val="272f42"/>
                        </a:solidFill>
                        <a:latin typeface="微软雅黑"/>
                        <a:ea typeface="微软雅黑"/>
                      </a:rPr>
                      <a:t>单击添加标题</a:t>
                    </a:r>
                    <a:endParaRPr b="0" lang="en-HK" sz="1600" spc="-1" strike="noStrike">
                      <a:latin typeface="Arial"/>
                    </a:endParaRPr>
                  </a:p>
                </p:txBody>
              </p:sp>
            </p:grpSp>
          </p:grpSp>
          <p:sp>
            <p:nvSpPr>
              <p:cNvPr id="654" name="Straight Connector 92"/>
              <p:cNvSpPr/>
              <p:nvPr/>
            </p:nvSpPr>
            <p:spPr>
              <a:xfrm>
                <a:off x="980280" y="2728080"/>
                <a:ext cx="1836360" cy="360"/>
              </a:xfrm>
              <a:prstGeom prst="line">
                <a:avLst/>
              </a:prstGeom>
              <a:ln>
                <a:solidFill>
                  <a:srgbClr val="cccccc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</p:grpSp>
      <p:grpSp>
        <p:nvGrpSpPr>
          <p:cNvPr id="655" name="组合 91"/>
          <p:cNvGrpSpPr/>
          <p:nvPr/>
        </p:nvGrpSpPr>
        <p:grpSpPr>
          <a:xfrm>
            <a:off x="323640" y="0"/>
            <a:ext cx="2084040" cy="574200"/>
            <a:chOff x="323640" y="0"/>
            <a:chExt cx="2084040" cy="574200"/>
          </a:xfrm>
        </p:grpSpPr>
        <p:sp>
          <p:nvSpPr>
            <p:cNvPr id="656" name="TextBox 86"/>
            <p:cNvSpPr/>
            <p:nvPr/>
          </p:nvSpPr>
          <p:spPr>
            <a:xfrm>
              <a:off x="576360" y="58320"/>
              <a:ext cx="183132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zh-CN" sz="24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请输入标题</a:t>
              </a:r>
              <a:endParaRPr b="0" lang="en-HK" sz="2400" spc="-1" strike="noStrike">
                <a:latin typeface="Arial"/>
              </a:endParaRPr>
            </a:p>
          </p:txBody>
        </p:sp>
        <p:sp>
          <p:nvSpPr>
            <p:cNvPr id="657" name="矩形 93"/>
            <p:cNvSpPr/>
            <p:nvPr/>
          </p:nvSpPr>
          <p:spPr>
            <a:xfrm>
              <a:off x="323640" y="0"/>
              <a:ext cx="212040" cy="5742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</p:spTree>
  </p:cSld>
  <p:transition spd="med">
    <p:pull dir="r"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Straight Connector 10"/>
          <p:cNvSpPr/>
          <p:nvPr/>
        </p:nvSpPr>
        <p:spPr>
          <a:xfrm>
            <a:off x="542160" y="4441320"/>
            <a:ext cx="8076240" cy="360"/>
          </a:xfrm>
          <a:prstGeom prst="line">
            <a:avLst/>
          </a:prstGeom>
          <a:ln w="12700">
            <a:solidFill>
              <a:srgbClr val="b3b3b3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659" name="Rectangle 11"/>
          <p:cNvSpPr/>
          <p:nvPr/>
        </p:nvSpPr>
        <p:spPr>
          <a:xfrm>
            <a:off x="525600" y="702000"/>
            <a:ext cx="4029840" cy="240552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60" name="TextBox 14"/>
          <p:cNvSpPr/>
          <p:nvPr/>
        </p:nvSpPr>
        <p:spPr>
          <a:xfrm>
            <a:off x="525600" y="3127320"/>
            <a:ext cx="4029840" cy="118476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61" name="TextBox 15"/>
          <p:cNvSpPr/>
          <p:nvPr/>
        </p:nvSpPr>
        <p:spPr>
          <a:xfrm>
            <a:off x="4584600" y="702000"/>
            <a:ext cx="4029840" cy="118476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62" name="Rectangle 1"/>
          <p:cNvSpPr/>
          <p:nvPr/>
        </p:nvSpPr>
        <p:spPr>
          <a:xfrm>
            <a:off x="525600" y="702000"/>
            <a:ext cx="4029840" cy="2405520"/>
          </a:xfrm>
          <a:prstGeom prst="rect">
            <a:avLst/>
          </a:prstGeom>
          <a:blipFill rotWithShape="0">
            <a:blip r:embed="rId1"/>
            <a:srcRect/>
            <a:stretch/>
          </a:blip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63" name="Rectangle 2"/>
          <p:cNvSpPr/>
          <p:nvPr/>
        </p:nvSpPr>
        <p:spPr>
          <a:xfrm>
            <a:off x="4579560" y="1912320"/>
            <a:ext cx="4029840" cy="2399760"/>
          </a:xfrm>
          <a:prstGeom prst="rect">
            <a:avLst/>
          </a:prstGeom>
          <a:blipFill rotWithShape="0">
            <a:blip r:embed="rId2"/>
            <a:srcRect/>
            <a:stretch/>
          </a:blip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64" name="矩形 14"/>
          <p:cNvSpPr/>
          <p:nvPr/>
        </p:nvSpPr>
        <p:spPr>
          <a:xfrm>
            <a:off x="5266800" y="-302040"/>
            <a:ext cx="2665440" cy="20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spAutoFit/>
          </a:bodyPr>
          <a:p>
            <a:pPr>
              <a:lnSpc>
                <a:spcPct val="100000"/>
              </a:lnSpc>
              <a:buNone/>
            </a:pPr>
            <a:r>
              <a:rPr b="0" lang="en-HK" sz="1800" spc="-1" strike="noStrike">
                <a:solidFill>
                  <a:srgbClr val="000000"/>
                </a:solidFill>
                <a:latin typeface="Calibri"/>
                <a:ea typeface="宋体"/>
              </a:rPr>
              <a:t>This area is placeholder text for layout (theme font recommended).</a:t>
            </a:r>
            <a:br>
              <a:rPr sz="1800"/>
            </a:br>
            <a:r>
              <a:rPr b="0" lang="en-HK" sz="1800" spc="-1" strike="noStrike">
                <a:solidFill>
                  <a:srgbClr val="000000"/>
                </a:solidFill>
                <a:latin typeface="Calibri"/>
                <a:ea typeface="宋体"/>
              </a:rPr>
              <a:t>To edit it, go to Shape Format &gt; Text Options.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665" name="矩形 12"/>
          <p:cNvSpPr/>
          <p:nvPr/>
        </p:nvSpPr>
        <p:spPr>
          <a:xfrm>
            <a:off x="1207800" y="2123280"/>
            <a:ext cx="2665440" cy="20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spAutoFit/>
          </a:bodyPr>
          <a:p>
            <a:pPr>
              <a:lnSpc>
                <a:spcPct val="100000"/>
              </a:lnSpc>
              <a:buNone/>
            </a:pPr>
            <a:r>
              <a:rPr b="0" lang="en-HK" sz="1800" spc="-1" strike="noStrike">
                <a:solidFill>
                  <a:srgbClr val="000000"/>
                </a:solidFill>
                <a:latin typeface="Calibri"/>
                <a:ea typeface="宋体"/>
              </a:rPr>
              <a:t>This area is placeholder text for layout (theme font recommended).</a:t>
            </a:r>
            <a:br>
              <a:rPr sz="1800"/>
            </a:br>
            <a:r>
              <a:rPr b="0" lang="en-HK" sz="1800" spc="-1" strike="noStrike">
                <a:solidFill>
                  <a:srgbClr val="000000"/>
                </a:solidFill>
                <a:latin typeface="Calibri"/>
                <a:ea typeface="宋体"/>
              </a:rPr>
              <a:t>To edit it, go to Shape Format &gt; Text Options.</a:t>
            </a:r>
            <a:endParaRPr b="0" lang="en-HK" sz="1800" spc="-1" strike="noStrike">
              <a:latin typeface="Arial"/>
            </a:endParaRPr>
          </a:p>
        </p:txBody>
      </p:sp>
      <p:grpSp>
        <p:nvGrpSpPr>
          <p:cNvPr id="666" name="组合 16"/>
          <p:cNvGrpSpPr/>
          <p:nvPr/>
        </p:nvGrpSpPr>
        <p:grpSpPr>
          <a:xfrm>
            <a:off x="323640" y="0"/>
            <a:ext cx="2084040" cy="574200"/>
            <a:chOff x="323640" y="0"/>
            <a:chExt cx="2084040" cy="574200"/>
          </a:xfrm>
        </p:grpSpPr>
        <p:sp>
          <p:nvSpPr>
            <p:cNvPr id="667" name="TextBox 86"/>
            <p:cNvSpPr/>
            <p:nvPr/>
          </p:nvSpPr>
          <p:spPr>
            <a:xfrm>
              <a:off x="576360" y="58320"/>
              <a:ext cx="183132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zh-CN" sz="24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请输入标题</a:t>
              </a:r>
              <a:endParaRPr b="0" lang="en-HK" sz="2400" spc="-1" strike="noStrike">
                <a:latin typeface="Arial"/>
              </a:endParaRPr>
            </a:p>
          </p:txBody>
        </p:sp>
        <p:sp>
          <p:nvSpPr>
            <p:cNvPr id="668" name="矩形 18"/>
            <p:cNvSpPr/>
            <p:nvPr/>
          </p:nvSpPr>
          <p:spPr>
            <a:xfrm>
              <a:off x="323640" y="0"/>
              <a:ext cx="212040" cy="5742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</p:spTree>
  </p:cSld>
  <p:transition spd="med">
    <p:pull dir="r"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9" name="Group 26"/>
          <p:cNvGrpSpPr/>
          <p:nvPr/>
        </p:nvGrpSpPr>
        <p:grpSpPr>
          <a:xfrm>
            <a:off x="3347640" y="1718280"/>
            <a:ext cx="2449800" cy="2134440"/>
            <a:chOff x="3347640" y="1718280"/>
            <a:chExt cx="2449800" cy="2134440"/>
          </a:xfrm>
        </p:grpSpPr>
        <p:sp>
          <p:nvSpPr>
            <p:cNvPr id="670" name="Freeform: Shape 27"/>
            <p:cNvSpPr/>
            <p:nvPr/>
          </p:nvSpPr>
          <p:spPr>
            <a:xfrm>
              <a:off x="5564160" y="3161880"/>
              <a:ext cx="186480" cy="128160"/>
            </a:xfrm>
            <a:custGeom>
              <a:avLst/>
              <a:gdLst/>
              <a:ahLst/>
              <a:rect l="l" t="t" r="r" b="b"/>
              <a:pathLst>
                <a:path w="140" h="98">
                  <a:moveTo>
                    <a:pt x="20" y="23"/>
                  </a:moveTo>
                  <a:cubicBezTo>
                    <a:pt x="20" y="23"/>
                    <a:pt x="51" y="59"/>
                    <a:pt x="62" y="56"/>
                  </a:cubicBezTo>
                  <a:cubicBezTo>
                    <a:pt x="64" y="56"/>
                    <a:pt x="65" y="55"/>
                    <a:pt x="67" y="53"/>
                  </a:cubicBezTo>
                  <a:cubicBezTo>
                    <a:pt x="67" y="53"/>
                    <a:pt x="88" y="16"/>
                    <a:pt x="90" y="12"/>
                  </a:cubicBezTo>
                  <a:cubicBezTo>
                    <a:pt x="93" y="6"/>
                    <a:pt x="97" y="0"/>
                    <a:pt x="101" y="2"/>
                  </a:cubicBezTo>
                  <a:cubicBezTo>
                    <a:pt x="101" y="2"/>
                    <a:pt x="115" y="4"/>
                    <a:pt x="107" y="22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6" y="23"/>
                    <a:pt x="106" y="24"/>
                    <a:pt x="106" y="25"/>
                  </a:cubicBezTo>
                  <a:cubicBezTo>
                    <a:pt x="105" y="25"/>
                    <a:pt x="105" y="26"/>
                    <a:pt x="105" y="26"/>
                  </a:cubicBezTo>
                  <a:cubicBezTo>
                    <a:pt x="102" y="33"/>
                    <a:pt x="100" y="38"/>
                    <a:pt x="98" y="42"/>
                  </a:cubicBezTo>
                  <a:cubicBezTo>
                    <a:pt x="101" y="40"/>
                    <a:pt x="118" y="22"/>
                    <a:pt x="124" y="23"/>
                  </a:cubicBezTo>
                  <a:cubicBezTo>
                    <a:pt x="124" y="23"/>
                    <a:pt x="140" y="24"/>
                    <a:pt x="134" y="33"/>
                  </a:cubicBezTo>
                  <a:cubicBezTo>
                    <a:pt x="129" y="42"/>
                    <a:pt x="95" y="75"/>
                    <a:pt x="95" y="75"/>
                  </a:cubicBezTo>
                  <a:cubicBezTo>
                    <a:pt x="95" y="75"/>
                    <a:pt x="19" y="98"/>
                    <a:pt x="9" y="69"/>
                  </a:cubicBezTo>
                  <a:cubicBezTo>
                    <a:pt x="0" y="40"/>
                    <a:pt x="20" y="23"/>
                    <a:pt x="20" y="23"/>
                  </a:cubicBezTo>
                  <a:close/>
                </a:path>
              </a:pathLst>
            </a:custGeom>
            <a:solidFill>
              <a:srgbClr val="f7bf8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71" name="Freeform: Shape 28"/>
            <p:cNvSpPr/>
            <p:nvPr/>
          </p:nvSpPr>
          <p:spPr>
            <a:xfrm>
              <a:off x="5411160" y="3093480"/>
              <a:ext cx="386280" cy="250200"/>
            </a:xfrm>
            <a:custGeom>
              <a:avLst/>
              <a:gdLst/>
              <a:ahLst/>
              <a:rect l="l" t="t" r="r" b="b"/>
              <a:pathLst>
                <a:path w="288" h="187">
                  <a:moveTo>
                    <a:pt x="244" y="139"/>
                  </a:moveTo>
                  <a:cubicBezTo>
                    <a:pt x="286" y="127"/>
                    <a:pt x="286" y="127"/>
                    <a:pt x="286" y="127"/>
                  </a:cubicBezTo>
                  <a:cubicBezTo>
                    <a:pt x="286" y="127"/>
                    <a:pt x="288" y="111"/>
                    <a:pt x="270" y="112"/>
                  </a:cubicBezTo>
                  <a:cubicBezTo>
                    <a:pt x="251" y="114"/>
                    <a:pt x="172" y="127"/>
                    <a:pt x="163" y="121"/>
                  </a:cubicBezTo>
                  <a:cubicBezTo>
                    <a:pt x="154" y="116"/>
                    <a:pt x="133" y="89"/>
                    <a:pt x="143" y="71"/>
                  </a:cubicBezTo>
                  <a:cubicBezTo>
                    <a:pt x="154" y="52"/>
                    <a:pt x="183" y="21"/>
                    <a:pt x="162" y="4"/>
                  </a:cubicBezTo>
                  <a:cubicBezTo>
                    <a:pt x="162" y="4"/>
                    <a:pt x="154" y="0"/>
                    <a:pt x="145" y="14"/>
                  </a:cubicBezTo>
                  <a:cubicBezTo>
                    <a:pt x="136" y="29"/>
                    <a:pt x="90" y="85"/>
                    <a:pt x="77" y="86"/>
                  </a:cubicBezTo>
                  <a:cubicBezTo>
                    <a:pt x="64" y="87"/>
                    <a:pt x="55" y="83"/>
                    <a:pt x="55" y="83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0" y="143"/>
                    <a:pt x="40" y="187"/>
                    <a:pt x="74" y="183"/>
                  </a:cubicBezTo>
                  <a:cubicBezTo>
                    <a:pt x="107" y="179"/>
                    <a:pt x="244" y="139"/>
                    <a:pt x="244" y="139"/>
                  </a:cubicBezTo>
                  <a:close/>
                </a:path>
              </a:pathLst>
            </a:custGeom>
            <a:solidFill>
              <a:srgbClr val="fdd8a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72" name="Freeform: Shape 29"/>
            <p:cNvSpPr/>
            <p:nvPr/>
          </p:nvSpPr>
          <p:spPr>
            <a:xfrm>
              <a:off x="4458600" y="2248200"/>
              <a:ext cx="227880" cy="172440"/>
            </a:xfrm>
            <a:custGeom>
              <a:avLst/>
              <a:gdLst/>
              <a:ahLst/>
              <a:rect l="l" t="t" r="r" b="b"/>
              <a:pathLst>
                <a:path w="179" h="136">
                  <a:moveTo>
                    <a:pt x="0" y="0"/>
                  </a:moveTo>
                  <a:lnTo>
                    <a:pt x="0" y="79"/>
                  </a:lnTo>
                  <a:lnTo>
                    <a:pt x="87" y="136"/>
                  </a:lnTo>
                  <a:lnTo>
                    <a:pt x="179" y="79"/>
                  </a:lnTo>
                  <a:lnTo>
                    <a:pt x="17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d8a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73" name="Freeform: Shape 30"/>
            <p:cNvSpPr/>
            <p:nvPr/>
          </p:nvSpPr>
          <p:spPr>
            <a:xfrm>
              <a:off x="4458600" y="2248200"/>
              <a:ext cx="227880" cy="172440"/>
            </a:xfrm>
            <a:custGeom>
              <a:avLst/>
              <a:gdLst/>
              <a:ahLst/>
              <a:rect l="l" t="t" r="r" b="b"/>
              <a:pathLst>
                <a:path w="179" h="136">
                  <a:moveTo>
                    <a:pt x="0" y="0"/>
                  </a:moveTo>
                  <a:lnTo>
                    <a:pt x="0" y="79"/>
                  </a:lnTo>
                  <a:lnTo>
                    <a:pt x="87" y="136"/>
                  </a:lnTo>
                  <a:lnTo>
                    <a:pt x="179" y="79"/>
                  </a:lnTo>
                  <a:lnTo>
                    <a:pt x="179" y="0"/>
                  </a:lnTo>
                  <a:lnTo>
                    <a:pt x="0" y="0"/>
                  </a:lnTo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74" name="Freeform: Shape 31"/>
            <p:cNvSpPr/>
            <p:nvPr/>
          </p:nvSpPr>
          <p:spPr>
            <a:xfrm>
              <a:off x="4458600" y="2248200"/>
              <a:ext cx="227880" cy="138600"/>
            </a:xfrm>
            <a:custGeom>
              <a:avLst/>
              <a:gdLst/>
              <a:ahLst/>
              <a:rect l="l" t="t" r="r" b="b"/>
              <a:pathLst>
                <a:path w="179" h="110">
                  <a:moveTo>
                    <a:pt x="0" y="0"/>
                  </a:moveTo>
                  <a:lnTo>
                    <a:pt x="0" y="79"/>
                  </a:lnTo>
                  <a:lnTo>
                    <a:pt x="49" y="110"/>
                  </a:lnTo>
                  <a:lnTo>
                    <a:pt x="179" y="30"/>
                  </a:lnTo>
                  <a:lnTo>
                    <a:pt x="17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7bf8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75" name="Freeform: Shape 32"/>
            <p:cNvSpPr/>
            <p:nvPr/>
          </p:nvSpPr>
          <p:spPr>
            <a:xfrm>
              <a:off x="4343040" y="1788120"/>
              <a:ext cx="458640" cy="542880"/>
            </a:xfrm>
            <a:custGeom>
              <a:avLst/>
              <a:gdLst/>
              <a:ahLst/>
              <a:rect l="l" t="t" r="r" b="b"/>
              <a:pathLst>
                <a:path w="340" h="403">
                  <a:moveTo>
                    <a:pt x="320" y="172"/>
                  </a:moveTo>
                  <a:cubicBezTo>
                    <a:pt x="320" y="172"/>
                    <a:pt x="309" y="158"/>
                    <a:pt x="303" y="174"/>
                  </a:cubicBezTo>
                  <a:cubicBezTo>
                    <a:pt x="303" y="174"/>
                    <a:pt x="340" y="0"/>
                    <a:pt x="170" y="0"/>
                  </a:cubicBezTo>
                  <a:cubicBezTo>
                    <a:pt x="0" y="0"/>
                    <a:pt x="37" y="174"/>
                    <a:pt x="37" y="174"/>
                  </a:cubicBezTo>
                  <a:cubicBezTo>
                    <a:pt x="31" y="158"/>
                    <a:pt x="20" y="172"/>
                    <a:pt x="20" y="172"/>
                  </a:cubicBezTo>
                  <a:cubicBezTo>
                    <a:pt x="10" y="259"/>
                    <a:pt x="49" y="266"/>
                    <a:pt x="49" y="266"/>
                  </a:cubicBezTo>
                  <a:cubicBezTo>
                    <a:pt x="49" y="266"/>
                    <a:pt x="49" y="314"/>
                    <a:pt x="93" y="359"/>
                  </a:cubicBezTo>
                  <a:cubicBezTo>
                    <a:pt x="137" y="403"/>
                    <a:pt x="170" y="403"/>
                    <a:pt x="170" y="403"/>
                  </a:cubicBezTo>
                  <a:cubicBezTo>
                    <a:pt x="170" y="403"/>
                    <a:pt x="205" y="397"/>
                    <a:pt x="249" y="353"/>
                  </a:cubicBezTo>
                  <a:cubicBezTo>
                    <a:pt x="293" y="309"/>
                    <a:pt x="291" y="266"/>
                    <a:pt x="291" y="266"/>
                  </a:cubicBezTo>
                  <a:cubicBezTo>
                    <a:pt x="291" y="266"/>
                    <a:pt x="330" y="259"/>
                    <a:pt x="320" y="172"/>
                  </a:cubicBezTo>
                  <a:close/>
                </a:path>
              </a:pathLst>
            </a:custGeom>
            <a:solidFill>
              <a:srgbClr val="fdd8a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76" name="Freeform: Shape 33"/>
            <p:cNvSpPr/>
            <p:nvPr/>
          </p:nvSpPr>
          <p:spPr>
            <a:xfrm>
              <a:off x="3460320" y="2731680"/>
              <a:ext cx="378360" cy="191880"/>
            </a:xfrm>
            <a:custGeom>
              <a:avLst/>
              <a:gdLst/>
              <a:ahLst/>
              <a:rect l="l" t="t" r="r" b="b"/>
              <a:pathLst>
                <a:path w="282" h="144">
                  <a:moveTo>
                    <a:pt x="110" y="1"/>
                  </a:moveTo>
                  <a:cubicBezTo>
                    <a:pt x="110" y="1"/>
                    <a:pt x="165" y="19"/>
                    <a:pt x="179" y="21"/>
                  </a:cubicBezTo>
                  <a:cubicBezTo>
                    <a:pt x="193" y="23"/>
                    <a:pt x="223" y="27"/>
                    <a:pt x="239" y="46"/>
                  </a:cubicBezTo>
                  <a:cubicBezTo>
                    <a:pt x="256" y="64"/>
                    <a:pt x="250" y="63"/>
                    <a:pt x="256" y="68"/>
                  </a:cubicBezTo>
                  <a:cubicBezTo>
                    <a:pt x="262" y="72"/>
                    <a:pt x="282" y="88"/>
                    <a:pt x="282" y="88"/>
                  </a:cubicBezTo>
                  <a:cubicBezTo>
                    <a:pt x="223" y="144"/>
                    <a:pt x="223" y="144"/>
                    <a:pt x="223" y="144"/>
                  </a:cubicBezTo>
                  <a:cubicBezTo>
                    <a:pt x="223" y="144"/>
                    <a:pt x="203" y="131"/>
                    <a:pt x="196" y="129"/>
                  </a:cubicBezTo>
                  <a:cubicBezTo>
                    <a:pt x="189" y="127"/>
                    <a:pt x="91" y="108"/>
                    <a:pt x="83" y="102"/>
                  </a:cubicBezTo>
                  <a:cubicBezTo>
                    <a:pt x="75" y="97"/>
                    <a:pt x="2" y="13"/>
                    <a:pt x="1" y="10"/>
                  </a:cubicBezTo>
                  <a:cubicBezTo>
                    <a:pt x="0" y="7"/>
                    <a:pt x="1" y="2"/>
                    <a:pt x="4" y="1"/>
                  </a:cubicBezTo>
                  <a:cubicBezTo>
                    <a:pt x="7" y="1"/>
                    <a:pt x="20" y="0"/>
                    <a:pt x="34" y="16"/>
                  </a:cubicBezTo>
                  <a:cubicBezTo>
                    <a:pt x="47" y="32"/>
                    <a:pt x="80" y="62"/>
                    <a:pt x="80" y="62"/>
                  </a:cubicBezTo>
                  <a:cubicBezTo>
                    <a:pt x="35" y="10"/>
                    <a:pt x="35" y="10"/>
                    <a:pt x="35" y="10"/>
                  </a:cubicBezTo>
                  <a:cubicBezTo>
                    <a:pt x="35" y="10"/>
                    <a:pt x="34" y="1"/>
                    <a:pt x="35" y="1"/>
                  </a:cubicBezTo>
                  <a:cubicBezTo>
                    <a:pt x="37" y="1"/>
                    <a:pt x="51" y="0"/>
                    <a:pt x="66" y="15"/>
                  </a:cubicBezTo>
                  <a:cubicBezTo>
                    <a:pt x="82" y="30"/>
                    <a:pt x="113" y="70"/>
                    <a:pt x="146" y="67"/>
                  </a:cubicBezTo>
                  <a:cubicBezTo>
                    <a:pt x="179" y="63"/>
                    <a:pt x="162" y="45"/>
                    <a:pt x="162" y="45"/>
                  </a:cubicBezTo>
                  <a:cubicBezTo>
                    <a:pt x="162" y="45"/>
                    <a:pt x="134" y="36"/>
                    <a:pt x="127" y="36"/>
                  </a:cubicBezTo>
                  <a:cubicBezTo>
                    <a:pt x="120" y="36"/>
                    <a:pt x="101" y="20"/>
                    <a:pt x="110" y="1"/>
                  </a:cubicBezTo>
                  <a:close/>
                </a:path>
              </a:pathLst>
            </a:custGeom>
            <a:solidFill>
              <a:srgbClr val="fdd8a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77" name="Freeform: Shape 34"/>
            <p:cNvSpPr/>
            <p:nvPr/>
          </p:nvSpPr>
          <p:spPr>
            <a:xfrm>
              <a:off x="3589920" y="2079720"/>
              <a:ext cx="111240" cy="187920"/>
            </a:xfrm>
            <a:custGeom>
              <a:avLst/>
              <a:gdLst/>
              <a:ahLst/>
              <a:rect l="l" t="t" r="r" b="b"/>
              <a:pathLst>
                <a:path w="85" h="141">
                  <a:moveTo>
                    <a:pt x="85" y="101"/>
                  </a:moveTo>
                  <a:cubicBezTo>
                    <a:pt x="85" y="101"/>
                    <a:pt x="38" y="93"/>
                    <a:pt x="34" y="82"/>
                  </a:cubicBezTo>
                  <a:cubicBezTo>
                    <a:pt x="34" y="81"/>
                    <a:pt x="33" y="79"/>
                    <a:pt x="34" y="77"/>
                  </a:cubicBezTo>
                  <a:cubicBezTo>
                    <a:pt x="34" y="77"/>
                    <a:pt x="53" y="39"/>
                    <a:pt x="56" y="35"/>
                  </a:cubicBezTo>
                  <a:cubicBezTo>
                    <a:pt x="60" y="30"/>
                    <a:pt x="62" y="23"/>
                    <a:pt x="58" y="20"/>
                  </a:cubicBezTo>
                  <a:cubicBezTo>
                    <a:pt x="58" y="20"/>
                    <a:pt x="50" y="10"/>
                    <a:pt x="38" y="27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38" y="27"/>
                    <a:pt x="37" y="28"/>
                    <a:pt x="37" y="29"/>
                  </a:cubicBezTo>
                  <a:cubicBezTo>
                    <a:pt x="37" y="29"/>
                    <a:pt x="36" y="30"/>
                    <a:pt x="36" y="30"/>
                  </a:cubicBezTo>
                  <a:cubicBezTo>
                    <a:pt x="32" y="36"/>
                    <a:pt x="29" y="41"/>
                    <a:pt x="26" y="45"/>
                  </a:cubicBezTo>
                  <a:cubicBezTo>
                    <a:pt x="27" y="41"/>
                    <a:pt x="32" y="17"/>
                    <a:pt x="28" y="13"/>
                  </a:cubicBezTo>
                  <a:cubicBezTo>
                    <a:pt x="28" y="13"/>
                    <a:pt x="19" y="0"/>
                    <a:pt x="14" y="9"/>
                  </a:cubicBezTo>
                  <a:cubicBezTo>
                    <a:pt x="10" y="19"/>
                    <a:pt x="0" y="65"/>
                    <a:pt x="0" y="65"/>
                  </a:cubicBezTo>
                  <a:cubicBezTo>
                    <a:pt x="0" y="65"/>
                    <a:pt x="22" y="141"/>
                    <a:pt x="52" y="134"/>
                  </a:cubicBezTo>
                  <a:cubicBezTo>
                    <a:pt x="81" y="126"/>
                    <a:pt x="85" y="101"/>
                    <a:pt x="85" y="101"/>
                  </a:cubicBezTo>
                  <a:close/>
                </a:path>
              </a:pathLst>
            </a:custGeom>
            <a:solidFill>
              <a:srgbClr val="f7bf8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78" name="Freeform: Shape 35"/>
            <p:cNvSpPr/>
            <p:nvPr/>
          </p:nvSpPr>
          <p:spPr>
            <a:xfrm>
              <a:off x="3531600" y="2066760"/>
              <a:ext cx="238320" cy="348480"/>
            </a:xfrm>
            <a:custGeom>
              <a:avLst/>
              <a:gdLst/>
              <a:ahLst/>
              <a:rect l="l" t="t" r="r" b="b"/>
              <a:pathLst>
                <a:path w="178" h="260">
                  <a:moveTo>
                    <a:pt x="12" y="52"/>
                  </a:move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12" y="0"/>
                    <a:pt x="21" y="16"/>
                  </a:cubicBezTo>
                  <a:cubicBezTo>
                    <a:pt x="30" y="32"/>
                    <a:pt x="62" y="107"/>
                    <a:pt x="71" y="111"/>
                  </a:cubicBezTo>
                  <a:cubicBezTo>
                    <a:pt x="81" y="116"/>
                    <a:pt x="114" y="119"/>
                    <a:pt x="124" y="100"/>
                  </a:cubicBezTo>
                  <a:cubicBezTo>
                    <a:pt x="134" y="81"/>
                    <a:pt x="145" y="40"/>
                    <a:pt x="170" y="48"/>
                  </a:cubicBezTo>
                  <a:cubicBezTo>
                    <a:pt x="170" y="48"/>
                    <a:pt x="178" y="53"/>
                    <a:pt x="171" y="68"/>
                  </a:cubicBezTo>
                  <a:cubicBezTo>
                    <a:pt x="163" y="83"/>
                    <a:pt x="141" y="153"/>
                    <a:pt x="147" y="164"/>
                  </a:cubicBezTo>
                  <a:cubicBezTo>
                    <a:pt x="153" y="175"/>
                    <a:pt x="161" y="181"/>
                    <a:pt x="161" y="181"/>
                  </a:cubicBezTo>
                  <a:cubicBezTo>
                    <a:pt x="141" y="260"/>
                    <a:pt x="141" y="260"/>
                    <a:pt x="141" y="260"/>
                  </a:cubicBezTo>
                  <a:cubicBezTo>
                    <a:pt x="141" y="260"/>
                    <a:pt x="82" y="250"/>
                    <a:pt x="67" y="220"/>
                  </a:cubicBezTo>
                  <a:cubicBezTo>
                    <a:pt x="52" y="189"/>
                    <a:pt x="12" y="52"/>
                    <a:pt x="12" y="52"/>
                  </a:cubicBezTo>
                  <a:close/>
                </a:path>
              </a:pathLst>
            </a:custGeom>
            <a:solidFill>
              <a:srgbClr val="fdd8a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79" name="Freeform: Shape 36"/>
            <p:cNvSpPr/>
            <p:nvPr/>
          </p:nvSpPr>
          <p:spPr>
            <a:xfrm>
              <a:off x="5443560" y="2079720"/>
              <a:ext cx="111240" cy="187920"/>
            </a:xfrm>
            <a:custGeom>
              <a:avLst/>
              <a:gdLst/>
              <a:ahLst/>
              <a:rect l="l" t="t" r="r" b="b"/>
              <a:pathLst>
                <a:path w="85" h="141">
                  <a:moveTo>
                    <a:pt x="0" y="101"/>
                  </a:moveTo>
                  <a:cubicBezTo>
                    <a:pt x="0" y="101"/>
                    <a:pt x="47" y="93"/>
                    <a:pt x="51" y="82"/>
                  </a:cubicBezTo>
                  <a:cubicBezTo>
                    <a:pt x="51" y="81"/>
                    <a:pt x="52" y="79"/>
                    <a:pt x="51" y="77"/>
                  </a:cubicBezTo>
                  <a:cubicBezTo>
                    <a:pt x="51" y="77"/>
                    <a:pt x="32" y="39"/>
                    <a:pt x="29" y="35"/>
                  </a:cubicBezTo>
                  <a:cubicBezTo>
                    <a:pt x="25" y="30"/>
                    <a:pt x="23" y="23"/>
                    <a:pt x="27" y="20"/>
                  </a:cubicBezTo>
                  <a:cubicBezTo>
                    <a:pt x="27" y="20"/>
                    <a:pt x="36" y="10"/>
                    <a:pt x="47" y="27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7"/>
                    <a:pt x="48" y="28"/>
                    <a:pt x="48" y="29"/>
                  </a:cubicBezTo>
                  <a:cubicBezTo>
                    <a:pt x="48" y="29"/>
                    <a:pt x="49" y="30"/>
                    <a:pt x="49" y="30"/>
                  </a:cubicBezTo>
                  <a:cubicBezTo>
                    <a:pt x="53" y="36"/>
                    <a:pt x="56" y="41"/>
                    <a:pt x="59" y="45"/>
                  </a:cubicBezTo>
                  <a:cubicBezTo>
                    <a:pt x="58" y="41"/>
                    <a:pt x="53" y="17"/>
                    <a:pt x="57" y="13"/>
                  </a:cubicBezTo>
                  <a:cubicBezTo>
                    <a:pt x="57" y="13"/>
                    <a:pt x="66" y="0"/>
                    <a:pt x="71" y="9"/>
                  </a:cubicBezTo>
                  <a:cubicBezTo>
                    <a:pt x="75" y="19"/>
                    <a:pt x="85" y="65"/>
                    <a:pt x="85" y="65"/>
                  </a:cubicBezTo>
                  <a:cubicBezTo>
                    <a:pt x="85" y="65"/>
                    <a:pt x="63" y="141"/>
                    <a:pt x="33" y="134"/>
                  </a:cubicBezTo>
                  <a:cubicBezTo>
                    <a:pt x="4" y="126"/>
                    <a:pt x="0" y="101"/>
                    <a:pt x="0" y="101"/>
                  </a:cubicBezTo>
                  <a:close/>
                </a:path>
              </a:pathLst>
            </a:custGeom>
            <a:solidFill>
              <a:srgbClr val="f7bf8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80" name="Freeform: Shape 37"/>
            <p:cNvSpPr/>
            <p:nvPr/>
          </p:nvSpPr>
          <p:spPr>
            <a:xfrm>
              <a:off x="5376240" y="2066760"/>
              <a:ext cx="237240" cy="348480"/>
            </a:xfrm>
            <a:custGeom>
              <a:avLst/>
              <a:gdLst/>
              <a:ahLst/>
              <a:rect l="l" t="t" r="r" b="b"/>
              <a:pathLst>
                <a:path w="178" h="260">
                  <a:moveTo>
                    <a:pt x="166" y="52"/>
                  </a:moveTo>
                  <a:cubicBezTo>
                    <a:pt x="178" y="11"/>
                    <a:pt x="178" y="11"/>
                    <a:pt x="178" y="11"/>
                  </a:cubicBezTo>
                  <a:cubicBezTo>
                    <a:pt x="178" y="11"/>
                    <a:pt x="166" y="0"/>
                    <a:pt x="157" y="16"/>
                  </a:cubicBezTo>
                  <a:cubicBezTo>
                    <a:pt x="149" y="32"/>
                    <a:pt x="116" y="107"/>
                    <a:pt x="107" y="111"/>
                  </a:cubicBezTo>
                  <a:cubicBezTo>
                    <a:pt x="97" y="116"/>
                    <a:pt x="64" y="119"/>
                    <a:pt x="54" y="100"/>
                  </a:cubicBezTo>
                  <a:cubicBezTo>
                    <a:pt x="44" y="81"/>
                    <a:pt x="33" y="40"/>
                    <a:pt x="8" y="48"/>
                  </a:cubicBezTo>
                  <a:cubicBezTo>
                    <a:pt x="8" y="48"/>
                    <a:pt x="0" y="53"/>
                    <a:pt x="7" y="68"/>
                  </a:cubicBezTo>
                  <a:cubicBezTo>
                    <a:pt x="15" y="83"/>
                    <a:pt x="37" y="153"/>
                    <a:pt x="31" y="164"/>
                  </a:cubicBezTo>
                  <a:cubicBezTo>
                    <a:pt x="25" y="175"/>
                    <a:pt x="17" y="181"/>
                    <a:pt x="17" y="181"/>
                  </a:cubicBezTo>
                  <a:cubicBezTo>
                    <a:pt x="37" y="260"/>
                    <a:pt x="37" y="260"/>
                    <a:pt x="37" y="260"/>
                  </a:cubicBezTo>
                  <a:cubicBezTo>
                    <a:pt x="37" y="260"/>
                    <a:pt x="96" y="250"/>
                    <a:pt x="111" y="220"/>
                  </a:cubicBezTo>
                  <a:cubicBezTo>
                    <a:pt x="126" y="189"/>
                    <a:pt x="166" y="52"/>
                    <a:pt x="166" y="52"/>
                  </a:cubicBezTo>
                  <a:close/>
                </a:path>
              </a:pathLst>
            </a:custGeom>
            <a:solidFill>
              <a:srgbClr val="fdd8a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81" name="Freeform: Shape 38"/>
            <p:cNvSpPr/>
            <p:nvPr/>
          </p:nvSpPr>
          <p:spPr>
            <a:xfrm>
              <a:off x="5376240" y="2310480"/>
              <a:ext cx="130680" cy="94680"/>
            </a:xfrm>
            <a:custGeom>
              <a:avLst/>
              <a:gdLst/>
              <a:ahLst/>
              <a:rect l="l" t="t" r="r" b="b"/>
              <a:pathLst>
                <a:path w="104" h="76">
                  <a:moveTo>
                    <a:pt x="0" y="17"/>
                  </a:moveTo>
                  <a:lnTo>
                    <a:pt x="17" y="0"/>
                  </a:lnTo>
                  <a:lnTo>
                    <a:pt x="104" y="56"/>
                  </a:lnTo>
                  <a:lnTo>
                    <a:pt x="81" y="76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rgbClr val="fdf6f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82" name="Freeform: Shape 39"/>
            <p:cNvSpPr/>
            <p:nvPr/>
          </p:nvSpPr>
          <p:spPr>
            <a:xfrm>
              <a:off x="3638160" y="2310480"/>
              <a:ext cx="132120" cy="94680"/>
            </a:xfrm>
            <a:custGeom>
              <a:avLst/>
              <a:gdLst/>
              <a:ahLst/>
              <a:rect l="l" t="t" r="r" b="b"/>
              <a:pathLst>
                <a:path w="105" h="76">
                  <a:moveTo>
                    <a:pt x="105" y="17"/>
                  </a:moveTo>
                  <a:lnTo>
                    <a:pt x="87" y="0"/>
                  </a:lnTo>
                  <a:lnTo>
                    <a:pt x="0" y="56"/>
                  </a:lnTo>
                  <a:lnTo>
                    <a:pt x="23" y="76"/>
                  </a:lnTo>
                  <a:lnTo>
                    <a:pt x="105" y="17"/>
                  </a:lnTo>
                  <a:close/>
                </a:path>
              </a:pathLst>
            </a:custGeom>
            <a:solidFill>
              <a:srgbClr val="fdf6f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83" name="Freeform: Shape 40"/>
            <p:cNvSpPr/>
            <p:nvPr/>
          </p:nvSpPr>
          <p:spPr>
            <a:xfrm>
              <a:off x="3640680" y="2319480"/>
              <a:ext cx="821520" cy="362880"/>
            </a:xfrm>
            <a:custGeom>
              <a:avLst/>
              <a:gdLst/>
              <a:ahLst/>
              <a:rect l="l" t="t" r="r" b="b"/>
              <a:pathLst>
                <a:path w="608" h="270">
                  <a:moveTo>
                    <a:pt x="608" y="234"/>
                  </a:moveTo>
                  <a:cubicBezTo>
                    <a:pt x="482" y="79"/>
                    <a:pt x="482" y="79"/>
                    <a:pt x="482" y="79"/>
                  </a:cubicBezTo>
                  <a:cubicBezTo>
                    <a:pt x="255" y="123"/>
                    <a:pt x="255" y="123"/>
                    <a:pt x="255" y="123"/>
                  </a:cubicBezTo>
                  <a:cubicBezTo>
                    <a:pt x="97" y="0"/>
                    <a:pt x="97" y="0"/>
                    <a:pt x="97" y="0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0" y="62"/>
                    <a:pt x="220" y="270"/>
                    <a:pt x="259" y="268"/>
                  </a:cubicBezTo>
                  <a:cubicBezTo>
                    <a:pt x="260" y="268"/>
                    <a:pt x="261" y="268"/>
                    <a:pt x="261" y="268"/>
                  </a:cubicBezTo>
                  <a:lnTo>
                    <a:pt x="608" y="23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84" name="Freeform: Shape 41"/>
            <p:cNvSpPr/>
            <p:nvPr/>
          </p:nvSpPr>
          <p:spPr>
            <a:xfrm>
              <a:off x="4682520" y="2319480"/>
              <a:ext cx="821520" cy="362880"/>
            </a:xfrm>
            <a:custGeom>
              <a:avLst/>
              <a:gdLst/>
              <a:ahLst/>
              <a:rect l="l" t="t" r="r" b="b"/>
              <a:pathLst>
                <a:path w="608" h="270">
                  <a:moveTo>
                    <a:pt x="0" y="234"/>
                  </a:moveTo>
                  <a:cubicBezTo>
                    <a:pt x="126" y="79"/>
                    <a:pt x="126" y="79"/>
                    <a:pt x="126" y="79"/>
                  </a:cubicBezTo>
                  <a:cubicBezTo>
                    <a:pt x="353" y="123"/>
                    <a:pt x="353" y="123"/>
                    <a:pt x="353" y="123"/>
                  </a:cubicBezTo>
                  <a:cubicBezTo>
                    <a:pt x="511" y="0"/>
                    <a:pt x="511" y="0"/>
                    <a:pt x="511" y="0"/>
                  </a:cubicBezTo>
                  <a:cubicBezTo>
                    <a:pt x="608" y="62"/>
                    <a:pt x="608" y="62"/>
                    <a:pt x="608" y="62"/>
                  </a:cubicBezTo>
                  <a:cubicBezTo>
                    <a:pt x="608" y="62"/>
                    <a:pt x="388" y="270"/>
                    <a:pt x="349" y="268"/>
                  </a:cubicBezTo>
                  <a:cubicBezTo>
                    <a:pt x="348" y="268"/>
                    <a:pt x="347" y="268"/>
                    <a:pt x="347" y="268"/>
                  </a:cubicBezTo>
                  <a:lnTo>
                    <a:pt x="0" y="23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85" name="Freeform: Shape 42"/>
            <p:cNvSpPr/>
            <p:nvPr/>
          </p:nvSpPr>
          <p:spPr>
            <a:xfrm>
              <a:off x="3394440" y="3161880"/>
              <a:ext cx="186480" cy="128160"/>
            </a:xfrm>
            <a:custGeom>
              <a:avLst/>
              <a:gdLst/>
              <a:ahLst/>
              <a:rect l="l" t="t" r="r" b="b"/>
              <a:pathLst>
                <a:path w="140" h="98">
                  <a:moveTo>
                    <a:pt x="120" y="23"/>
                  </a:moveTo>
                  <a:cubicBezTo>
                    <a:pt x="120" y="23"/>
                    <a:pt x="89" y="59"/>
                    <a:pt x="78" y="56"/>
                  </a:cubicBezTo>
                  <a:cubicBezTo>
                    <a:pt x="76" y="56"/>
                    <a:pt x="75" y="55"/>
                    <a:pt x="73" y="53"/>
                  </a:cubicBezTo>
                  <a:cubicBezTo>
                    <a:pt x="73" y="53"/>
                    <a:pt x="52" y="16"/>
                    <a:pt x="50" y="12"/>
                  </a:cubicBezTo>
                  <a:cubicBezTo>
                    <a:pt x="47" y="6"/>
                    <a:pt x="43" y="0"/>
                    <a:pt x="39" y="2"/>
                  </a:cubicBezTo>
                  <a:cubicBezTo>
                    <a:pt x="39" y="2"/>
                    <a:pt x="25" y="4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4" y="23"/>
                    <a:pt x="34" y="24"/>
                    <a:pt x="34" y="25"/>
                  </a:cubicBezTo>
                  <a:cubicBezTo>
                    <a:pt x="35" y="25"/>
                    <a:pt x="35" y="26"/>
                    <a:pt x="35" y="26"/>
                  </a:cubicBezTo>
                  <a:cubicBezTo>
                    <a:pt x="38" y="33"/>
                    <a:pt x="40" y="38"/>
                    <a:pt x="42" y="42"/>
                  </a:cubicBezTo>
                  <a:cubicBezTo>
                    <a:pt x="39" y="40"/>
                    <a:pt x="22" y="22"/>
                    <a:pt x="16" y="23"/>
                  </a:cubicBezTo>
                  <a:cubicBezTo>
                    <a:pt x="16" y="23"/>
                    <a:pt x="0" y="24"/>
                    <a:pt x="6" y="33"/>
                  </a:cubicBezTo>
                  <a:cubicBezTo>
                    <a:pt x="11" y="42"/>
                    <a:pt x="45" y="75"/>
                    <a:pt x="45" y="75"/>
                  </a:cubicBezTo>
                  <a:cubicBezTo>
                    <a:pt x="45" y="75"/>
                    <a:pt x="121" y="98"/>
                    <a:pt x="131" y="69"/>
                  </a:cubicBezTo>
                  <a:cubicBezTo>
                    <a:pt x="140" y="40"/>
                    <a:pt x="120" y="23"/>
                    <a:pt x="120" y="23"/>
                  </a:cubicBezTo>
                  <a:close/>
                </a:path>
              </a:pathLst>
            </a:custGeom>
            <a:solidFill>
              <a:srgbClr val="f7bf8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86" name="Freeform: Shape 43"/>
            <p:cNvSpPr/>
            <p:nvPr/>
          </p:nvSpPr>
          <p:spPr>
            <a:xfrm>
              <a:off x="3347640" y="3093480"/>
              <a:ext cx="386280" cy="250200"/>
            </a:xfrm>
            <a:custGeom>
              <a:avLst/>
              <a:gdLst/>
              <a:ahLst/>
              <a:rect l="l" t="t" r="r" b="b"/>
              <a:pathLst>
                <a:path w="288" h="187">
                  <a:moveTo>
                    <a:pt x="44" y="139"/>
                  </a:moveTo>
                  <a:cubicBezTo>
                    <a:pt x="2" y="127"/>
                    <a:pt x="2" y="127"/>
                    <a:pt x="2" y="127"/>
                  </a:cubicBezTo>
                  <a:cubicBezTo>
                    <a:pt x="2" y="127"/>
                    <a:pt x="0" y="111"/>
                    <a:pt x="18" y="112"/>
                  </a:cubicBezTo>
                  <a:cubicBezTo>
                    <a:pt x="37" y="114"/>
                    <a:pt x="116" y="127"/>
                    <a:pt x="125" y="121"/>
                  </a:cubicBezTo>
                  <a:cubicBezTo>
                    <a:pt x="134" y="116"/>
                    <a:pt x="155" y="89"/>
                    <a:pt x="145" y="71"/>
                  </a:cubicBezTo>
                  <a:cubicBezTo>
                    <a:pt x="134" y="52"/>
                    <a:pt x="105" y="21"/>
                    <a:pt x="126" y="4"/>
                  </a:cubicBezTo>
                  <a:cubicBezTo>
                    <a:pt x="126" y="4"/>
                    <a:pt x="134" y="0"/>
                    <a:pt x="143" y="14"/>
                  </a:cubicBezTo>
                  <a:cubicBezTo>
                    <a:pt x="152" y="29"/>
                    <a:pt x="198" y="85"/>
                    <a:pt x="211" y="86"/>
                  </a:cubicBezTo>
                  <a:cubicBezTo>
                    <a:pt x="224" y="87"/>
                    <a:pt x="233" y="83"/>
                    <a:pt x="233" y="83"/>
                  </a:cubicBezTo>
                  <a:cubicBezTo>
                    <a:pt x="288" y="143"/>
                    <a:pt x="288" y="143"/>
                    <a:pt x="288" y="143"/>
                  </a:cubicBezTo>
                  <a:cubicBezTo>
                    <a:pt x="288" y="143"/>
                    <a:pt x="248" y="187"/>
                    <a:pt x="214" y="183"/>
                  </a:cubicBezTo>
                  <a:cubicBezTo>
                    <a:pt x="181" y="179"/>
                    <a:pt x="44" y="139"/>
                    <a:pt x="44" y="139"/>
                  </a:cubicBezTo>
                  <a:close/>
                </a:path>
              </a:pathLst>
            </a:custGeom>
            <a:solidFill>
              <a:srgbClr val="fdd8a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87" name="Freeform: Shape 44"/>
            <p:cNvSpPr/>
            <p:nvPr/>
          </p:nvSpPr>
          <p:spPr>
            <a:xfrm>
              <a:off x="3661200" y="3197160"/>
              <a:ext cx="33480" cy="138600"/>
            </a:xfrm>
            <a:custGeom>
              <a:avLst/>
              <a:gdLst/>
              <a:ahLst/>
              <a:rect l="l" t="t" r="r" b="b"/>
              <a:pathLst>
                <a:path w="29" h="110">
                  <a:moveTo>
                    <a:pt x="24" y="0"/>
                  </a:moveTo>
                  <a:lnTo>
                    <a:pt x="0" y="7"/>
                  </a:lnTo>
                  <a:lnTo>
                    <a:pt x="0" y="110"/>
                  </a:lnTo>
                  <a:lnTo>
                    <a:pt x="29" y="101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fdf6f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88" name="Freeform: Shape 45"/>
            <p:cNvSpPr/>
            <p:nvPr/>
          </p:nvSpPr>
          <p:spPr>
            <a:xfrm>
              <a:off x="3679560" y="2830320"/>
              <a:ext cx="764640" cy="513360"/>
            </a:xfrm>
            <a:custGeom>
              <a:avLst/>
              <a:gdLst/>
              <a:ahLst/>
              <a:rect l="l" t="t" r="r" b="b"/>
              <a:pathLst>
                <a:path w="566" h="381">
                  <a:moveTo>
                    <a:pt x="566" y="14"/>
                  </a:moveTo>
                  <a:cubicBezTo>
                    <a:pt x="393" y="0"/>
                    <a:pt x="393" y="0"/>
                    <a:pt x="393" y="0"/>
                  </a:cubicBezTo>
                  <a:cubicBezTo>
                    <a:pt x="270" y="158"/>
                    <a:pt x="270" y="158"/>
                    <a:pt x="270" y="158"/>
                  </a:cubicBezTo>
                  <a:cubicBezTo>
                    <a:pt x="1" y="267"/>
                    <a:pt x="1" y="267"/>
                    <a:pt x="1" y="267"/>
                  </a:cubicBezTo>
                  <a:cubicBezTo>
                    <a:pt x="0" y="381"/>
                    <a:pt x="0" y="381"/>
                    <a:pt x="0" y="381"/>
                  </a:cubicBezTo>
                  <a:cubicBezTo>
                    <a:pt x="0" y="381"/>
                    <a:pt x="294" y="309"/>
                    <a:pt x="314" y="275"/>
                  </a:cubicBezTo>
                  <a:cubicBezTo>
                    <a:pt x="314" y="274"/>
                    <a:pt x="315" y="274"/>
                    <a:pt x="315" y="273"/>
                  </a:cubicBezTo>
                  <a:lnTo>
                    <a:pt x="566" y="1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89" name="Freeform: Shape 46"/>
            <p:cNvSpPr/>
            <p:nvPr/>
          </p:nvSpPr>
          <p:spPr>
            <a:xfrm>
              <a:off x="5450040" y="3197160"/>
              <a:ext cx="33480" cy="138600"/>
            </a:xfrm>
            <a:custGeom>
              <a:avLst/>
              <a:gdLst/>
              <a:ahLst/>
              <a:rect l="l" t="t" r="r" b="b"/>
              <a:pathLst>
                <a:path w="29" h="110">
                  <a:moveTo>
                    <a:pt x="5" y="0"/>
                  </a:moveTo>
                  <a:lnTo>
                    <a:pt x="29" y="7"/>
                  </a:lnTo>
                  <a:lnTo>
                    <a:pt x="29" y="110"/>
                  </a:lnTo>
                  <a:lnTo>
                    <a:pt x="0" y="101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fdf6f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90" name="Freeform: Shape 47"/>
            <p:cNvSpPr/>
            <p:nvPr/>
          </p:nvSpPr>
          <p:spPr>
            <a:xfrm>
              <a:off x="4700880" y="2830320"/>
              <a:ext cx="764640" cy="513360"/>
            </a:xfrm>
            <a:custGeom>
              <a:avLst/>
              <a:gdLst/>
              <a:ahLst/>
              <a:rect l="l" t="t" r="r" b="b"/>
              <a:pathLst>
                <a:path w="566" h="381">
                  <a:moveTo>
                    <a:pt x="0" y="14"/>
                  </a:moveTo>
                  <a:cubicBezTo>
                    <a:pt x="173" y="0"/>
                    <a:pt x="173" y="0"/>
                    <a:pt x="173" y="0"/>
                  </a:cubicBezTo>
                  <a:cubicBezTo>
                    <a:pt x="296" y="158"/>
                    <a:pt x="296" y="158"/>
                    <a:pt x="296" y="158"/>
                  </a:cubicBezTo>
                  <a:cubicBezTo>
                    <a:pt x="565" y="267"/>
                    <a:pt x="565" y="267"/>
                    <a:pt x="565" y="267"/>
                  </a:cubicBezTo>
                  <a:cubicBezTo>
                    <a:pt x="566" y="381"/>
                    <a:pt x="566" y="381"/>
                    <a:pt x="566" y="381"/>
                  </a:cubicBezTo>
                  <a:cubicBezTo>
                    <a:pt x="566" y="381"/>
                    <a:pt x="272" y="309"/>
                    <a:pt x="252" y="275"/>
                  </a:cubicBezTo>
                  <a:cubicBezTo>
                    <a:pt x="252" y="274"/>
                    <a:pt x="251" y="274"/>
                    <a:pt x="251" y="273"/>
                  </a:cubicBezTo>
                  <a:lnTo>
                    <a:pt x="0" y="1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91" name="Freeform: Shape 48"/>
            <p:cNvSpPr/>
            <p:nvPr/>
          </p:nvSpPr>
          <p:spPr>
            <a:xfrm>
              <a:off x="3455280" y="2731680"/>
              <a:ext cx="379800" cy="191880"/>
            </a:xfrm>
            <a:custGeom>
              <a:avLst/>
              <a:gdLst/>
              <a:ahLst/>
              <a:rect l="l" t="t" r="r" b="b"/>
              <a:pathLst>
                <a:path w="282" h="144">
                  <a:moveTo>
                    <a:pt x="110" y="1"/>
                  </a:moveTo>
                  <a:cubicBezTo>
                    <a:pt x="110" y="1"/>
                    <a:pt x="165" y="19"/>
                    <a:pt x="178" y="21"/>
                  </a:cubicBezTo>
                  <a:cubicBezTo>
                    <a:pt x="192" y="23"/>
                    <a:pt x="223" y="27"/>
                    <a:pt x="239" y="46"/>
                  </a:cubicBezTo>
                  <a:cubicBezTo>
                    <a:pt x="256" y="64"/>
                    <a:pt x="250" y="63"/>
                    <a:pt x="256" y="68"/>
                  </a:cubicBezTo>
                  <a:cubicBezTo>
                    <a:pt x="262" y="72"/>
                    <a:pt x="282" y="88"/>
                    <a:pt x="282" y="88"/>
                  </a:cubicBezTo>
                  <a:cubicBezTo>
                    <a:pt x="223" y="144"/>
                    <a:pt x="223" y="144"/>
                    <a:pt x="223" y="144"/>
                  </a:cubicBezTo>
                  <a:cubicBezTo>
                    <a:pt x="223" y="144"/>
                    <a:pt x="202" y="131"/>
                    <a:pt x="196" y="129"/>
                  </a:cubicBezTo>
                  <a:cubicBezTo>
                    <a:pt x="189" y="127"/>
                    <a:pt x="90" y="108"/>
                    <a:pt x="82" y="102"/>
                  </a:cubicBezTo>
                  <a:cubicBezTo>
                    <a:pt x="75" y="97"/>
                    <a:pt x="2" y="13"/>
                    <a:pt x="1" y="10"/>
                  </a:cubicBezTo>
                  <a:cubicBezTo>
                    <a:pt x="0" y="7"/>
                    <a:pt x="0" y="2"/>
                    <a:pt x="3" y="1"/>
                  </a:cubicBezTo>
                  <a:cubicBezTo>
                    <a:pt x="7" y="1"/>
                    <a:pt x="20" y="0"/>
                    <a:pt x="33" y="16"/>
                  </a:cubicBezTo>
                  <a:cubicBezTo>
                    <a:pt x="47" y="32"/>
                    <a:pt x="79" y="62"/>
                    <a:pt x="79" y="62"/>
                  </a:cubicBezTo>
                  <a:cubicBezTo>
                    <a:pt x="35" y="10"/>
                    <a:pt x="35" y="10"/>
                    <a:pt x="35" y="10"/>
                  </a:cubicBezTo>
                  <a:cubicBezTo>
                    <a:pt x="35" y="10"/>
                    <a:pt x="33" y="1"/>
                    <a:pt x="35" y="1"/>
                  </a:cubicBezTo>
                  <a:cubicBezTo>
                    <a:pt x="37" y="1"/>
                    <a:pt x="50" y="0"/>
                    <a:pt x="66" y="15"/>
                  </a:cubicBezTo>
                  <a:cubicBezTo>
                    <a:pt x="82" y="30"/>
                    <a:pt x="113" y="70"/>
                    <a:pt x="146" y="67"/>
                  </a:cubicBezTo>
                  <a:cubicBezTo>
                    <a:pt x="179" y="63"/>
                    <a:pt x="161" y="45"/>
                    <a:pt x="161" y="45"/>
                  </a:cubicBezTo>
                  <a:cubicBezTo>
                    <a:pt x="161" y="45"/>
                    <a:pt x="134" y="36"/>
                    <a:pt x="127" y="36"/>
                  </a:cubicBezTo>
                  <a:cubicBezTo>
                    <a:pt x="120" y="36"/>
                    <a:pt x="101" y="20"/>
                    <a:pt x="110" y="1"/>
                  </a:cubicBezTo>
                  <a:close/>
                </a:path>
              </a:pathLst>
            </a:custGeom>
            <a:solidFill>
              <a:srgbClr val="fdd8a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92" name="Freeform: Shape 49"/>
            <p:cNvSpPr/>
            <p:nvPr/>
          </p:nvSpPr>
          <p:spPr>
            <a:xfrm>
              <a:off x="5310000" y="2731680"/>
              <a:ext cx="379800" cy="191880"/>
            </a:xfrm>
            <a:custGeom>
              <a:avLst/>
              <a:gdLst/>
              <a:ahLst/>
              <a:rect l="l" t="t" r="r" b="b"/>
              <a:pathLst>
                <a:path w="282" h="144">
                  <a:moveTo>
                    <a:pt x="172" y="1"/>
                  </a:moveTo>
                  <a:cubicBezTo>
                    <a:pt x="172" y="1"/>
                    <a:pt x="117" y="19"/>
                    <a:pt x="104" y="21"/>
                  </a:cubicBezTo>
                  <a:cubicBezTo>
                    <a:pt x="90" y="23"/>
                    <a:pt x="59" y="27"/>
                    <a:pt x="43" y="46"/>
                  </a:cubicBezTo>
                  <a:cubicBezTo>
                    <a:pt x="26" y="64"/>
                    <a:pt x="32" y="63"/>
                    <a:pt x="26" y="68"/>
                  </a:cubicBezTo>
                  <a:cubicBezTo>
                    <a:pt x="20" y="72"/>
                    <a:pt x="0" y="88"/>
                    <a:pt x="0" y="88"/>
                  </a:cubicBezTo>
                  <a:cubicBezTo>
                    <a:pt x="59" y="144"/>
                    <a:pt x="59" y="144"/>
                    <a:pt x="59" y="144"/>
                  </a:cubicBezTo>
                  <a:cubicBezTo>
                    <a:pt x="59" y="144"/>
                    <a:pt x="80" y="131"/>
                    <a:pt x="86" y="129"/>
                  </a:cubicBezTo>
                  <a:cubicBezTo>
                    <a:pt x="93" y="127"/>
                    <a:pt x="192" y="108"/>
                    <a:pt x="200" y="102"/>
                  </a:cubicBezTo>
                  <a:cubicBezTo>
                    <a:pt x="207" y="97"/>
                    <a:pt x="280" y="13"/>
                    <a:pt x="281" y="10"/>
                  </a:cubicBezTo>
                  <a:cubicBezTo>
                    <a:pt x="282" y="7"/>
                    <a:pt x="282" y="2"/>
                    <a:pt x="279" y="1"/>
                  </a:cubicBezTo>
                  <a:cubicBezTo>
                    <a:pt x="275" y="1"/>
                    <a:pt x="262" y="0"/>
                    <a:pt x="249" y="16"/>
                  </a:cubicBezTo>
                  <a:cubicBezTo>
                    <a:pt x="235" y="32"/>
                    <a:pt x="203" y="62"/>
                    <a:pt x="203" y="62"/>
                  </a:cubicBezTo>
                  <a:cubicBezTo>
                    <a:pt x="247" y="10"/>
                    <a:pt x="247" y="10"/>
                    <a:pt x="247" y="10"/>
                  </a:cubicBezTo>
                  <a:cubicBezTo>
                    <a:pt x="247" y="10"/>
                    <a:pt x="249" y="1"/>
                    <a:pt x="247" y="1"/>
                  </a:cubicBezTo>
                  <a:cubicBezTo>
                    <a:pt x="245" y="1"/>
                    <a:pt x="232" y="0"/>
                    <a:pt x="216" y="15"/>
                  </a:cubicBezTo>
                  <a:cubicBezTo>
                    <a:pt x="200" y="30"/>
                    <a:pt x="169" y="70"/>
                    <a:pt x="136" y="67"/>
                  </a:cubicBezTo>
                  <a:cubicBezTo>
                    <a:pt x="103" y="63"/>
                    <a:pt x="121" y="45"/>
                    <a:pt x="121" y="45"/>
                  </a:cubicBezTo>
                  <a:cubicBezTo>
                    <a:pt x="121" y="45"/>
                    <a:pt x="148" y="36"/>
                    <a:pt x="155" y="36"/>
                  </a:cubicBezTo>
                  <a:cubicBezTo>
                    <a:pt x="162" y="36"/>
                    <a:pt x="181" y="20"/>
                    <a:pt x="172" y="1"/>
                  </a:cubicBezTo>
                  <a:close/>
                </a:path>
              </a:pathLst>
            </a:custGeom>
            <a:solidFill>
              <a:srgbClr val="fdd8a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93" name="Freeform: Shape 50"/>
            <p:cNvSpPr/>
            <p:nvPr/>
          </p:nvSpPr>
          <p:spPr>
            <a:xfrm>
              <a:off x="5255640" y="2810880"/>
              <a:ext cx="151560" cy="163080"/>
            </a:xfrm>
            <a:custGeom>
              <a:avLst/>
              <a:gdLst/>
              <a:ahLst/>
              <a:rect l="l" t="t" r="r" b="b"/>
              <a:pathLst>
                <a:path w="120" h="129">
                  <a:moveTo>
                    <a:pt x="0" y="28"/>
                  </a:moveTo>
                  <a:lnTo>
                    <a:pt x="50" y="0"/>
                  </a:lnTo>
                  <a:lnTo>
                    <a:pt x="120" y="102"/>
                  </a:lnTo>
                  <a:lnTo>
                    <a:pt x="74" y="129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rgbClr val="fdf6f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94" name="Freeform: Shape 51"/>
            <p:cNvSpPr/>
            <p:nvPr/>
          </p:nvSpPr>
          <p:spPr>
            <a:xfrm>
              <a:off x="3740400" y="2810880"/>
              <a:ext cx="151560" cy="163080"/>
            </a:xfrm>
            <a:custGeom>
              <a:avLst/>
              <a:gdLst/>
              <a:ahLst/>
              <a:rect l="l" t="t" r="r" b="b"/>
              <a:pathLst>
                <a:path w="120" h="129">
                  <a:moveTo>
                    <a:pt x="120" y="28"/>
                  </a:moveTo>
                  <a:lnTo>
                    <a:pt x="71" y="0"/>
                  </a:lnTo>
                  <a:lnTo>
                    <a:pt x="0" y="102"/>
                  </a:lnTo>
                  <a:lnTo>
                    <a:pt x="46" y="129"/>
                  </a:lnTo>
                  <a:lnTo>
                    <a:pt x="120" y="28"/>
                  </a:lnTo>
                  <a:close/>
                </a:path>
              </a:pathLst>
            </a:custGeom>
            <a:solidFill>
              <a:srgbClr val="fdf6f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95" name="Freeform: Shape 52"/>
            <p:cNvSpPr/>
            <p:nvPr/>
          </p:nvSpPr>
          <p:spPr>
            <a:xfrm>
              <a:off x="3774240" y="2350800"/>
              <a:ext cx="1600560" cy="992880"/>
            </a:xfrm>
            <a:custGeom>
              <a:avLst/>
              <a:gdLst/>
              <a:ahLst/>
              <a:rect l="l" t="t" r="r" b="b"/>
              <a:pathLst>
                <a:path w="1182" h="734">
                  <a:moveTo>
                    <a:pt x="1105" y="339"/>
                  </a:moveTo>
                  <a:cubicBezTo>
                    <a:pt x="1010" y="393"/>
                    <a:pt x="1010" y="393"/>
                    <a:pt x="1010" y="393"/>
                  </a:cubicBezTo>
                  <a:cubicBezTo>
                    <a:pt x="881" y="89"/>
                    <a:pt x="881" y="89"/>
                    <a:pt x="881" y="89"/>
                  </a:cubicBezTo>
                  <a:cubicBezTo>
                    <a:pt x="675" y="0"/>
                    <a:pt x="675" y="0"/>
                    <a:pt x="675" y="0"/>
                  </a:cubicBezTo>
                  <a:cubicBezTo>
                    <a:pt x="590" y="339"/>
                    <a:pt x="590" y="339"/>
                    <a:pt x="590" y="339"/>
                  </a:cubicBezTo>
                  <a:cubicBezTo>
                    <a:pt x="505" y="0"/>
                    <a:pt x="505" y="0"/>
                    <a:pt x="505" y="0"/>
                  </a:cubicBezTo>
                  <a:cubicBezTo>
                    <a:pt x="292" y="93"/>
                    <a:pt x="292" y="93"/>
                    <a:pt x="292" y="93"/>
                  </a:cubicBezTo>
                  <a:cubicBezTo>
                    <a:pt x="172" y="393"/>
                    <a:pt x="172" y="393"/>
                    <a:pt x="172" y="393"/>
                  </a:cubicBezTo>
                  <a:cubicBezTo>
                    <a:pt x="77" y="339"/>
                    <a:pt x="77" y="339"/>
                    <a:pt x="77" y="339"/>
                  </a:cubicBezTo>
                  <a:cubicBezTo>
                    <a:pt x="0" y="461"/>
                    <a:pt x="0" y="461"/>
                    <a:pt x="0" y="461"/>
                  </a:cubicBezTo>
                  <a:cubicBezTo>
                    <a:pt x="0" y="461"/>
                    <a:pt x="176" y="559"/>
                    <a:pt x="184" y="559"/>
                  </a:cubicBezTo>
                  <a:cubicBezTo>
                    <a:pt x="192" y="559"/>
                    <a:pt x="192" y="563"/>
                    <a:pt x="217" y="540"/>
                  </a:cubicBezTo>
                  <a:cubicBezTo>
                    <a:pt x="242" y="516"/>
                    <a:pt x="353" y="375"/>
                    <a:pt x="353" y="375"/>
                  </a:cubicBezTo>
                  <a:cubicBezTo>
                    <a:pt x="353" y="734"/>
                    <a:pt x="353" y="734"/>
                    <a:pt x="353" y="734"/>
                  </a:cubicBezTo>
                  <a:cubicBezTo>
                    <a:pt x="590" y="734"/>
                    <a:pt x="590" y="734"/>
                    <a:pt x="590" y="734"/>
                  </a:cubicBezTo>
                  <a:cubicBezTo>
                    <a:pt x="829" y="734"/>
                    <a:pt x="829" y="734"/>
                    <a:pt x="829" y="734"/>
                  </a:cubicBezTo>
                  <a:cubicBezTo>
                    <a:pt x="829" y="375"/>
                    <a:pt x="829" y="375"/>
                    <a:pt x="829" y="375"/>
                  </a:cubicBezTo>
                  <a:cubicBezTo>
                    <a:pt x="829" y="375"/>
                    <a:pt x="940" y="516"/>
                    <a:pt x="965" y="540"/>
                  </a:cubicBezTo>
                  <a:cubicBezTo>
                    <a:pt x="990" y="563"/>
                    <a:pt x="990" y="559"/>
                    <a:pt x="998" y="559"/>
                  </a:cubicBezTo>
                  <a:cubicBezTo>
                    <a:pt x="1006" y="559"/>
                    <a:pt x="1182" y="461"/>
                    <a:pt x="1182" y="461"/>
                  </a:cubicBezTo>
                  <a:cubicBezTo>
                    <a:pt x="1105" y="339"/>
                    <a:pt x="1105" y="339"/>
                    <a:pt x="1105" y="339"/>
                  </a:cubicBezTo>
                </a:path>
              </a:pathLst>
            </a:custGeom>
            <a:solidFill>
              <a:schemeClr val="tx2">
                <a:lumMod val="7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96" name="Freeform: Shape 53"/>
            <p:cNvSpPr/>
            <p:nvPr/>
          </p:nvSpPr>
          <p:spPr>
            <a:xfrm>
              <a:off x="4458600" y="2344320"/>
              <a:ext cx="112680" cy="462600"/>
            </a:xfrm>
            <a:custGeom>
              <a:avLst/>
              <a:gdLst/>
              <a:ahLst/>
              <a:rect l="l" t="t" r="r" b="b"/>
              <a:pathLst>
                <a:path w="90" h="360">
                  <a:moveTo>
                    <a:pt x="0" y="0"/>
                  </a:moveTo>
                  <a:lnTo>
                    <a:pt x="87" y="56"/>
                  </a:lnTo>
                  <a:lnTo>
                    <a:pt x="90" y="360"/>
                  </a:lnTo>
                  <a:lnTo>
                    <a:pt x="0" y="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97" name="Freeform: Shape 54"/>
            <p:cNvSpPr/>
            <p:nvPr/>
          </p:nvSpPr>
          <p:spPr>
            <a:xfrm>
              <a:off x="4458600" y="2344320"/>
              <a:ext cx="112680" cy="462600"/>
            </a:xfrm>
            <a:custGeom>
              <a:avLst/>
              <a:gdLst/>
              <a:ahLst/>
              <a:rect l="l" t="t" r="r" b="b"/>
              <a:pathLst>
                <a:path w="90" h="360">
                  <a:moveTo>
                    <a:pt x="0" y="0"/>
                  </a:moveTo>
                  <a:lnTo>
                    <a:pt x="87" y="56"/>
                  </a:lnTo>
                  <a:lnTo>
                    <a:pt x="90" y="360"/>
                  </a:lnTo>
                  <a:lnTo>
                    <a:pt x="0" y="5"/>
                  </a:lnTo>
                  <a:lnTo>
                    <a:pt x="0" y="0"/>
                  </a:lnTo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98" name="Freeform: Shape 55"/>
            <p:cNvSpPr/>
            <p:nvPr/>
          </p:nvSpPr>
          <p:spPr>
            <a:xfrm>
              <a:off x="4568760" y="2346840"/>
              <a:ext cx="117720" cy="460080"/>
            </a:xfrm>
            <a:custGeom>
              <a:avLst/>
              <a:gdLst/>
              <a:ahLst/>
              <a:rect l="l" t="t" r="r" b="b"/>
              <a:pathLst>
                <a:path w="94" h="358">
                  <a:moveTo>
                    <a:pt x="94" y="0"/>
                  </a:moveTo>
                  <a:lnTo>
                    <a:pt x="0" y="53"/>
                  </a:lnTo>
                  <a:lnTo>
                    <a:pt x="5" y="358"/>
                  </a:lnTo>
                  <a:lnTo>
                    <a:pt x="94" y="3"/>
                  </a:lnTo>
                  <a:lnTo>
                    <a:pt x="94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99" name="Freeform: Shape 56"/>
            <p:cNvSpPr/>
            <p:nvPr/>
          </p:nvSpPr>
          <p:spPr>
            <a:xfrm>
              <a:off x="4568760" y="2346840"/>
              <a:ext cx="117720" cy="460080"/>
            </a:xfrm>
            <a:custGeom>
              <a:avLst/>
              <a:gdLst/>
              <a:ahLst/>
              <a:rect l="l" t="t" r="r" b="b"/>
              <a:pathLst>
                <a:path w="94" h="358">
                  <a:moveTo>
                    <a:pt x="94" y="0"/>
                  </a:moveTo>
                  <a:lnTo>
                    <a:pt x="0" y="53"/>
                  </a:lnTo>
                  <a:lnTo>
                    <a:pt x="5" y="358"/>
                  </a:lnTo>
                  <a:lnTo>
                    <a:pt x="94" y="3"/>
                  </a:lnTo>
                  <a:lnTo>
                    <a:pt x="94" y="0"/>
                  </a:lnTo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00" name="Freeform: Shape 57"/>
            <p:cNvSpPr/>
            <p:nvPr/>
          </p:nvSpPr>
          <p:spPr>
            <a:xfrm>
              <a:off x="4485600" y="2415600"/>
              <a:ext cx="85320" cy="391320"/>
            </a:xfrm>
            <a:custGeom>
              <a:avLst/>
              <a:gdLst/>
              <a:ahLst/>
              <a:rect l="l" t="t" r="r" b="b"/>
              <a:pathLst>
                <a:path w="69" h="305">
                  <a:moveTo>
                    <a:pt x="64" y="0"/>
                  </a:moveTo>
                  <a:lnTo>
                    <a:pt x="0" y="33"/>
                  </a:lnTo>
                  <a:lnTo>
                    <a:pt x="69" y="305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01" name="Freeform: Shape 58"/>
            <p:cNvSpPr/>
            <p:nvPr/>
          </p:nvSpPr>
          <p:spPr>
            <a:xfrm>
              <a:off x="4485600" y="2415600"/>
              <a:ext cx="85320" cy="391320"/>
            </a:xfrm>
            <a:custGeom>
              <a:avLst/>
              <a:gdLst/>
              <a:ahLst/>
              <a:rect l="l" t="t" r="r" b="b"/>
              <a:pathLst>
                <a:path w="69" h="305">
                  <a:moveTo>
                    <a:pt x="64" y="0"/>
                  </a:moveTo>
                  <a:lnTo>
                    <a:pt x="0" y="33"/>
                  </a:lnTo>
                  <a:lnTo>
                    <a:pt x="69" y="305"/>
                  </a:lnTo>
                  <a:lnTo>
                    <a:pt x="64" y="0"/>
                  </a:lnTo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02" name="Freeform: Shape 59"/>
            <p:cNvSpPr/>
            <p:nvPr/>
          </p:nvSpPr>
          <p:spPr>
            <a:xfrm>
              <a:off x="4568760" y="2415600"/>
              <a:ext cx="91800" cy="391320"/>
            </a:xfrm>
            <a:custGeom>
              <a:avLst/>
              <a:gdLst/>
              <a:ahLst/>
              <a:rect l="l" t="t" r="r" b="b"/>
              <a:pathLst>
                <a:path w="74" h="305">
                  <a:moveTo>
                    <a:pt x="0" y="0"/>
                  </a:moveTo>
                  <a:lnTo>
                    <a:pt x="0" y="0"/>
                  </a:lnTo>
                  <a:lnTo>
                    <a:pt x="5" y="305"/>
                  </a:lnTo>
                  <a:lnTo>
                    <a:pt x="74" y="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03" name="Freeform: Shape 60"/>
            <p:cNvSpPr/>
            <p:nvPr/>
          </p:nvSpPr>
          <p:spPr>
            <a:xfrm>
              <a:off x="4568760" y="2415600"/>
              <a:ext cx="91800" cy="391320"/>
            </a:xfrm>
            <a:custGeom>
              <a:avLst/>
              <a:gdLst/>
              <a:ahLst/>
              <a:rect l="l" t="t" r="r" b="b"/>
              <a:pathLst>
                <a:path w="74" h="305">
                  <a:moveTo>
                    <a:pt x="0" y="0"/>
                  </a:moveTo>
                  <a:lnTo>
                    <a:pt x="0" y="0"/>
                  </a:lnTo>
                  <a:lnTo>
                    <a:pt x="5" y="305"/>
                  </a:lnTo>
                  <a:lnTo>
                    <a:pt x="74" y="28"/>
                  </a:lnTo>
                  <a:lnTo>
                    <a:pt x="0" y="0"/>
                  </a:lnTo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04" name="Freeform: Shape 61"/>
            <p:cNvSpPr/>
            <p:nvPr/>
          </p:nvSpPr>
          <p:spPr>
            <a:xfrm>
              <a:off x="4527000" y="2415600"/>
              <a:ext cx="43920" cy="391320"/>
            </a:xfrm>
            <a:custGeom>
              <a:avLst/>
              <a:gdLst/>
              <a:ahLst/>
              <a:rect l="l" t="t" r="r" b="b"/>
              <a:pathLst>
                <a:path w="37" h="305">
                  <a:moveTo>
                    <a:pt x="37" y="305"/>
                  </a:moveTo>
                  <a:lnTo>
                    <a:pt x="32" y="60"/>
                  </a:lnTo>
                  <a:lnTo>
                    <a:pt x="32" y="0"/>
                  </a:lnTo>
                  <a:lnTo>
                    <a:pt x="0" y="16"/>
                  </a:lnTo>
                  <a:lnTo>
                    <a:pt x="20" y="43"/>
                  </a:lnTo>
                  <a:lnTo>
                    <a:pt x="5" y="185"/>
                  </a:lnTo>
                  <a:lnTo>
                    <a:pt x="37" y="305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05" name="Freeform: Shape 62"/>
            <p:cNvSpPr/>
            <p:nvPr/>
          </p:nvSpPr>
          <p:spPr>
            <a:xfrm>
              <a:off x="4568760" y="2415600"/>
              <a:ext cx="41400" cy="391320"/>
            </a:xfrm>
            <a:custGeom>
              <a:avLst/>
              <a:gdLst/>
              <a:ahLst/>
              <a:rect l="l" t="t" r="r" b="b"/>
              <a:pathLst>
                <a:path w="35" h="305">
                  <a:moveTo>
                    <a:pt x="5" y="305"/>
                  </a:moveTo>
                  <a:lnTo>
                    <a:pt x="0" y="60"/>
                  </a:lnTo>
                  <a:lnTo>
                    <a:pt x="0" y="0"/>
                  </a:lnTo>
                  <a:lnTo>
                    <a:pt x="32" y="16"/>
                  </a:lnTo>
                  <a:lnTo>
                    <a:pt x="12" y="43"/>
                  </a:lnTo>
                  <a:lnTo>
                    <a:pt x="35" y="190"/>
                  </a:lnTo>
                  <a:lnTo>
                    <a:pt x="5" y="305"/>
                  </a:ln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06" name="Freeform: Shape 63"/>
            <p:cNvSpPr/>
            <p:nvPr/>
          </p:nvSpPr>
          <p:spPr>
            <a:xfrm>
              <a:off x="4533480" y="2415600"/>
              <a:ext cx="37440" cy="391320"/>
            </a:xfrm>
            <a:custGeom>
              <a:avLst/>
              <a:gdLst/>
              <a:ahLst/>
              <a:rect l="l" t="t" r="r" b="b"/>
              <a:pathLst>
                <a:path w="32" h="305">
                  <a:moveTo>
                    <a:pt x="32" y="301"/>
                  </a:moveTo>
                  <a:lnTo>
                    <a:pt x="32" y="305"/>
                  </a:lnTo>
                  <a:lnTo>
                    <a:pt x="0" y="185"/>
                  </a:lnTo>
                  <a:lnTo>
                    <a:pt x="27" y="0"/>
                  </a:lnTo>
                  <a:lnTo>
                    <a:pt x="32" y="30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07" name="Freeform: Shape 64"/>
            <p:cNvSpPr/>
            <p:nvPr/>
          </p:nvSpPr>
          <p:spPr>
            <a:xfrm>
              <a:off x="4344480" y="2344320"/>
              <a:ext cx="226800" cy="462600"/>
            </a:xfrm>
            <a:custGeom>
              <a:avLst/>
              <a:gdLst/>
              <a:ahLst/>
              <a:rect l="l" t="t" r="r" b="b"/>
              <a:pathLst>
                <a:path w="178" h="360">
                  <a:moveTo>
                    <a:pt x="88" y="0"/>
                  </a:moveTo>
                  <a:lnTo>
                    <a:pt x="0" y="40"/>
                  </a:lnTo>
                  <a:lnTo>
                    <a:pt x="54" y="96"/>
                  </a:lnTo>
                  <a:lnTo>
                    <a:pt x="29" y="143"/>
                  </a:lnTo>
                  <a:lnTo>
                    <a:pt x="178" y="360"/>
                  </a:lnTo>
                  <a:lnTo>
                    <a:pt x="88" y="0"/>
                  </a:lnTo>
                  <a:close/>
                </a:path>
              </a:pathLst>
            </a:custGeom>
            <a:solidFill>
              <a:srgbClr val="62667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08" name="Freeform: Shape 65"/>
            <p:cNvSpPr/>
            <p:nvPr/>
          </p:nvSpPr>
          <p:spPr>
            <a:xfrm>
              <a:off x="4572360" y="2346840"/>
              <a:ext cx="225360" cy="460080"/>
            </a:xfrm>
            <a:custGeom>
              <a:avLst/>
              <a:gdLst/>
              <a:ahLst/>
              <a:rect l="l" t="t" r="r" b="b"/>
              <a:pathLst>
                <a:path w="177" h="358">
                  <a:moveTo>
                    <a:pt x="91" y="0"/>
                  </a:moveTo>
                  <a:lnTo>
                    <a:pt x="177" y="37"/>
                  </a:lnTo>
                  <a:lnTo>
                    <a:pt x="124" y="94"/>
                  </a:lnTo>
                  <a:lnTo>
                    <a:pt x="148" y="141"/>
                  </a:lnTo>
                  <a:lnTo>
                    <a:pt x="0" y="358"/>
                  </a:lnTo>
                  <a:lnTo>
                    <a:pt x="91" y="0"/>
                  </a:lnTo>
                  <a:close/>
                </a:path>
              </a:pathLst>
            </a:custGeom>
            <a:solidFill>
              <a:srgbClr val="4c505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09" name="Rectangle 66"/>
            <p:cNvSpPr/>
            <p:nvPr/>
          </p:nvSpPr>
          <p:spPr>
            <a:xfrm>
              <a:off x="4310640" y="3097080"/>
              <a:ext cx="138600" cy="29880"/>
            </a:xfrm>
            <a:prstGeom prst="rect">
              <a:avLst/>
            </a:prstGeom>
            <a:solidFill>
              <a:srgbClr val="62667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10" name="Rectangle 67"/>
            <p:cNvSpPr/>
            <p:nvPr/>
          </p:nvSpPr>
          <p:spPr>
            <a:xfrm>
              <a:off x="4695480" y="3097080"/>
              <a:ext cx="138600" cy="29880"/>
            </a:xfrm>
            <a:prstGeom prst="rect">
              <a:avLst/>
            </a:prstGeom>
            <a:solidFill>
              <a:srgbClr val="62667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11" name="Freeform: Shape 68"/>
            <p:cNvSpPr/>
            <p:nvPr/>
          </p:nvSpPr>
          <p:spPr>
            <a:xfrm>
              <a:off x="4347000" y="1718280"/>
              <a:ext cx="458640" cy="366840"/>
            </a:xfrm>
            <a:custGeom>
              <a:avLst/>
              <a:gdLst/>
              <a:ahLst/>
              <a:rect l="l" t="t" r="r" b="b"/>
              <a:pathLst>
                <a:path w="341" h="273">
                  <a:moveTo>
                    <a:pt x="41" y="273"/>
                  </a:moveTo>
                  <a:cubicBezTo>
                    <a:pt x="41" y="273"/>
                    <a:pt x="2" y="263"/>
                    <a:pt x="1" y="140"/>
                  </a:cubicBezTo>
                  <a:cubicBezTo>
                    <a:pt x="0" y="18"/>
                    <a:pt x="134" y="0"/>
                    <a:pt x="151" y="2"/>
                  </a:cubicBezTo>
                  <a:cubicBezTo>
                    <a:pt x="167" y="5"/>
                    <a:pt x="252" y="38"/>
                    <a:pt x="261" y="28"/>
                  </a:cubicBezTo>
                  <a:cubicBezTo>
                    <a:pt x="270" y="17"/>
                    <a:pt x="279" y="2"/>
                    <a:pt x="279" y="2"/>
                  </a:cubicBezTo>
                  <a:cubicBezTo>
                    <a:pt x="279" y="2"/>
                    <a:pt x="341" y="29"/>
                    <a:pt x="336" y="128"/>
                  </a:cubicBezTo>
                  <a:cubicBezTo>
                    <a:pt x="331" y="228"/>
                    <a:pt x="298" y="264"/>
                    <a:pt x="298" y="264"/>
                  </a:cubicBezTo>
                  <a:cubicBezTo>
                    <a:pt x="288" y="176"/>
                    <a:pt x="288" y="176"/>
                    <a:pt x="288" y="176"/>
                  </a:cubicBezTo>
                  <a:cubicBezTo>
                    <a:pt x="288" y="176"/>
                    <a:pt x="287" y="192"/>
                    <a:pt x="279" y="192"/>
                  </a:cubicBezTo>
                  <a:cubicBezTo>
                    <a:pt x="272" y="192"/>
                    <a:pt x="162" y="203"/>
                    <a:pt x="105" y="177"/>
                  </a:cubicBezTo>
                  <a:cubicBezTo>
                    <a:pt x="49" y="152"/>
                    <a:pt x="43" y="188"/>
                    <a:pt x="43" y="188"/>
                  </a:cubicBezTo>
                  <a:cubicBezTo>
                    <a:pt x="43" y="188"/>
                    <a:pt x="27" y="254"/>
                    <a:pt x="41" y="273"/>
                  </a:cubicBez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12" name="Freeform: Shape 69"/>
            <p:cNvSpPr/>
            <p:nvPr/>
          </p:nvSpPr>
          <p:spPr>
            <a:xfrm>
              <a:off x="4254840" y="3297960"/>
              <a:ext cx="640080" cy="159480"/>
            </a:xfrm>
            <a:custGeom>
              <a:avLst/>
              <a:gdLst/>
              <a:ahLst/>
              <a:rect l="l" t="t" r="r" b="b"/>
              <a:pathLst>
                <a:path w="497" h="126">
                  <a:moveTo>
                    <a:pt x="0" y="0"/>
                  </a:moveTo>
                  <a:lnTo>
                    <a:pt x="497" y="0"/>
                  </a:lnTo>
                  <a:lnTo>
                    <a:pt x="497" y="72"/>
                  </a:lnTo>
                  <a:lnTo>
                    <a:pt x="242" y="126"/>
                  </a:lnTo>
                  <a:lnTo>
                    <a:pt x="0" y="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13" name="Freeform: Shape 70"/>
            <p:cNvSpPr/>
            <p:nvPr/>
          </p:nvSpPr>
          <p:spPr>
            <a:xfrm>
              <a:off x="4286160" y="3195720"/>
              <a:ext cx="988920" cy="576720"/>
            </a:xfrm>
            <a:custGeom>
              <a:avLst/>
              <a:gdLst/>
              <a:ahLst/>
              <a:rect l="l" t="t" r="r" b="b"/>
              <a:pathLst>
                <a:path w="731" h="428">
                  <a:moveTo>
                    <a:pt x="73" y="423"/>
                  </a:moveTo>
                  <a:cubicBezTo>
                    <a:pt x="285" y="365"/>
                    <a:pt x="496" y="282"/>
                    <a:pt x="703" y="175"/>
                  </a:cubicBezTo>
                  <a:cubicBezTo>
                    <a:pt x="722" y="165"/>
                    <a:pt x="731" y="143"/>
                    <a:pt x="723" y="126"/>
                  </a:cubicBezTo>
                  <a:cubicBezTo>
                    <a:pt x="708" y="91"/>
                    <a:pt x="693" y="57"/>
                    <a:pt x="678" y="23"/>
                  </a:cubicBezTo>
                  <a:cubicBezTo>
                    <a:pt x="670" y="6"/>
                    <a:pt x="649" y="0"/>
                    <a:pt x="632" y="9"/>
                  </a:cubicBezTo>
                  <a:cubicBezTo>
                    <a:pt x="433" y="114"/>
                    <a:pt x="231" y="194"/>
                    <a:pt x="29" y="251"/>
                  </a:cubicBezTo>
                  <a:cubicBezTo>
                    <a:pt x="11" y="256"/>
                    <a:pt x="0" y="274"/>
                    <a:pt x="5" y="292"/>
                  </a:cubicBezTo>
                  <a:cubicBezTo>
                    <a:pt x="14" y="328"/>
                    <a:pt x="23" y="363"/>
                    <a:pt x="32" y="399"/>
                  </a:cubicBezTo>
                  <a:cubicBezTo>
                    <a:pt x="36" y="417"/>
                    <a:pt x="54" y="428"/>
                    <a:pt x="73" y="423"/>
                  </a:cubicBez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14" name="Freeform: Shape 71"/>
            <p:cNvSpPr/>
            <p:nvPr/>
          </p:nvSpPr>
          <p:spPr>
            <a:xfrm>
              <a:off x="4236840" y="3561120"/>
              <a:ext cx="165960" cy="234360"/>
            </a:xfrm>
            <a:custGeom>
              <a:avLst/>
              <a:gdLst/>
              <a:ahLst/>
              <a:rect l="l" t="t" r="r" b="b"/>
              <a:pathLst>
                <a:path w="125" h="176">
                  <a:moveTo>
                    <a:pt x="102" y="73"/>
                  </a:moveTo>
                  <a:cubicBezTo>
                    <a:pt x="80" y="0"/>
                    <a:pt x="43" y="5"/>
                    <a:pt x="43" y="5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24" y="97"/>
                    <a:pt x="24" y="97"/>
                    <a:pt x="24" y="97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92" y="163"/>
                    <a:pt x="92" y="163"/>
                    <a:pt x="92" y="163"/>
                  </a:cubicBezTo>
                  <a:cubicBezTo>
                    <a:pt x="92" y="163"/>
                    <a:pt x="125" y="145"/>
                    <a:pt x="102" y="73"/>
                  </a:cubicBezTo>
                  <a:close/>
                </a:path>
              </a:pathLst>
            </a:custGeom>
            <a:solidFill>
              <a:schemeClr val="tx2">
                <a:lumMod val="5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15" name="Freeform: Shape 72"/>
            <p:cNvSpPr/>
            <p:nvPr/>
          </p:nvSpPr>
          <p:spPr>
            <a:xfrm>
              <a:off x="4147560" y="3562560"/>
              <a:ext cx="214920" cy="277200"/>
            </a:xfrm>
            <a:custGeom>
              <a:avLst/>
              <a:gdLst/>
              <a:ahLst/>
              <a:rect l="l" t="t" r="r" b="b"/>
              <a:pathLst>
                <a:path w="162" h="207">
                  <a:moveTo>
                    <a:pt x="57" y="207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77" y="0"/>
                    <a:pt x="131" y="28"/>
                    <a:pt x="147" y="79"/>
                  </a:cubicBezTo>
                  <a:cubicBezTo>
                    <a:pt x="162" y="129"/>
                    <a:pt x="134" y="183"/>
                    <a:pt x="84" y="199"/>
                  </a:cubicBezTo>
                  <a:lnTo>
                    <a:pt x="57" y="207"/>
                  </a:lnTo>
                  <a:close/>
                </a:path>
              </a:pathLst>
            </a:custGeom>
            <a:solidFill>
              <a:schemeClr val="tx2">
                <a:lumMod val="5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16" name="Freeform: Shape 73"/>
            <p:cNvSpPr/>
            <p:nvPr/>
          </p:nvSpPr>
          <p:spPr>
            <a:xfrm>
              <a:off x="4125240" y="3585960"/>
              <a:ext cx="97200" cy="266760"/>
            </a:xfrm>
            <a:custGeom>
              <a:avLst/>
              <a:gdLst/>
              <a:ahLst/>
              <a:rect l="l" t="t" r="r" b="b"/>
              <a:pathLst>
                <a:path w="78" h="209">
                  <a:moveTo>
                    <a:pt x="64" y="209"/>
                  </a:moveTo>
                  <a:lnTo>
                    <a:pt x="0" y="5"/>
                  </a:lnTo>
                  <a:lnTo>
                    <a:pt x="14" y="0"/>
                  </a:lnTo>
                  <a:lnTo>
                    <a:pt x="78" y="205"/>
                  </a:lnTo>
                  <a:lnTo>
                    <a:pt x="64" y="209"/>
                  </a:ln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17" name="Freeform: Shape 74"/>
            <p:cNvSpPr/>
            <p:nvPr/>
          </p:nvSpPr>
          <p:spPr>
            <a:xfrm>
              <a:off x="3870000" y="3193200"/>
              <a:ext cx="1000440" cy="592200"/>
            </a:xfrm>
            <a:custGeom>
              <a:avLst/>
              <a:gdLst/>
              <a:ahLst/>
              <a:rect l="l" t="t" r="r" b="b"/>
              <a:pathLst>
                <a:path w="740" h="439">
                  <a:moveTo>
                    <a:pt x="23" y="163"/>
                  </a:moveTo>
                  <a:cubicBezTo>
                    <a:pt x="213" y="271"/>
                    <a:pt x="421" y="362"/>
                    <a:pt x="644" y="433"/>
                  </a:cubicBezTo>
                  <a:cubicBezTo>
                    <a:pt x="663" y="439"/>
                    <a:pt x="686" y="430"/>
                    <a:pt x="693" y="412"/>
                  </a:cubicBezTo>
                  <a:cubicBezTo>
                    <a:pt x="707" y="377"/>
                    <a:pt x="720" y="343"/>
                    <a:pt x="733" y="308"/>
                  </a:cubicBezTo>
                  <a:cubicBezTo>
                    <a:pt x="740" y="290"/>
                    <a:pt x="729" y="271"/>
                    <a:pt x="710" y="265"/>
                  </a:cubicBezTo>
                  <a:cubicBezTo>
                    <a:pt x="496" y="199"/>
                    <a:pt x="297" y="112"/>
                    <a:pt x="114" y="10"/>
                  </a:cubicBezTo>
                  <a:cubicBezTo>
                    <a:pt x="97" y="0"/>
                    <a:pt x="77" y="6"/>
                    <a:pt x="67" y="22"/>
                  </a:cubicBezTo>
                  <a:cubicBezTo>
                    <a:pt x="49" y="54"/>
                    <a:pt x="30" y="85"/>
                    <a:pt x="10" y="117"/>
                  </a:cubicBezTo>
                  <a:cubicBezTo>
                    <a:pt x="0" y="132"/>
                    <a:pt x="6" y="153"/>
                    <a:pt x="23" y="163"/>
                  </a:cubicBez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18" name="Freeform: Shape 75"/>
            <p:cNvSpPr/>
            <p:nvPr/>
          </p:nvSpPr>
          <p:spPr>
            <a:xfrm>
              <a:off x="4742280" y="3561120"/>
              <a:ext cx="165960" cy="234360"/>
            </a:xfrm>
            <a:custGeom>
              <a:avLst/>
              <a:gdLst/>
              <a:ahLst/>
              <a:rect l="l" t="t" r="r" b="b"/>
              <a:pathLst>
                <a:path w="125" h="176">
                  <a:moveTo>
                    <a:pt x="23" y="73"/>
                  </a:moveTo>
                  <a:cubicBezTo>
                    <a:pt x="45" y="0"/>
                    <a:pt x="82" y="5"/>
                    <a:pt x="82" y="5"/>
                  </a:cubicBezTo>
                  <a:cubicBezTo>
                    <a:pt x="125" y="18"/>
                    <a:pt x="125" y="18"/>
                    <a:pt x="125" y="18"/>
                  </a:cubicBezTo>
                  <a:cubicBezTo>
                    <a:pt x="101" y="97"/>
                    <a:pt x="101" y="97"/>
                    <a:pt x="101" y="97"/>
                  </a:cubicBezTo>
                  <a:cubicBezTo>
                    <a:pt x="76" y="176"/>
                    <a:pt x="76" y="176"/>
                    <a:pt x="76" y="176"/>
                  </a:cubicBezTo>
                  <a:cubicBezTo>
                    <a:pt x="33" y="163"/>
                    <a:pt x="33" y="163"/>
                    <a:pt x="33" y="163"/>
                  </a:cubicBezTo>
                  <a:cubicBezTo>
                    <a:pt x="33" y="163"/>
                    <a:pt x="0" y="145"/>
                    <a:pt x="23" y="73"/>
                  </a:cubicBezTo>
                  <a:close/>
                </a:path>
              </a:pathLst>
            </a:custGeom>
            <a:solidFill>
              <a:schemeClr val="tx2">
                <a:lumMod val="5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19" name="Freeform: Shape 76"/>
            <p:cNvSpPr/>
            <p:nvPr/>
          </p:nvSpPr>
          <p:spPr>
            <a:xfrm>
              <a:off x="4782600" y="3562560"/>
              <a:ext cx="214920" cy="277200"/>
            </a:xfrm>
            <a:custGeom>
              <a:avLst/>
              <a:gdLst/>
              <a:ahLst/>
              <a:rect l="l" t="t" r="r" b="b"/>
              <a:pathLst>
                <a:path w="162" h="207">
                  <a:moveTo>
                    <a:pt x="105" y="207"/>
                  </a:moveTo>
                  <a:cubicBezTo>
                    <a:pt x="162" y="24"/>
                    <a:pt x="162" y="24"/>
                    <a:pt x="162" y="24"/>
                  </a:cubicBezTo>
                  <a:cubicBezTo>
                    <a:pt x="135" y="16"/>
                    <a:pt x="135" y="16"/>
                    <a:pt x="135" y="16"/>
                  </a:cubicBezTo>
                  <a:cubicBezTo>
                    <a:pt x="85" y="0"/>
                    <a:pt x="31" y="28"/>
                    <a:pt x="15" y="79"/>
                  </a:cubicBezTo>
                  <a:cubicBezTo>
                    <a:pt x="0" y="129"/>
                    <a:pt x="28" y="183"/>
                    <a:pt x="78" y="199"/>
                  </a:cubicBezTo>
                  <a:lnTo>
                    <a:pt x="105" y="207"/>
                  </a:lnTo>
                  <a:close/>
                </a:path>
              </a:pathLst>
            </a:custGeom>
            <a:solidFill>
              <a:schemeClr val="tx2">
                <a:lumMod val="5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20" name="Freeform: Shape 77"/>
            <p:cNvSpPr/>
            <p:nvPr/>
          </p:nvSpPr>
          <p:spPr>
            <a:xfrm>
              <a:off x="4922280" y="3585960"/>
              <a:ext cx="97200" cy="266760"/>
            </a:xfrm>
            <a:custGeom>
              <a:avLst/>
              <a:gdLst/>
              <a:ahLst/>
              <a:rect l="l" t="t" r="r" b="b"/>
              <a:pathLst>
                <a:path w="78" h="209">
                  <a:moveTo>
                    <a:pt x="14" y="209"/>
                  </a:moveTo>
                  <a:lnTo>
                    <a:pt x="78" y="5"/>
                  </a:lnTo>
                  <a:lnTo>
                    <a:pt x="64" y="0"/>
                  </a:lnTo>
                  <a:lnTo>
                    <a:pt x="0" y="205"/>
                  </a:lnTo>
                  <a:lnTo>
                    <a:pt x="14" y="209"/>
                  </a:ln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21" name="Rectangle 78"/>
            <p:cNvSpPr/>
            <p:nvPr/>
          </p:nvSpPr>
          <p:spPr>
            <a:xfrm>
              <a:off x="4512960" y="3297960"/>
              <a:ext cx="119160" cy="27000"/>
            </a:xfrm>
            <a:prstGeom prst="rect">
              <a:avLst/>
            </a:prstGeom>
            <a:solidFill>
              <a:srgbClr val="b9bcc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22" name="Freeform: Shape 79"/>
            <p:cNvSpPr/>
            <p:nvPr/>
          </p:nvSpPr>
          <p:spPr>
            <a:xfrm>
              <a:off x="4277160" y="3291480"/>
              <a:ext cx="294120" cy="65880"/>
            </a:xfrm>
            <a:custGeom>
              <a:avLst/>
              <a:gdLst/>
              <a:ahLst/>
              <a:rect l="l" t="t" r="r" b="b"/>
              <a:pathLst>
                <a:path w="230" h="54">
                  <a:moveTo>
                    <a:pt x="230" y="0"/>
                  </a:moveTo>
                  <a:lnTo>
                    <a:pt x="169" y="54"/>
                  </a:lnTo>
                  <a:lnTo>
                    <a:pt x="0" y="5"/>
                  </a:lnTo>
                  <a:lnTo>
                    <a:pt x="230" y="0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23" name="Freeform: Shape 80"/>
            <p:cNvSpPr/>
            <p:nvPr/>
          </p:nvSpPr>
          <p:spPr>
            <a:xfrm>
              <a:off x="4575240" y="3291480"/>
              <a:ext cx="292680" cy="65880"/>
            </a:xfrm>
            <a:custGeom>
              <a:avLst/>
              <a:gdLst/>
              <a:ahLst/>
              <a:rect l="l" t="t" r="r" b="b"/>
              <a:pathLst>
                <a:path w="229" h="54">
                  <a:moveTo>
                    <a:pt x="0" y="0"/>
                  </a:moveTo>
                  <a:lnTo>
                    <a:pt x="60" y="54"/>
                  </a:lnTo>
                  <a:lnTo>
                    <a:pt x="229" y="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724" name="组合 102"/>
          <p:cNvGrpSpPr/>
          <p:nvPr/>
        </p:nvGrpSpPr>
        <p:grpSpPr>
          <a:xfrm>
            <a:off x="539640" y="1537920"/>
            <a:ext cx="8063640" cy="2426760"/>
            <a:chOff x="539640" y="1537920"/>
            <a:chExt cx="8063640" cy="2426760"/>
          </a:xfrm>
        </p:grpSpPr>
        <p:grpSp>
          <p:nvGrpSpPr>
            <p:cNvPr id="725" name="组合 1"/>
            <p:cNvGrpSpPr/>
            <p:nvPr/>
          </p:nvGrpSpPr>
          <p:grpSpPr>
            <a:xfrm>
              <a:off x="539640" y="1537920"/>
              <a:ext cx="2760120" cy="2426760"/>
              <a:chOff x="539640" y="1537920"/>
              <a:chExt cx="2760120" cy="2426760"/>
            </a:xfrm>
          </p:grpSpPr>
          <p:sp>
            <p:nvSpPr>
              <p:cNvPr id="726" name="Rectangle 5"/>
              <p:cNvSpPr/>
              <p:nvPr/>
            </p:nvSpPr>
            <p:spPr>
              <a:xfrm>
                <a:off x="2764800" y="1537920"/>
                <a:ext cx="533880" cy="53388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727" name="Freeform: Shape 6"/>
              <p:cNvSpPr/>
              <p:nvPr/>
            </p:nvSpPr>
            <p:spPr>
              <a:xfrm>
                <a:off x="2901600" y="1662840"/>
                <a:ext cx="259920" cy="262800"/>
              </a:xfrm>
              <a:custGeom>
                <a:avLst/>
                <a:gdLst/>
                <a:ahLst/>
                <a:rect l="l" t="t" r="r" b="b"/>
                <a:pathLst>
                  <a:path w="306" h="309">
                    <a:moveTo>
                      <a:pt x="138" y="226"/>
                    </a:moveTo>
                    <a:cubicBezTo>
                      <a:pt x="141" y="227"/>
                      <a:pt x="145" y="229"/>
                      <a:pt x="149" y="229"/>
                    </a:cubicBezTo>
                    <a:cubicBezTo>
                      <a:pt x="164" y="232"/>
                      <a:pt x="182" y="227"/>
                      <a:pt x="198" y="216"/>
                    </a:cubicBezTo>
                    <a:cubicBezTo>
                      <a:pt x="215" y="204"/>
                      <a:pt x="226" y="186"/>
                      <a:pt x="226" y="169"/>
                    </a:cubicBezTo>
                    <a:cubicBezTo>
                      <a:pt x="226" y="160"/>
                      <a:pt x="220" y="151"/>
                      <a:pt x="215" y="147"/>
                    </a:cubicBezTo>
                    <a:cubicBezTo>
                      <a:pt x="210" y="170"/>
                      <a:pt x="193" y="193"/>
                      <a:pt x="171" y="209"/>
                    </a:cubicBezTo>
                    <a:cubicBezTo>
                      <a:pt x="160" y="216"/>
                      <a:pt x="149" y="222"/>
                      <a:pt x="138" y="226"/>
                    </a:cubicBezTo>
                    <a:close/>
                    <a:moveTo>
                      <a:pt x="80" y="107"/>
                    </a:moveTo>
                    <a:cubicBezTo>
                      <a:pt x="98" y="76"/>
                      <a:pt x="122" y="47"/>
                      <a:pt x="142" y="15"/>
                    </a:cubicBezTo>
                    <a:cubicBezTo>
                      <a:pt x="151" y="1"/>
                      <a:pt x="154" y="0"/>
                      <a:pt x="164" y="16"/>
                    </a:cubicBezTo>
                    <a:cubicBezTo>
                      <a:pt x="183" y="47"/>
                      <a:pt x="207" y="76"/>
                      <a:pt x="225" y="107"/>
                    </a:cubicBezTo>
                    <a:cubicBezTo>
                      <a:pt x="234" y="122"/>
                      <a:pt x="241" y="138"/>
                      <a:pt x="241" y="153"/>
                    </a:cubicBezTo>
                    <a:cubicBezTo>
                      <a:pt x="241" y="190"/>
                      <a:pt x="221" y="222"/>
                      <a:pt x="193" y="237"/>
                    </a:cubicBezTo>
                    <a:cubicBezTo>
                      <a:pt x="167" y="251"/>
                      <a:pt x="137" y="251"/>
                      <a:pt x="112" y="237"/>
                    </a:cubicBezTo>
                    <a:cubicBezTo>
                      <a:pt x="84" y="221"/>
                      <a:pt x="65" y="190"/>
                      <a:pt x="65" y="153"/>
                    </a:cubicBezTo>
                    <a:cubicBezTo>
                      <a:pt x="65" y="138"/>
                      <a:pt x="71" y="122"/>
                      <a:pt x="80" y="107"/>
                    </a:cubicBezTo>
                    <a:close/>
                    <a:moveTo>
                      <a:pt x="153" y="277"/>
                    </a:moveTo>
                    <a:cubicBezTo>
                      <a:pt x="178" y="277"/>
                      <a:pt x="218" y="273"/>
                      <a:pt x="238" y="257"/>
                    </a:cubicBezTo>
                    <a:cubicBezTo>
                      <a:pt x="251" y="247"/>
                      <a:pt x="250" y="236"/>
                      <a:pt x="237" y="226"/>
                    </a:cubicBezTo>
                    <a:cubicBezTo>
                      <a:pt x="236" y="226"/>
                      <a:pt x="235" y="225"/>
                      <a:pt x="234" y="224"/>
                    </a:cubicBezTo>
                    <a:cubicBezTo>
                      <a:pt x="239" y="218"/>
                      <a:pt x="243" y="212"/>
                      <a:pt x="246" y="205"/>
                    </a:cubicBezTo>
                    <a:cubicBezTo>
                      <a:pt x="267" y="213"/>
                      <a:pt x="306" y="232"/>
                      <a:pt x="295" y="260"/>
                    </a:cubicBezTo>
                    <a:cubicBezTo>
                      <a:pt x="289" y="277"/>
                      <a:pt x="268" y="288"/>
                      <a:pt x="252" y="294"/>
                    </a:cubicBezTo>
                    <a:cubicBezTo>
                      <a:pt x="225" y="304"/>
                      <a:pt x="189" y="309"/>
                      <a:pt x="153" y="309"/>
                    </a:cubicBezTo>
                    <a:cubicBezTo>
                      <a:pt x="116" y="309"/>
                      <a:pt x="80" y="304"/>
                      <a:pt x="53" y="294"/>
                    </a:cubicBezTo>
                    <a:cubicBezTo>
                      <a:pt x="38" y="288"/>
                      <a:pt x="16" y="277"/>
                      <a:pt x="10" y="260"/>
                    </a:cubicBezTo>
                    <a:cubicBezTo>
                      <a:pt x="0" y="232"/>
                      <a:pt x="38" y="213"/>
                      <a:pt x="60" y="205"/>
                    </a:cubicBezTo>
                    <a:cubicBezTo>
                      <a:pt x="63" y="212"/>
                      <a:pt x="67" y="218"/>
                      <a:pt x="71" y="224"/>
                    </a:cubicBezTo>
                    <a:cubicBezTo>
                      <a:pt x="70" y="225"/>
                      <a:pt x="70" y="226"/>
                      <a:pt x="69" y="226"/>
                    </a:cubicBezTo>
                    <a:cubicBezTo>
                      <a:pt x="56" y="236"/>
                      <a:pt x="54" y="247"/>
                      <a:pt x="67" y="257"/>
                    </a:cubicBezTo>
                    <a:cubicBezTo>
                      <a:pt x="88" y="273"/>
                      <a:pt x="128" y="277"/>
                      <a:pt x="153" y="277"/>
                    </a:cubicBez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728" name="Freeform: Shape 7"/>
              <p:cNvSpPr/>
              <p:nvPr/>
            </p:nvSpPr>
            <p:spPr>
              <a:xfrm rot="5400000">
                <a:off x="2768040" y="1536480"/>
                <a:ext cx="530280" cy="533160"/>
              </a:xfrm>
              <a:custGeom>
                <a:avLst/>
                <a:gdLst/>
                <a:ahLst/>
                <a:rect l="l" t="t" r="r" b="b"/>
                <a:pathLst>
                  <a:path w="388" h="390">
                    <a:moveTo>
                      <a:pt x="388" y="390"/>
                    </a:moveTo>
                    <a:lnTo>
                      <a:pt x="0" y="0"/>
                    </a:lnTo>
                    <a:lnTo>
                      <a:pt x="388" y="0"/>
                    </a:lnTo>
                    <a:lnTo>
                      <a:pt x="388" y="390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  <a:alpha val="2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grpSp>
            <p:nvGrpSpPr>
              <p:cNvPr id="729" name="Group 1"/>
              <p:cNvGrpSpPr/>
              <p:nvPr/>
            </p:nvGrpSpPr>
            <p:grpSpPr>
              <a:xfrm>
                <a:off x="539640" y="1544760"/>
                <a:ext cx="2035800" cy="563760"/>
                <a:chOff x="539640" y="1544760"/>
                <a:chExt cx="2035800" cy="563760"/>
              </a:xfrm>
            </p:grpSpPr>
            <p:sp>
              <p:nvSpPr>
                <p:cNvPr id="730" name="TextBox 18"/>
                <p:cNvSpPr/>
                <p:nvPr/>
              </p:nvSpPr>
              <p:spPr>
                <a:xfrm>
                  <a:off x="1656000" y="1544760"/>
                  <a:ext cx="919440" cy="1807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0" rIns="0" tIns="0" bIns="0" anchor="b">
                  <a:normAutofit fontScale="74000"/>
                </a:bodyPr>
                <a:p>
                  <a:pPr algn="r">
                    <a:lnSpc>
                      <a:spcPct val="100000"/>
                    </a:lnSpc>
                    <a:buNone/>
                  </a:pPr>
                  <a:r>
                    <a:rPr b="1" lang="zh-CN" sz="1600" spc="-1" strike="noStrike">
                      <a:solidFill>
                        <a:srgbClr val="959595"/>
                      </a:solidFill>
                      <a:latin typeface="微软雅黑"/>
                      <a:ea typeface="微软雅黑"/>
                    </a:rPr>
                    <a:t>标题文本预设</a:t>
                  </a:r>
                  <a:endParaRPr b="0" lang="en-HK" sz="1600" spc="-1" strike="noStrike">
                    <a:latin typeface="Arial"/>
                  </a:endParaRPr>
                </a:p>
              </p:txBody>
            </p:sp>
            <p:sp>
              <p:nvSpPr>
                <p:cNvPr id="731" name="Rectangle 19"/>
                <p:cNvSpPr/>
                <p:nvPr/>
              </p:nvSpPr>
              <p:spPr>
                <a:xfrm>
                  <a:off x="539640" y="1731600"/>
                  <a:ext cx="2035440" cy="3769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t">
                  <a:normAutofit fontScale="92000"/>
                </a:bodyPr>
                <a:p>
                  <a:pPr algn="r">
                    <a:lnSpc>
                      <a:spcPct val="120000"/>
                    </a:lnSpc>
                    <a:buNone/>
                  </a:pPr>
                  <a:r>
                    <a:rPr b="0" lang="zh-CN" sz="11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此部分内容作为文字排版占位显示</a:t>
                  </a:r>
                  <a:br>
                    <a:rPr sz="1100"/>
                  </a:br>
                  <a:r>
                    <a:rPr b="0" lang="zh-CN" sz="11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（建议使用主题字体）</a:t>
                  </a:r>
                  <a:endParaRPr b="0" lang="en-HK" sz="1100" spc="-1" strike="noStrike">
                    <a:latin typeface="Arial"/>
                  </a:endParaRPr>
                </a:p>
              </p:txBody>
            </p:sp>
          </p:grpSp>
          <p:sp>
            <p:nvSpPr>
              <p:cNvPr id="732" name="Rectangle 104"/>
              <p:cNvSpPr/>
              <p:nvPr/>
            </p:nvSpPr>
            <p:spPr>
              <a:xfrm>
                <a:off x="2764800" y="2469960"/>
                <a:ext cx="533880" cy="53388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733" name="Freeform: Shape 105"/>
              <p:cNvSpPr/>
              <p:nvPr/>
            </p:nvSpPr>
            <p:spPr>
              <a:xfrm>
                <a:off x="2916720" y="2602800"/>
                <a:ext cx="243720" cy="250920"/>
              </a:xfrm>
              <a:custGeom>
                <a:avLst/>
                <a:gdLst/>
                <a:ahLst/>
                <a:rect l="l" t="t" r="r" b="b"/>
                <a:pathLst>
                  <a:path w="88" h="90">
                    <a:moveTo>
                      <a:pt x="26" y="68"/>
                    </a:moveTo>
                    <a:cubicBezTo>
                      <a:pt x="8" y="86"/>
                      <a:pt x="8" y="86"/>
                      <a:pt x="8" y="86"/>
                    </a:cubicBezTo>
                    <a:cubicBezTo>
                      <a:pt x="6" y="89"/>
                      <a:pt x="3" y="90"/>
                      <a:pt x="1" y="89"/>
                    </a:cubicBezTo>
                    <a:cubicBezTo>
                      <a:pt x="0" y="88"/>
                      <a:pt x="1" y="84"/>
                      <a:pt x="4" y="82"/>
                    </a:cubicBezTo>
                    <a:cubicBezTo>
                      <a:pt x="21" y="64"/>
                      <a:pt x="21" y="64"/>
                      <a:pt x="21" y="64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3" y="41"/>
                      <a:pt x="13" y="41"/>
                      <a:pt x="23" y="44"/>
                    </a:cubicBezTo>
                    <a:cubicBezTo>
                      <a:pt x="54" y="16"/>
                      <a:pt x="54" y="16"/>
                      <a:pt x="54" y="16"/>
                    </a:cubicBezTo>
                    <a:cubicBezTo>
                      <a:pt x="49" y="12"/>
                      <a:pt x="49" y="12"/>
                      <a:pt x="49" y="12"/>
                    </a:cubicBezTo>
                    <a:cubicBezTo>
                      <a:pt x="47" y="9"/>
                      <a:pt x="47" y="5"/>
                      <a:pt x="49" y="3"/>
                    </a:cubicBezTo>
                    <a:cubicBezTo>
                      <a:pt x="52" y="0"/>
                      <a:pt x="56" y="0"/>
                      <a:pt x="58" y="2"/>
                    </a:cubicBezTo>
                    <a:cubicBezTo>
                      <a:pt x="86" y="29"/>
                      <a:pt x="86" y="29"/>
                      <a:pt x="86" y="29"/>
                    </a:cubicBezTo>
                    <a:cubicBezTo>
                      <a:pt x="88" y="31"/>
                      <a:pt x="88" y="35"/>
                      <a:pt x="86" y="38"/>
                    </a:cubicBezTo>
                    <a:cubicBezTo>
                      <a:pt x="83" y="40"/>
                      <a:pt x="79" y="41"/>
                      <a:pt x="77" y="38"/>
                    </a:cubicBezTo>
                    <a:cubicBezTo>
                      <a:pt x="72" y="34"/>
                      <a:pt x="72" y="34"/>
                      <a:pt x="72" y="34"/>
                    </a:cubicBezTo>
                    <a:cubicBezTo>
                      <a:pt x="45" y="66"/>
                      <a:pt x="45" y="66"/>
                      <a:pt x="45" y="66"/>
                    </a:cubicBezTo>
                    <a:cubicBezTo>
                      <a:pt x="49" y="76"/>
                      <a:pt x="49" y="86"/>
                      <a:pt x="46" y="88"/>
                    </a:cubicBezTo>
                    <a:lnTo>
                      <a:pt x="26" y="68"/>
                    </a:lnTo>
                    <a:close/>
                    <a:moveTo>
                      <a:pt x="55" y="31"/>
                    </a:moveTo>
                    <a:cubicBezTo>
                      <a:pt x="57" y="30"/>
                      <a:pt x="57" y="28"/>
                      <a:pt x="55" y="26"/>
                    </a:cubicBezTo>
                    <a:cubicBezTo>
                      <a:pt x="55" y="26"/>
                      <a:pt x="55" y="26"/>
                      <a:pt x="55" y="26"/>
                    </a:cubicBezTo>
                    <a:cubicBezTo>
                      <a:pt x="54" y="25"/>
                      <a:pt x="52" y="25"/>
                      <a:pt x="51" y="26"/>
                    </a:cubicBezTo>
                    <a:cubicBezTo>
                      <a:pt x="32" y="43"/>
                      <a:pt x="32" y="43"/>
                      <a:pt x="32" y="43"/>
                    </a:cubicBezTo>
                    <a:cubicBezTo>
                      <a:pt x="31" y="45"/>
                      <a:pt x="31" y="47"/>
                      <a:pt x="32" y="48"/>
                    </a:cubicBezTo>
                    <a:cubicBezTo>
                      <a:pt x="32" y="48"/>
                      <a:pt x="32" y="48"/>
                      <a:pt x="32" y="48"/>
                    </a:cubicBezTo>
                    <a:cubicBezTo>
                      <a:pt x="33" y="49"/>
                      <a:pt x="35" y="49"/>
                      <a:pt x="37" y="48"/>
                    </a:cubicBezTo>
                    <a:lnTo>
                      <a:pt x="55" y="31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734" name="Freeform: Shape 103"/>
              <p:cNvSpPr/>
              <p:nvPr/>
            </p:nvSpPr>
            <p:spPr>
              <a:xfrm rot="5400000">
                <a:off x="2768040" y="2473200"/>
                <a:ext cx="530280" cy="533160"/>
              </a:xfrm>
              <a:custGeom>
                <a:avLst/>
                <a:gdLst/>
                <a:ahLst/>
                <a:rect l="l" t="t" r="r" b="b"/>
                <a:pathLst>
                  <a:path w="388" h="390">
                    <a:moveTo>
                      <a:pt x="388" y="390"/>
                    </a:moveTo>
                    <a:lnTo>
                      <a:pt x="0" y="0"/>
                    </a:lnTo>
                    <a:lnTo>
                      <a:pt x="388" y="0"/>
                    </a:lnTo>
                    <a:lnTo>
                      <a:pt x="388" y="390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  <a:alpha val="2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735" name="Rectangle 109"/>
              <p:cNvSpPr/>
              <p:nvPr/>
            </p:nvSpPr>
            <p:spPr>
              <a:xfrm>
                <a:off x="2764800" y="3377880"/>
                <a:ext cx="533880" cy="53388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736" name="Freeform: Shape 110"/>
              <p:cNvSpPr/>
              <p:nvPr/>
            </p:nvSpPr>
            <p:spPr>
              <a:xfrm>
                <a:off x="2874960" y="3487680"/>
                <a:ext cx="306360" cy="286920"/>
              </a:xfrm>
              <a:custGeom>
                <a:avLst/>
                <a:gdLst/>
                <a:ahLst/>
                <a:rect l="l" t="t" r="r" b="b"/>
                <a:pathLst>
                  <a:path w="20993" h="21440">
                    <a:moveTo>
                      <a:pt x="20097" y="14373"/>
                    </a:moveTo>
                    <a:lnTo>
                      <a:pt x="15990" y="12571"/>
                    </a:lnTo>
                    <a:lnTo>
                      <a:pt x="16463" y="14008"/>
                    </a:lnTo>
                    <a:cubicBezTo>
                      <a:pt x="16439" y="15532"/>
                      <a:pt x="13726" y="16745"/>
                      <a:pt x="10496" y="16745"/>
                    </a:cubicBezTo>
                    <a:cubicBezTo>
                      <a:pt x="7268" y="16745"/>
                      <a:pt x="4553" y="15532"/>
                      <a:pt x="4529" y="14008"/>
                    </a:cubicBezTo>
                    <a:lnTo>
                      <a:pt x="5002" y="12571"/>
                    </a:lnTo>
                    <a:lnTo>
                      <a:pt x="895" y="14373"/>
                    </a:lnTo>
                    <a:cubicBezTo>
                      <a:pt x="-255" y="14878"/>
                      <a:pt x="-304" y="15814"/>
                      <a:pt x="789" y="16451"/>
                    </a:cubicBezTo>
                    <a:lnTo>
                      <a:pt x="8511" y="20962"/>
                    </a:lnTo>
                    <a:cubicBezTo>
                      <a:pt x="9602" y="21600"/>
                      <a:pt x="11390" y="21600"/>
                      <a:pt x="12481" y="20962"/>
                    </a:cubicBezTo>
                    <a:lnTo>
                      <a:pt x="20205" y="16451"/>
                    </a:lnTo>
                    <a:cubicBezTo>
                      <a:pt x="21296" y="15814"/>
                      <a:pt x="21247" y="14878"/>
                      <a:pt x="20097" y="14373"/>
                    </a:cubicBezTo>
                    <a:close/>
                    <a:moveTo>
                      <a:pt x="10496" y="5209"/>
                    </a:moveTo>
                    <a:cubicBezTo>
                      <a:pt x="11724" y="5209"/>
                      <a:pt x="12866" y="4796"/>
                      <a:pt x="13199" y="4152"/>
                    </a:cubicBezTo>
                    <a:cubicBezTo>
                      <a:pt x="12739" y="2744"/>
                      <a:pt x="12343" y="1535"/>
                      <a:pt x="12094" y="773"/>
                    </a:cubicBezTo>
                    <a:cubicBezTo>
                      <a:pt x="11927" y="264"/>
                      <a:pt x="11175" y="0"/>
                      <a:pt x="10496" y="0"/>
                    </a:cubicBezTo>
                    <a:cubicBezTo>
                      <a:pt x="9817" y="0"/>
                      <a:pt x="9065" y="264"/>
                      <a:pt x="8898" y="773"/>
                    </a:cubicBezTo>
                    <a:cubicBezTo>
                      <a:pt x="8649" y="1535"/>
                      <a:pt x="8253" y="2744"/>
                      <a:pt x="7792" y="4152"/>
                    </a:cubicBezTo>
                    <a:cubicBezTo>
                      <a:pt x="8126" y="4796"/>
                      <a:pt x="9268" y="5209"/>
                      <a:pt x="10496" y="5209"/>
                    </a:cubicBezTo>
                    <a:close/>
                    <a:moveTo>
                      <a:pt x="10496" y="13197"/>
                    </a:moveTo>
                    <a:cubicBezTo>
                      <a:pt x="13109" y="13197"/>
                      <a:pt x="15296" y="12229"/>
                      <a:pt x="15429" y="10966"/>
                    </a:cubicBezTo>
                    <a:cubicBezTo>
                      <a:pt x="15041" y="9779"/>
                      <a:pt x="14617" y="8484"/>
                      <a:pt x="14201" y="7211"/>
                    </a:cubicBezTo>
                    <a:cubicBezTo>
                      <a:pt x="13911" y="8118"/>
                      <a:pt x="12316" y="8759"/>
                      <a:pt x="10496" y="8759"/>
                    </a:cubicBezTo>
                    <a:cubicBezTo>
                      <a:pt x="8678" y="8759"/>
                      <a:pt x="7081" y="8118"/>
                      <a:pt x="6791" y="7211"/>
                    </a:cubicBezTo>
                    <a:cubicBezTo>
                      <a:pt x="6375" y="8484"/>
                      <a:pt x="5951" y="9779"/>
                      <a:pt x="5563" y="10966"/>
                    </a:cubicBezTo>
                    <a:cubicBezTo>
                      <a:pt x="5696" y="12229"/>
                      <a:pt x="7883" y="13197"/>
                      <a:pt x="10496" y="13197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737" name="Freeform: Shape 108"/>
              <p:cNvSpPr/>
              <p:nvPr/>
            </p:nvSpPr>
            <p:spPr>
              <a:xfrm rot="5400000">
                <a:off x="2768040" y="3378240"/>
                <a:ext cx="530280" cy="533160"/>
              </a:xfrm>
              <a:custGeom>
                <a:avLst/>
                <a:gdLst/>
                <a:ahLst/>
                <a:rect l="l" t="t" r="r" b="b"/>
                <a:pathLst>
                  <a:path w="388" h="390">
                    <a:moveTo>
                      <a:pt x="388" y="390"/>
                    </a:moveTo>
                    <a:lnTo>
                      <a:pt x="0" y="0"/>
                    </a:lnTo>
                    <a:lnTo>
                      <a:pt x="388" y="0"/>
                    </a:lnTo>
                    <a:lnTo>
                      <a:pt x="388" y="390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  <a:alpha val="2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grpSp>
            <p:nvGrpSpPr>
              <p:cNvPr id="738" name="Group 101"/>
              <p:cNvGrpSpPr/>
              <p:nvPr/>
            </p:nvGrpSpPr>
            <p:grpSpPr>
              <a:xfrm>
                <a:off x="539640" y="2506680"/>
                <a:ext cx="2035800" cy="563760"/>
                <a:chOff x="539640" y="2506680"/>
                <a:chExt cx="2035800" cy="563760"/>
              </a:xfrm>
            </p:grpSpPr>
            <p:sp>
              <p:nvSpPr>
                <p:cNvPr id="739" name="TextBox 102"/>
                <p:cNvSpPr/>
                <p:nvPr/>
              </p:nvSpPr>
              <p:spPr>
                <a:xfrm>
                  <a:off x="1656000" y="2506680"/>
                  <a:ext cx="919440" cy="1807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0" rIns="0" tIns="0" bIns="0" anchor="b">
                  <a:normAutofit fontScale="74000"/>
                </a:bodyPr>
                <a:p>
                  <a:pPr algn="r">
                    <a:lnSpc>
                      <a:spcPct val="100000"/>
                    </a:lnSpc>
                    <a:buNone/>
                  </a:pPr>
                  <a:r>
                    <a:rPr b="1" lang="zh-CN" sz="1600" spc="-1" strike="noStrike">
                      <a:solidFill>
                        <a:srgbClr val="272f42"/>
                      </a:solidFill>
                      <a:latin typeface="微软雅黑"/>
                      <a:ea typeface="微软雅黑"/>
                    </a:rPr>
                    <a:t>标题文本预设</a:t>
                  </a:r>
                  <a:endParaRPr b="0" lang="en-HK" sz="1600" spc="-1" strike="noStrike">
                    <a:latin typeface="Arial"/>
                  </a:endParaRPr>
                </a:p>
              </p:txBody>
            </p:sp>
            <p:sp>
              <p:nvSpPr>
                <p:cNvPr id="740" name="Rectangle 106"/>
                <p:cNvSpPr/>
                <p:nvPr/>
              </p:nvSpPr>
              <p:spPr>
                <a:xfrm>
                  <a:off x="539640" y="2693520"/>
                  <a:ext cx="2035440" cy="3769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t">
                  <a:normAutofit fontScale="92000"/>
                </a:bodyPr>
                <a:p>
                  <a:pPr algn="r">
                    <a:lnSpc>
                      <a:spcPct val="120000"/>
                    </a:lnSpc>
                    <a:buNone/>
                  </a:pPr>
                  <a:r>
                    <a:rPr b="0" lang="zh-CN" sz="11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此部分内容作为文字排版占位显示</a:t>
                  </a:r>
                  <a:br>
                    <a:rPr sz="1100"/>
                  </a:br>
                  <a:r>
                    <a:rPr b="0" lang="zh-CN" sz="11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（建议使用主题字体）</a:t>
                  </a:r>
                  <a:endParaRPr b="0" lang="en-HK" sz="1100" spc="-1" strike="noStrike">
                    <a:latin typeface="Arial"/>
                  </a:endParaRPr>
                </a:p>
              </p:txBody>
            </p:sp>
          </p:grpSp>
          <p:grpSp>
            <p:nvGrpSpPr>
              <p:cNvPr id="741" name="Group 107"/>
              <p:cNvGrpSpPr/>
              <p:nvPr/>
            </p:nvGrpSpPr>
            <p:grpSpPr>
              <a:xfrm>
                <a:off x="539640" y="3400920"/>
                <a:ext cx="2035800" cy="563760"/>
                <a:chOff x="539640" y="3400920"/>
                <a:chExt cx="2035800" cy="563760"/>
              </a:xfrm>
            </p:grpSpPr>
            <p:sp>
              <p:nvSpPr>
                <p:cNvPr id="742" name="TextBox 111"/>
                <p:cNvSpPr/>
                <p:nvPr/>
              </p:nvSpPr>
              <p:spPr>
                <a:xfrm>
                  <a:off x="1656000" y="3400920"/>
                  <a:ext cx="919440" cy="1807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0" rIns="0" tIns="0" bIns="0" anchor="b">
                  <a:normAutofit fontScale="74000"/>
                </a:bodyPr>
                <a:p>
                  <a:pPr algn="r">
                    <a:lnSpc>
                      <a:spcPct val="100000"/>
                    </a:lnSpc>
                    <a:buNone/>
                  </a:pPr>
                  <a:r>
                    <a:rPr b="1" lang="zh-CN" sz="1600" spc="-1" strike="noStrike">
                      <a:solidFill>
                        <a:srgbClr val="959595"/>
                      </a:solidFill>
                      <a:latin typeface="微软雅黑"/>
                      <a:ea typeface="微软雅黑"/>
                    </a:rPr>
                    <a:t>标题文本预设</a:t>
                  </a:r>
                  <a:endParaRPr b="0" lang="en-HK" sz="1600" spc="-1" strike="noStrike">
                    <a:latin typeface="Arial"/>
                  </a:endParaRPr>
                </a:p>
              </p:txBody>
            </p:sp>
            <p:sp>
              <p:nvSpPr>
                <p:cNvPr id="743" name="Rectangle 112"/>
                <p:cNvSpPr/>
                <p:nvPr/>
              </p:nvSpPr>
              <p:spPr>
                <a:xfrm>
                  <a:off x="539640" y="3587760"/>
                  <a:ext cx="2035440" cy="3769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t">
                  <a:normAutofit fontScale="92000"/>
                </a:bodyPr>
                <a:p>
                  <a:pPr algn="r">
                    <a:lnSpc>
                      <a:spcPct val="120000"/>
                    </a:lnSpc>
                    <a:buNone/>
                  </a:pPr>
                  <a:r>
                    <a:rPr b="0" lang="zh-CN" sz="11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此部分内容作为文字排版占位显示</a:t>
                  </a:r>
                  <a:br>
                    <a:rPr sz="1100"/>
                  </a:br>
                  <a:r>
                    <a:rPr b="0" lang="zh-CN" sz="11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（建议使用主题字体）</a:t>
                  </a:r>
                  <a:endParaRPr b="0" lang="en-HK" sz="1100" spc="-1" strike="noStrike">
                    <a:latin typeface="Arial"/>
                  </a:endParaRPr>
                </a:p>
              </p:txBody>
            </p:sp>
          </p:grpSp>
        </p:grpSp>
        <p:grpSp>
          <p:nvGrpSpPr>
            <p:cNvPr id="744" name="组合 101"/>
            <p:cNvGrpSpPr/>
            <p:nvPr/>
          </p:nvGrpSpPr>
          <p:grpSpPr>
            <a:xfrm>
              <a:off x="5865480" y="1537920"/>
              <a:ext cx="2737800" cy="2374920"/>
              <a:chOff x="5865480" y="1537920"/>
              <a:chExt cx="2737800" cy="2374920"/>
            </a:xfrm>
          </p:grpSpPr>
          <p:sp>
            <p:nvSpPr>
              <p:cNvPr id="745" name="Rectangle 82"/>
              <p:cNvSpPr/>
              <p:nvPr/>
            </p:nvSpPr>
            <p:spPr>
              <a:xfrm>
                <a:off x="5865480" y="1537920"/>
                <a:ext cx="533880" cy="53388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grpSp>
            <p:nvGrpSpPr>
              <p:cNvPr id="746" name="Group 83"/>
              <p:cNvGrpSpPr/>
              <p:nvPr/>
            </p:nvGrpSpPr>
            <p:grpSpPr>
              <a:xfrm>
                <a:off x="5983920" y="1675440"/>
                <a:ext cx="311760" cy="239040"/>
                <a:chOff x="5983920" y="1675440"/>
                <a:chExt cx="311760" cy="239040"/>
              </a:xfrm>
            </p:grpSpPr>
            <p:sp>
              <p:nvSpPr>
                <p:cNvPr id="747" name="Freeform: Shape 85"/>
                <p:cNvSpPr/>
                <p:nvPr/>
              </p:nvSpPr>
              <p:spPr>
                <a:xfrm>
                  <a:off x="5983920" y="1710360"/>
                  <a:ext cx="294480" cy="204120"/>
                </a:xfrm>
                <a:custGeom>
                  <a:avLst/>
                  <a:gdLst/>
                  <a:ahLst/>
                  <a:rect l="l" t="t" r="r" b="b"/>
                  <a:pathLst>
                    <a:path w="112" h="78">
                      <a:moveTo>
                        <a:pt x="103" y="78"/>
                      </a:moveTo>
                      <a:cubicBezTo>
                        <a:pt x="9" y="78"/>
                        <a:pt x="9" y="78"/>
                        <a:pt x="9" y="78"/>
                      </a:cubicBezTo>
                      <a:cubicBezTo>
                        <a:pt x="4" y="78"/>
                        <a:pt x="0" y="74"/>
                        <a:pt x="0" y="69"/>
                      </a:cubicBezTo>
                      <a:cubicBezTo>
                        <a:pt x="0" y="8"/>
                        <a:pt x="0" y="8"/>
                        <a:pt x="0" y="8"/>
                      </a:cubicBezTo>
                      <a:cubicBezTo>
                        <a:pt x="0" y="4"/>
                        <a:pt x="4" y="0"/>
                        <a:pt x="9" y="0"/>
                      </a:cubicBezTo>
                      <a:cubicBezTo>
                        <a:pt x="42" y="0"/>
                        <a:pt x="42" y="0"/>
                        <a:pt x="42" y="0"/>
                      </a:cubicBezTo>
                      <a:cubicBezTo>
                        <a:pt x="44" y="0"/>
                        <a:pt x="46" y="1"/>
                        <a:pt x="46" y="4"/>
                      </a:cubicBezTo>
                      <a:cubicBezTo>
                        <a:pt x="46" y="6"/>
                        <a:pt x="44" y="8"/>
                        <a:pt x="42" y="8"/>
                      </a:cubicBezTo>
                      <a:cubicBezTo>
                        <a:pt x="9" y="8"/>
                        <a:pt x="9" y="8"/>
                        <a:pt x="9" y="8"/>
                      </a:cubicBezTo>
                      <a:cubicBezTo>
                        <a:pt x="8" y="8"/>
                        <a:pt x="8" y="8"/>
                        <a:pt x="8" y="8"/>
                      </a:cubicBezTo>
                      <a:cubicBezTo>
                        <a:pt x="8" y="69"/>
                        <a:pt x="8" y="69"/>
                        <a:pt x="8" y="69"/>
                      </a:cubicBezTo>
                      <a:cubicBezTo>
                        <a:pt x="8" y="70"/>
                        <a:pt x="8" y="70"/>
                        <a:pt x="9" y="70"/>
                      </a:cubicBezTo>
                      <a:cubicBezTo>
                        <a:pt x="103" y="70"/>
                        <a:pt x="103" y="70"/>
                        <a:pt x="103" y="70"/>
                      </a:cubicBezTo>
                      <a:cubicBezTo>
                        <a:pt x="103" y="70"/>
                        <a:pt x="104" y="70"/>
                        <a:pt x="104" y="69"/>
                      </a:cubicBezTo>
                      <a:cubicBezTo>
                        <a:pt x="104" y="43"/>
                        <a:pt x="104" y="43"/>
                        <a:pt x="104" y="43"/>
                      </a:cubicBezTo>
                      <a:cubicBezTo>
                        <a:pt x="104" y="41"/>
                        <a:pt x="105" y="39"/>
                        <a:pt x="108" y="39"/>
                      </a:cubicBezTo>
                      <a:cubicBezTo>
                        <a:pt x="110" y="39"/>
                        <a:pt x="112" y="41"/>
                        <a:pt x="112" y="43"/>
                      </a:cubicBezTo>
                      <a:cubicBezTo>
                        <a:pt x="112" y="69"/>
                        <a:pt x="112" y="69"/>
                        <a:pt x="112" y="69"/>
                      </a:cubicBezTo>
                      <a:cubicBezTo>
                        <a:pt x="112" y="74"/>
                        <a:pt x="108" y="78"/>
                        <a:pt x="103" y="78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748" name="Freeform: Shape 86"/>
                <p:cNvSpPr/>
                <p:nvPr/>
              </p:nvSpPr>
              <p:spPr>
                <a:xfrm>
                  <a:off x="6077520" y="1675440"/>
                  <a:ext cx="218160" cy="196200"/>
                </a:xfrm>
                <a:custGeom>
                  <a:avLst/>
                  <a:gdLst/>
                  <a:ahLst/>
                  <a:rect l="l" t="t" r="r" b="b"/>
                  <a:pathLst>
                    <a:path w="83" h="75">
                      <a:moveTo>
                        <a:pt x="46" y="58"/>
                      </a:moveTo>
                      <a:cubicBezTo>
                        <a:pt x="83" y="29"/>
                        <a:pt x="83" y="29"/>
                        <a:pt x="83" y="29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6" y="20"/>
                        <a:pt x="46" y="20"/>
                        <a:pt x="46" y="20"/>
                      </a:cubicBezTo>
                      <a:cubicBezTo>
                        <a:pt x="10" y="21"/>
                        <a:pt x="0" y="38"/>
                        <a:pt x="0" y="75"/>
                      </a:cubicBezTo>
                      <a:cubicBezTo>
                        <a:pt x="15" y="43"/>
                        <a:pt x="30" y="41"/>
                        <a:pt x="46" y="40"/>
                      </a:cubicBezTo>
                      <a:cubicBezTo>
                        <a:pt x="46" y="58"/>
                        <a:pt x="46" y="58"/>
                        <a:pt x="46" y="58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</p:grpSp>
          <p:sp>
            <p:nvSpPr>
              <p:cNvPr id="749" name="Freeform: Shape 84"/>
              <p:cNvSpPr/>
              <p:nvPr/>
            </p:nvSpPr>
            <p:spPr>
              <a:xfrm rot="5400000">
                <a:off x="5869080" y="1536480"/>
                <a:ext cx="530280" cy="533160"/>
              </a:xfrm>
              <a:custGeom>
                <a:avLst/>
                <a:gdLst/>
                <a:ahLst/>
                <a:rect l="l" t="t" r="r" b="b"/>
                <a:pathLst>
                  <a:path w="388" h="390">
                    <a:moveTo>
                      <a:pt x="388" y="390"/>
                    </a:moveTo>
                    <a:lnTo>
                      <a:pt x="0" y="0"/>
                    </a:lnTo>
                    <a:lnTo>
                      <a:pt x="388" y="0"/>
                    </a:lnTo>
                    <a:lnTo>
                      <a:pt x="388" y="390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  <a:alpha val="2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750" name="Rectangle 90"/>
              <p:cNvSpPr/>
              <p:nvPr/>
            </p:nvSpPr>
            <p:spPr>
              <a:xfrm>
                <a:off x="5865480" y="2469960"/>
                <a:ext cx="533880" cy="53388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751" name="Freeform: Shape 91"/>
              <p:cNvSpPr/>
              <p:nvPr/>
            </p:nvSpPr>
            <p:spPr>
              <a:xfrm>
                <a:off x="5981040" y="2608200"/>
                <a:ext cx="283320" cy="243000"/>
              </a:xfrm>
              <a:custGeom>
                <a:avLst/>
                <a:gdLst/>
                <a:ahLst/>
                <a:rect l="l" t="t" r="r" b="b"/>
                <a:pathLst>
                  <a:path w="21332" h="21446">
                    <a:moveTo>
                      <a:pt x="9262" y="7207"/>
                    </a:moveTo>
                    <a:lnTo>
                      <a:pt x="14475" y="11108"/>
                    </a:lnTo>
                    <a:cubicBezTo>
                      <a:pt x="14915" y="11436"/>
                      <a:pt x="15500" y="11301"/>
                      <a:pt x="15796" y="10800"/>
                    </a:cubicBezTo>
                    <a:lnTo>
                      <a:pt x="21160" y="1771"/>
                    </a:lnTo>
                    <a:cubicBezTo>
                      <a:pt x="21464" y="1257"/>
                      <a:pt x="21354" y="555"/>
                      <a:pt x="20913" y="200"/>
                    </a:cubicBezTo>
                    <a:cubicBezTo>
                      <a:pt x="20472" y="-154"/>
                      <a:pt x="19869" y="-26"/>
                      <a:pt x="19564" y="487"/>
                    </a:cubicBezTo>
                    <a:lnTo>
                      <a:pt x="14734" y="8618"/>
                    </a:lnTo>
                    <a:lnTo>
                      <a:pt x="9490" y="4694"/>
                    </a:lnTo>
                    <a:cubicBezTo>
                      <a:pt x="9273" y="4532"/>
                      <a:pt x="9010" y="4478"/>
                      <a:pt x="8757" y="4541"/>
                    </a:cubicBezTo>
                    <a:cubicBezTo>
                      <a:pt x="8505" y="4607"/>
                      <a:pt x="8285" y="4785"/>
                      <a:pt x="8147" y="5039"/>
                    </a:cubicBezTo>
                    <a:lnTo>
                      <a:pt x="152" y="19712"/>
                    </a:lnTo>
                    <a:cubicBezTo>
                      <a:pt x="-136" y="20237"/>
                      <a:pt x="-2" y="20936"/>
                      <a:pt x="450" y="21269"/>
                    </a:cubicBezTo>
                    <a:cubicBezTo>
                      <a:pt x="611" y="21389"/>
                      <a:pt x="791" y="21446"/>
                      <a:pt x="969" y="21446"/>
                    </a:cubicBezTo>
                    <a:cubicBezTo>
                      <a:pt x="1290" y="21446"/>
                      <a:pt x="1604" y="21260"/>
                      <a:pt x="1788" y="20921"/>
                    </a:cubicBezTo>
                    <a:cubicBezTo>
                      <a:pt x="1788" y="20921"/>
                      <a:pt x="9262" y="7207"/>
                      <a:pt x="9262" y="7207"/>
                    </a:cubicBezTo>
                    <a:close/>
                    <a:moveTo>
                      <a:pt x="19712" y="12707"/>
                    </a:moveTo>
                    <a:lnTo>
                      <a:pt x="14952" y="17715"/>
                    </a:lnTo>
                    <a:lnTo>
                      <a:pt x="9355" y="12653"/>
                    </a:lnTo>
                    <a:cubicBezTo>
                      <a:pt x="9249" y="12556"/>
                      <a:pt x="9125" y="12487"/>
                      <a:pt x="8994" y="12450"/>
                    </a:cubicBezTo>
                    <a:lnTo>
                      <a:pt x="8249" y="12234"/>
                    </a:lnTo>
                    <a:lnTo>
                      <a:pt x="7154" y="14242"/>
                    </a:lnTo>
                    <a:lnTo>
                      <a:pt x="8327" y="14582"/>
                    </a:lnTo>
                    <a:lnTo>
                      <a:pt x="14404" y="20078"/>
                    </a:lnTo>
                    <a:cubicBezTo>
                      <a:pt x="14580" y="20237"/>
                      <a:pt x="14789" y="20317"/>
                      <a:pt x="14999" y="20317"/>
                    </a:cubicBezTo>
                    <a:cubicBezTo>
                      <a:pt x="15232" y="20317"/>
                      <a:pt x="15466" y="20218"/>
                      <a:pt x="15650" y="20026"/>
                    </a:cubicBezTo>
                    <a:lnTo>
                      <a:pt x="21012" y="14382"/>
                    </a:lnTo>
                    <a:cubicBezTo>
                      <a:pt x="21410" y="13963"/>
                      <a:pt x="21441" y="13250"/>
                      <a:pt x="21081" y="12788"/>
                    </a:cubicBezTo>
                    <a:cubicBezTo>
                      <a:pt x="20722" y="12325"/>
                      <a:pt x="20109" y="12289"/>
                      <a:pt x="19712" y="12707"/>
                    </a:cubicBezTo>
                    <a:close/>
                    <a:moveTo>
                      <a:pt x="735" y="12382"/>
                    </a:moveTo>
                    <a:lnTo>
                      <a:pt x="2190" y="12804"/>
                    </a:lnTo>
                    <a:lnTo>
                      <a:pt x="3284" y="10795"/>
                    </a:lnTo>
                    <a:lnTo>
                      <a:pt x="1204" y="10192"/>
                    </a:lnTo>
                    <a:cubicBezTo>
                      <a:pt x="683" y="10040"/>
                      <a:pt x="158" y="10410"/>
                      <a:pt x="28" y="11015"/>
                    </a:cubicBezTo>
                    <a:cubicBezTo>
                      <a:pt x="-100" y="11620"/>
                      <a:pt x="216" y="12231"/>
                      <a:pt x="735" y="12382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752" name="Freeform: Shape 89"/>
              <p:cNvSpPr/>
              <p:nvPr/>
            </p:nvSpPr>
            <p:spPr>
              <a:xfrm rot="5400000">
                <a:off x="5869080" y="2473200"/>
                <a:ext cx="530280" cy="533160"/>
              </a:xfrm>
              <a:custGeom>
                <a:avLst/>
                <a:gdLst/>
                <a:ahLst/>
                <a:rect l="l" t="t" r="r" b="b"/>
                <a:pathLst>
                  <a:path w="388" h="390">
                    <a:moveTo>
                      <a:pt x="388" y="390"/>
                    </a:moveTo>
                    <a:lnTo>
                      <a:pt x="0" y="0"/>
                    </a:lnTo>
                    <a:lnTo>
                      <a:pt x="388" y="0"/>
                    </a:lnTo>
                    <a:lnTo>
                      <a:pt x="388" y="390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  <a:alpha val="2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753" name="Rectangle 95"/>
              <p:cNvSpPr/>
              <p:nvPr/>
            </p:nvSpPr>
            <p:spPr>
              <a:xfrm>
                <a:off x="5865480" y="3377880"/>
                <a:ext cx="533880" cy="53388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grpSp>
            <p:nvGrpSpPr>
              <p:cNvPr id="754" name="Group 96"/>
              <p:cNvGrpSpPr/>
              <p:nvPr/>
            </p:nvGrpSpPr>
            <p:grpSpPr>
              <a:xfrm>
                <a:off x="5978880" y="3529440"/>
                <a:ext cx="306360" cy="232200"/>
                <a:chOff x="5978880" y="3529440"/>
                <a:chExt cx="306360" cy="232200"/>
              </a:xfrm>
            </p:grpSpPr>
            <p:sp>
              <p:nvSpPr>
                <p:cNvPr id="755" name="Oval 97"/>
                <p:cNvSpPr/>
                <p:nvPr/>
              </p:nvSpPr>
              <p:spPr>
                <a:xfrm>
                  <a:off x="6096600" y="3694320"/>
                  <a:ext cx="66960" cy="67320"/>
                </a:xfrm>
                <a:prstGeom prst="ellipse">
                  <a:avLst/>
                </a:pr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756" name="Freeform: Shape 98"/>
                <p:cNvSpPr/>
                <p:nvPr/>
              </p:nvSpPr>
              <p:spPr>
                <a:xfrm>
                  <a:off x="6046920" y="3628440"/>
                  <a:ext cx="170280" cy="68760"/>
                </a:xfrm>
                <a:custGeom>
                  <a:avLst/>
                  <a:gdLst/>
                  <a:ahLst/>
                  <a:rect l="l" t="t" r="r" b="b"/>
                  <a:pathLst>
                    <a:path w="213" h="89">
                      <a:moveTo>
                        <a:pt x="105" y="31"/>
                      </a:moveTo>
                      <a:cubicBezTo>
                        <a:pt x="144" y="31"/>
                        <a:pt x="177" y="54"/>
                        <a:pt x="191" y="89"/>
                      </a:cubicBezTo>
                      <a:cubicBezTo>
                        <a:pt x="213" y="64"/>
                        <a:pt x="213" y="64"/>
                        <a:pt x="213" y="64"/>
                      </a:cubicBezTo>
                      <a:cubicBezTo>
                        <a:pt x="192" y="26"/>
                        <a:pt x="152" y="0"/>
                        <a:pt x="105" y="0"/>
                      </a:cubicBezTo>
                      <a:cubicBezTo>
                        <a:pt x="61" y="0"/>
                        <a:pt x="22" y="23"/>
                        <a:pt x="0" y="58"/>
                      </a:cubicBezTo>
                      <a:cubicBezTo>
                        <a:pt x="21" y="82"/>
                        <a:pt x="21" y="82"/>
                        <a:pt x="21" y="82"/>
                      </a:cubicBezTo>
                      <a:cubicBezTo>
                        <a:pt x="37" y="51"/>
                        <a:pt x="68" y="31"/>
                        <a:pt x="105" y="31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757" name="Freeform: Shape 99"/>
                <p:cNvSpPr/>
                <p:nvPr/>
              </p:nvSpPr>
              <p:spPr>
                <a:xfrm>
                  <a:off x="6016320" y="3580200"/>
                  <a:ext cx="231840" cy="80280"/>
                </a:xfrm>
                <a:custGeom>
                  <a:avLst/>
                  <a:gdLst/>
                  <a:ahLst/>
                  <a:rect l="l" t="t" r="r" b="b"/>
                  <a:pathLst>
                    <a:path w="288" h="103">
                      <a:moveTo>
                        <a:pt x="142" y="34"/>
                      </a:moveTo>
                      <a:cubicBezTo>
                        <a:pt x="194" y="34"/>
                        <a:pt x="239" y="62"/>
                        <a:pt x="264" y="103"/>
                      </a:cubicBezTo>
                      <a:cubicBezTo>
                        <a:pt x="288" y="76"/>
                        <a:pt x="288" y="76"/>
                        <a:pt x="288" y="76"/>
                      </a:cubicBezTo>
                      <a:cubicBezTo>
                        <a:pt x="256" y="30"/>
                        <a:pt x="202" y="0"/>
                        <a:pt x="142" y="0"/>
                      </a:cubicBezTo>
                      <a:cubicBezTo>
                        <a:pt x="84" y="0"/>
                        <a:pt x="32" y="28"/>
                        <a:pt x="0" y="71"/>
                      </a:cubicBezTo>
                      <a:cubicBezTo>
                        <a:pt x="23" y="97"/>
                        <a:pt x="23" y="97"/>
                        <a:pt x="23" y="97"/>
                      </a:cubicBezTo>
                      <a:cubicBezTo>
                        <a:pt x="49" y="59"/>
                        <a:pt x="93" y="34"/>
                        <a:pt x="142" y="34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758" name="Freeform: Shape 100"/>
                <p:cNvSpPr/>
                <p:nvPr/>
              </p:nvSpPr>
              <p:spPr>
                <a:xfrm>
                  <a:off x="5978880" y="3529440"/>
                  <a:ext cx="306360" cy="94320"/>
                </a:xfrm>
                <a:custGeom>
                  <a:avLst/>
                  <a:gdLst/>
                  <a:ahLst/>
                  <a:rect l="l" t="t" r="r" b="b"/>
                  <a:pathLst>
                    <a:path w="380" h="120">
                      <a:moveTo>
                        <a:pt x="188" y="36"/>
                      </a:moveTo>
                      <a:cubicBezTo>
                        <a:pt x="256" y="36"/>
                        <a:pt x="317" y="69"/>
                        <a:pt x="355" y="120"/>
                      </a:cubicBezTo>
                      <a:cubicBezTo>
                        <a:pt x="380" y="93"/>
                        <a:pt x="380" y="93"/>
                        <a:pt x="380" y="93"/>
                      </a:cubicBezTo>
                      <a:cubicBezTo>
                        <a:pt x="335" y="36"/>
                        <a:pt x="266" y="0"/>
                        <a:pt x="188" y="0"/>
                      </a:cubicBezTo>
                      <a:cubicBezTo>
                        <a:pt x="113" y="0"/>
                        <a:pt x="45" y="34"/>
                        <a:pt x="0" y="88"/>
                      </a:cubicBezTo>
                      <a:cubicBezTo>
                        <a:pt x="25" y="115"/>
                        <a:pt x="25" y="115"/>
                        <a:pt x="25" y="115"/>
                      </a:cubicBezTo>
                      <a:cubicBezTo>
                        <a:pt x="63" y="67"/>
                        <a:pt x="122" y="36"/>
                        <a:pt x="188" y="36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</p:grpSp>
          <p:sp>
            <p:nvSpPr>
              <p:cNvPr id="759" name="Freeform: Shape 94"/>
              <p:cNvSpPr/>
              <p:nvPr/>
            </p:nvSpPr>
            <p:spPr>
              <a:xfrm rot="5400000">
                <a:off x="5869080" y="3380040"/>
                <a:ext cx="530280" cy="533160"/>
              </a:xfrm>
              <a:custGeom>
                <a:avLst/>
                <a:gdLst/>
                <a:ahLst/>
                <a:rect l="l" t="t" r="r" b="b"/>
                <a:pathLst>
                  <a:path w="388" h="390">
                    <a:moveTo>
                      <a:pt x="388" y="390"/>
                    </a:moveTo>
                    <a:lnTo>
                      <a:pt x="0" y="0"/>
                    </a:lnTo>
                    <a:lnTo>
                      <a:pt x="388" y="0"/>
                    </a:lnTo>
                    <a:lnTo>
                      <a:pt x="388" y="390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  <a:alpha val="2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grpSp>
            <p:nvGrpSpPr>
              <p:cNvPr id="760" name="Group 113"/>
              <p:cNvGrpSpPr/>
              <p:nvPr/>
            </p:nvGrpSpPr>
            <p:grpSpPr>
              <a:xfrm>
                <a:off x="6567840" y="1544760"/>
                <a:ext cx="2035440" cy="511920"/>
                <a:chOff x="6567840" y="1544760"/>
                <a:chExt cx="2035440" cy="511920"/>
              </a:xfrm>
            </p:grpSpPr>
            <p:sp>
              <p:nvSpPr>
                <p:cNvPr id="761" name="TextBox 114"/>
                <p:cNvSpPr/>
                <p:nvPr/>
              </p:nvSpPr>
              <p:spPr>
                <a:xfrm>
                  <a:off x="6567840" y="1544760"/>
                  <a:ext cx="919440" cy="1807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0" rIns="0" tIns="0" bIns="0" anchor="ctr">
                  <a:normAutofit fontScale="74000"/>
                </a:bodyPr>
                <a:p>
                  <a:pPr>
                    <a:lnSpc>
                      <a:spcPct val="100000"/>
                    </a:lnSpc>
                    <a:buNone/>
                  </a:pPr>
                  <a:r>
                    <a:rPr b="1" lang="zh-CN" sz="1600" spc="-1" strike="noStrike">
                      <a:solidFill>
                        <a:srgbClr val="959595"/>
                      </a:solidFill>
                      <a:latin typeface="微软雅黑"/>
                      <a:ea typeface="微软雅黑"/>
                    </a:rPr>
                    <a:t>标题文本预设</a:t>
                  </a:r>
                  <a:endParaRPr b="0" lang="en-HK" sz="1600" spc="-1" strike="noStrike">
                    <a:latin typeface="Arial"/>
                  </a:endParaRPr>
                </a:p>
              </p:txBody>
            </p:sp>
            <p:sp>
              <p:nvSpPr>
                <p:cNvPr id="762" name="Rectangle 115"/>
                <p:cNvSpPr/>
                <p:nvPr/>
              </p:nvSpPr>
              <p:spPr>
                <a:xfrm>
                  <a:off x="6567840" y="1679760"/>
                  <a:ext cx="2035440" cy="3769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ctr">
                  <a:normAutofit fontScale="92000"/>
                </a:bodyPr>
                <a:p>
                  <a:pPr>
                    <a:lnSpc>
                      <a:spcPct val="120000"/>
                    </a:lnSpc>
                    <a:buNone/>
                  </a:pPr>
                  <a:r>
                    <a:rPr b="0" lang="zh-CN" sz="11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此部分内容作为文字排版占位显示</a:t>
                  </a:r>
                  <a:br>
                    <a:rPr sz="1100"/>
                  </a:br>
                  <a:r>
                    <a:rPr b="0" lang="zh-CN" sz="11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（建议使用主题字体）</a:t>
                  </a:r>
                  <a:endParaRPr b="0" lang="en-HK" sz="1100" spc="-1" strike="noStrike">
                    <a:latin typeface="Arial"/>
                  </a:endParaRPr>
                </a:p>
              </p:txBody>
            </p:sp>
          </p:grpSp>
          <p:grpSp>
            <p:nvGrpSpPr>
              <p:cNvPr id="763" name="Group 116"/>
              <p:cNvGrpSpPr/>
              <p:nvPr/>
            </p:nvGrpSpPr>
            <p:grpSpPr>
              <a:xfrm>
                <a:off x="6567840" y="2503080"/>
                <a:ext cx="2035440" cy="511560"/>
                <a:chOff x="6567840" y="2503080"/>
                <a:chExt cx="2035440" cy="511560"/>
              </a:xfrm>
            </p:grpSpPr>
            <p:sp>
              <p:nvSpPr>
                <p:cNvPr id="764" name="TextBox 117"/>
                <p:cNvSpPr/>
                <p:nvPr/>
              </p:nvSpPr>
              <p:spPr>
                <a:xfrm>
                  <a:off x="6567840" y="2503080"/>
                  <a:ext cx="919440" cy="1807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0" rIns="0" tIns="0" bIns="0" anchor="ctr">
                  <a:normAutofit fontScale="74000"/>
                </a:bodyPr>
                <a:p>
                  <a:pPr>
                    <a:lnSpc>
                      <a:spcPct val="100000"/>
                    </a:lnSpc>
                    <a:buNone/>
                  </a:pPr>
                  <a:r>
                    <a:rPr b="1" lang="zh-CN" sz="1600" spc="-1" strike="noStrike">
                      <a:solidFill>
                        <a:srgbClr val="272f42"/>
                      </a:solidFill>
                      <a:latin typeface="微软雅黑"/>
                      <a:ea typeface="微软雅黑"/>
                    </a:rPr>
                    <a:t>标题文本预设</a:t>
                  </a:r>
                  <a:endParaRPr b="0" lang="en-HK" sz="1600" spc="-1" strike="noStrike">
                    <a:latin typeface="Arial"/>
                  </a:endParaRPr>
                </a:p>
              </p:txBody>
            </p:sp>
            <p:sp>
              <p:nvSpPr>
                <p:cNvPr id="765" name="Rectangle 118"/>
                <p:cNvSpPr/>
                <p:nvPr/>
              </p:nvSpPr>
              <p:spPr>
                <a:xfrm>
                  <a:off x="6567840" y="2637720"/>
                  <a:ext cx="2035440" cy="3769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ctr">
                  <a:normAutofit fontScale="92000"/>
                </a:bodyPr>
                <a:p>
                  <a:pPr>
                    <a:lnSpc>
                      <a:spcPct val="120000"/>
                    </a:lnSpc>
                    <a:buNone/>
                  </a:pPr>
                  <a:r>
                    <a:rPr b="0" lang="zh-CN" sz="11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此部分内容作为文字排版占位显示</a:t>
                  </a:r>
                  <a:br>
                    <a:rPr sz="1100"/>
                  </a:br>
                  <a:r>
                    <a:rPr b="0" lang="zh-CN" sz="11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（建议使用主题字体）</a:t>
                  </a:r>
                  <a:endParaRPr b="0" lang="en-HK" sz="1100" spc="-1" strike="noStrike">
                    <a:latin typeface="Arial"/>
                  </a:endParaRPr>
                </a:p>
              </p:txBody>
            </p:sp>
          </p:grpSp>
          <p:grpSp>
            <p:nvGrpSpPr>
              <p:cNvPr id="766" name="Group 119"/>
              <p:cNvGrpSpPr/>
              <p:nvPr/>
            </p:nvGrpSpPr>
            <p:grpSpPr>
              <a:xfrm>
                <a:off x="6567840" y="3400920"/>
                <a:ext cx="2035440" cy="511920"/>
                <a:chOff x="6567840" y="3400920"/>
                <a:chExt cx="2035440" cy="511920"/>
              </a:xfrm>
            </p:grpSpPr>
            <p:sp>
              <p:nvSpPr>
                <p:cNvPr id="767" name="TextBox 120"/>
                <p:cNvSpPr/>
                <p:nvPr/>
              </p:nvSpPr>
              <p:spPr>
                <a:xfrm>
                  <a:off x="6567840" y="3400920"/>
                  <a:ext cx="919440" cy="1807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0" rIns="0" tIns="0" bIns="0" anchor="ctr">
                  <a:normAutofit fontScale="74000"/>
                </a:bodyPr>
                <a:p>
                  <a:pPr>
                    <a:lnSpc>
                      <a:spcPct val="100000"/>
                    </a:lnSpc>
                    <a:buNone/>
                  </a:pPr>
                  <a:r>
                    <a:rPr b="1" lang="zh-CN" sz="16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标题文本预设</a:t>
                  </a:r>
                  <a:endParaRPr b="0" lang="en-HK" sz="1600" spc="-1" strike="noStrike">
                    <a:latin typeface="Arial"/>
                  </a:endParaRPr>
                </a:p>
              </p:txBody>
            </p:sp>
            <p:sp>
              <p:nvSpPr>
                <p:cNvPr id="768" name="Rectangle 121"/>
                <p:cNvSpPr/>
                <p:nvPr/>
              </p:nvSpPr>
              <p:spPr>
                <a:xfrm>
                  <a:off x="6567840" y="3535920"/>
                  <a:ext cx="2035440" cy="3769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ctr">
                  <a:normAutofit fontScale="92000"/>
                </a:bodyPr>
                <a:p>
                  <a:pPr>
                    <a:lnSpc>
                      <a:spcPct val="120000"/>
                    </a:lnSpc>
                    <a:buNone/>
                  </a:pPr>
                  <a:r>
                    <a:rPr b="0" lang="zh-CN" sz="11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此部分内容作为文字排版占位显示</a:t>
                  </a:r>
                  <a:br>
                    <a:rPr sz="1100"/>
                  </a:br>
                  <a:r>
                    <a:rPr b="0" lang="zh-CN" sz="11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（建议使用主题字体）</a:t>
                  </a:r>
                  <a:endParaRPr b="0" lang="en-HK" sz="1100" spc="-1" strike="noStrike">
                    <a:latin typeface="Arial"/>
                  </a:endParaRPr>
                </a:p>
              </p:txBody>
            </p:sp>
          </p:grpSp>
        </p:grpSp>
      </p:grpSp>
      <p:grpSp>
        <p:nvGrpSpPr>
          <p:cNvPr id="769" name="组合 103"/>
          <p:cNvGrpSpPr/>
          <p:nvPr/>
        </p:nvGrpSpPr>
        <p:grpSpPr>
          <a:xfrm>
            <a:off x="323640" y="0"/>
            <a:ext cx="2084040" cy="574200"/>
            <a:chOff x="323640" y="0"/>
            <a:chExt cx="2084040" cy="574200"/>
          </a:xfrm>
        </p:grpSpPr>
        <p:sp>
          <p:nvSpPr>
            <p:cNvPr id="770" name="TextBox 86"/>
            <p:cNvSpPr/>
            <p:nvPr/>
          </p:nvSpPr>
          <p:spPr>
            <a:xfrm>
              <a:off x="576360" y="58320"/>
              <a:ext cx="183132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zh-CN" sz="24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请输入标题</a:t>
              </a:r>
              <a:endParaRPr b="0" lang="en-HK" sz="2400" spc="-1" strike="noStrike">
                <a:latin typeface="Arial"/>
              </a:endParaRPr>
            </a:p>
          </p:txBody>
        </p:sp>
        <p:sp>
          <p:nvSpPr>
            <p:cNvPr id="771" name="矩形 105"/>
            <p:cNvSpPr/>
            <p:nvPr/>
          </p:nvSpPr>
          <p:spPr>
            <a:xfrm>
              <a:off x="323640" y="0"/>
              <a:ext cx="212040" cy="5742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</p:spTree>
  </p:cSld>
  <p:transition spd="med">
    <p:pull dir="r"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剪去单角的矩形 3"/>
          <p:cNvSpPr/>
          <p:nvPr/>
        </p:nvSpPr>
        <p:spPr>
          <a:xfrm>
            <a:off x="2776320" y="987480"/>
            <a:ext cx="4034880" cy="3146400"/>
          </a:xfrm>
          <a:prstGeom prst="snip1Rect">
            <a:avLst>
              <a:gd name="adj" fmla="val 16667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773" name="组合 9"/>
          <p:cNvGrpSpPr/>
          <p:nvPr/>
        </p:nvGrpSpPr>
        <p:grpSpPr>
          <a:xfrm>
            <a:off x="1331640" y="1704960"/>
            <a:ext cx="1815480" cy="2682360"/>
            <a:chOff x="1331640" y="1704960"/>
            <a:chExt cx="1815480" cy="2682360"/>
          </a:xfrm>
        </p:grpSpPr>
        <p:sp>
          <p:nvSpPr>
            <p:cNvPr id="774" name="任意多边形 17"/>
            <p:cNvSpPr/>
            <p:nvPr/>
          </p:nvSpPr>
          <p:spPr>
            <a:xfrm>
              <a:off x="2234160" y="2612520"/>
              <a:ext cx="591480" cy="519840"/>
            </a:xfrm>
            <a:custGeom>
              <a:avLst/>
              <a:gdLst/>
              <a:ahLst/>
              <a:rect l="l" t="t" r="r" b="b"/>
              <a:pathLst>
                <a:path w="382" h="337">
                  <a:moveTo>
                    <a:pt x="57" y="0"/>
                  </a:moveTo>
                  <a:cubicBezTo>
                    <a:pt x="201" y="227"/>
                    <a:pt x="201" y="227"/>
                    <a:pt x="201" y="227"/>
                  </a:cubicBezTo>
                  <a:cubicBezTo>
                    <a:pt x="308" y="11"/>
                    <a:pt x="308" y="11"/>
                    <a:pt x="308" y="11"/>
                  </a:cubicBezTo>
                  <a:cubicBezTo>
                    <a:pt x="382" y="48"/>
                    <a:pt x="382" y="48"/>
                    <a:pt x="382" y="48"/>
                  </a:cubicBezTo>
                  <a:cubicBezTo>
                    <a:pt x="249" y="314"/>
                    <a:pt x="249" y="314"/>
                    <a:pt x="249" y="314"/>
                  </a:cubicBezTo>
                  <a:cubicBezTo>
                    <a:pt x="243" y="326"/>
                    <a:pt x="233" y="334"/>
                    <a:pt x="220" y="336"/>
                  </a:cubicBezTo>
                  <a:cubicBezTo>
                    <a:pt x="218" y="337"/>
                    <a:pt x="215" y="337"/>
                    <a:pt x="212" y="337"/>
                  </a:cubicBezTo>
                  <a:cubicBezTo>
                    <a:pt x="203" y="337"/>
                    <a:pt x="193" y="334"/>
                    <a:pt x="186" y="328"/>
                  </a:cubicBezTo>
                  <a:cubicBezTo>
                    <a:pt x="0" y="120"/>
                    <a:pt x="0" y="120"/>
                    <a:pt x="0" y="120"/>
                  </a:cubicBezTo>
                  <a:lnTo>
                    <a:pt x="57" y="0"/>
                  </a:lnTo>
                  <a:close/>
                </a:path>
              </a:pathLst>
            </a:custGeom>
            <a:solidFill>
              <a:srgbClr val="2b2b2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75" name="矩形 15"/>
            <p:cNvSpPr/>
            <p:nvPr/>
          </p:nvSpPr>
          <p:spPr>
            <a:xfrm>
              <a:off x="1783800" y="2491200"/>
              <a:ext cx="258480" cy="63360"/>
            </a:xfrm>
            <a:prstGeom prst="rect">
              <a:avLst/>
            </a:prstGeom>
            <a:solidFill>
              <a:srgbClr val="e0b49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76" name="任意多边形 19"/>
            <p:cNvSpPr/>
            <p:nvPr/>
          </p:nvSpPr>
          <p:spPr>
            <a:xfrm>
              <a:off x="1535040" y="1892880"/>
              <a:ext cx="457560" cy="641160"/>
            </a:xfrm>
            <a:custGeom>
              <a:avLst/>
              <a:gdLst/>
              <a:ahLst/>
              <a:rect l="l" t="t" r="r" b="b"/>
              <a:pathLst>
                <a:path w="296" h="415">
                  <a:moveTo>
                    <a:pt x="280" y="287"/>
                  </a:moveTo>
                  <a:cubicBezTo>
                    <a:pt x="256" y="275"/>
                    <a:pt x="256" y="275"/>
                    <a:pt x="256" y="275"/>
                  </a:cubicBezTo>
                  <a:cubicBezTo>
                    <a:pt x="256" y="30"/>
                    <a:pt x="256" y="30"/>
                    <a:pt x="256" y="30"/>
                  </a:cubicBezTo>
                  <a:cubicBezTo>
                    <a:pt x="256" y="30"/>
                    <a:pt x="272" y="24"/>
                    <a:pt x="296" y="0"/>
                  </a:cubicBezTo>
                  <a:cubicBezTo>
                    <a:pt x="241" y="0"/>
                    <a:pt x="241" y="0"/>
                    <a:pt x="241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9" y="0"/>
                    <a:pt x="54" y="83"/>
                    <a:pt x="52" y="158"/>
                  </a:cubicBezTo>
                  <a:cubicBezTo>
                    <a:pt x="52" y="158"/>
                    <a:pt x="51" y="160"/>
                    <a:pt x="51" y="160"/>
                  </a:cubicBezTo>
                  <a:cubicBezTo>
                    <a:pt x="22" y="160"/>
                    <a:pt x="0" y="182"/>
                    <a:pt x="0" y="208"/>
                  </a:cubicBezTo>
                  <a:cubicBezTo>
                    <a:pt x="0" y="234"/>
                    <a:pt x="22" y="255"/>
                    <a:pt x="51" y="255"/>
                  </a:cubicBezTo>
                  <a:cubicBezTo>
                    <a:pt x="52" y="255"/>
                    <a:pt x="53" y="256"/>
                    <a:pt x="54" y="255"/>
                  </a:cubicBezTo>
                  <a:cubicBezTo>
                    <a:pt x="54" y="256"/>
                    <a:pt x="54" y="256"/>
                    <a:pt x="54" y="256"/>
                  </a:cubicBezTo>
                  <a:cubicBezTo>
                    <a:pt x="54" y="256"/>
                    <a:pt x="54" y="256"/>
                    <a:pt x="54" y="256"/>
                  </a:cubicBezTo>
                  <a:cubicBezTo>
                    <a:pt x="54" y="256"/>
                    <a:pt x="104" y="380"/>
                    <a:pt x="195" y="413"/>
                  </a:cubicBezTo>
                  <a:cubicBezTo>
                    <a:pt x="195" y="413"/>
                    <a:pt x="195" y="413"/>
                    <a:pt x="195" y="413"/>
                  </a:cubicBezTo>
                  <a:cubicBezTo>
                    <a:pt x="206" y="415"/>
                    <a:pt x="241" y="413"/>
                    <a:pt x="241" y="413"/>
                  </a:cubicBezTo>
                  <a:cubicBezTo>
                    <a:pt x="241" y="413"/>
                    <a:pt x="247" y="413"/>
                    <a:pt x="256" y="414"/>
                  </a:cubicBezTo>
                  <a:cubicBezTo>
                    <a:pt x="256" y="302"/>
                    <a:pt x="256" y="302"/>
                    <a:pt x="256" y="302"/>
                  </a:cubicBezTo>
                  <a:lnTo>
                    <a:pt x="280" y="287"/>
                  </a:lnTo>
                  <a:close/>
                </a:path>
              </a:pathLst>
            </a:custGeom>
            <a:solidFill>
              <a:srgbClr val="fdd0a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77" name="任意多边形 20"/>
            <p:cNvSpPr/>
            <p:nvPr/>
          </p:nvSpPr>
          <p:spPr>
            <a:xfrm>
              <a:off x="1951920" y="2528640"/>
              <a:ext cx="41760" cy="4320"/>
            </a:xfrm>
            <a:custGeom>
              <a:avLst/>
              <a:gdLst/>
              <a:ahLst/>
              <a:rect l="l" t="t" r="r" b="b"/>
              <a:pathLst>
                <a:path w="29" h="5">
                  <a:moveTo>
                    <a:pt x="19" y="4"/>
                  </a:moveTo>
                  <a:cubicBezTo>
                    <a:pt x="22" y="3"/>
                    <a:pt x="25" y="1"/>
                    <a:pt x="29" y="0"/>
                  </a:cubicBezTo>
                  <a:cubicBezTo>
                    <a:pt x="17" y="2"/>
                    <a:pt x="7" y="4"/>
                    <a:pt x="0" y="5"/>
                  </a:cubicBezTo>
                  <a:cubicBezTo>
                    <a:pt x="7" y="5"/>
                    <a:pt x="15" y="5"/>
                    <a:pt x="19" y="4"/>
                  </a:cubicBezTo>
                  <a:close/>
                </a:path>
              </a:pathLst>
            </a:custGeom>
            <a:solidFill>
              <a:srgbClr val="fdd0a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78" name="任意多边形 21"/>
            <p:cNvSpPr/>
            <p:nvPr/>
          </p:nvSpPr>
          <p:spPr>
            <a:xfrm>
              <a:off x="1929240" y="1892880"/>
              <a:ext cx="352800" cy="640080"/>
            </a:xfrm>
            <a:custGeom>
              <a:avLst/>
              <a:gdLst/>
              <a:ahLst/>
              <a:rect l="l" t="t" r="r" b="b"/>
              <a:pathLst>
                <a:path w="229" h="414">
                  <a:moveTo>
                    <a:pt x="175" y="256"/>
                  </a:moveTo>
                  <a:cubicBezTo>
                    <a:pt x="176" y="256"/>
                    <a:pt x="177" y="256"/>
                    <a:pt x="178" y="256"/>
                  </a:cubicBezTo>
                  <a:cubicBezTo>
                    <a:pt x="206" y="256"/>
                    <a:pt x="229" y="235"/>
                    <a:pt x="229" y="209"/>
                  </a:cubicBezTo>
                  <a:cubicBezTo>
                    <a:pt x="229" y="183"/>
                    <a:pt x="206" y="162"/>
                    <a:pt x="178" y="162"/>
                  </a:cubicBezTo>
                  <a:cubicBezTo>
                    <a:pt x="177" y="162"/>
                    <a:pt x="177" y="158"/>
                    <a:pt x="176" y="158"/>
                  </a:cubicBezTo>
                  <a:cubicBezTo>
                    <a:pt x="175" y="83"/>
                    <a:pt x="170" y="0"/>
                    <a:pt x="170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19" y="24"/>
                    <a:pt x="0" y="30"/>
                    <a:pt x="0" y="30"/>
                  </a:cubicBezTo>
                  <a:cubicBezTo>
                    <a:pt x="0" y="414"/>
                    <a:pt x="0" y="414"/>
                    <a:pt x="0" y="414"/>
                  </a:cubicBezTo>
                  <a:cubicBezTo>
                    <a:pt x="4" y="414"/>
                    <a:pt x="9" y="414"/>
                    <a:pt x="13" y="414"/>
                  </a:cubicBezTo>
                  <a:cubicBezTo>
                    <a:pt x="21" y="413"/>
                    <a:pt x="32" y="411"/>
                    <a:pt x="43" y="409"/>
                  </a:cubicBezTo>
                  <a:cubicBezTo>
                    <a:pt x="128" y="371"/>
                    <a:pt x="175" y="256"/>
                    <a:pt x="175" y="256"/>
                  </a:cubicBezTo>
                  <a:close/>
                </a:path>
              </a:pathLst>
            </a:custGeom>
            <a:solidFill>
              <a:srgbClr val="fdd0a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79" name="任意多边形 22"/>
            <p:cNvSpPr/>
            <p:nvPr/>
          </p:nvSpPr>
          <p:spPr>
            <a:xfrm>
              <a:off x="1895760" y="3369600"/>
              <a:ext cx="234720" cy="951480"/>
            </a:xfrm>
            <a:custGeom>
              <a:avLst/>
              <a:gdLst/>
              <a:ahLst/>
              <a:rect l="l" t="t" r="r" b="b"/>
              <a:pathLst>
                <a:path w="230" h="921">
                  <a:moveTo>
                    <a:pt x="65" y="921"/>
                  </a:moveTo>
                  <a:lnTo>
                    <a:pt x="199" y="921"/>
                  </a:lnTo>
                  <a:lnTo>
                    <a:pt x="230" y="0"/>
                  </a:lnTo>
                  <a:lnTo>
                    <a:pt x="0" y="0"/>
                  </a:lnTo>
                  <a:lnTo>
                    <a:pt x="65" y="921"/>
                  </a:lnTo>
                  <a:close/>
                </a:path>
              </a:pathLst>
            </a:custGeom>
            <a:solidFill>
              <a:srgbClr val="37384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80" name="任意多边形 23"/>
            <p:cNvSpPr/>
            <p:nvPr/>
          </p:nvSpPr>
          <p:spPr>
            <a:xfrm>
              <a:off x="1695600" y="3369600"/>
              <a:ext cx="233640" cy="951480"/>
            </a:xfrm>
            <a:custGeom>
              <a:avLst/>
              <a:gdLst/>
              <a:ahLst/>
              <a:rect l="l" t="t" r="r" b="b"/>
              <a:pathLst>
                <a:path w="229" h="921">
                  <a:moveTo>
                    <a:pt x="165" y="921"/>
                  </a:moveTo>
                  <a:lnTo>
                    <a:pt x="31" y="921"/>
                  </a:lnTo>
                  <a:lnTo>
                    <a:pt x="0" y="0"/>
                  </a:lnTo>
                  <a:lnTo>
                    <a:pt x="229" y="0"/>
                  </a:lnTo>
                  <a:lnTo>
                    <a:pt x="165" y="921"/>
                  </a:lnTo>
                  <a:close/>
                </a:path>
              </a:pathLst>
            </a:custGeom>
            <a:solidFill>
              <a:srgbClr val="2d2e3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81" name="矩形 21"/>
            <p:cNvSpPr/>
            <p:nvPr/>
          </p:nvSpPr>
          <p:spPr>
            <a:xfrm>
              <a:off x="1675080" y="2612520"/>
              <a:ext cx="468000" cy="455400"/>
            </a:xfrm>
            <a:prstGeom prst="rect">
              <a:avLst/>
            </a:prstGeom>
            <a:solidFill>
              <a:srgbClr val="e8e1e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82" name="矩形 22"/>
            <p:cNvSpPr/>
            <p:nvPr/>
          </p:nvSpPr>
          <p:spPr>
            <a:xfrm>
              <a:off x="1851120" y="2558520"/>
              <a:ext cx="115200" cy="63360"/>
            </a:xfrm>
            <a:prstGeom prst="rect">
              <a:avLst/>
            </a:prstGeom>
            <a:solidFill>
              <a:srgbClr val="37384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83" name="任意多边形 26"/>
            <p:cNvSpPr/>
            <p:nvPr/>
          </p:nvSpPr>
          <p:spPr>
            <a:xfrm>
              <a:off x="1838880" y="2612520"/>
              <a:ext cx="141120" cy="753120"/>
            </a:xfrm>
            <a:custGeom>
              <a:avLst/>
              <a:gdLst/>
              <a:ahLst/>
              <a:rect l="l" t="t" r="r" b="b"/>
              <a:pathLst>
                <a:path w="140" h="730">
                  <a:moveTo>
                    <a:pt x="0" y="670"/>
                  </a:moveTo>
                  <a:lnTo>
                    <a:pt x="70" y="730"/>
                  </a:lnTo>
                  <a:lnTo>
                    <a:pt x="140" y="670"/>
                  </a:lnTo>
                  <a:lnTo>
                    <a:pt x="90" y="0"/>
                  </a:lnTo>
                  <a:lnTo>
                    <a:pt x="49" y="0"/>
                  </a:lnTo>
                  <a:lnTo>
                    <a:pt x="0" y="670"/>
                  </a:lnTo>
                  <a:close/>
                </a:path>
              </a:pathLst>
            </a:custGeom>
            <a:solidFill>
              <a:srgbClr val="37384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84" name="任意多边形 27"/>
            <p:cNvSpPr/>
            <p:nvPr/>
          </p:nvSpPr>
          <p:spPr>
            <a:xfrm>
              <a:off x="1948680" y="2558520"/>
              <a:ext cx="131760" cy="88200"/>
            </a:xfrm>
            <a:custGeom>
              <a:avLst/>
              <a:gdLst/>
              <a:ahLst/>
              <a:rect l="l" t="t" r="r" b="b"/>
              <a:pathLst>
                <a:path w="131" h="89">
                  <a:moveTo>
                    <a:pt x="29" y="89"/>
                  </a:moveTo>
                  <a:lnTo>
                    <a:pt x="131" y="52"/>
                  </a:lnTo>
                  <a:lnTo>
                    <a:pt x="131" y="0"/>
                  </a:lnTo>
                  <a:lnTo>
                    <a:pt x="0" y="0"/>
                  </a:lnTo>
                  <a:lnTo>
                    <a:pt x="29" y="89"/>
                  </a:lnTo>
                  <a:close/>
                </a:path>
              </a:pathLst>
            </a:custGeom>
            <a:solidFill>
              <a:srgbClr val="fef6f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85" name="任意多边形 28"/>
            <p:cNvSpPr/>
            <p:nvPr/>
          </p:nvSpPr>
          <p:spPr>
            <a:xfrm>
              <a:off x="1737360" y="2558520"/>
              <a:ext cx="131760" cy="88200"/>
            </a:xfrm>
            <a:custGeom>
              <a:avLst/>
              <a:gdLst/>
              <a:ahLst/>
              <a:rect l="l" t="t" r="r" b="b"/>
              <a:pathLst>
                <a:path w="131" h="89">
                  <a:moveTo>
                    <a:pt x="102" y="89"/>
                  </a:moveTo>
                  <a:lnTo>
                    <a:pt x="0" y="52"/>
                  </a:lnTo>
                  <a:lnTo>
                    <a:pt x="0" y="0"/>
                  </a:lnTo>
                  <a:lnTo>
                    <a:pt x="131" y="0"/>
                  </a:lnTo>
                  <a:lnTo>
                    <a:pt x="102" y="89"/>
                  </a:lnTo>
                  <a:close/>
                </a:path>
              </a:pathLst>
            </a:custGeom>
            <a:solidFill>
              <a:srgbClr val="fef6f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86" name="任意多边形 29"/>
            <p:cNvSpPr/>
            <p:nvPr/>
          </p:nvSpPr>
          <p:spPr>
            <a:xfrm>
              <a:off x="1331640" y="2612520"/>
              <a:ext cx="281160" cy="853920"/>
            </a:xfrm>
            <a:custGeom>
              <a:avLst/>
              <a:gdLst/>
              <a:ahLst/>
              <a:rect l="l" t="t" r="r" b="b"/>
              <a:pathLst>
                <a:path w="183" h="552">
                  <a:moveTo>
                    <a:pt x="116" y="545"/>
                  </a:moveTo>
                  <a:cubicBezTo>
                    <a:pt x="90" y="547"/>
                    <a:pt x="63" y="550"/>
                    <a:pt x="37" y="552"/>
                  </a:cubicBezTo>
                  <a:cubicBezTo>
                    <a:pt x="0" y="366"/>
                    <a:pt x="24" y="177"/>
                    <a:pt x="108" y="0"/>
                  </a:cubicBezTo>
                  <a:cubicBezTo>
                    <a:pt x="133" y="7"/>
                    <a:pt x="158" y="13"/>
                    <a:pt x="183" y="20"/>
                  </a:cubicBezTo>
                  <a:cubicBezTo>
                    <a:pt x="104" y="188"/>
                    <a:pt x="81" y="368"/>
                    <a:pt x="116" y="545"/>
                  </a:cubicBezTo>
                </a:path>
              </a:pathLst>
            </a:custGeom>
            <a:solidFill>
              <a:srgbClr val="2b2b2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87" name="任意多边形 30"/>
            <p:cNvSpPr/>
            <p:nvPr/>
          </p:nvSpPr>
          <p:spPr>
            <a:xfrm>
              <a:off x="1390680" y="3459960"/>
              <a:ext cx="163080" cy="118440"/>
            </a:xfrm>
            <a:custGeom>
              <a:avLst/>
              <a:gdLst/>
              <a:ahLst/>
              <a:rect l="l" t="t" r="r" b="b"/>
              <a:pathLst>
                <a:path w="107" h="79">
                  <a:moveTo>
                    <a:pt x="89" y="9"/>
                  </a:moveTo>
                  <a:cubicBezTo>
                    <a:pt x="86" y="7"/>
                    <a:pt x="82" y="6"/>
                    <a:pt x="79" y="5"/>
                  </a:cubicBezTo>
                  <a:cubicBezTo>
                    <a:pt x="78" y="3"/>
                    <a:pt x="78" y="1"/>
                    <a:pt x="77" y="0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0" y="14"/>
                    <a:pt x="0" y="20"/>
                    <a:pt x="1" y="27"/>
                  </a:cubicBezTo>
                  <a:cubicBezTo>
                    <a:pt x="5" y="57"/>
                    <a:pt x="26" y="79"/>
                    <a:pt x="49" y="77"/>
                  </a:cubicBezTo>
                  <a:cubicBezTo>
                    <a:pt x="70" y="75"/>
                    <a:pt x="84" y="55"/>
                    <a:pt x="84" y="30"/>
                  </a:cubicBezTo>
                  <a:cubicBezTo>
                    <a:pt x="92" y="32"/>
                    <a:pt x="100" y="32"/>
                    <a:pt x="103" y="29"/>
                  </a:cubicBezTo>
                  <a:cubicBezTo>
                    <a:pt x="107" y="24"/>
                    <a:pt x="101" y="15"/>
                    <a:pt x="89" y="9"/>
                  </a:cubicBezTo>
                </a:path>
              </a:pathLst>
            </a:custGeom>
            <a:solidFill>
              <a:srgbClr val="fdd0a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88" name="任意多边形 31"/>
            <p:cNvSpPr/>
            <p:nvPr/>
          </p:nvSpPr>
          <p:spPr>
            <a:xfrm>
              <a:off x="1888560" y="2612520"/>
              <a:ext cx="430560" cy="882720"/>
            </a:xfrm>
            <a:custGeom>
              <a:avLst/>
              <a:gdLst/>
              <a:ahLst/>
              <a:rect l="l" t="t" r="r" b="b"/>
              <a:pathLst>
                <a:path w="279" h="571">
                  <a:moveTo>
                    <a:pt x="50" y="571"/>
                  </a:moveTo>
                  <a:cubicBezTo>
                    <a:pt x="50" y="571"/>
                    <a:pt x="50" y="571"/>
                    <a:pt x="50" y="571"/>
                  </a:cubicBezTo>
                  <a:cubicBezTo>
                    <a:pt x="50" y="571"/>
                    <a:pt x="49" y="571"/>
                    <a:pt x="48" y="571"/>
                  </a:cubicBezTo>
                  <a:cubicBezTo>
                    <a:pt x="24" y="571"/>
                    <a:pt x="4" y="556"/>
                    <a:pt x="1" y="536"/>
                  </a:cubicBezTo>
                  <a:cubicBezTo>
                    <a:pt x="0" y="536"/>
                    <a:pt x="0" y="536"/>
                    <a:pt x="0" y="536"/>
                  </a:cubicBezTo>
                  <a:cubicBezTo>
                    <a:pt x="0" y="281"/>
                    <a:pt x="0" y="281"/>
                    <a:pt x="0" y="281"/>
                  </a:cubicBezTo>
                  <a:cubicBezTo>
                    <a:pt x="124" y="0"/>
                    <a:pt x="124" y="0"/>
                    <a:pt x="124" y="0"/>
                  </a:cubicBezTo>
                  <a:cubicBezTo>
                    <a:pt x="279" y="0"/>
                    <a:pt x="279" y="0"/>
                    <a:pt x="279" y="0"/>
                  </a:cubicBezTo>
                  <a:cubicBezTo>
                    <a:pt x="218" y="281"/>
                    <a:pt x="218" y="281"/>
                    <a:pt x="218" y="281"/>
                  </a:cubicBezTo>
                  <a:cubicBezTo>
                    <a:pt x="218" y="571"/>
                    <a:pt x="218" y="571"/>
                    <a:pt x="218" y="571"/>
                  </a:cubicBezTo>
                  <a:lnTo>
                    <a:pt x="50" y="571"/>
                  </a:lnTo>
                  <a:close/>
                </a:path>
              </a:pathLst>
            </a:custGeom>
            <a:solidFill>
              <a:srgbClr val="00b0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89" name="任意多边形 32"/>
            <p:cNvSpPr/>
            <p:nvPr/>
          </p:nvSpPr>
          <p:spPr>
            <a:xfrm>
              <a:off x="1888560" y="2583360"/>
              <a:ext cx="297000" cy="461880"/>
            </a:xfrm>
            <a:custGeom>
              <a:avLst/>
              <a:gdLst/>
              <a:ahLst/>
              <a:rect l="l" t="t" r="r" b="b"/>
              <a:pathLst>
                <a:path w="290" h="449">
                  <a:moveTo>
                    <a:pt x="155" y="224"/>
                  </a:moveTo>
                  <a:lnTo>
                    <a:pt x="0" y="449"/>
                  </a:lnTo>
                  <a:lnTo>
                    <a:pt x="195" y="0"/>
                  </a:lnTo>
                  <a:lnTo>
                    <a:pt x="290" y="28"/>
                  </a:lnTo>
                  <a:lnTo>
                    <a:pt x="227" y="119"/>
                  </a:lnTo>
                  <a:lnTo>
                    <a:pt x="159" y="217"/>
                  </a:lnTo>
                  <a:lnTo>
                    <a:pt x="155" y="224"/>
                  </a:lnTo>
                  <a:close/>
                </a:path>
              </a:pathLst>
            </a:custGeom>
            <a:solidFill>
              <a:srgbClr val="2b2b2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90" name="任意多边形 33"/>
            <p:cNvSpPr/>
            <p:nvPr/>
          </p:nvSpPr>
          <p:spPr>
            <a:xfrm>
              <a:off x="1498680" y="2612520"/>
              <a:ext cx="430560" cy="882720"/>
            </a:xfrm>
            <a:custGeom>
              <a:avLst/>
              <a:gdLst/>
              <a:ahLst/>
              <a:rect l="l" t="t" r="r" b="b"/>
              <a:pathLst>
                <a:path w="279" h="571">
                  <a:moveTo>
                    <a:pt x="228" y="571"/>
                  </a:moveTo>
                  <a:cubicBezTo>
                    <a:pt x="229" y="571"/>
                    <a:pt x="229" y="571"/>
                    <a:pt x="229" y="571"/>
                  </a:cubicBezTo>
                  <a:cubicBezTo>
                    <a:pt x="229" y="571"/>
                    <a:pt x="230" y="571"/>
                    <a:pt x="231" y="571"/>
                  </a:cubicBezTo>
                  <a:cubicBezTo>
                    <a:pt x="255" y="571"/>
                    <a:pt x="275" y="556"/>
                    <a:pt x="278" y="536"/>
                  </a:cubicBezTo>
                  <a:cubicBezTo>
                    <a:pt x="279" y="536"/>
                    <a:pt x="279" y="536"/>
                    <a:pt x="279" y="536"/>
                  </a:cubicBezTo>
                  <a:cubicBezTo>
                    <a:pt x="279" y="281"/>
                    <a:pt x="279" y="281"/>
                    <a:pt x="279" y="281"/>
                  </a:cubicBezTo>
                  <a:cubicBezTo>
                    <a:pt x="155" y="0"/>
                    <a:pt x="155" y="0"/>
                    <a:pt x="15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61" y="281"/>
                    <a:pt x="61" y="281"/>
                    <a:pt x="61" y="281"/>
                  </a:cubicBezTo>
                  <a:cubicBezTo>
                    <a:pt x="61" y="571"/>
                    <a:pt x="61" y="571"/>
                    <a:pt x="61" y="571"/>
                  </a:cubicBezTo>
                  <a:lnTo>
                    <a:pt x="228" y="571"/>
                  </a:lnTo>
                  <a:close/>
                </a:path>
              </a:pathLst>
            </a:custGeom>
            <a:solidFill>
              <a:srgbClr val="00b0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91" name="任意多边形 34"/>
            <p:cNvSpPr/>
            <p:nvPr/>
          </p:nvSpPr>
          <p:spPr>
            <a:xfrm>
              <a:off x="1632600" y="2583360"/>
              <a:ext cx="297000" cy="461880"/>
            </a:xfrm>
            <a:custGeom>
              <a:avLst/>
              <a:gdLst/>
              <a:ahLst/>
              <a:rect l="l" t="t" r="r" b="b"/>
              <a:pathLst>
                <a:path w="290" h="449">
                  <a:moveTo>
                    <a:pt x="0" y="28"/>
                  </a:moveTo>
                  <a:lnTo>
                    <a:pt x="95" y="0"/>
                  </a:lnTo>
                  <a:lnTo>
                    <a:pt x="290" y="449"/>
                  </a:lnTo>
                  <a:lnTo>
                    <a:pt x="64" y="119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rgbClr val="2b2b2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92" name="任意多边形 35"/>
            <p:cNvSpPr/>
            <p:nvPr/>
          </p:nvSpPr>
          <p:spPr>
            <a:xfrm>
              <a:off x="1566000" y="2198880"/>
              <a:ext cx="40680" cy="41760"/>
            </a:xfrm>
            <a:custGeom>
              <a:avLst/>
              <a:gdLst/>
              <a:ahLst/>
              <a:rect l="l" t="t" r="r" b="b"/>
              <a:pathLst>
                <a:path w="29" h="29">
                  <a:moveTo>
                    <a:pt x="7" y="22"/>
                  </a:moveTo>
                  <a:cubicBezTo>
                    <a:pt x="7" y="14"/>
                    <a:pt x="13" y="7"/>
                    <a:pt x="22" y="7"/>
                  </a:cubicBezTo>
                  <a:cubicBezTo>
                    <a:pt x="24" y="7"/>
                    <a:pt x="27" y="7"/>
                    <a:pt x="29" y="9"/>
                  </a:cubicBezTo>
                  <a:cubicBezTo>
                    <a:pt x="26" y="4"/>
                    <a:pt x="21" y="0"/>
                    <a:pt x="15" y="0"/>
                  </a:cubicBezTo>
                  <a:cubicBezTo>
                    <a:pt x="7" y="0"/>
                    <a:pt x="0" y="7"/>
                    <a:pt x="0" y="15"/>
                  </a:cubicBezTo>
                  <a:cubicBezTo>
                    <a:pt x="0" y="21"/>
                    <a:pt x="3" y="26"/>
                    <a:pt x="8" y="29"/>
                  </a:cubicBezTo>
                  <a:cubicBezTo>
                    <a:pt x="7" y="27"/>
                    <a:pt x="7" y="25"/>
                    <a:pt x="7" y="22"/>
                  </a:cubicBezTo>
                </a:path>
              </a:pathLst>
            </a:custGeom>
            <a:solidFill>
              <a:srgbClr val="d3ab9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93" name="任意多边形 36"/>
            <p:cNvSpPr/>
            <p:nvPr/>
          </p:nvSpPr>
          <p:spPr>
            <a:xfrm>
              <a:off x="2208960" y="2198880"/>
              <a:ext cx="39600" cy="41760"/>
            </a:xfrm>
            <a:custGeom>
              <a:avLst/>
              <a:gdLst/>
              <a:ahLst/>
              <a:rect l="l" t="t" r="r" b="b"/>
              <a:pathLst>
                <a:path w="28" h="29">
                  <a:moveTo>
                    <a:pt x="22" y="22"/>
                  </a:moveTo>
                  <a:cubicBezTo>
                    <a:pt x="22" y="14"/>
                    <a:pt x="15" y="7"/>
                    <a:pt x="7" y="7"/>
                  </a:cubicBezTo>
                  <a:cubicBezTo>
                    <a:pt x="4" y="7"/>
                    <a:pt x="2" y="7"/>
                    <a:pt x="0" y="9"/>
                  </a:cubicBezTo>
                  <a:cubicBezTo>
                    <a:pt x="2" y="4"/>
                    <a:pt x="7" y="0"/>
                    <a:pt x="13" y="0"/>
                  </a:cubicBezTo>
                  <a:cubicBezTo>
                    <a:pt x="22" y="0"/>
                    <a:pt x="28" y="7"/>
                    <a:pt x="28" y="15"/>
                  </a:cubicBezTo>
                  <a:cubicBezTo>
                    <a:pt x="28" y="21"/>
                    <a:pt x="25" y="26"/>
                    <a:pt x="20" y="29"/>
                  </a:cubicBezTo>
                  <a:cubicBezTo>
                    <a:pt x="21" y="27"/>
                    <a:pt x="22" y="25"/>
                    <a:pt x="22" y="22"/>
                  </a:cubicBezTo>
                </a:path>
              </a:pathLst>
            </a:custGeom>
            <a:solidFill>
              <a:srgbClr val="ddaa8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94" name="任意多边形 37"/>
            <p:cNvSpPr/>
            <p:nvPr/>
          </p:nvSpPr>
          <p:spPr>
            <a:xfrm>
              <a:off x="1560960" y="2198880"/>
              <a:ext cx="39600" cy="41760"/>
            </a:xfrm>
            <a:custGeom>
              <a:avLst/>
              <a:gdLst/>
              <a:ahLst/>
              <a:rect l="l" t="t" r="r" b="b"/>
              <a:pathLst>
                <a:path w="28" h="29">
                  <a:moveTo>
                    <a:pt x="6" y="22"/>
                  </a:moveTo>
                  <a:cubicBezTo>
                    <a:pt x="6" y="14"/>
                    <a:pt x="13" y="7"/>
                    <a:pt x="21" y="7"/>
                  </a:cubicBezTo>
                  <a:cubicBezTo>
                    <a:pt x="24" y="7"/>
                    <a:pt x="26" y="7"/>
                    <a:pt x="28" y="9"/>
                  </a:cubicBezTo>
                  <a:cubicBezTo>
                    <a:pt x="26" y="4"/>
                    <a:pt x="21" y="0"/>
                    <a:pt x="15" y="0"/>
                  </a:cubicBezTo>
                  <a:cubicBezTo>
                    <a:pt x="6" y="0"/>
                    <a:pt x="0" y="7"/>
                    <a:pt x="0" y="15"/>
                  </a:cubicBezTo>
                  <a:cubicBezTo>
                    <a:pt x="0" y="21"/>
                    <a:pt x="3" y="26"/>
                    <a:pt x="8" y="29"/>
                  </a:cubicBezTo>
                  <a:cubicBezTo>
                    <a:pt x="7" y="27"/>
                    <a:pt x="6" y="25"/>
                    <a:pt x="6" y="22"/>
                  </a:cubicBezTo>
                </a:path>
              </a:pathLst>
            </a:custGeom>
            <a:solidFill>
              <a:srgbClr val="ddaa8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95" name="任意多边形 38"/>
            <p:cNvSpPr/>
            <p:nvPr/>
          </p:nvSpPr>
          <p:spPr>
            <a:xfrm>
              <a:off x="1575360" y="1704960"/>
              <a:ext cx="659880" cy="473040"/>
            </a:xfrm>
            <a:custGeom>
              <a:avLst/>
              <a:gdLst/>
              <a:ahLst/>
              <a:rect l="l" t="t" r="r" b="b"/>
              <a:pathLst>
                <a:path w="426" h="307">
                  <a:moveTo>
                    <a:pt x="421" y="130"/>
                  </a:moveTo>
                  <a:cubicBezTo>
                    <a:pt x="388" y="0"/>
                    <a:pt x="187" y="9"/>
                    <a:pt x="109" y="21"/>
                  </a:cubicBezTo>
                  <a:cubicBezTo>
                    <a:pt x="108" y="14"/>
                    <a:pt x="122" y="2"/>
                    <a:pt x="122" y="2"/>
                  </a:cubicBezTo>
                  <a:cubicBezTo>
                    <a:pt x="92" y="15"/>
                    <a:pt x="70" y="32"/>
                    <a:pt x="59" y="42"/>
                  </a:cubicBezTo>
                  <a:cubicBezTo>
                    <a:pt x="55" y="45"/>
                    <a:pt x="52" y="47"/>
                    <a:pt x="49" y="50"/>
                  </a:cubicBezTo>
                  <a:cubicBezTo>
                    <a:pt x="49" y="51"/>
                    <a:pt x="48" y="51"/>
                    <a:pt x="48" y="51"/>
                  </a:cubicBezTo>
                  <a:cubicBezTo>
                    <a:pt x="49" y="51"/>
                    <a:pt x="49" y="51"/>
                    <a:pt x="49" y="51"/>
                  </a:cubicBezTo>
                  <a:cubicBezTo>
                    <a:pt x="32" y="69"/>
                    <a:pt x="30" y="88"/>
                    <a:pt x="33" y="105"/>
                  </a:cubicBezTo>
                  <a:cubicBezTo>
                    <a:pt x="12" y="146"/>
                    <a:pt x="0" y="206"/>
                    <a:pt x="28" y="290"/>
                  </a:cubicBezTo>
                  <a:cubicBezTo>
                    <a:pt x="28" y="291"/>
                    <a:pt x="28" y="291"/>
                    <a:pt x="28" y="291"/>
                  </a:cubicBezTo>
                  <a:cubicBezTo>
                    <a:pt x="29" y="294"/>
                    <a:pt x="30" y="296"/>
                    <a:pt x="31" y="299"/>
                  </a:cubicBezTo>
                  <a:cubicBezTo>
                    <a:pt x="37" y="288"/>
                    <a:pt x="37" y="288"/>
                    <a:pt x="37" y="288"/>
                  </a:cubicBezTo>
                  <a:cubicBezTo>
                    <a:pt x="37" y="288"/>
                    <a:pt x="40" y="268"/>
                    <a:pt x="44" y="244"/>
                  </a:cubicBezTo>
                  <a:cubicBezTo>
                    <a:pt x="64" y="159"/>
                    <a:pt x="64" y="159"/>
                    <a:pt x="64" y="159"/>
                  </a:cubicBezTo>
                  <a:cubicBezTo>
                    <a:pt x="64" y="159"/>
                    <a:pt x="66" y="159"/>
                    <a:pt x="70" y="160"/>
                  </a:cubicBezTo>
                  <a:cubicBezTo>
                    <a:pt x="118" y="178"/>
                    <a:pt x="207" y="203"/>
                    <a:pt x="313" y="202"/>
                  </a:cubicBezTo>
                  <a:cubicBezTo>
                    <a:pt x="303" y="193"/>
                    <a:pt x="303" y="193"/>
                    <a:pt x="303" y="193"/>
                  </a:cubicBezTo>
                  <a:cubicBezTo>
                    <a:pt x="303" y="193"/>
                    <a:pt x="325" y="188"/>
                    <a:pt x="352" y="179"/>
                  </a:cubicBezTo>
                  <a:cubicBezTo>
                    <a:pt x="358" y="178"/>
                    <a:pt x="364" y="177"/>
                    <a:pt x="370" y="176"/>
                  </a:cubicBezTo>
                  <a:cubicBezTo>
                    <a:pt x="379" y="189"/>
                    <a:pt x="379" y="189"/>
                    <a:pt x="379" y="189"/>
                  </a:cubicBezTo>
                  <a:cubicBezTo>
                    <a:pt x="379" y="189"/>
                    <a:pt x="384" y="215"/>
                    <a:pt x="387" y="227"/>
                  </a:cubicBezTo>
                  <a:cubicBezTo>
                    <a:pt x="389" y="238"/>
                    <a:pt x="399" y="307"/>
                    <a:pt x="399" y="307"/>
                  </a:cubicBezTo>
                  <a:cubicBezTo>
                    <a:pt x="407" y="299"/>
                    <a:pt x="407" y="299"/>
                    <a:pt x="407" y="299"/>
                  </a:cubicBezTo>
                  <a:cubicBezTo>
                    <a:pt x="407" y="299"/>
                    <a:pt x="418" y="216"/>
                    <a:pt x="419" y="197"/>
                  </a:cubicBezTo>
                  <a:cubicBezTo>
                    <a:pt x="419" y="180"/>
                    <a:pt x="426" y="142"/>
                    <a:pt x="421" y="130"/>
                  </a:cubicBezTo>
                </a:path>
              </a:pathLst>
            </a:custGeom>
            <a:solidFill>
              <a:srgbClr val="753c2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96" name="任意多边形 39"/>
            <p:cNvSpPr/>
            <p:nvPr/>
          </p:nvSpPr>
          <p:spPr>
            <a:xfrm>
              <a:off x="1606680" y="4299120"/>
              <a:ext cx="256320" cy="88200"/>
            </a:xfrm>
            <a:custGeom>
              <a:avLst/>
              <a:gdLst/>
              <a:ahLst/>
              <a:rect l="l" t="t" r="r" b="b"/>
              <a:pathLst>
                <a:path w="167" h="60">
                  <a:moveTo>
                    <a:pt x="87" y="1"/>
                  </a:moveTo>
                  <a:cubicBezTo>
                    <a:pt x="86" y="1"/>
                    <a:pt x="85" y="0"/>
                    <a:pt x="84" y="0"/>
                  </a:cubicBezTo>
                  <a:cubicBezTo>
                    <a:pt x="82" y="0"/>
                    <a:pt x="81" y="1"/>
                    <a:pt x="80" y="1"/>
                  </a:cubicBezTo>
                  <a:cubicBezTo>
                    <a:pt x="78" y="1"/>
                    <a:pt x="78" y="1"/>
                    <a:pt x="78" y="1"/>
                  </a:cubicBezTo>
                  <a:cubicBezTo>
                    <a:pt x="78" y="1"/>
                    <a:pt x="78" y="1"/>
                    <a:pt x="78" y="1"/>
                  </a:cubicBezTo>
                  <a:cubicBezTo>
                    <a:pt x="35" y="3"/>
                    <a:pt x="0" y="28"/>
                    <a:pt x="0" y="60"/>
                  </a:cubicBezTo>
                  <a:cubicBezTo>
                    <a:pt x="167" y="60"/>
                    <a:pt x="167" y="60"/>
                    <a:pt x="167" y="60"/>
                  </a:cubicBezTo>
                  <a:cubicBezTo>
                    <a:pt x="167" y="1"/>
                    <a:pt x="167" y="1"/>
                    <a:pt x="167" y="1"/>
                  </a:cubicBezTo>
                  <a:lnTo>
                    <a:pt x="87" y="1"/>
                  </a:lnTo>
                  <a:close/>
                </a:path>
              </a:pathLst>
            </a:custGeom>
            <a:solidFill>
              <a:srgbClr val="37384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97" name="任意多边形 40"/>
            <p:cNvSpPr/>
            <p:nvPr/>
          </p:nvSpPr>
          <p:spPr>
            <a:xfrm>
              <a:off x="1963440" y="4299120"/>
              <a:ext cx="256320" cy="88200"/>
            </a:xfrm>
            <a:custGeom>
              <a:avLst/>
              <a:gdLst/>
              <a:ahLst/>
              <a:rect l="l" t="t" r="r" b="b"/>
              <a:pathLst>
                <a:path w="167" h="60">
                  <a:moveTo>
                    <a:pt x="80" y="1"/>
                  </a:moveTo>
                  <a:cubicBezTo>
                    <a:pt x="81" y="1"/>
                    <a:pt x="83" y="0"/>
                    <a:pt x="84" y="0"/>
                  </a:cubicBezTo>
                  <a:cubicBezTo>
                    <a:pt x="85" y="0"/>
                    <a:pt x="86" y="1"/>
                    <a:pt x="87" y="1"/>
                  </a:cubicBezTo>
                  <a:cubicBezTo>
                    <a:pt x="89" y="1"/>
                    <a:pt x="89" y="1"/>
                    <a:pt x="89" y="1"/>
                  </a:cubicBezTo>
                  <a:cubicBezTo>
                    <a:pt x="89" y="1"/>
                    <a:pt x="89" y="1"/>
                    <a:pt x="89" y="1"/>
                  </a:cubicBezTo>
                  <a:cubicBezTo>
                    <a:pt x="133" y="3"/>
                    <a:pt x="167" y="28"/>
                    <a:pt x="167" y="6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1"/>
                    <a:pt x="0" y="1"/>
                    <a:pt x="0" y="1"/>
                  </a:cubicBezTo>
                  <a:lnTo>
                    <a:pt x="80" y="1"/>
                  </a:lnTo>
                  <a:close/>
                </a:path>
              </a:pathLst>
            </a:custGeom>
            <a:solidFill>
              <a:srgbClr val="2d2e3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98" name="任意多边形 41"/>
            <p:cNvSpPr/>
            <p:nvPr/>
          </p:nvSpPr>
          <p:spPr>
            <a:xfrm>
              <a:off x="1987200" y="3232800"/>
              <a:ext cx="232560" cy="52200"/>
            </a:xfrm>
            <a:custGeom>
              <a:avLst/>
              <a:gdLst/>
              <a:ahLst/>
              <a:rect l="l" t="t" r="r" b="b"/>
              <a:pathLst>
                <a:path w="152" h="36">
                  <a:moveTo>
                    <a:pt x="9" y="36"/>
                  </a:moveTo>
                  <a:cubicBezTo>
                    <a:pt x="143" y="36"/>
                    <a:pt x="143" y="36"/>
                    <a:pt x="143" y="36"/>
                  </a:cubicBezTo>
                  <a:cubicBezTo>
                    <a:pt x="148" y="36"/>
                    <a:pt x="152" y="32"/>
                    <a:pt x="152" y="27"/>
                  </a:cubicBezTo>
                  <a:cubicBezTo>
                    <a:pt x="152" y="9"/>
                    <a:pt x="152" y="9"/>
                    <a:pt x="152" y="9"/>
                  </a:cubicBezTo>
                  <a:cubicBezTo>
                    <a:pt x="152" y="4"/>
                    <a:pt x="148" y="0"/>
                    <a:pt x="143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32"/>
                    <a:pt x="4" y="36"/>
                    <a:pt x="9" y="36"/>
                  </a:cubicBezTo>
                </a:path>
              </a:pathLst>
            </a:custGeom>
            <a:solidFill>
              <a:srgbClr val="2b2b2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99" name="任意多边形 42"/>
            <p:cNvSpPr/>
            <p:nvPr/>
          </p:nvSpPr>
          <p:spPr>
            <a:xfrm>
              <a:off x="1598040" y="3232800"/>
              <a:ext cx="233640" cy="52200"/>
            </a:xfrm>
            <a:custGeom>
              <a:avLst/>
              <a:gdLst/>
              <a:ahLst/>
              <a:rect l="l" t="t" r="r" b="b"/>
              <a:pathLst>
                <a:path w="152" h="36">
                  <a:moveTo>
                    <a:pt x="9" y="36"/>
                  </a:moveTo>
                  <a:cubicBezTo>
                    <a:pt x="143" y="36"/>
                    <a:pt x="143" y="36"/>
                    <a:pt x="143" y="36"/>
                  </a:cubicBezTo>
                  <a:cubicBezTo>
                    <a:pt x="148" y="36"/>
                    <a:pt x="152" y="32"/>
                    <a:pt x="152" y="27"/>
                  </a:cubicBezTo>
                  <a:cubicBezTo>
                    <a:pt x="152" y="9"/>
                    <a:pt x="152" y="9"/>
                    <a:pt x="152" y="9"/>
                  </a:cubicBezTo>
                  <a:cubicBezTo>
                    <a:pt x="152" y="4"/>
                    <a:pt x="148" y="0"/>
                    <a:pt x="143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32"/>
                    <a:pt x="4" y="36"/>
                    <a:pt x="9" y="36"/>
                  </a:cubicBezTo>
                </a:path>
              </a:pathLst>
            </a:custGeom>
            <a:solidFill>
              <a:srgbClr val="2b2b2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00" name="任意多边形 43"/>
            <p:cNvSpPr/>
            <p:nvPr/>
          </p:nvSpPr>
          <p:spPr>
            <a:xfrm>
              <a:off x="2723760" y="2567880"/>
              <a:ext cx="423360" cy="112320"/>
            </a:xfrm>
            <a:custGeom>
              <a:avLst/>
              <a:gdLst/>
              <a:ahLst/>
              <a:rect l="l" t="t" r="r" b="b"/>
              <a:pathLst>
                <a:path w="274" h="75">
                  <a:moveTo>
                    <a:pt x="236" y="14"/>
                  </a:moveTo>
                  <a:cubicBezTo>
                    <a:pt x="236" y="14"/>
                    <a:pt x="178" y="12"/>
                    <a:pt x="124" y="12"/>
                  </a:cubicBezTo>
                  <a:cubicBezTo>
                    <a:pt x="129" y="8"/>
                    <a:pt x="133" y="3"/>
                    <a:pt x="122" y="2"/>
                  </a:cubicBezTo>
                  <a:cubicBezTo>
                    <a:pt x="109" y="0"/>
                    <a:pt x="88" y="7"/>
                    <a:pt x="72" y="13"/>
                  </a:cubicBezTo>
                  <a:cubicBezTo>
                    <a:pt x="62" y="13"/>
                    <a:pt x="53" y="13"/>
                    <a:pt x="46" y="14"/>
                  </a:cubicBezTo>
                  <a:cubicBezTo>
                    <a:pt x="0" y="18"/>
                    <a:pt x="0" y="45"/>
                    <a:pt x="0" y="45"/>
                  </a:cubicBezTo>
                  <a:cubicBezTo>
                    <a:pt x="58" y="75"/>
                    <a:pt x="58" y="75"/>
                    <a:pt x="58" y="75"/>
                  </a:cubicBezTo>
                  <a:cubicBezTo>
                    <a:pt x="58" y="75"/>
                    <a:pt x="98" y="55"/>
                    <a:pt x="186" y="45"/>
                  </a:cubicBezTo>
                  <a:cubicBezTo>
                    <a:pt x="274" y="36"/>
                    <a:pt x="236" y="14"/>
                    <a:pt x="236" y="14"/>
                  </a:cubicBezTo>
                </a:path>
              </a:pathLst>
            </a:custGeom>
            <a:solidFill>
              <a:srgbClr val="fdd0a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01" name="任意多边形 44"/>
            <p:cNvSpPr/>
            <p:nvPr/>
          </p:nvSpPr>
          <p:spPr>
            <a:xfrm>
              <a:off x="1846080" y="2269080"/>
              <a:ext cx="77040" cy="70560"/>
            </a:xfrm>
            <a:custGeom>
              <a:avLst/>
              <a:gdLst/>
              <a:ahLst/>
              <a:rect l="l" t="t" r="r" b="b"/>
              <a:pathLst>
                <a:path w="52" h="48">
                  <a:moveTo>
                    <a:pt x="52" y="4"/>
                  </a:moveTo>
                  <a:cubicBezTo>
                    <a:pt x="29" y="0"/>
                    <a:pt x="10" y="8"/>
                    <a:pt x="5" y="24"/>
                  </a:cubicBezTo>
                  <a:cubicBezTo>
                    <a:pt x="0" y="40"/>
                    <a:pt x="21" y="46"/>
                    <a:pt x="40" y="48"/>
                  </a:cubicBezTo>
                  <a:cubicBezTo>
                    <a:pt x="4" y="38"/>
                    <a:pt x="26" y="2"/>
                    <a:pt x="52" y="4"/>
                  </a:cubicBezTo>
                  <a:close/>
                </a:path>
              </a:pathLst>
            </a:custGeom>
            <a:solidFill>
              <a:srgbClr val="ffab5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02" name="任意多边形 45"/>
            <p:cNvSpPr/>
            <p:nvPr/>
          </p:nvSpPr>
          <p:spPr>
            <a:xfrm>
              <a:off x="1695600" y="2075400"/>
              <a:ext cx="112320" cy="24120"/>
            </a:xfrm>
            <a:custGeom>
              <a:avLst/>
              <a:gdLst/>
              <a:ahLst/>
              <a:rect l="l" t="t" r="r" b="b"/>
              <a:pathLst>
                <a:path w="75" h="18">
                  <a:moveTo>
                    <a:pt x="6" y="18"/>
                  </a:moveTo>
                  <a:cubicBezTo>
                    <a:pt x="4" y="18"/>
                    <a:pt x="2" y="17"/>
                    <a:pt x="1" y="15"/>
                  </a:cubicBezTo>
                  <a:cubicBezTo>
                    <a:pt x="0" y="12"/>
                    <a:pt x="1" y="9"/>
                    <a:pt x="3" y="8"/>
                  </a:cubicBezTo>
                  <a:cubicBezTo>
                    <a:pt x="18" y="1"/>
                    <a:pt x="57" y="0"/>
                    <a:pt x="71" y="7"/>
                  </a:cubicBezTo>
                  <a:cubicBezTo>
                    <a:pt x="73" y="8"/>
                    <a:pt x="75" y="11"/>
                    <a:pt x="73" y="14"/>
                  </a:cubicBezTo>
                  <a:cubicBezTo>
                    <a:pt x="72" y="16"/>
                    <a:pt x="69" y="17"/>
                    <a:pt x="67" y="16"/>
                  </a:cubicBezTo>
                  <a:cubicBezTo>
                    <a:pt x="56" y="12"/>
                    <a:pt x="21" y="12"/>
                    <a:pt x="8" y="18"/>
                  </a:cubicBezTo>
                  <a:cubicBezTo>
                    <a:pt x="7" y="18"/>
                    <a:pt x="6" y="18"/>
                    <a:pt x="6" y="18"/>
                  </a:cubicBezTo>
                  <a:close/>
                </a:path>
              </a:pathLst>
            </a:custGeom>
            <a:solidFill>
              <a:srgbClr val="753c2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03" name="椭圆 43"/>
            <p:cNvSpPr/>
            <p:nvPr/>
          </p:nvSpPr>
          <p:spPr>
            <a:xfrm>
              <a:off x="1704960" y="2145960"/>
              <a:ext cx="108000" cy="110160"/>
            </a:xfrm>
            <a:prstGeom prst="ellipse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04" name="任意多边形 47"/>
            <p:cNvSpPr/>
            <p:nvPr/>
          </p:nvSpPr>
          <p:spPr>
            <a:xfrm>
              <a:off x="2008800" y="2075400"/>
              <a:ext cx="112320" cy="24120"/>
            </a:xfrm>
            <a:custGeom>
              <a:avLst/>
              <a:gdLst/>
              <a:ahLst/>
              <a:rect l="l" t="t" r="r" b="b"/>
              <a:pathLst>
                <a:path w="75" h="18">
                  <a:moveTo>
                    <a:pt x="69" y="18"/>
                  </a:moveTo>
                  <a:cubicBezTo>
                    <a:pt x="71" y="18"/>
                    <a:pt x="73" y="17"/>
                    <a:pt x="74" y="15"/>
                  </a:cubicBezTo>
                  <a:cubicBezTo>
                    <a:pt x="75" y="12"/>
                    <a:pt x="74" y="9"/>
                    <a:pt x="71" y="8"/>
                  </a:cubicBezTo>
                  <a:cubicBezTo>
                    <a:pt x="56" y="1"/>
                    <a:pt x="18" y="0"/>
                    <a:pt x="4" y="7"/>
                  </a:cubicBezTo>
                  <a:cubicBezTo>
                    <a:pt x="1" y="8"/>
                    <a:pt x="0" y="11"/>
                    <a:pt x="1" y="14"/>
                  </a:cubicBezTo>
                  <a:cubicBezTo>
                    <a:pt x="2" y="16"/>
                    <a:pt x="5" y="17"/>
                    <a:pt x="8" y="16"/>
                  </a:cubicBezTo>
                  <a:cubicBezTo>
                    <a:pt x="18" y="12"/>
                    <a:pt x="54" y="12"/>
                    <a:pt x="67" y="18"/>
                  </a:cubicBezTo>
                  <a:cubicBezTo>
                    <a:pt x="67" y="18"/>
                    <a:pt x="68" y="18"/>
                    <a:pt x="69" y="18"/>
                  </a:cubicBezTo>
                  <a:close/>
                </a:path>
              </a:pathLst>
            </a:custGeom>
            <a:solidFill>
              <a:srgbClr val="753c2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05" name="椭圆 45"/>
            <p:cNvSpPr/>
            <p:nvPr/>
          </p:nvSpPr>
          <p:spPr>
            <a:xfrm>
              <a:off x="2003760" y="2145960"/>
              <a:ext cx="108000" cy="110160"/>
            </a:xfrm>
            <a:prstGeom prst="ellipse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06" name="椭圆 46"/>
            <p:cNvSpPr/>
            <p:nvPr/>
          </p:nvSpPr>
          <p:spPr>
            <a:xfrm>
              <a:off x="1733400" y="2171520"/>
              <a:ext cx="60480" cy="60480"/>
            </a:xfrm>
            <a:prstGeom prst="ellipse">
              <a:avLst/>
            </a:prstGeom>
            <a:solidFill>
              <a:srgbClr val="664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807" name="椭圆 47"/>
            <p:cNvSpPr/>
            <p:nvPr/>
          </p:nvSpPr>
          <p:spPr>
            <a:xfrm>
              <a:off x="2043000" y="2175840"/>
              <a:ext cx="11520" cy="11520"/>
            </a:xfrm>
            <a:prstGeom prst="ellipse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08" name="椭圆 48"/>
            <p:cNvSpPr/>
            <p:nvPr/>
          </p:nvSpPr>
          <p:spPr>
            <a:xfrm>
              <a:off x="2022840" y="2171520"/>
              <a:ext cx="60480" cy="60480"/>
            </a:xfrm>
            <a:prstGeom prst="ellipse">
              <a:avLst/>
            </a:prstGeom>
            <a:solidFill>
              <a:srgbClr val="664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809" name="任意多边形 52"/>
            <p:cNvSpPr/>
            <p:nvPr/>
          </p:nvSpPr>
          <p:spPr>
            <a:xfrm>
              <a:off x="1607400" y="2110680"/>
              <a:ext cx="602640" cy="183600"/>
            </a:xfrm>
            <a:custGeom>
              <a:avLst/>
              <a:gdLst/>
              <a:ahLst/>
              <a:rect l="l" t="t" r="r" b="b"/>
              <a:pathLst>
                <a:path w="389" h="121">
                  <a:moveTo>
                    <a:pt x="385" y="7"/>
                  </a:moveTo>
                  <a:cubicBezTo>
                    <a:pt x="385" y="7"/>
                    <a:pt x="362" y="7"/>
                    <a:pt x="354" y="7"/>
                  </a:cubicBezTo>
                  <a:cubicBezTo>
                    <a:pt x="346" y="8"/>
                    <a:pt x="310" y="0"/>
                    <a:pt x="243" y="14"/>
                  </a:cubicBezTo>
                  <a:cubicBezTo>
                    <a:pt x="243" y="14"/>
                    <a:pt x="222" y="18"/>
                    <a:pt x="194" y="18"/>
                  </a:cubicBezTo>
                  <a:cubicBezTo>
                    <a:pt x="167" y="18"/>
                    <a:pt x="146" y="14"/>
                    <a:pt x="146" y="14"/>
                  </a:cubicBezTo>
                  <a:cubicBezTo>
                    <a:pt x="79" y="0"/>
                    <a:pt x="43" y="8"/>
                    <a:pt x="35" y="7"/>
                  </a:cubicBezTo>
                  <a:cubicBezTo>
                    <a:pt x="26" y="7"/>
                    <a:pt x="4" y="7"/>
                    <a:pt x="4" y="7"/>
                  </a:cubicBezTo>
                  <a:cubicBezTo>
                    <a:pt x="0" y="21"/>
                    <a:pt x="3" y="33"/>
                    <a:pt x="4" y="34"/>
                  </a:cubicBezTo>
                  <a:cubicBezTo>
                    <a:pt x="5" y="34"/>
                    <a:pt x="9" y="34"/>
                    <a:pt x="13" y="40"/>
                  </a:cubicBezTo>
                  <a:cubicBezTo>
                    <a:pt x="17" y="46"/>
                    <a:pt x="17" y="62"/>
                    <a:pt x="23" y="81"/>
                  </a:cubicBezTo>
                  <a:cubicBezTo>
                    <a:pt x="26" y="90"/>
                    <a:pt x="32" y="99"/>
                    <a:pt x="38" y="105"/>
                  </a:cubicBezTo>
                  <a:cubicBezTo>
                    <a:pt x="46" y="112"/>
                    <a:pt x="55" y="115"/>
                    <a:pt x="61" y="117"/>
                  </a:cubicBezTo>
                  <a:cubicBezTo>
                    <a:pt x="72" y="119"/>
                    <a:pt x="106" y="121"/>
                    <a:pt x="128" y="111"/>
                  </a:cubicBezTo>
                  <a:cubicBezTo>
                    <a:pt x="149" y="101"/>
                    <a:pt x="159" y="80"/>
                    <a:pt x="167" y="58"/>
                  </a:cubicBezTo>
                  <a:cubicBezTo>
                    <a:pt x="175" y="36"/>
                    <a:pt x="191" y="35"/>
                    <a:pt x="191" y="35"/>
                  </a:cubicBezTo>
                  <a:cubicBezTo>
                    <a:pt x="191" y="35"/>
                    <a:pt x="191" y="35"/>
                    <a:pt x="193" y="35"/>
                  </a:cubicBezTo>
                  <a:cubicBezTo>
                    <a:pt x="196" y="35"/>
                    <a:pt x="198" y="35"/>
                    <a:pt x="198" y="35"/>
                  </a:cubicBezTo>
                  <a:cubicBezTo>
                    <a:pt x="198" y="35"/>
                    <a:pt x="214" y="36"/>
                    <a:pt x="222" y="58"/>
                  </a:cubicBezTo>
                  <a:cubicBezTo>
                    <a:pt x="230" y="80"/>
                    <a:pt x="240" y="101"/>
                    <a:pt x="261" y="111"/>
                  </a:cubicBezTo>
                  <a:cubicBezTo>
                    <a:pt x="282" y="121"/>
                    <a:pt x="317" y="119"/>
                    <a:pt x="328" y="117"/>
                  </a:cubicBezTo>
                  <a:cubicBezTo>
                    <a:pt x="334" y="115"/>
                    <a:pt x="343" y="112"/>
                    <a:pt x="350" y="105"/>
                  </a:cubicBezTo>
                  <a:cubicBezTo>
                    <a:pt x="357" y="99"/>
                    <a:pt x="363" y="90"/>
                    <a:pt x="366" y="81"/>
                  </a:cubicBezTo>
                  <a:cubicBezTo>
                    <a:pt x="371" y="62"/>
                    <a:pt x="372" y="46"/>
                    <a:pt x="376" y="40"/>
                  </a:cubicBezTo>
                  <a:cubicBezTo>
                    <a:pt x="379" y="34"/>
                    <a:pt x="384" y="34"/>
                    <a:pt x="385" y="34"/>
                  </a:cubicBezTo>
                  <a:cubicBezTo>
                    <a:pt x="386" y="33"/>
                    <a:pt x="389" y="21"/>
                    <a:pt x="385" y="7"/>
                  </a:cubicBezTo>
                  <a:moveTo>
                    <a:pt x="156" y="58"/>
                  </a:moveTo>
                  <a:cubicBezTo>
                    <a:pt x="154" y="70"/>
                    <a:pt x="145" y="98"/>
                    <a:pt x="121" y="106"/>
                  </a:cubicBezTo>
                  <a:cubicBezTo>
                    <a:pt x="84" y="119"/>
                    <a:pt x="56" y="108"/>
                    <a:pt x="56" y="108"/>
                  </a:cubicBezTo>
                  <a:cubicBezTo>
                    <a:pt x="27" y="100"/>
                    <a:pt x="19" y="40"/>
                    <a:pt x="25" y="27"/>
                  </a:cubicBezTo>
                  <a:cubicBezTo>
                    <a:pt x="31" y="15"/>
                    <a:pt x="49" y="15"/>
                    <a:pt x="85" y="15"/>
                  </a:cubicBezTo>
                  <a:cubicBezTo>
                    <a:pt x="121" y="15"/>
                    <a:pt x="142" y="21"/>
                    <a:pt x="142" y="21"/>
                  </a:cubicBezTo>
                  <a:cubicBezTo>
                    <a:pt x="161" y="27"/>
                    <a:pt x="158" y="46"/>
                    <a:pt x="156" y="58"/>
                  </a:cubicBezTo>
                  <a:moveTo>
                    <a:pt x="333" y="108"/>
                  </a:moveTo>
                  <a:cubicBezTo>
                    <a:pt x="333" y="108"/>
                    <a:pt x="305" y="119"/>
                    <a:pt x="268" y="106"/>
                  </a:cubicBezTo>
                  <a:cubicBezTo>
                    <a:pt x="244" y="98"/>
                    <a:pt x="235" y="70"/>
                    <a:pt x="233" y="58"/>
                  </a:cubicBezTo>
                  <a:cubicBezTo>
                    <a:pt x="231" y="46"/>
                    <a:pt x="228" y="27"/>
                    <a:pt x="246" y="21"/>
                  </a:cubicBezTo>
                  <a:cubicBezTo>
                    <a:pt x="246" y="21"/>
                    <a:pt x="268" y="15"/>
                    <a:pt x="304" y="15"/>
                  </a:cubicBezTo>
                  <a:cubicBezTo>
                    <a:pt x="340" y="15"/>
                    <a:pt x="358" y="15"/>
                    <a:pt x="364" y="27"/>
                  </a:cubicBezTo>
                  <a:cubicBezTo>
                    <a:pt x="370" y="40"/>
                    <a:pt x="361" y="100"/>
                    <a:pt x="333" y="108"/>
                  </a:cubicBezTo>
                </a:path>
              </a:pathLst>
            </a:custGeom>
            <a:solidFill>
              <a:srgbClr val="043a4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810" name="组合 1"/>
          <p:cNvGrpSpPr/>
          <p:nvPr/>
        </p:nvGrpSpPr>
        <p:grpSpPr>
          <a:xfrm>
            <a:off x="3092760" y="987480"/>
            <a:ext cx="3718440" cy="2814480"/>
            <a:chOff x="3092760" y="987480"/>
            <a:chExt cx="3718440" cy="2814480"/>
          </a:xfrm>
        </p:grpSpPr>
        <p:sp>
          <p:nvSpPr>
            <p:cNvPr id="811" name="直角三角形 4"/>
            <p:cNvSpPr/>
            <p:nvPr/>
          </p:nvSpPr>
          <p:spPr>
            <a:xfrm>
              <a:off x="6284880" y="987480"/>
              <a:ext cx="526320" cy="523440"/>
            </a:xfrm>
            <a:prstGeom prst="rt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grpSp>
          <p:nvGrpSpPr>
            <p:cNvPr id="812" name="组合 5"/>
            <p:cNvGrpSpPr/>
            <p:nvPr/>
          </p:nvGrpSpPr>
          <p:grpSpPr>
            <a:xfrm>
              <a:off x="3092760" y="1846440"/>
              <a:ext cx="3421440" cy="302400"/>
              <a:chOff x="3092760" y="1846440"/>
              <a:chExt cx="3421440" cy="302400"/>
            </a:xfrm>
          </p:grpSpPr>
          <p:sp>
            <p:nvSpPr>
              <p:cNvPr id="813" name="圆角矩形 4"/>
              <p:cNvSpPr/>
              <p:nvPr/>
            </p:nvSpPr>
            <p:spPr>
              <a:xfrm>
                <a:off x="3092760" y="1846440"/>
                <a:ext cx="3421440" cy="302400"/>
              </a:xfrm>
              <a:prstGeom prst="roundRect">
                <a:avLst>
                  <a:gd name="adj" fmla="val 16667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720000" rIns="90000" tIns="45000" bIns="45000" anchor="ctr">
                <a:normAutofit fontScale="72000"/>
              </a:bodyPr>
              <a:p>
                <a:pPr>
                  <a:lnSpc>
                    <a:spcPct val="120000"/>
                  </a:lnSpc>
                  <a:buNone/>
                </a:pPr>
                <a:r>
                  <a:rPr b="0" lang="zh-CN" sz="1100" spc="-1" strike="noStrike">
                    <a:solidFill>
                      <a:srgbClr val="404040"/>
                    </a:solidFill>
                    <a:latin typeface="微软雅黑"/>
                    <a:ea typeface="微软雅黑"/>
                  </a:rPr>
                  <a:t>此部分内容作为文字排版占位显示 （建议使用主题字体）</a:t>
                </a:r>
                <a:endParaRPr b="0" lang="en-HK" sz="1100" spc="-1" strike="noStrike">
                  <a:latin typeface="Arial"/>
                </a:endParaRPr>
              </a:p>
            </p:txBody>
          </p:sp>
          <p:sp>
            <p:nvSpPr>
              <p:cNvPr id="814" name="任意多边形 5"/>
              <p:cNvSpPr/>
              <p:nvPr/>
            </p:nvSpPr>
            <p:spPr>
              <a:xfrm>
                <a:off x="3092760" y="1846440"/>
                <a:ext cx="409320" cy="302400"/>
              </a:xfrm>
              <a:custGeom>
                <a:avLst/>
                <a:gdLst/>
                <a:ahLst/>
                <a:rect l="l" t="t" r="r" b="b"/>
                <a:pathLst>
                  <a:path w="649782" h="481764">
                    <a:moveTo>
                      <a:pt x="80296" y="0"/>
                    </a:moveTo>
                    <a:lnTo>
                      <a:pt x="649782" y="0"/>
                    </a:lnTo>
                    <a:lnTo>
                      <a:pt x="649782" y="481764"/>
                    </a:lnTo>
                    <a:lnTo>
                      <a:pt x="80296" y="481764"/>
                    </a:lnTo>
                    <a:cubicBezTo>
                      <a:pt x="35950" y="481764"/>
                      <a:pt x="0" y="445814"/>
                      <a:pt x="0" y="401468"/>
                    </a:cubicBezTo>
                    <a:lnTo>
                      <a:pt x="0" y="80296"/>
                    </a:lnTo>
                    <a:cubicBezTo>
                      <a:pt x="0" y="35950"/>
                      <a:pt x="35950" y="0"/>
                      <a:pt x="8029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815" name="任意多边形 13"/>
              <p:cNvSpPr/>
              <p:nvPr/>
            </p:nvSpPr>
            <p:spPr>
              <a:xfrm>
                <a:off x="3215160" y="1901160"/>
                <a:ext cx="164160" cy="164160"/>
              </a:xfrm>
              <a:custGeom>
                <a:avLst/>
                <a:gdLst/>
                <a:ahLst/>
                <a:rect l="l" t="t" r="r" b="b"/>
                <a:pathLst>
                  <a:path w="228" h="228">
                    <a:moveTo>
                      <a:pt x="223" y="95"/>
                    </a:moveTo>
                    <a:cubicBezTo>
                      <a:pt x="196" y="90"/>
                      <a:pt x="196" y="90"/>
                      <a:pt x="196" y="90"/>
                    </a:cubicBezTo>
                    <a:cubicBezTo>
                      <a:pt x="194" y="84"/>
                      <a:pt x="192" y="79"/>
                      <a:pt x="189" y="74"/>
                    </a:cubicBezTo>
                    <a:cubicBezTo>
                      <a:pt x="205" y="50"/>
                      <a:pt x="205" y="50"/>
                      <a:pt x="205" y="50"/>
                    </a:cubicBezTo>
                    <a:cubicBezTo>
                      <a:pt x="207" y="48"/>
                      <a:pt x="206" y="45"/>
                      <a:pt x="205" y="43"/>
                    </a:cubicBezTo>
                    <a:cubicBezTo>
                      <a:pt x="185" y="24"/>
                      <a:pt x="185" y="24"/>
                      <a:pt x="185" y="24"/>
                    </a:cubicBezTo>
                    <a:cubicBezTo>
                      <a:pt x="183" y="22"/>
                      <a:pt x="180" y="21"/>
                      <a:pt x="178" y="23"/>
                    </a:cubicBezTo>
                    <a:cubicBezTo>
                      <a:pt x="155" y="39"/>
                      <a:pt x="155" y="39"/>
                      <a:pt x="155" y="39"/>
                    </a:cubicBezTo>
                    <a:cubicBezTo>
                      <a:pt x="149" y="36"/>
                      <a:pt x="144" y="34"/>
                      <a:pt x="138" y="32"/>
                    </a:cubicBezTo>
                    <a:cubicBezTo>
                      <a:pt x="133" y="5"/>
                      <a:pt x="133" y="5"/>
                      <a:pt x="133" y="5"/>
                    </a:cubicBezTo>
                    <a:cubicBezTo>
                      <a:pt x="133" y="2"/>
                      <a:pt x="130" y="0"/>
                      <a:pt x="127" y="0"/>
                    </a:cubicBezTo>
                    <a:cubicBezTo>
                      <a:pt x="100" y="0"/>
                      <a:pt x="100" y="0"/>
                      <a:pt x="100" y="0"/>
                    </a:cubicBezTo>
                    <a:cubicBezTo>
                      <a:pt x="97" y="0"/>
                      <a:pt x="95" y="2"/>
                      <a:pt x="94" y="5"/>
                    </a:cubicBezTo>
                    <a:cubicBezTo>
                      <a:pt x="89" y="32"/>
                      <a:pt x="89" y="32"/>
                      <a:pt x="89" y="32"/>
                    </a:cubicBezTo>
                    <a:cubicBezTo>
                      <a:pt x="83" y="34"/>
                      <a:pt x="78" y="36"/>
                      <a:pt x="73" y="39"/>
                    </a:cubicBezTo>
                    <a:cubicBezTo>
                      <a:pt x="50" y="23"/>
                      <a:pt x="50" y="23"/>
                      <a:pt x="50" y="23"/>
                    </a:cubicBezTo>
                    <a:cubicBezTo>
                      <a:pt x="48" y="22"/>
                      <a:pt x="45" y="22"/>
                      <a:pt x="43" y="24"/>
                    </a:cubicBezTo>
                    <a:cubicBezTo>
                      <a:pt x="23" y="43"/>
                      <a:pt x="23" y="43"/>
                      <a:pt x="23" y="43"/>
                    </a:cubicBezTo>
                    <a:cubicBezTo>
                      <a:pt x="22" y="45"/>
                      <a:pt x="21" y="49"/>
                      <a:pt x="23" y="51"/>
                    </a:cubicBezTo>
                    <a:cubicBezTo>
                      <a:pt x="39" y="74"/>
                      <a:pt x="39" y="74"/>
                      <a:pt x="39" y="74"/>
                    </a:cubicBezTo>
                    <a:cubicBezTo>
                      <a:pt x="36" y="79"/>
                      <a:pt x="34" y="84"/>
                      <a:pt x="32" y="90"/>
                    </a:cubicBezTo>
                    <a:cubicBezTo>
                      <a:pt x="5" y="95"/>
                      <a:pt x="5" y="95"/>
                      <a:pt x="5" y="95"/>
                    </a:cubicBezTo>
                    <a:cubicBezTo>
                      <a:pt x="2" y="95"/>
                      <a:pt x="0" y="98"/>
                      <a:pt x="0" y="100"/>
                    </a:cubicBezTo>
                    <a:cubicBezTo>
                      <a:pt x="0" y="128"/>
                      <a:pt x="0" y="128"/>
                      <a:pt x="0" y="128"/>
                    </a:cubicBezTo>
                    <a:cubicBezTo>
                      <a:pt x="0" y="131"/>
                      <a:pt x="2" y="133"/>
                      <a:pt x="5" y="134"/>
                    </a:cubicBezTo>
                    <a:cubicBezTo>
                      <a:pt x="32" y="139"/>
                      <a:pt x="32" y="139"/>
                      <a:pt x="32" y="139"/>
                    </a:cubicBezTo>
                    <a:cubicBezTo>
                      <a:pt x="34" y="144"/>
                      <a:pt x="36" y="150"/>
                      <a:pt x="39" y="155"/>
                    </a:cubicBezTo>
                    <a:cubicBezTo>
                      <a:pt x="23" y="178"/>
                      <a:pt x="23" y="178"/>
                      <a:pt x="23" y="178"/>
                    </a:cubicBezTo>
                    <a:cubicBezTo>
                      <a:pt x="22" y="180"/>
                      <a:pt x="22" y="183"/>
                      <a:pt x="24" y="185"/>
                    </a:cubicBezTo>
                    <a:cubicBezTo>
                      <a:pt x="43" y="204"/>
                      <a:pt x="43" y="204"/>
                      <a:pt x="43" y="204"/>
                    </a:cubicBezTo>
                    <a:cubicBezTo>
                      <a:pt x="45" y="206"/>
                      <a:pt x="48" y="207"/>
                      <a:pt x="51" y="205"/>
                    </a:cubicBezTo>
                    <a:cubicBezTo>
                      <a:pt x="73" y="189"/>
                      <a:pt x="73" y="189"/>
                      <a:pt x="73" y="189"/>
                    </a:cubicBezTo>
                    <a:cubicBezTo>
                      <a:pt x="78" y="192"/>
                      <a:pt x="84" y="194"/>
                      <a:pt x="89" y="196"/>
                    </a:cubicBezTo>
                    <a:cubicBezTo>
                      <a:pt x="94" y="223"/>
                      <a:pt x="94" y="223"/>
                      <a:pt x="94" y="223"/>
                    </a:cubicBezTo>
                    <a:cubicBezTo>
                      <a:pt x="95" y="226"/>
                      <a:pt x="97" y="228"/>
                      <a:pt x="100" y="228"/>
                    </a:cubicBezTo>
                    <a:cubicBezTo>
                      <a:pt x="127" y="228"/>
                      <a:pt x="127" y="228"/>
                      <a:pt x="127" y="228"/>
                    </a:cubicBezTo>
                    <a:cubicBezTo>
                      <a:pt x="130" y="228"/>
                      <a:pt x="133" y="226"/>
                      <a:pt x="133" y="223"/>
                    </a:cubicBezTo>
                    <a:cubicBezTo>
                      <a:pt x="138" y="196"/>
                      <a:pt x="138" y="196"/>
                      <a:pt x="138" y="196"/>
                    </a:cubicBezTo>
                    <a:cubicBezTo>
                      <a:pt x="144" y="194"/>
                      <a:pt x="149" y="192"/>
                      <a:pt x="154" y="190"/>
                    </a:cubicBezTo>
                    <a:cubicBezTo>
                      <a:pt x="177" y="205"/>
                      <a:pt x="177" y="205"/>
                      <a:pt x="177" y="205"/>
                    </a:cubicBezTo>
                    <a:cubicBezTo>
                      <a:pt x="180" y="207"/>
                      <a:pt x="183" y="207"/>
                      <a:pt x="185" y="205"/>
                    </a:cubicBezTo>
                    <a:cubicBezTo>
                      <a:pt x="204" y="185"/>
                      <a:pt x="204" y="185"/>
                      <a:pt x="204" y="185"/>
                    </a:cubicBezTo>
                    <a:cubicBezTo>
                      <a:pt x="206" y="183"/>
                      <a:pt x="206" y="180"/>
                      <a:pt x="205" y="178"/>
                    </a:cubicBezTo>
                    <a:cubicBezTo>
                      <a:pt x="189" y="155"/>
                      <a:pt x="189" y="155"/>
                      <a:pt x="189" y="155"/>
                    </a:cubicBezTo>
                    <a:cubicBezTo>
                      <a:pt x="192" y="150"/>
                      <a:pt x="194" y="144"/>
                      <a:pt x="196" y="139"/>
                    </a:cubicBezTo>
                    <a:cubicBezTo>
                      <a:pt x="223" y="134"/>
                      <a:pt x="223" y="134"/>
                      <a:pt x="223" y="134"/>
                    </a:cubicBezTo>
                    <a:cubicBezTo>
                      <a:pt x="226" y="133"/>
                      <a:pt x="228" y="131"/>
                      <a:pt x="228" y="128"/>
                    </a:cubicBezTo>
                    <a:cubicBezTo>
                      <a:pt x="228" y="100"/>
                      <a:pt x="228" y="100"/>
                      <a:pt x="228" y="100"/>
                    </a:cubicBezTo>
                    <a:cubicBezTo>
                      <a:pt x="228" y="98"/>
                      <a:pt x="226" y="95"/>
                      <a:pt x="223" y="95"/>
                    </a:cubicBezTo>
                    <a:close/>
                    <a:moveTo>
                      <a:pt x="114" y="149"/>
                    </a:moveTo>
                    <a:cubicBezTo>
                      <a:pt x="95" y="149"/>
                      <a:pt x="79" y="133"/>
                      <a:pt x="79" y="114"/>
                    </a:cubicBezTo>
                    <a:cubicBezTo>
                      <a:pt x="79" y="95"/>
                      <a:pt x="95" y="79"/>
                      <a:pt x="114" y="79"/>
                    </a:cubicBezTo>
                    <a:cubicBezTo>
                      <a:pt x="133" y="79"/>
                      <a:pt x="149" y="95"/>
                      <a:pt x="149" y="114"/>
                    </a:cubicBezTo>
                    <a:cubicBezTo>
                      <a:pt x="149" y="133"/>
                      <a:pt x="133" y="149"/>
                      <a:pt x="114" y="149"/>
                    </a:cubicBez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816" name="组合 6"/>
            <p:cNvGrpSpPr/>
            <p:nvPr/>
          </p:nvGrpSpPr>
          <p:grpSpPr>
            <a:xfrm>
              <a:off x="3092760" y="3093840"/>
              <a:ext cx="3421440" cy="302400"/>
              <a:chOff x="3092760" y="3093840"/>
              <a:chExt cx="3421440" cy="302400"/>
            </a:xfrm>
          </p:grpSpPr>
          <p:sp>
            <p:nvSpPr>
              <p:cNvPr id="817" name="圆角矩形 10"/>
              <p:cNvSpPr/>
              <p:nvPr/>
            </p:nvSpPr>
            <p:spPr>
              <a:xfrm>
                <a:off x="3092760" y="3093840"/>
                <a:ext cx="3421440" cy="302400"/>
              </a:xfrm>
              <a:prstGeom prst="roundRect">
                <a:avLst>
                  <a:gd name="adj" fmla="val 16667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720000" rIns="90000" tIns="45000" bIns="45000" anchor="ctr">
                <a:normAutofit fontScale="72000"/>
              </a:bodyPr>
              <a:p>
                <a:pPr>
                  <a:lnSpc>
                    <a:spcPct val="120000"/>
                  </a:lnSpc>
                  <a:buNone/>
                </a:pPr>
                <a:r>
                  <a:rPr b="0" lang="zh-CN" sz="1100" spc="-1" strike="noStrike">
                    <a:solidFill>
                      <a:srgbClr val="404040"/>
                    </a:solidFill>
                    <a:latin typeface="微软雅黑"/>
                    <a:ea typeface="微软雅黑"/>
                  </a:rPr>
                  <a:t>此部分内容作为文字排版占位显示 （建议使用主题字体）</a:t>
                </a:r>
                <a:endParaRPr b="0" lang="en-HK" sz="1100" spc="-1" strike="noStrike">
                  <a:latin typeface="Arial"/>
                </a:endParaRPr>
              </a:p>
            </p:txBody>
          </p:sp>
          <p:sp>
            <p:nvSpPr>
              <p:cNvPr id="818" name="任意多边形 11"/>
              <p:cNvSpPr/>
              <p:nvPr/>
            </p:nvSpPr>
            <p:spPr>
              <a:xfrm>
                <a:off x="3092760" y="3093840"/>
                <a:ext cx="409320" cy="302400"/>
              </a:xfrm>
              <a:custGeom>
                <a:avLst/>
                <a:gdLst/>
                <a:ahLst/>
                <a:rect l="l" t="t" r="r" b="b"/>
                <a:pathLst>
                  <a:path w="649782" h="481764">
                    <a:moveTo>
                      <a:pt x="80296" y="0"/>
                    </a:moveTo>
                    <a:lnTo>
                      <a:pt x="649782" y="0"/>
                    </a:lnTo>
                    <a:lnTo>
                      <a:pt x="649782" y="481764"/>
                    </a:lnTo>
                    <a:lnTo>
                      <a:pt x="80296" y="481764"/>
                    </a:lnTo>
                    <a:cubicBezTo>
                      <a:pt x="35950" y="481764"/>
                      <a:pt x="0" y="445814"/>
                      <a:pt x="0" y="401468"/>
                    </a:cubicBezTo>
                    <a:lnTo>
                      <a:pt x="0" y="80296"/>
                    </a:lnTo>
                    <a:cubicBezTo>
                      <a:pt x="0" y="35950"/>
                      <a:pt x="35950" y="0"/>
                      <a:pt x="8029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819" name="任意多边形 14"/>
              <p:cNvSpPr/>
              <p:nvPr/>
            </p:nvSpPr>
            <p:spPr>
              <a:xfrm>
                <a:off x="3215160" y="3162960"/>
                <a:ext cx="164160" cy="164160"/>
              </a:xfrm>
              <a:custGeom>
                <a:avLst/>
                <a:gdLst/>
                <a:ahLst/>
                <a:rect l="l" t="t" r="r" b="b"/>
                <a:pathLst>
                  <a:path w="236" h="236">
                    <a:moveTo>
                      <a:pt x="130" y="1"/>
                    </a:moveTo>
                    <a:cubicBezTo>
                      <a:pt x="126" y="0"/>
                      <a:pt x="122" y="0"/>
                      <a:pt x="118" y="0"/>
                    </a:cubicBezTo>
                    <a:cubicBezTo>
                      <a:pt x="83" y="0"/>
                      <a:pt x="51" y="16"/>
                      <a:pt x="30" y="40"/>
                    </a:cubicBezTo>
                    <a:cubicBezTo>
                      <a:pt x="68" y="105"/>
                      <a:pt x="68" y="105"/>
                      <a:pt x="68" y="105"/>
                    </a:cubicBezTo>
                    <a:lnTo>
                      <a:pt x="130" y="1"/>
                    </a:lnTo>
                    <a:close/>
                    <a:moveTo>
                      <a:pt x="20" y="52"/>
                    </a:moveTo>
                    <a:cubicBezTo>
                      <a:pt x="7" y="71"/>
                      <a:pt x="0" y="94"/>
                      <a:pt x="0" y="118"/>
                    </a:cubicBezTo>
                    <a:cubicBezTo>
                      <a:pt x="0" y="130"/>
                      <a:pt x="2" y="142"/>
                      <a:pt x="5" y="153"/>
                    </a:cubicBezTo>
                    <a:cubicBezTo>
                      <a:pt x="81" y="153"/>
                      <a:pt x="81" y="153"/>
                      <a:pt x="81" y="153"/>
                    </a:cubicBezTo>
                    <a:lnTo>
                      <a:pt x="20" y="52"/>
                    </a:lnTo>
                    <a:close/>
                    <a:moveTo>
                      <a:pt x="225" y="68"/>
                    </a:moveTo>
                    <a:cubicBezTo>
                      <a:pt x="210" y="36"/>
                      <a:pt x="180" y="11"/>
                      <a:pt x="145" y="3"/>
                    </a:cubicBezTo>
                    <a:cubicBezTo>
                      <a:pt x="106" y="68"/>
                      <a:pt x="106" y="68"/>
                      <a:pt x="106" y="68"/>
                    </a:cubicBezTo>
                    <a:lnTo>
                      <a:pt x="225" y="68"/>
                    </a:lnTo>
                    <a:close/>
                    <a:moveTo>
                      <a:pt x="130" y="167"/>
                    </a:moveTo>
                    <a:cubicBezTo>
                      <a:pt x="11" y="167"/>
                      <a:pt x="11" y="167"/>
                      <a:pt x="11" y="167"/>
                    </a:cubicBezTo>
                    <a:cubicBezTo>
                      <a:pt x="26" y="201"/>
                      <a:pt x="58" y="227"/>
                      <a:pt x="96" y="234"/>
                    </a:cubicBezTo>
                    <a:cubicBezTo>
                      <a:pt x="93" y="232"/>
                      <a:pt x="93" y="232"/>
                      <a:pt x="93" y="232"/>
                    </a:cubicBezTo>
                    <a:lnTo>
                      <a:pt x="130" y="167"/>
                    </a:lnTo>
                    <a:close/>
                    <a:moveTo>
                      <a:pt x="230" y="82"/>
                    </a:moveTo>
                    <a:cubicBezTo>
                      <a:pt x="155" y="82"/>
                      <a:pt x="155" y="82"/>
                      <a:pt x="155" y="82"/>
                    </a:cubicBezTo>
                    <a:cubicBezTo>
                      <a:pt x="215" y="186"/>
                      <a:pt x="215" y="186"/>
                      <a:pt x="215" y="186"/>
                    </a:cubicBezTo>
                    <a:cubicBezTo>
                      <a:pt x="228" y="167"/>
                      <a:pt x="236" y="143"/>
                      <a:pt x="236" y="118"/>
                    </a:cubicBezTo>
                    <a:cubicBezTo>
                      <a:pt x="236" y="106"/>
                      <a:pt x="234" y="94"/>
                      <a:pt x="230" y="82"/>
                    </a:cubicBezTo>
                    <a:close/>
                    <a:moveTo>
                      <a:pt x="108" y="236"/>
                    </a:moveTo>
                    <a:cubicBezTo>
                      <a:pt x="111" y="236"/>
                      <a:pt x="115" y="236"/>
                      <a:pt x="118" y="236"/>
                    </a:cubicBezTo>
                    <a:cubicBezTo>
                      <a:pt x="152" y="236"/>
                      <a:pt x="183" y="221"/>
                      <a:pt x="205" y="198"/>
                    </a:cubicBezTo>
                    <a:cubicBezTo>
                      <a:pt x="167" y="132"/>
                      <a:pt x="167" y="132"/>
                      <a:pt x="167" y="132"/>
                    </a:cubicBezTo>
                    <a:lnTo>
                      <a:pt x="108" y="236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820" name="组合 7"/>
            <p:cNvGrpSpPr/>
            <p:nvPr/>
          </p:nvGrpSpPr>
          <p:grpSpPr>
            <a:xfrm>
              <a:off x="3092760" y="2678040"/>
              <a:ext cx="3421440" cy="302400"/>
              <a:chOff x="3092760" y="2678040"/>
              <a:chExt cx="3421440" cy="302400"/>
            </a:xfrm>
          </p:grpSpPr>
          <p:sp>
            <p:nvSpPr>
              <p:cNvPr id="821" name="圆角矩形 8"/>
              <p:cNvSpPr/>
              <p:nvPr/>
            </p:nvSpPr>
            <p:spPr>
              <a:xfrm>
                <a:off x="3092760" y="2678040"/>
                <a:ext cx="3421440" cy="302400"/>
              </a:xfrm>
              <a:prstGeom prst="roundRect">
                <a:avLst>
                  <a:gd name="adj" fmla="val 16667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720000" rIns="90000" tIns="45000" bIns="45000" anchor="ctr">
                <a:normAutofit fontScale="72000"/>
              </a:bodyPr>
              <a:p>
                <a:pPr>
                  <a:lnSpc>
                    <a:spcPct val="120000"/>
                  </a:lnSpc>
                  <a:buNone/>
                </a:pPr>
                <a:r>
                  <a:rPr b="0" lang="zh-CN" sz="1100" spc="-1" strike="noStrike">
                    <a:solidFill>
                      <a:srgbClr val="404040"/>
                    </a:solidFill>
                    <a:latin typeface="微软雅黑"/>
                    <a:ea typeface="微软雅黑"/>
                  </a:rPr>
                  <a:t>此部分内容作为文字排版占位显示 （建议使用主题字体）</a:t>
                </a:r>
                <a:endParaRPr b="0" lang="en-HK" sz="1100" spc="-1" strike="noStrike">
                  <a:latin typeface="Arial"/>
                </a:endParaRPr>
              </a:p>
            </p:txBody>
          </p:sp>
          <p:sp>
            <p:nvSpPr>
              <p:cNvPr id="822" name="任意多边形 9"/>
              <p:cNvSpPr/>
              <p:nvPr/>
            </p:nvSpPr>
            <p:spPr>
              <a:xfrm>
                <a:off x="3092760" y="2678040"/>
                <a:ext cx="409320" cy="302400"/>
              </a:xfrm>
              <a:custGeom>
                <a:avLst/>
                <a:gdLst/>
                <a:ahLst/>
                <a:rect l="l" t="t" r="r" b="b"/>
                <a:pathLst>
                  <a:path w="649782" h="481764">
                    <a:moveTo>
                      <a:pt x="80296" y="0"/>
                    </a:moveTo>
                    <a:lnTo>
                      <a:pt x="649782" y="0"/>
                    </a:lnTo>
                    <a:lnTo>
                      <a:pt x="649782" y="481764"/>
                    </a:lnTo>
                    <a:lnTo>
                      <a:pt x="80296" y="481764"/>
                    </a:lnTo>
                    <a:cubicBezTo>
                      <a:pt x="35950" y="481764"/>
                      <a:pt x="0" y="445814"/>
                      <a:pt x="0" y="401468"/>
                    </a:cubicBezTo>
                    <a:lnTo>
                      <a:pt x="0" y="80296"/>
                    </a:lnTo>
                    <a:cubicBezTo>
                      <a:pt x="0" y="35950"/>
                      <a:pt x="35950" y="0"/>
                      <a:pt x="8029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823" name="任意多边形 15"/>
              <p:cNvSpPr/>
              <p:nvPr/>
            </p:nvSpPr>
            <p:spPr>
              <a:xfrm>
                <a:off x="3220920" y="2733120"/>
                <a:ext cx="164160" cy="164160"/>
              </a:xfrm>
              <a:custGeom>
                <a:avLst/>
                <a:gdLst/>
                <a:ahLst/>
                <a:rect l="l" t="t" r="r" b="b"/>
                <a:pathLst>
                  <a:path w="236" h="236">
                    <a:moveTo>
                      <a:pt x="118" y="0"/>
                    </a:moveTo>
                    <a:cubicBezTo>
                      <a:pt x="53" y="0"/>
                      <a:pt x="0" y="53"/>
                      <a:pt x="0" y="118"/>
                    </a:cubicBezTo>
                    <a:cubicBezTo>
                      <a:pt x="0" y="183"/>
                      <a:pt x="53" y="236"/>
                      <a:pt x="118" y="236"/>
                    </a:cubicBezTo>
                    <a:cubicBezTo>
                      <a:pt x="183" y="236"/>
                      <a:pt x="236" y="183"/>
                      <a:pt x="236" y="118"/>
                    </a:cubicBezTo>
                    <a:cubicBezTo>
                      <a:pt x="236" y="53"/>
                      <a:pt x="183" y="0"/>
                      <a:pt x="118" y="0"/>
                    </a:cubicBezTo>
                    <a:close/>
                    <a:moveTo>
                      <a:pt x="106" y="171"/>
                    </a:moveTo>
                    <a:cubicBezTo>
                      <a:pt x="54" y="163"/>
                      <a:pt x="54" y="163"/>
                      <a:pt x="54" y="163"/>
                    </a:cubicBezTo>
                    <a:cubicBezTo>
                      <a:pt x="54" y="121"/>
                      <a:pt x="54" y="121"/>
                      <a:pt x="54" y="121"/>
                    </a:cubicBezTo>
                    <a:cubicBezTo>
                      <a:pt x="106" y="121"/>
                      <a:pt x="106" y="121"/>
                      <a:pt x="106" y="121"/>
                    </a:cubicBezTo>
                    <a:lnTo>
                      <a:pt x="106" y="171"/>
                    </a:lnTo>
                    <a:close/>
                    <a:moveTo>
                      <a:pt x="106" y="114"/>
                    </a:moveTo>
                    <a:cubicBezTo>
                      <a:pt x="54" y="114"/>
                      <a:pt x="54" y="114"/>
                      <a:pt x="54" y="114"/>
                    </a:cubicBezTo>
                    <a:cubicBezTo>
                      <a:pt x="54" y="72"/>
                      <a:pt x="54" y="72"/>
                      <a:pt x="54" y="72"/>
                    </a:cubicBezTo>
                    <a:cubicBezTo>
                      <a:pt x="106" y="64"/>
                      <a:pt x="106" y="64"/>
                      <a:pt x="106" y="64"/>
                    </a:cubicBezTo>
                    <a:lnTo>
                      <a:pt x="106" y="114"/>
                    </a:lnTo>
                    <a:close/>
                    <a:moveTo>
                      <a:pt x="182" y="182"/>
                    </a:moveTo>
                    <a:cubicBezTo>
                      <a:pt x="113" y="172"/>
                      <a:pt x="113" y="172"/>
                      <a:pt x="113" y="172"/>
                    </a:cubicBezTo>
                    <a:cubicBezTo>
                      <a:pt x="113" y="121"/>
                      <a:pt x="113" y="121"/>
                      <a:pt x="113" y="121"/>
                    </a:cubicBezTo>
                    <a:cubicBezTo>
                      <a:pt x="182" y="121"/>
                      <a:pt x="182" y="121"/>
                      <a:pt x="182" y="121"/>
                    </a:cubicBezTo>
                    <a:lnTo>
                      <a:pt x="182" y="182"/>
                    </a:lnTo>
                    <a:close/>
                    <a:moveTo>
                      <a:pt x="182" y="114"/>
                    </a:moveTo>
                    <a:cubicBezTo>
                      <a:pt x="113" y="114"/>
                      <a:pt x="113" y="114"/>
                      <a:pt x="113" y="114"/>
                    </a:cubicBezTo>
                    <a:cubicBezTo>
                      <a:pt x="113" y="63"/>
                      <a:pt x="113" y="63"/>
                      <a:pt x="113" y="63"/>
                    </a:cubicBezTo>
                    <a:cubicBezTo>
                      <a:pt x="182" y="53"/>
                      <a:pt x="182" y="53"/>
                      <a:pt x="182" y="53"/>
                    </a:cubicBezTo>
                    <a:lnTo>
                      <a:pt x="182" y="114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824" name="组合 8"/>
            <p:cNvGrpSpPr/>
            <p:nvPr/>
          </p:nvGrpSpPr>
          <p:grpSpPr>
            <a:xfrm>
              <a:off x="3092760" y="2262240"/>
              <a:ext cx="3421440" cy="302400"/>
              <a:chOff x="3092760" y="2262240"/>
              <a:chExt cx="3421440" cy="302400"/>
            </a:xfrm>
          </p:grpSpPr>
          <p:sp>
            <p:nvSpPr>
              <p:cNvPr id="825" name="圆角矩形 6"/>
              <p:cNvSpPr/>
              <p:nvPr/>
            </p:nvSpPr>
            <p:spPr>
              <a:xfrm>
                <a:off x="3092760" y="2262240"/>
                <a:ext cx="3421440" cy="302400"/>
              </a:xfrm>
              <a:prstGeom prst="roundRect">
                <a:avLst>
                  <a:gd name="adj" fmla="val 16667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720000" rIns="90000" tIns="45000" bIns="45000" anchor="ctr">
                <a:normAutofit fontScale="72000"/>
              </a:bodyPr>
              <a:p>
                <a:pPr>
                  <a:lnSpc>
                    <a:spcPct val="120000"/>
                  </a:lnSpc>
                  <a:buNone/>
                </a:pPr>
                <a:r>
                  <a:rPr b="0" lang="zh-CN" sz="1100" spc="-1" strike="noStrike">
                    <a:solidFill>
                      <a:srgbClr val="404040"/>
                    </a:solidFill>
                    <a:latin typeface="微软雅黑"/>
                    <a:ea typeface="微软雅黑"/>
                  </a:rPr>
                  <a:t>此部分内容作为文字排版占位显示 （建议使用主题字体）</a:t>
                </a:r>
                <a:endParaRPr b="0" lang="en-HK" sz="1100" spc="-1" strike="noStrike">
                  <a:latin typeface="Arial"/>
                </a:endParaRPr>
              </a:p>
            </p:txBody>
          </p:sp>
          <p:sp>
            <p:nvSpPr>
              <p:cNvPr id="826" name="任意多边形 7"/>
              <p:cNvSpPr/>
              <p:nvPr/>
            </p:nvSpPr>
            <p:spPr>
              <a:xfrm>
                <a:off x="3092760" y="2262240"/>
                <a:ext cx="409320" cy="302400"/>
              </a:xfrm>
              <a:custGeom>
                <a:avLst/>
                <a:gdLst/>
                <a:ahLst/>
                <a:rect l="l" t="t" r="r" b="b"/>
                <a:pathLst>
                  <a:path w="649782" h="481764">
                    <a:moveTo>
                      <a:pt x="80296" y="0"/>
                    </a:moveTo>
                    <a:lnTo>
                      <a:pt x="649782" y="0"/>
                    </a:lnTo>
                    <a:lnTo>
                      <a:pt x="649782" y="481764"/>
                    </a:lnTo>
                    <a:lnTo>
                      <a:pt x="80296" y="481764"/>
                    </a:lnTo>
                    <a:cubicBezTo>
                      <a:pt x="35950" y="481764"/>
                      <a:pt x="0" y="445814"/>
                      <a:pt x="0" y="401468"/>
                    </a:cubicBezTo>
                    <a:lnTo>
                      <a:pt x="0" y="80296"/>
                    </a:lnTo>
                    <a:cubicBezTo>
                      <a:pt x="0" y="35950"/>
                      <a:pt x="35950" y="0"/>
                      <a:pt x="802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827" name="任意多边形 16"/>
              <p:cNvSpPr/>
              <p:nvPr/>
            </p:nvSpPr>
            <p:spPr>
              <a:xfrm>
                <a:off x="3220920" y="2326680"/>
                <a:ext cx="164160" cy="164160"/>
              </a:xfrm>
              <a:custGeom>
                <a:avLst/>
                <a:gdLst/>
                <a:ahLst/>
                <a:rect l="l" t="t" r="r" b="b"/>
                <a:pathLst>
                  <a:path w="236" h="236">
                    <a:moveTo>
                      <a:pt x="118" y="0"/>
                    </a:moveTo>
                    <a:cubicBezTo>
                      <a:pt x="53" y="0"/>
                      <a:pt x="0" y="53"/>
                      <a:pt x="0" y="118"/>
                    </a:cubicBezTo>
                    <a:cubicBezTo>
                      <a:pt x="0" y="183"/>
                      <a:pt x="53" y="236"/>
                      <a:pt x="118" y="236"/>
                    </a:cubicBezTo>
                    <a:cubicBezTo>
                      <a:pt x="183" y="236"/>
                      <a:pt x="236" y="183"/>
                      <a:pt x="236" y="118"/>
                    </a:cubicBezTo>
                    <a:cubicBezTo>
                      <a:pt x="236" y="53"/>
                      <a:pt x="183" y="0"/>
                      <a:pt x="118" y="0"/>
                    </a:cubicBezTo>
                    <a:close/>
                    <a:moveTo>
                      <a:pt x="124" y="56"/>
                    </a:moveTo>
                    <a:cubicBezTo>
                      <a:pt x="129" y="50"/>
                      <a:pt x="137" y="46"/>
                      <a:pt x="144" y="46"/>
                    </a:cubicBezTo>
                    <a:cubicBezTo>
                      <a:pt x="144" y="54"/>
                      <a:pt x="141" y="62"/>
                      <a:pt x="137" y="67"/>
                    </a:cubicBezTo>
                    <a:cubicBezTo>
                      <a:pt x="132" y="73"/>
                      <a:pt x="124" y="78"/>
                      <a:pt x="117" y="77"/>
                    </a:cubicBezTo>
                    <a:cubicBezTo>
                      <a:pt x="115" y="69"/>
                      <a:pt x="119" y="61"/>
                      <a:pt x="124" y="56"/>
                    </a:cubicBezTo>
                    <a:close/>
                    <a:moveTo>
                      <a:pt x="162" y="164"/>
                    </a:moveTo>
                    <a:cubicBezTo>
                      <a:pt x="157" y="172"/>
                      <a:pt x="151" y="180"/>
                      <a:pt x="142" y="181"/>
                    </a:cubicBezTo>
                    <a:cubicBezTo>
                      <a:pt x="133" y="181"/>
                      <a:pt x="130" y="175"/>
                      <a:pt x="119" y="175"/>
                    </a:cubicBezTo>
                    <a:cubicBezTo>
                      <a:pt x="109" y="175"/>
                      <a:pt x="106" y="180"/>
                      <a:pt x="97" y="181"/>
                    </a:cubicBezTo>
                    <a:cubicBezTo>
                      <a:pt x="88" y="181"/>
                      <a:pt x="82" y="172"/>
                      <a:pt x="76" y="164"/>
                    </a:cubicBezTo>
                    <a:cubicBezTo>
                      <a:pt x="64" y="147"/>
                      <a:pt x="55" y="116"/>
                      <a:pt x="67" y="96"/>
                    </a:cubicBezTo>
                    <a:cubicBezTo>
                      <a:pt x="73" y="85"/>
                      <a:pt x="84" y="79"/>
                      <a:pt x="95" y="79"/>
                    </a:cubicBezTo>
                    <a:cubicBezTo>
                      <a:pt x="104" y="79"/>
                      <a:pt x="112" y="85"/>
                      <a:pt x="118" y="85"/>
                    </a:cubicBezTo>
                    <a:cubicBezTo>
                      <a:pt x="123" y="85"/>
                      <a:pt x="133" y="77"/>
                      <a:pt x="143" y="79"/>
                    </a:cubicBezTo>
                    <a:cubicBezTo>
                      <a:pt x="148" y="79"/>
                      <a:pt x="160" y="80"/>
                      <a:pt x="168" y="92"/>
                    </a:cubicBezTo>
                    <a:cubicBezTo>
                      <a:pt x="167" y="92"/>
                      <a:pt x="153" y="100"/>
                      <a:pt x="154" y="118"/>
                    </a:cubicBezTo>
                    <a:cubicBezTo>
                      <a:pt x="154" y="138"/>
                      <a:pt x="171" y="145"/>
                      <a:pt x="172" y="145"/>
                    </a:cubicBezTo>
                    <a:cubicBezTo>
                      <a:pt x="171" y="145"/>
                      <a:pt x="169" y="155"/>
                      <a:pt x="162" y="164"/>
                    </a:cubicBez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828" name="组合 10"/>
            <p:cNvGrpSpPr/>
            <p:nvPr/>
          </p:nvGrpSpPr>
          <p:grpSpPr>
            <a:xfrm>
              <a:off x="3092760" y="3499560"/>
              <a:ext cx="3421440" cy="302400"/>
              <a:chOff x="3092760" y="3499560"/>
              <a:chExt cx="3421440" cy="302400"/>
            </a:xfrm>
          </p:grpSpPr>
          <p:sp>
            <p:nvSpPr>
              <p:cNvPr id="829" name="圆角矩形 63"/>
              <p:cNvSpPr/>
              <p:nvPr/>
            </p:nvSpPr>
            <p:spPr>
              <a:xfrm>
                <a:off x="3092760" y="3499560"/>
                <a:ext cx="3421440" cy="302400"/>
              </a:xfrm>
              <a:prstGeom prst="roundRect">
                <a:avLst>
                  <a:gd name="adj" fmla="val 16667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720000" rIns="90000" tIns="45000" bIns="45000" anchor="ctr">
                <a:normAutofit fontScale="72000"/>
              </a:bodyPr>
              <a:p>
                <a:pPr>
                  <a:lnSpc>
                    <a:spcPct val="120000"/>
                  </a:lnSpc>
                  <a:buNone/>
                </a:pPr>
                <a:r>
                  <a:rPr b="0" lang="zh-CN" sz="1100" spc="-1" strike="noStrike">
                    <a:solidFill>
                      <a:srgbClr val="404040"/>
                    </a:solidFill>
                    <a:latin typeface="微软雅黑"/>
                    <a:ea typeface="微软雅黑"/>
                  </a:rPr>
                  <a:t>此部分内容作为文字排版占位显示 （建议使用主题字体）</a:t>
                </a:r>
                <a:endParaRPr b="0" lang="en-HK" sz="1100" spc="-1" strike="noStrike">
                  <a:latin typeface="Arial"/>
                </a:endParaRPr>
              </a:p>
            </p:txBody>
          </p:sp>
          <p:sp>
            <p:nvSpPr>
              <p:cNvPr id="830" name="任意多边形 64"/>
              <p:cNvSpPr/>
              <p:nvPr/>
            </p:nvSpPr>
            <p:spPr>
              <a:xfrm>
                <a:off x="3092760" y="3499560"/>
                <a:ext cx="409320" cy="302400"/>
              </a:xfrm>
              <a:custGeom>
                <a:avLst/>
                <a:gdLst/>
                <a:ahLst/>
                <a:rect l="l" t="t" r="r" b="b"/>
                <a:pathLst>
                  <a:path w="649782" h="481764">
                    <a:moveTo>
                      <a:pt x="80296" y="0"/>
                    </a:moveTo>
                    <a:lnTo>
                      <a:pt x="649782" y="0"/>
                    </a:lnTo>
                    <a:lnTo>
                      <a:pt x="649782" y="481764"/>
                    </a:lnTo>
                    <a:lnTo>
                      <a:pt x="80296" y="481764"/>
                    </a:lnTo>
                    <a:cubicBezTo>
                      <a:pt x="35950" y="481764"/>
                      <a:pt x="0" y="445814"/>
                      <a:pt x="0" y="401468"/>
                    </a:cubicBezTo>
                    <a:lnTo>
                      <a:pt x="0" y="80296"/>
                    </a:lnTo>
                    <a:cubicBezTo>
                      <a:pt x="0" y="35950"/>
                      <a:pt x="35950" y="0"/>
                      <a:pt x="80296" y="0"/>
                    </a:cubicBezTo>
                    <a:close/>
                  </a:path>
                </a:pathLst>
              </a:custGeom>
              <a:solidFill>
                <a:schemeClr val="accent5">
                  <a:lumMod val="10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831" name="任意多边形 65"/>
              <p:cNvSpPr/>
              <p:nvPr/>
            </p:nvSpPr>
            <p:spPr>
              <a:xfrm>
                <a:off x="3220920" y="3554280"/>
                <a:ext cx="164160" cy="164160"/>
              </a:xfrm>
              <a:custGeom>
                <a:avLst/>
                <a:gdLst/>
                <a:ahLst/>
                <a:rect l="l" t="t" r="r" b="b"/>
                <a:pathLst>
                  <a:path w="236" h="236">
                    <a:moveTo>
                      <a:pt x="118" y="0"/>
                    </a:moveTo>
                    <a:cubicBezTo>
                      <a:pt x="53" y="0"/>
                      <a:pt x="0" y="53"/>
                      <a:pt x="0" y="118"/>
                    </a:cubicBezTo>
                    <a:cubicBezTo>
                      <a:pt x="0" y="183"/>
                      <a:pt x="53" y="236"/>
                      <a:pt x="118" y="236"/>
                    </a:cubicBezTo>
                    <a:cubicBezTo>
                      <a:pt x="183" y="236"/>
                      <a:pt x="236" y="183"/>
                      <a:pt x="236" y="118"/>
                    </a:cubicBezTo>
                    <a:cubicBezTo>
                      <a:pt x="236" y="53"/>
                      <a:pt x="183" y="0"/>
                      <a:pt x="118" y="0"/>
                    </a:cubicBezTo>
                    <a:close/>
                    <a:moveTo>
                      <a:pt x="106" y="171"/>
                    </a:moveTo>
                    <a:cubicBezTo>
                      <a:pt x="54" y="163"/>
                      <a:pt x="54" y="163"/>
                      <a:pt x="54" y="163"/>
                    </a:cubicBezTo>
                    <a:cubicBezTo>
                      <a:pt x="54" y="121"/>
                      <a:pt x="54" y="121"/>
                      <a:pt x="54" y="121"/>
                    </a:cubicBezTo>
                    <a:cubicBezTo>
                      <a:pt x="106" y="121"/>
                      <a:pt x="106" y="121"/>
                      <a:pt x="106" y="121"/>
                    </a:cubicBezTo>
                    <a:lnTo>
                      <a:pt x="106" y="171"/>
                    </a:lnTo>
                    <a:close/>
                    <a:moveTo>
                      <a:pt x="106" y="114"/>
                    </a:moveTo>
                    <a:cubicBezTo>
                      <a:pt x="54" y="114"/>
                      <a:pt x="54" y="114"/>
                      <a:pt x="54" y="114"/>
                    </a:cubicBezTo>
                    <a:cubicBezTo>
                      <a:pt x="54" y="72"/>
                      <a:pt x="54" y="72"/>
                      <a:pt x="54" y="72"/>
                    </a:cubicBezTo>
                    <a:cubicBezTo>
                      <a:pt x="106" y="64"/>
                      <a:pt x="106" y="64"/>
                      <a:pt x="106" y="64"/>
                    </a:cubicBezTo>
                    <a:lnTo>
                      <a:pt x="106" y="114"/>
                    </a:lnTo>
                    <a:close/>
                    <a:moveTo>
                      <a:pt x="182" y="182"/>
                    </a:moveTo>
                    <a:cubicBezTo>
                      <a:pt x="113" y="172"/>
                      <a:pt x="113" y="172"/>
                      <a:pt x="113" y="172"/>
                    </a:cubicBezTo>
                    <a:cubicBezTo>
                      <a:pt x="113" y="121"/>
                      <a:pt x="113" y="121"/>
                      <a:pt x="113" y="121"/>
                    </a:cubicBezTo>
                    <a:cubicBezTo>
                      <a:pt x="182" y="121"/>
                      <a:pt x="182" y="121"/>
                      <a:pt x="182" y="121"/>
                    </a:cubicBezTo>
                    <a:lnTo>
                      <a:pt x="182" y="182"/>
                    </a:lnTo>
                    <a:close/>
                    <a:moveTo>
                      <a:pt x="182" y="114"/>
                    </a:moveTo>
                    <a:cubicBezTo>
                      <a:pt x="113" y="114"/>
                      <a:pt x="113" y="114"/>
                      <a:pt x="113" y="114"/>
                    </a:cubicBezTo>
                    <a:cubicBezTo>
                      <a:pt x="113" y="63"/>
                      <a:pt x="113" y="63"/>
                      <a:pt x="113" y="63"/>
                    </a:cubicBezTo>
                    <a:cubicBezTo>
                      <a:pt x="182" y="53"/>
                      <a:pt x="182" y="53"/>
                      <a:pt x="182" y="53"/>
                    </a:cubicBezTo>
                    <a:lnTo>
                      <a:pt x="182" y="114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</p:grpSp>
      <p:grpSp>
        <p:nvGrpSpPr>
          <p:cNvPr id="832" name="组合 63"/>
          <p:cNvGrpSpPr/>
          <p:nvPr/>
        </p:nvGrpSpPr>
        <p:grpSpPr>
          <a:xfrm>
            <a:off x="323640" y="0"/>
            <a:ext cx="2084040" cy="574200"/>
            <a:chOff x="323640" y="0"/>
            <a:chExt cx="2084040" cy="574200"/>
          </a:xfrm>
        </p:grpSpPr>
        <p:sp>
          <p:nvSpPr>
            <p:cNvPr id="833" name="TextBox 86"/>
            <p:cNvSpPr/>
            <p:nvPr/>
          </p:nvSpPr>
          <p:spPr>
            <a:xfrm>
              <a:off x="576360" y="58320"/>
              <a:ext cx="183132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zh-CN" sz="24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请输入标题</a:t>
              </a:r>
              <a:endParaRPr b="0" lang="en-HK" sz="2400" spc="-1" strike="noStrike">
                <a:latin typeface="Arial"/>
              </a:endParaRPr>
            </a:p>
          </p:txBody>
        </p:sp>
        <p:sp>
          <p:nvSpPr>
            <p:cNvPr id="834" name="矩形 65"/>
            <p:cNvSpPr/>
            <p:nvPr/>
          </p:nvSpPr>
          <p:spPr>
            <a:xfrm>
              <a:off x="323640" y="0"/>
              <a:ext cx="212040" cy="5742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</p:spTree>
  </p:cSld>
  <p:transition spd="med">
    <p:pull dir="r"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5" name="Group 62"/>
          <p:cNvGrpSpPr/>
          <p:nvPr/>
        </p:nvGrpSpPr>
        <p:grpSpPr>
          <a:xfrm>
            <a:off x="731160" y="907920"/>
            <a:ext cx="7530480" cy="1623600"/>
            <a:chOff x="731160" y="907920"/>
            <a:chExt cx="7530480" cy="1623600"/>
          </a:xfrm>
        </p:grpSpPr>
        <p:sp>
          <p:nvSpPr>
            <p:cNvPr id="836" name="Freeform: Shape 2"/>
            <p:cNvSpPr/>
            <p:nvPr/>
          </p:nvSpPr>
          <p:spPr>
            <a:xfrm>
              <a:off x="731160" y="1884600"/>
              <a:ext cx="749520" cy="6426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8605" y="5478"/>
                  </a:moveTo>
                  <a:lnTo>
                    <a:pt x="6126" y="8350"/>
                  </a:lnTo>
                  <a:cubicBezTo>
                    <a:pt x="1357" y="10288"/>
                    <a:pt x="0" y="12899"/>
                    <a:pt x="0" y="14094"/>
                  </a:cubicBezTo>
                  <a:cubicBezTo>
                    <a:pt x="0" y="20043"/>
                    <a:pt x="15755" y="21399"/>
                    <a:pt x="21600" y="21600"/>
                  </a:cubicBezTo>
                  <a:lnTo>
                    <a:pt x="21600" y="0"/>
                  </a:lnTo>
                  <a:cubicBezTo>
                    <a:pt x="16641" y="723"/>
                    <a:pt x="11387" y="2259"/>
                    <a:pt x="8605" y="5478"/>
                  </a:cubicBezTo>
                  <a:close/>
                </a:path>
              </a:pathLst>
            </a:custGeom>
            <a:solidFill>
              <a:schemeClr val="accent1">
                <a:lumMod val="100000"/>
              </a:schemeClr>
            </a:solidFill>
            <a:ln w="635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37" name="Freeform: Shape 3"/>
            <p:cNvSpPr/>
            <p:nvPr/>
          </p:nvSpPr>
          <p:spPr>
            <a:xfrm>
              <a:off x="1484640" y="1869840"/>
              <a:ext cx="749520" cy="6616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9081" y="0"/>
                  </a:moveTo>
                  <a:cubicBezTo>
                    <a:pt x="6847" y="0"/>
                    <a:pt x="3495" y="98"/>
                    <a:pt x="0" y="590"/>
                  </a:cubicBezTo>
                  <a:lnTo>
                    <a:pt x="0" y="21571"/>
                  </a:lnTo>
                  <a:cubicBezTo>
                    <a:pt x="609" y="21590"/>
                    <a:pt x="1110" y="21600"/>
                    <a:pt x="1477" y="21600"/>
                  </a:cubicBezTo>
                  <a:lnTo>
                    <a:pt x="21600" y="21600"/>
                  </a:lnTo>
                  <a:lnTo>
                    <a:pt x="21600" y="0"/>
                  </a:lnTo>
                  <a:cubicBezTo>
                    <a:pt x="21600" y="0"/>
                    <a:pt x="9081" y="0"/>
                    <a:pt x="9081" y="0"/>
                  </a:cubicBezTo>
                  <a:close/>
                </a:path>
              </a:pathLst>
            </a:custGeom>
            <a:solidFill>
              <a:schemeClr val="accent2">
                <a:lumMod val="100000"/>
              </a:schemeClr>
            </a:solidFill>
            <a:ln w="635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38" name="Freeform: Shape 4"/>
            <p:cNvSpPr/>
            <p:nvPr/>
          </p:nvSpPr>
          <p:spPr>
            <a:xfrm>
              <a:off x="2238120" y="1869840"/>
              <a:ext cx="749520" cy="6616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ubicBezTo>
                    <a:pt x="2160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3">
                <a:lumMod val="100000"/>
              </a:schemeClr>
            </a:solidFill>
            <a:ln w="635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39" name="Freeform: Shape 5"/>
            <p:cNvSpPr/>
            <p:nvPr/>
          </p:nvSpPr>
          <p:spPr>
            <a:xfrm>
              <a:off x="2991600" y="1869840"/>
              <a:ext cx="749520" cy="6616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0" y="21600"/>
                  </a:lnTo>
                  <a:lnTo>
                    <a:pt x="21600" y="21331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100000"/>
              </a:schemeClr>
            </a:solidFill>
            <a:ln w="635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40" name="Freeform: Shape 6"/>
            <p:cNvSpPr/>
            <p:nvPr/>
          </p:nvSpPr>
          <p:spPr>
            <a:xfrm>
              <a:off x="3745080" y="1869840"/>
              <a:ext cx="749520" cy="6616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0" y="21331"/>
                  </a:ln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>
                <a:lumMod val="100000"/>
              </a:schemeClr>
            </a:solidFill>
            <a:ln w="635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41" name="Freeform: Shape 7"/>
            <p:cNvSpPr/>
            <p:nvPr/>
          </p:nvSpPr>
          <p:spPr>
            <a:xfrm>
              <a:off x="4498200" y="1869840"/>
              <a:ext cx="749520" cy="6616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ubicBezTo>
                    <a:pt x="2160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6">
                <a:lumMod val="100000"/>
              </a:schemeClr>
            </a:solidFill>
            <a:ln w="635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42" name="Freeform: Shape 8"/>
            <p:cNvSpPr/>
            <p:nvPr/>
          </p:nvSpPr>
          <p:spPr>
            <a:xfrm>
              <a:off x="5251680" y="1869840"/>
              <a:ext cx="749520" cy="6616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ubicBezTo>
                    <a:pt x="2160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>
                <a:lumMod val="100000"/>
              </a:schemeClr>
            </a:solidFill>
            <a:ln w="635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43" name="Freeform: Shape 9"/>
            <p:cNvSpPr/>
            <p:nvPr/>
          </p:nvSpPr>
          <p:spPr>
            <a:xfrm>
              <a:off x="6005160" y="1869840"/>
              <a:ext cx="749520" cy="6616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0" y="21600"/>
                  </a:lnTo>
                  <a:lnTo>
                    <a:pt x="3629" y="21600"/>
                  </a:lnTo>
                  <a:cubicBezTo>
                    <a:pt x="7543" y="21600"/>
                    <a:pt x="13854" y="20683"/>
                    <a:pt x="21600" y="19020"/>
                  </a:cubicBez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100000"/>
              </a:schemeClr>
            </a:solidFill>
            <a:ln w="635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grpSp>
          <p:nvGrpSpPr>
            <p:cNvPr id="844" name="Group 10"/>
            <p:cNvGrpSpPr/>
            <p:nvPr/>
          </p:nvGrpSpPr>
          <p:grpSpPr>
            <a:xfrm>
              <a:off x="957240" y="2035080"/>
              <a:ext cx="5458680" cy="77760"/>
              <a:chOff x="957240" y="2035080"/>
              <a:chExt cx="5458680" cy="77760"/>
            </a:xfrm>
          </p:grpSpPr>
          <p:sp>
            <p:nvSpPr>
              <p:cNvPr id="845" name="Freeform: Shape 13"/>
              <p:cNvSpPr/>
              <p:nvPr/>
            </p:nvSpPr>
            <p:spPr>
              <a:xfrm>
                <a:off x="957240" y="2035080"/>
                <a:ext cx="124200" cy="7776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21600"/>
                    </a:moveTo>
                    <a:lnTo>
                      <a:pt x="14036" y="0"/>
                    </a:lnTo>
                    <a:lnTo>
                      <a:pt x="21600" y="0"/>
                    </a:lnTo>
                    <a:lnTo>
                      <a:pt x="12641" y="21600"/>
                    </a:lnTo>
                    <a:cubicBezTo>
                      <a:pt x="12641" y="21600"/>
                      <a:pt x="0" y="21600"/>
                      <a:pt x="0" y="216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46" name="Freeform: Shape 14"/>
              <p:cNvSpPr/>
              <p:nvPr/>
            </p:nvSpPr>
            <p:spPr>
              <a:xfrm>
                <a:off x="1062720" y="2035080"/>
                <a:ext cx="96480" cy="774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21600"/>
                    </a:moveTo>
                    <a:lnTo>
                      <a:pt x="0" y="21600"/>
                    </a:lnTo>
                    <a:lnTo>
                      <a:pt x="10378" y="0"/>
                    </a:lnTo>
                    <a:lnTo>
                      <a:pt x="21600" y="0"/>
                    </a:lnTo>
                    <a:cubicBezTo>
                      <a:pt x="21600" y="0"/>
                      <a:pt x="21600" y="21600"/>
                      <a:pt x="21600" y="216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47" name="Freeform: Shape 15"/>
              <p:cNvSpPr/>
              <p:nvPr/>
            </p:nvSpPr>
            <p:spPr>
              <a:xfrm>
                <a:off x="1183320" y="2035080"/>
                <a:ext cx="84960" cy="7776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21600"/>
                    </a:moveTo>
                    <a:lnTo>
                      <a:pt x="0" y="21441"/>
                    </a:lnTo>
                    <a:lnTo>
                      <a:pt x="0" y="0"/>
                    </a:lnTo>
                    <a:lnTo>
                      <a:pt x="15779" y="0"/>
                    </a:lnTo>
                    <a:lnTo>
                      <a:pt x="21600" y="6619"/>
                    </a:lnTo>
                    <a:cubicBezTo>
                      <a:pt x="21600" y="6619"/>
                      <a:pt x="21600" y="21600"/>
                      <a:pt x="21600" y="216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48" name="Freeform: Shape 16"/>
              <p:cNvSpPr/>
              <p:nvPr/>
            </p:nvSpPr>
            <p:spPr>
              <a:xfrm>
                <a:off x="1725840" y="2050200"/>
                <a:ext cx="33840" cy="478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987" y="21600"/>
                      <a:pt x="13512" y="21600"/>
                    </a:cubicBezTo>
                    <a:lnTo>
                      <a:pt x="8088" y="21600"/>
                    </a:lnTo>
                    <a:cubicBezTo>
                      <a:pt x="3613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3" y="0"/>
                      <a:pt x="8088" y="0"/>
                    </a:cubicBezTo>
                    <a:lnTo>
                      <a:pt x="13512" y="0"/>
                    </a:lnTo>
                    <a:cubicBezTo>
                      <a:pt x="17987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49" name="Freeform: Shape 17"/>
              <p:cNvSpPr/>
              <p:nvPr/>
            </p:nvSpPr>
            <p:spPr>
              <a:xfrm>
                <a:off x="1801080" y="2050200"/>
                <a:ext cx="33840" cy="478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898" y="21600"/>
                      <a:pt x="13424" y="21600"/>
                    </a:cubicBezTo>
                    <a:lnTo>
                      <a:pt x="8176" y="21600"/>
                    </a:lnTo>
                    <a:cubicBezTo>
                      <a:pt x="3613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3" y="0"/>
                      <a:pt x="8176" y="0"/>
                    </a:cubicBezTo>
                    <a:lnTo>
                      <a:pt x="13424" y="0"/>
                    </a:lnTo>
                    <a:cubicBezTo>
                      <a:pt x="17898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50" name="Freeform: Shape 18"/>
              <p:cNvSpPr/>
              <p:nvPr/>
            </p:nvSpPr>
            <p:spPr>
              <a:xfrm>
                <a:off x="1891440" y="2050200"/>
                <a:ext cx="33840" cy="478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913" y="21600"/>
                      <a:pt x="13456" y="21600"/>
                    </a:cubicBezTo>
                    <a:lnTo>
                      <a:pt x="8140" y="21600"/>
                    </a:lnTo>
                    <a:cubicBezTo>
                      <a:pt x="3599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599" y="0"/>
                      <a:pt x="8140" y="0"/>
                    </a:cubicBezTo>
                    <a:lnTo>
                      <a:pt x="13456" y="0"/>
                    </a:lnTo>
                    <a:cubicBezTo>
                      <a:pt x="17913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51" name="Freeform: Shape 19"/>
              <p:cNvSpPr/>
              <p:nvPr/>
            </p:nvSpPr>
            <p:spPr>
              <a:xfrm>
                <a:off x="1981800" y="2050200"/>
                <a:ext cx="33840" cy="478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8001" y="21600"/>
                      <a:pt x="13456" y="21600"/>
                    </a:cubicBezTo>
                    <a:lnTo>
                      <a:pt x="8140" y="21600"/>
                    </a:lnTo>
                    <a:cubicBezTo>
                      <a:pt x="3599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599" y="0"/>
                      <a:pt x="8140" y="0"/>
                    </a:cubicBezTo>
                    <a:lnTo>
                      <a:pt x="13456" y="0"/>
                    </a:lnTo>
                    <a:cubicBezTo>
                      <a:pt x="18001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52" name="Freeform: Shape 20"/>
              <p:cNvSpPr/>
              <p:nvPr/>
            </p:nvSpPr>
            <p:spPr>
              <a:xfrm>
                <a:off x="2072160" y="2050200"/>
                <a:ext cx="33840" cy="478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913" y="21600"/>
                      <a:pt x="13456" y="21600"/>
                    </a:cubicBezTo>
                    <a:lnTo>
                      <a:pt x="8140" y="21600"/>
                    </a:lnTo>
                    <a:cubicBezTo>
                      <a:pt x="3683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83" y="0"/>
                      <a:pt x="8140" y="0"/>
                    </a:cubicBezTo>
                    <a:lnTo>
                      <a:pt x="13456" y="0"/>
                    </a:lnTo>
                    <a:cubicBezTo>
                      <a:pt x="17913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53" name="Freeform: Shape 21"/>
              <p:cNvSpPr/>
              <p:nvPr/>
            </p:nvSpPr>
            <p:spPr>
              <a:xfrm>
                <a:off x="2162880" y="2050200"/>
                <a:ext cx="33840" cy="478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986" y="21600"/>
                      <a:pt x="13511" y="21600"/>
                    </a:cubicBezTo>
                    <a:lnTo>
                      <a:pt x="8089" y="21600"/>
                    </a:lnTo>
                    <a:cubicBezTo>
                      <a:pt x="3614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4" y="0"/>
                      <a:pt x="8089" y="0"/>
                    </a:cubicBezTo>
                    <a:lnTo>
                      <a:pt x="13511" y="0"/>
                    </a:lnTo>
                    <a:cubicBezTo>
                      <a:pt x="17986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54" name="Freeform: Shape 22"/>
              <p:cNvSpPr/>
              <p:nvPr/>
            </p:nvSpPr>
            <p:spPr>
              <a:xfrm>
                <a:off x="2253240" y="2050200"/>
                <a:ext cx="34200" cy="478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844" y="21600"/>
                      <a:pt x="13405" y="21600"/>
                    </a:cubicBezTo>
                    <a:lnTo>
                      <a:pt x="8111" y="21600"/>
                    </a:lnTo>
                    <a:cubicBezTo>
                      <a:pt x="3672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72" y="0"/>
                      <a:pt x="8111" y="0"/>
                    </a:cubicBezTo>
                    <a:lnTo>
                      <a:pt x="13405" y="0"/>
                    </a:lnTo>
                    <a:cubicBezTo>
                      <a:pt x="17844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55" name="Freeform: Shape 23"/>
              <p:cNvSpPr/>
              <p:nvPr/>
            </p:nvSpPr>
            <p:spPr>
              <a:xfrm>
                <a:off x="2328480" y="2050200"/>
                <a:ext cx="33840" cy="478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986" y="21600"/>
                      <a:pt x="13511" y="21600"/>
                    </a:cubicBezTo>
                    <a:lnTo>
                      <a:pt x="8174" y="21600"/>
                    </a:lnTo>
                    <a:cubicBezTo>
                      <a:pt x="3614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4" y="0"/>
                      <a:pt x="8174" y="0"/>
                    </a:cubicBezTo>
                    <a:lnTo>
                      <a:pt x="13511" y="0"/>
                    </a:lnTo>
                    <a:cubicBezTo>
                      <a:pt x="17986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56" name="Freeform: Shape 24"/>
              <p:cNvSpPr/>
              <p:nvPr/>
            </p:nvSpPr>
            <p:spPr>
              <a:xfrm>
                <a:off x="2418840" y="2050200"/>
                <a:ext cx="33840" cy="478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8001" y="21600"/>
                      <a:pt x="13460" y="21600"/>
                    </a:cubicBezTo>
                    <a:lnTo>
                      <a:pt x="8144" y="21600"/>
                    </a:lnTo>
                    <a:cubicBezTo>
                      <a:pt x="3603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03" y="0"/>
                      <a:pt x="8144" y="0"/>
                    </a:cubicBezTo>
                    <a:lnTo>
                      <a:pt x="13460" y="0"/>
                    </a:lnTo>
                    <a:cubicBezTo>
                      <a:pt x="18001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57" name="Freeform: Shape 25"/>
              <p:cNvSpPr/>
              <p:nvPr/>
            </p:nvSpPr>
            <p:spPr>
              <a:xfrm>
                <a:off x="2509200" y="2050200"/>
                <a:ext cx="33840" cy="478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917" y="21600"/>
                      <a:pt x="13460" y="21600"/>
                    </a:cubicBezTo>
                    <a:lnTo>
                      <a:pt x="8144" y="21600"/>
                    </a:lnTo>
                    <a:cubicBezTo>
                      <a:pt x="3687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87" y="0"/>
                      <a:pt x="8144" y="0"/>
                    </a:cubicBezTo>
                    <a:lnTo>
                      <a:pt x="13460" y="0"/>
                    </a:lnTo>
                    <a:cubicBezTo>
                      <a:pt x="17917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58" name="Freeform: Shape 26"/>
              <p:cNvSpPr/>
              <p:nvPr/>
            </p:nvSpPr>
            <p:spPr>
              <a:xfrm>
                <a:off x="2599560" y="2050200"/>
                <a:ext cx="33840" cy="478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986" y="21600"/>
                      <a:pt x="13511" y="21600"/>
                    </a:cubicBezTo>
                    <a:lnTo>
                      <a:pt x="8089" y="21600"/>
                    </a:lnTo>
                    <a:cubicBezTo>
                      <a:pt x="3614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4" y="0"/>
                      <a:pt x="8089" y="0"/>
                    </a:cubicBezTo>
                    <a:lnTo>
                      <a:pt x="13511" y="0"/>
                    </a:lnTo>
                    <a:cubicBezTo>
                      <a:pt x="17986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59" name="Freeform: Shape 27"/>
              <p:cNvSpPr/>
              <p:nvPr/>
            </p:nvSpPr>
            <p:spPr>
              <a:xfrm>
                <a:off x="2690280" y="2050200"/>
                <a:ext cx="33840" cy="478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8001" y="21600"/>
                      <a:pt x="13456" y="21600"/>
                    </a:cubicBezTo>
                    <a:lnTo>
                      <a:pt x="8228" y="21600"/>
                    </a:lnTo>
                    <a:cubicBezTo>
                      <a:pt x="3687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87" y="0"/>
                      <a:pt x="8228" y="0"/>
                    </a:cubicBezTo>
                    <a:lnTo>
                      <a:pt x="13456" y="0"/>
                    </a:lnTo>
                    <a:cubicBezTo>
                      <a:pt x="18001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60" name="Freeform: Shape 28"/>
              <p:cNvSpPr/>
              <p:nvPr/>
            </p:nvSpPr>
            <p:spPr>
              <a:xfrm>
                <a:off x="2780640" y="2050200"/>
                <a:ext cx="33840" cy="478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987" y="21600"/>
                      <a:pt x="13512" y="21600"/>
                    </a:cubicBezTo>
                    <a:lnTo>
                      <a:pt x="8088" y="21600"/>
                    </a:lnTo>
                    <a:cubicBezTo>
                      <a:pt x="3613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3" y="0"/>
                      <a:pt x="8088" y="0"/>
                    </a:cubicBezTo>
                    <a:lnTo>
                      <a:pt x="13512" y="0"/>
                    </a:lnTo>
                    <a:cubicBezTo>
                      <a:pt x="17987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61" name="Freeform: Shape 29"/>
              <p:cNvSpPr/>
              <p:nvPr/>
            </p:nvSpPr>
            <p:spPr>
              <a:xfrm>
                <a:off x="3126960" y="2050200"/>
                <a:ext cx="33840" cy="478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913" y="21600"/>
                      <a:pt x="13456" y="21600"/>
                    </a:cubicBezTo>
                    <a:lnTo>
                      <a:pt x="8144" y="21600"/>
                    </a:lnTo>
                    <a:cubicBezTo>
                      <a:pt x="3687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87" y="0"/>
                      <a:pt x="8144" y="0"/>
                    </a:cubicBezTo>
                    <a:lnTo>
                      <a:pt x="13456" y="0"/>
                    </a:lnTo>
                    <a:cubicBezTo>
                      <a:pt x="17913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62" name="Freeform: Shape 30"/>
              <p:cNvSpPr/>
              <p:nvPr/>
            </p:nvSpPr>
            <p:spPr>
              <a:xfrm>
                <a:off x="3217680" y="2050200"/>
                <a:ext cx="33840" cy="478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987" y="21600"/>
                      <a:pt x="13512" y="21600"/>
                    </a:cubicBezTo>
                    <a:lnTo>
                      <a:pt x="8092" y="21600"/>
                    </a:lnTo>
                    <a:cubicBezTo>
                      <a:pt x="3618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8" y="0"/>
                      <a:pt x="8092" y="0"/>
                    </a:cubicBezTo>
                    <a:lnTo>
                      <a:pt x="13512" y="0"/>
                    </a:lnTo>
                    <a:cubicBezTo>
                      <a:pt x="17987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63" name="Freeform: Shape 31"/>
              <p:cNvSpPr/>
              <p:nvPr/>
            </p:nvSpPr>
            <p:spPr>
              <a:xfrm>
                <a:off x="3308040" y="2050200"/>
                <a:ext cx="34200" cy="478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931" y="21600"/>
                      <a:pt x="13404" y="21600"/>
                    </a:cubicBezTo>
                    <a:lnTo>
                      <a:pt x="8196" y="21600"/>
                    </a:lnTo>
                    <a:cubicBezTo>
                      <a:pt x="3669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69" y="0"/>
                      <a:pt x="8196" y="0"/>
                    </a:cubicBezTo>
                    <a:lnTo>
                      <a:pt x="13404" y="0"/>
                    </a:lnTo>
                    <a:cubicBezTo>
                      <a:pt x="17931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64" name="Freeform: Shape 32"/>
              <p:cNvSpPr/>
              <p:nvPr/>
            </p:nvSpPr>
            <p:spPr>
              <a:xfrm>
                <a:off x="3383280" y="2050200"/>
                <a:ext cx="33840" cy="478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982" y="21600"/>
                      <a:pt x="13508" y="21600"/>
                    </a:cubicBezTo>
                    <a:lnTo>
                      <a:pt x="8088" y="21600"/>
                    </a:lnTo>
                    <a:cubicBezTo>
                      <a:pt x="3613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3" y="0"/>
                      <a:pt x="8088" y="0"/>
                    </a:cubicBezTo>
                    <a:lnTo>
                      <a:pt x="13508" y="0"/>
                    </a:lnTo>
                    <a:cubicBezTo>
                      <a:pt x="17982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65" name="Freeform: Shape 33"/>
              <p:cNvSpPr/>
              <p:nvPr/>
            </p:nvSpPr>
            <p:spPr>
              <a:xfrm>
                <a:off x="3473640" y="2050200"/>
                <a:ext cx="33840" cy="478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8001" y="21600"/>
                      <a:pt x="13456" y="21600"/>
                    </a:cubicBezTo>
                    <a:lnTo>
                      <a:pt x="8144" y="21600"/>
                    </a:lnTo>
                    <a:cubicBezTo>
                      <a:pt x="3687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87" y="0"/>
                      <a:pt x="8144" y="0"/>
                    </a:cubicBezTo>
                    <a:lnTo>
                      <a:pt x="13456" y="0"/>
                    </a:lnTo>
                    <a:cubicBezTo>
                      <a:pt x="18001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66" name="Freeform: Shape 34"/>
              <p:cNvSpPr/>
              <p:nvPr/>
            </p:nvSpPr>
            <p:spPr>
              <a:xfrm>
                <a:off x="3564000" y="2050200"/>
                <a:ext cx="33840" cy="478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986" y="21600"/>
                      <a:pt x="13511" y="21600"/>
                    </a:cubicBezTo>
                    <a:lnTo>
                      <a:pt x="8089" y="21600"/>
                    </a:lnTo>
                    <a:cubicBezTo>
                      <a:pt x="3614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4" y="0"/>
                      <a:pt x="8089" y="0"/>
                    </a:cubicBezTo>
                    <a:lnTo>
                      <a:pt x="13511" y="0"/>
                    </a:lnTo>
                    <a:cubicBezTo>
                      <a:pt x="17986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67" name="Freeform: Shape 35"/>
              <p:cNvSpPr/>
              <p:nvPr/>
            </p:nvSpPr>
            <p:spPr>
              <a:xfrm>
                <a:off x="3654360" y="2050200"/>
                <a:ext cx="33840" cy="478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982" y="21600"/>
                      <a:pt x="13508" y="21600"/>
                    </a:cubicBezTo>
                    <a:lnTo>
                      <a:pt x="8088" y="21600"/>
                    </a:lnTo>
                    <a:cubicBezTo>
                      <a:pt x="3613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3" y="0"/>
                      <a:pt x="8088" y="0"/>
                    </a:cubicBezTo>
                    <a:lnTo>
                      <a:pt x="13508" y="0"/>
                    </a:lnTo>
                    <a:cubicBezTo>
                      <a:pt x="17982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68" name="Freeform: Shape 36"/>
              <p:cNvSpPr/>
              <p:nvPr/>
            </p:nvSpPr>
            <p:spPr>
              <a:xfrm>
                <a:off x="3925800" y="2050200"/>
                <a:ext cx="33840" cy="478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986" y="21600"/>
                      <a:pt x="13511" y="21600"/>
                    </a:cubicBezTo>
                    <a:lnTo>
                      <a:pt x="8089" y="21600"/>
                    </a:lnTo>
                    <a:cubicBezTo>
                      <a:pt x="3614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4" y="0"/>
                      <a:pt x="8089" y="0"/>
                    </a:cubicBezTo>
                    <a:lnTo>
                      <a:pt x="13511" y="0"/>
                    </a:lnTo>
                    <a:cubicBezTo>
                      <a:pt x="17986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69" name="Freeform: Shape 37"/>
              <p:cNvSpPr/>
              <p:nvPr/>
            </p:nvSpPr>
            <p:spPr>
              <a:xfrm>
                <a:off x="4016160" y="2050200"/>
                <a:ext cx="33840" cy="478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913" y="21600"/>
                      <a:pt x="13368" y="21600"/>
                    </a:cubicBezTo>
                    <a:lnTo>
                      <a:pt x="8140" y="21600"/>
                    </a:lnTo>
                    <a:cubicBezTo>
                      <a:pt x="3683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83" y="0"/>
                      <a:pt x="8140" y="0"/>
                    </a:cubicBezTo>
                    <a:lnTo>
                      <a:pt x="13368" y="0"/>
                    </a:lnTo>
                    <a:cubicBezTo>
                      <a:pt x="17913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70" name="Freeform: Shape 38"/>
              <p:cNvSpPr/>
              <p:nvPr/>
            </p:nvSpPr>
            <p:spPr>
              <a:xfrm>
                <a:off x="4106520" y="2050200"/>
                <a:ext cx="33840" cy="478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987" y="21600"/>
                      <a:pt x="13512" y="21600"/>
                    </a:cubicBezTo>
                    <a:lnTo>
                      <a:pt x="8176" y="21600"/>
                    </a:lnTo>
                    <a:cubicBezTo>
                      <a:pt x="3618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8" y="0"/>
                      <a:pt x="8176" y="0"/>
                    </a:cubicBezTo>
                    <a:lnTo>
                      <a:pt x="13512" y="0"/>
                    </a:lnTo>
                    <a:cubicBezTo>
                      <a:pt x="17987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71" name="Freeform: Shape 39"/>
              <p:cNvSpPr/>
              <p:nvPr/>
            </p:nvSpPr>
            <p:spPr>
              <a:xfrm>
                <a:off x="4196880" y="2050200"/>
                <a:ext cx="33840" cy="478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8001" y="21600"/>
                      <a:pt x="13543" y="21600"/>
                    </a:cubicBezTo>
                    <a:lnTo>
                      <a:pt x="8144" y="21600"/>
                    </a:lnTo>
                    <a:cubicBezTo>
                      <a:pt x="3687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87" y="0"/>
                      <a:pt x="8144" y="0"/>
                    </a:cubicBezTo>
                    <a:lnTo>
                      <a:pt x="13543" y="0"/>
                    </a:lnTo>
                    <a:cubicBezTo>
                      <a:pt x="18001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72" name="Freeform: Shape 40"/>
              <p:cNvSpPr/>
              <p:nvPr/>
            </p:nvSpPr>
            <p:spPr>
              <a:xfrm>
                <a:off x="4287240" y="2050200"/>
                <a:ext cx="34200" cy="478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928" y="21600"/>
                      <a:pt x="13401" y="21600"/>
                    </a:cubicBezTo>
                    <a:lnTo>
                      <a:pt x="8195" y="21600"/>
                    </a:lnTo>
                    <a:cubicBezTo>
                      <a:pt x="3672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72" y="0"/>
                      <a:pt x="8195" y="0"/>
                    </a:cubicBezTo>
                    <a:lnTo>
                      <a:pt x="13401" y="0"/>
                    </a:lnTo>
                    <a:cubicBezTo>
                      <a:pt x="17928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73" name="Freeform: Shape 41"/>
              <p:cNvSpPr/>
              <p:nvPr/>
            </p:nvSpPr>
            <p:spPr>
              <a:xfrm>
                <a:off x="4377960" y="2050200"/>
                <a:ext cx="33840" cy="478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987" y="21600"/>
                      <a:pt x="13512" y="21600"/>
                    </a:cubicBezTo>
                    <a:lnTo>
                      <a:pt x="8092" y="21600"/>
                    </a:lnTo>
                    <a:cubicBezTo>
                      <a:pt x="3618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8" y="0"/>
                      <a:pt x="8092" y="0"/>
                    </a:cubicBezTo>
                    <a:lnTo>
                      <a:pt x="13512" y="0"/>
                    </a:lnTo>
                    <a:cubicBezTo>
                      <a:pt x="17987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74" name="Freeform: Shape 42"/>
              <p:cNvSpPr/>
              <p:nvPr/>
            </p:nvSpPr>
            <p:spPr>
              <a:xfrm>
                <a:off x="4453200" y="2050200"/>
                <a:ext cx="34200" cy="478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931" y="21600"/>
                      <a:pt x="13491" y="21600"/>
                    </a:cubicBezTo>
                    <a:lnTo>
                      <a:pt x="8196" y="21600"/>
                    </a:lnTo>
                    <a:cubicBezTo>
                      <a:pt x="3756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756" y="0"/>
                      <a:pt x="8196" y="0"/>
                    </a:cubicBezTo>
                    <a:lnTo>
                      <a:pt x="13491" y="0"/>
                    </a:lnTo>
                    <a:cubicBezTo>
                      <a:pt x="17931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75" name="Freeform: Shape 43"/>
              <p:cNvSpPr/>
              <p:nvPr/>
            </p:nvSpPr>
            <p:spPr>
              <a:xfrm>
                <a:off x="4543560" y="2050200"/>
                <a:ext cx="33840" cy="478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986" y="21600"/>
                      <a:pt x="13506" y="21600"/>
                    </a:cubicBezTo>
                    <a:lnTo>
                      <a:pt x="8169" y="21600"/>
                    </a:lnTo>
                    <a:cubicBezTo>
                      <a:pt x="3614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4" y="0"/>
                      <a:pt x="8169" y="0"/>
                    </a:cubicBezTo>
                    <a:lnTo>
                      <a:pt x="13506" y="0"/>
                    </a:lnTo>
                    <a:cubicBezTo>
                      <a:pt x="17986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76" name="Freeform: Shape 44"/>
              <p:cNvSpPr/>
              <p:nvPr/>
            </p:nvSpPr>
            <p:spPr>
              <a:xfrm>
                <a:off x="4633920" y="2050200"/>
                <a:ext cx="34200" cy="478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918" y="21600"/>
                      <a:pt x="13457" y="21600"/>
                    </a:cubicBezTo>
                    <a:lnTo>
                      <a:pt x="8143" y="21600"/>
                    </a:lnTo>
                    <a:cubicBezTo>
                      <a:pt x="3691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91" y="0"/>
                      <a:pt x="8143" y="0"/>
                    </a:cubicBezTo>
                    <a:lnTo>
                      <a:pt x="13457" y="0"/>
                    </a:lnTo>
                    <a:cubicBezTo>
                      <a:pt x="17918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77" name="Freeform: Shape 45"/>
              <p:cNvSpPr/>
              <p:nvPr/>
            </p:nvSpPr>
            <p:spPr>
              <a:xfrm>
                <a:off x="4965480" y="2050200"/>
                <a:ext cx="34200" cy="478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8014" y="21600"/>
                      <a:pt x="13402" y="21600"/>
                    </a:cubicBezTo>
                    <a:lnTo>
                      <a:pt x="8198" y="21600"/>
                    </a:lnTo>
                    <a:cubicBezTo>
                      <a:pt x="3669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69" y="0"/>
                      <a:pt x="8198" y="0"/>
                    </a:cubicBezTo>
                    <a:lnTo>
                      <a:pt x="13402" y="0"/>
                    </a:lnTo>
                    <a:cubicBezTo>
                      <a:pt x="18014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78" name="Freeform: Shape 46"/>
              <p:cNvSpPr/>
              <p:nvPr/>
            </p:nvSpPr>
            <p:spPr>
              <a:xfrm>
                <a:off x="5055840" y="2050200"/>
                <a:ext cx="33840" cy="478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986" y="21600"/>
                      <a:pt x="13506" y="21600"/>
                    </a:cubicBezTo>
                    <a:lnTo>
                      <a:pt x="8178" y="21600"/>
                    </a:lnTo>
                    <a:cubicBezTo>
                      <a:pt x="3698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98" y="0"/>
                      <a:pt x="8178" y="0"/>
                    </a:cubicBezTo>
                    <a:lnTo>
                      <a:pt x="13506" y="0"/>
                    </a:lnTo>
                    <a:cubicBezTo>
                      <a:pt x="17986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79" name="Freeform: Shape 47"/>
              <p:cNvSpPr/>
              <p:nvPr/>
            </p:nvSpPr>
            <p:spPr>
              <a:xfrm>
                <a:off x="5146200" y="2050200"/>
                <a:ext cx="33840" cy="478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986" y="21600"/>
                      <a:pt x="13515" y="21600"/>
                    </a:cubicBezTo>
                    <a:lnTo>
                      <a:pt x="8085" y="21600"/>
                    </a:lnTo>
                    <a:cubicBezTo>
                      <a:pt x="3614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4" y="0"/>
                      <a:pt x="8085" y="0"/>
                    </a:cubicBezTo>
                    <a:lnTo>
                      <a:pt x="13515" y="0"/>
                    </a:lnTo>
                    <a:cubicBezTo>
                      <a:pt x="17986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80" name="Freeform: Shape 48"/>
              <p:cNvSpPr/>
              <p:nvPr/>
            </p:nvSpPr>
            <p:spPr>
              <a:xfrm>
                <a:off x="5327280" y="2050200"/>
                <a:ext cx="33840" cy="478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986" y="21600"/>
                      <a:pt x="13506" y="21600"/>
                    </a:cubicBezTo>
                    <a:lnTo>
                      <a:pt x="8085" y="21600"/>
                    </a:lnTo>
                    <a:cubicBezTo>
                      <a:pt x="3614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4" y="0"/>
                      <a:pt x="8085" y="0"/>
                    </a:cubicBezTo>
                    <a:lnTo>
                      <a:pt x="13506" y="0"/>
                    </a:lnTo>
                    <a:cubicBezTo>
                      <a:pt x="17986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81" name="Freeform: Shape 49"/>
              <p:cNvSpPr/>
              <p:nvPr/>
            </p:nvSpPr>
            <p:spPr>
              <a:xfrm>
                <a:off x="5417640" y="2050200"/>
                <a:ext cx="33840" cy="478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833" y="21600"/>
                      <a:pt x="13370" y="21600"/>
                    </a:cubicBezTo>
                    <a:lnTo>
                      <a:pt x="8138" y="21600"/>
                    </a:lnTo>
                    <a:cubicBezTo>
                      <a:pt x="3600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00" y="0"/>
                      <a:pt x="8138" y="0"/>
                    </a:cubicBezTo>
                    <a:lnTo>
                      <a:pt x="13370" y="0"/>
                    </a:lnTo>
                    <a:cubicBezTo>
                      <a:pt x="17833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82" name="Freeform: Shape 50"/>
              <p:cNvSpPr/>
              <p:nvPr/>
            </p:nvSpPr>
            <p:spPr>
              <a:xfrm>
                <a:off x="5492880" y="2050200"/>
                <a:ext cx="33840" cy="478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916" y="21600"/>
                      <a:pt x="13454" y="21600"/>
                    </a:cubicBezTo>
                    <a:lnTo>
                      <a:pt x="8054" y="21600"/>
                    </a:lnTo>
                    <a:cubicBezTo>
                      <a:pt x="3600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00" y="0"/>
                      <a:pt x="8054" y="0"/>
                    </a:cubicBezTo>
                    <a:lnTo>
                      <a:pt x="13454" y="0"/>
                    </a:lnTo>
                    <a:cubicBezTo>
                      <a:pt x="17916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83" name="Freeform: Shape 51"/>
              <p:cNvSpPr/>
              <p:nvPr/>
            </p:nvSpPr>
            <p:spPr>
              <a:xfrm>
                <a:off x="5583240" y="2050200"/>
                <a:ext cx="33840" cy="478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986" y="21600"/>
                      <a:pt x="13422" y="21600"/>
                    </a:cubicBezTo>
                    <a:lnTo>
                      <a:pt x="8085" y="21600"/>
                    </a:lnTo>
                    <a:cubicBezTo>
                      <a:pt x="3614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4" y="0"/>
                      <a:pt x="8085" y="0"/>
                    </a:cubicBezTo>
                    <a:lnTo>
                      <a:pt x="13422" y="0"/>
                    </a:lnTo>
                    <a:cubicBezTo>
                      <a:pt x="17986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84" name="Freeform: Shape 52"/>
              <p:cNvSpPr/>
              <p:nvPr/>
            </p:nvSpPr>
            <p:spPr>
              <a:xfrm>
                <a:off x="5673600" y="2050200"/>
                <a:ext cx="34200" cy="478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918" y="21600"/>
                      <a:pt x="13457" y="21600"/>
                    </a:cubicBezTo>
                    <a:lnTo>
                      <a:pt x="8143" y="21600"/>
                    </a:lnTo>
                    <a:cubicBezTo>
                      <a:pt x="3691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91" y="0"/>
                      <a:pt x="8143" y="0"/>
                    </a:cubicBezTo>
                    <a:lnTo>
                      <a:pt x="13457" y="0"/>
                    </a:lnTo>
                    <a:cubicBezTo>
                      <a:pt x="17918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85" name="Freeform: Shape 53"/>
              <p:cNvSpPr/>
              <p:nvPr/>
            </p:nvSpPr>
            <p:spPr>
              <a:xfrm>
                <a:off x="5763960" y="2050200"/>
                <a:ext cx="33840" cy="478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986" y="21600"/>
                      <a:pt x="13506" y="21600"/>
                    </a:cubicBezTo>
                    <a:lnTo>
                      <a:pt x="8085" y="21600"/>
                    </a:lnTo>
                    <a:cubicBezTo>
                      <a:pt x="3614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4" y="0"/>
                      <a:pt x="8085" y="0"/>
                    </a:cubicBezTo>
                    <a:lnTo>
                      <a:pt x="13506" y="0"/>
                    </a:lnTo>
                    <a:cubicBezTo>
                      <a:pt x="17986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86" name="Freeform: Shape 54"/>
              <p:cNvSpPr/>
              <p:nvPr/>
            </p:nvSpPr>
            <p:spPr>
              <a:xfrm>
                <a:off x="5854680" y="2050200"/>
                <a:ext cx="34200" cy="478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840" y="21600"/>
                      <a:pt x="13405" y="21600"/>
                    </a:cubicBezTo>
                    <a:lnTo>
                      <a:pt x="8195" y="21600"/>
                    </a:lnTo>
                    <a:cubicBezTo>
                      <a:pt x="3676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76" y="0"/>
                      <a:pt x="8195" y="0"/>
                    </a:cubicBezTo>
                    <a:lnTo>
                      <a:pt x="13405" y="0"/>
                    </a:lnTo>
                    <a:cubicBezTo>
                      <a:pt x="17840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87" name="Freeform: Shape 55"/>
              <p:cNvSpPr/>
              <p:nvPr/>
            </p:nvSpPr>
            <p:spPr>
              <a:xfrm>
                <a:off x="5945040" y="2050200"/>
                <a:ext cx="33840" cy="478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987" y="21600"/>
                      <a:pt x="13509" y="21600"/>
                    </a:cubicBezTo>
                    <a:lnTo>
                      <a:pt x="8091" y="21600"/>
                    </a:lnTo>
                    <a:cubicBezTo>
                      <a:pt x="3613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3" y="0"/>
                      <a:pt x="8091" y="0"/>
                    </a:cubicBezTo>
                    <a:lnTo>
                      <a:pt x="13509" y="0"/>
                    </a:lnTo>
                    <a:cubicBezTo>
                      <a:pt x="17987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88" name="Freeform: Shape 56"/>
              <p:cNvSpPr/>
              <p:nvPr/>
            </p:nvSpPr>
            <p:spPr>
              <a:xfrm>
                <a:off x="6020280" y="2050200"/>
                <a:ext cx="34200" cy="478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8015" y="21600"/>
                      <a:pt x="13489" y="21600"/>
                    </a:cubicBezTo>
                    <a:lnTo>
                      <a:pt x="8195" y="21600"/>
                    </a:lnTo>
                    <a:cubicBezTo>
                      <a:pt x="3760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760" y="0"/>
                      <a:pt x="8195" y="0"/>
                    </a:cubicBezTo>
                    <a:lnTo>
                      <a:pt x="13489" y="0"/>
                    </a:lnTo>
                    <a:cubicBezTo>
                      <a:pt x="18015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89" name="Freeform: Shape 57"/>
              <p:cNvSpPr/>
              <p:nvPr/>
            </p:nvSpPr>
            <p:spPr>
              <a:xfrm>
                <a:off x="6110640" y="2050200"/>
                <a:ext cx="34200" cy="478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909" y="21600"/>
                      <a:pt x="13457" y="21600"/>
                    </a:cubicBezTo>
                    <a:lnTo>
                      <a:pt x="8059" y="21600"/>
                    </a:lnTo>
                    <a:cubicBezTo>
                      <a:pt x="3599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599" y="0"/>
                      <a:pt x="8059" y="0"/>
                    </a:cubicBezTo>
                    <a:lnTo>
                      <a:pt x="13457" y="0"/>
                    </a:lnTo>
                    <a:cubicBezTo>
                      <a:pt x="17909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90" name="Freeform: Shape 58"/>
              <p:cNvSpPr/>
              <p:nvPr/>
            </p:nvSpPr>
            <p:spPr>
              <a:xfrm>
                <a:off x="6201000" y="2050200"/>
                <a:ext cx="33840" cy="478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987" y="21600"/>
                      <a:pt x="13509" y="21600"/>
                    </a:cubicBezTo>
                    <a:lnTo>
                      <a:pt x="8091" y="21600"/>
                    </a:lnTo>
                    <a:cubicBezTo>
                      <a:pt x="3613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3" y="0"/>
                      <a:pt x="8091" y="0"/>
                    </a:cubicBezTo>
                    <a:lnTo>
                      <a:pt x="13509" y="0"/>
                    </a:lnTo>
                    <a:cubicBezTo>
                      <a:pt x="17987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91" name="Freeform: Shape 59"/>
              <p:cNvSpPr/>
              <p:nvPr/>
            </p:nvSpPr>
            <p:spPr>
              <a:xfrm>
                <a:off x="6291360" y="2050200"/>
                <a:ext cx="34200" cy="478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909" y="21600"/>
                      <a:pt x="13457" y="21600"/>
                    </a:cubicBezTo>
                    <a:lnTo>
                      <a:pt x="8143" y="21600"/>
                    </a:lnTo>
                    <a:cubicBezTo>
                      <a:pt x="3599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599" y="0"/>
                      <a:pt x="8143" y="0"/>
                    </a:cubicBezTo>
                    <a:lnTo>
                      <a:pt x="13457" y="0"/>
                    </a:lnTo>
                    <a:cubicBezTo>
                      <a:pt x="17909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92" name="Freeform: Shape 60"/>
              <p:cNvSpPr/>
              <p:nvPr/>
            </p:nvSpPr>
            <p:spPr>
              <a:xfrm>
                <a:off x="6382080" y="2050200"/>
                <a:ext cx="33840" cy="478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21600" y="15700"/>
                    </a:moveTo>
                    <a:cubicBezTo>
                      <a:pt x="21600" y="18963"/>
                      <a:pt x="17986" y="21600"/>
                      <a:pt x="13515" y="21600"/>
                    </a:cubicBezTo>
                    <a:lnTo>
                      <a:pt x="8094" y="21600"/>
                    </a:lnTo>
                    <a:cubicBezTo>
                      <a:pt x="3614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4" y="0"/>
                      <a:pt x="8094" y="0"/>
                    </a:cubicBezTo>
                    <a:lnTo>
                      <a:pt x="13515" y="0"/>
                    </a:lnTo>
                    <a:cubicBezTo>
                      <a:pt x="17986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sp>
          <p:nvSpPr>
            <p:cNvPr id="893" name="Freeform: Shape 11"/>
            <p:cNvSpPr/>
            <p:nvPr/>
          </p:nvSpPr>
          <p:spPr>
            <a:xfrm>
              <a:off x="6758640" y="1268640"/>
              <a:ext cx="749520" cy="11833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21600" y="0"/>
                  </a:moveTo>
                  <a:lnTo>
                    <a:pt x="21600" y="18420"/>
                  </a:lnTo>
                  <a:cubicBezTo>
                    <a:pt x="17483" y="19076"/>
                    <a:pt x="12748" y="19774"/>
                    <a:pt x="7366" y="20490"/>
                  </a:cubicBezTo>
                  <a:cubicBezTo>
                    <a:pt x="4800" y="20856"/>
                    <a:pt x="2333" y="21321"/>
                    <a:pt x="0" y="21600"/>
                  </a:cubicBezTo>
                  <a:lnTo>
                    <a:pt x="0" y="10937"/>
                  </a:lnTo>
                  <a:lnTo>
                    <a:pt x="1996" y="10740"/>
                  </a:lnTo>
                  <a:cubicBezTo>
                    <a:pt x="4765" y="10568"/>
                    <a:pt x="9422" y="9310"/>
                    <a:pt x="12649" y="6901"/>
                  </a:cubicBezTo>
                  <a:lnTo>
                    <a:pt x="21600" y="0"/>
                  </a:lnTo>
                  <a:close/>
                </a:path>
              </a:pathLst>
            </a:custGeom>
            <a:solidFill>
              <a:schemeClr val="accent3">
                <a:lumMod val="100000"/>
              </a:schemeClr>
            </a:solidFill>
            <a:ln w="635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94" name="Freeform: Shape 12"/>
            <p:cNvSpPr/>
            <p:nvPr/>
          </p:nvSpPr>
          <p:spPr>
            <a:xfrm>
              <a:off x="7512120" y="907920"/>
              <a:ext cx="749520" cy="13636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21600" y="18146"/>
                  </a:moveTo>
                  <a:cubicBezTo>
                    <a:pt x="21600" y="18146"/>
                    <a:pt x="14813" y="19556"/>
                    <a:pt x="0" y="21600"/>
                  </a:cubicBezTo>
                  <a:lnTo>
                    <a:pt x="0" y="5756"/>
                  </a:lnTo>
                  <a:lnTo>
                    <a:pt x="7547" y="705"/>
                  </a:lnTo>
                  <a:cubicBezTo>
                    <a:pt x="8450" y="107"/>
                    <a:pt x="9802" y="0"/>
                    <a:pt x="10580" y="0"/>
                  </a:cubicBezTo>
                  <a:lnTo>
                    <a:pt x="17798" y="0"/>
                  </a:lnTo>
                  <a:lnTo>
                    <a:pt x="10813" y="15801"/>
                  </a:lnTo>
                  <a:cubicBezTo>
                    <a:pt x="15889" y="16055"/>
                    <a:pt x="19902" y="16390"/>
                    <a:pt x="21280" y="16808"/>
                  </a:cubicBezTo>
                  <a:lnTo>
                    <a:pt x="21600" y="18146"/>
                  </a:lnTo>
                  <a:close/>
                </a:path>
              </a:pathLst>
            </a:custGeom>
            <a:solidFill>
              <a:schemeClr val="accent4">
                <a:lumMod val="100000"/>
              </a:schemeClr>
            </a:solidFill>
            <a:ln w="635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895" name="Rectangle 61"/>
          <p:cNvSpPr/>
          <p:nvPr/>
        </p:nvSpPr>
        <p:spPr>
          <a:xfrm>
            <a:off x="3520800" y="2371680"/>
            <a:ext cx="2186640" cy="9486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rmAutofit/>
          </a:bodyPr>
          <a:p>
            <a:pPr algn="ctr"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272f42"/>
                </a:solidFill>
                <a:latin typeface="微软雅黑"/>
                <a:ea typeface="微软雅黑"/>
              </a:rPr>
              <a:t>50%</a:t>
            </a:r>
            <a:endParaRPr b="0" lang="en-HK" sz="3600" spc="-1" strike="noStrike">
              <a:latin typeface="Arial"/>
            </a:endParaRPr>
          </a:p>
        </p:txBody>
      </p:sp>
      <p:sp>
        <p:nvSpPr>
          <p:cNvPr id="896" name="Rectangle 64"/>
          <p:cNvSpPr/>
          <p:nvPr/>
        </p:nvSpPr>
        <p:spPr>
          <a:xfrm>
            <a:off x="518400" y="2371680"/>
            <a:ext cx="2186640" cy="9486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rmAutofit/>
          </a:bodyPr>
          <a:p>
            <a:pPr algn="ctr"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959595"/>
                </a:solidFill>
                <a:latin typeface="微软雅黑"/>
                <a:ea typeface="微软雅黑"/>
              </a:rPr>
              <a:t>30%</a:t>
            </a:r>
            <a:endParaRPr b="0" lang="en-HK" sz="3600" spc="-1" strike="noStrike">
              <a:latin typeface="Arial"/>
            </a:endParaRPr>
          </a:p>
        </p:txBody>
      </p:sp>
      <p:sp>
        <p:nvSpPr>
          <p:cNvPr id="897" name="Rectangle 66"/>
          <p:cNvSpPr/>
          <p:nvPr/>
        </p:nvSpPr>
        <p:spPr>
          <a:xfrm>
            <a:off x="6435000" y="2371680"/>
            <a:ext cx="2186640" cy="9486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rmAutofit/>
          </a:bodyPr>
          <a:p>
            <a:pPr algn="ctr"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959595"/>
                </a:solidFill>
                <a:latin typeface="微软雅黑"/>
                <a:ea typeface="微软雅黑"/>
              </a:rPr>
              <a:t>20%</a:t>
            </a:r>
            <a:endParaRPr b="0" lang="en-HK" sz="3600" spc="-1" strike="noStrike">
              <a:latin typeface="Arial"/>
            </a:endParaRPr>
          </a:p>
        </p:txBody>
      </p:sp>
      <p:grpSp>
        <p:nvGrpSpPr>
          <p:cNvPr id="898" name="Group 80"/>
          <p:cNvGrpSpPr/>
          <p:nvPr/>
        </p:nvGrpSpPr>
        <p:grpSpPr>
          <a:xfrm>
            <a:off x="603360" y="3499560"/>
            <a:ext cx="7934400" cy="731880"/>
            <a:chOff x="603360" y="3499560"/>
            <a:chExt cx="7934400" cy="731880"/>
          </a:xfrm>
        </p:grpSpPr>
        <p:sp>
          <p:nvSpPr>
            <p:cNvPr id="899" name="TextBox 81"/>
            <p:cNvSpPr/>
            <p:nvPr/>
          </p:nvSpPr>
          <p:spPr>
            <a:xfrm>
              <a:off x="1132560" y="3499560"/>
              <a:ext cx="960840" cy="25128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rmAutofit fontScale="75000"/>
            </a:bodyPr>
            <a:p>
              <a:pPr algn="ctr">
                <a:lnSpc>
                  <a:spcPct val="100000"/>
                </a:lnSpc>
                <a:buNone/>
              </a:pPr>
              <a:r>
                <a:rPr b="0" lang="zh-CN" sz="14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标题文本预设</a:t>
              </a:r>
              <a:endParaRPr b="0" lang="en-HK" sz="1400" spc="-1" strike="noStrike">
                <a:latin typeface="Arial"/>
              </a:endParaRPr>
            </a:p>
          </p:txBody>
        </p:sp>
        <p:sp>
          <p:nvSpPr>
            <p:cNvPr id="900" name="TextBox 82"/>
            <p:cNvSpPr/>
            <p:nvPr/>
          </p:nvSpPr>
          <p:spPr>
            <a:xfrm>
              <a:off x="4103640" y="3499560"/>
              <a:ext cx="960840" cy="251280"/>
            </a:xfrm>
            <a:prstGeom prst="roundRect">
              <a:avLst>
                <a:gd name="adj" fmla="val 16667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rmAutofit fontScale="75000"/>
            </a:bodyPr>
            <a:p>
              <a:pPr algn="ctr">
                <a:lnSpc>
                  <a:spcPct val="100000"/>
                </a:lnSpc>
                <a:buNone/>
              </a:pPr>
              <a:r>
                <a:rPr b="0" lang="zh-CN" sz="14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标题文本预设</a:t>
              </a:r>
              <a:endParaRPr b="0" lang="en-HK" sz="1400" spc="-1" strike="noStrike">
                <a:latin typeface="Arial"/>
              </a:endParaRPr>
            </a:p>
          </p:txBody>
        </p:sp>
        <p:sp>
          <p:nvSpPr>
            <p:cNvPr id="901" name="TextBox 83"/>
            <p:cNvSpPr/>
            <p:nvPr/>
          </p:nvSpPr>
          <p:spPr>
            <a:xfrm>
              <a:off x="7048080" y="3499560"/>
              <a:ext cx="960840" cy="25128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rmAutofit fontScale="75000"/>
            </a:bodyPr>
            <a:p>
              <a:pPr algn="ctr">
                <a:lnSpc>
                  <a:spcPct val="100000"/>
                </a:lnSpc>
                <a:buNone/>
              </a:pPr>
              <a:r>
                <a:rPr b="0" lang="zh-CN" sz="14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标题文本预设</a:t>
              </a:r>
              <a:endParaRPr b="0" lang="en-HK" sz="1400" spc="-1" strike="noStrike">
                <a:latin typeface="Arial"/>
              </a:endParaRPr>
            </a:p>
          </p:txBody>
        </p:sp>
        <p:sp>
          <p:nvSpPr>
            <p:cNvPr id="902" name="TextBox 84"/>
            <p:cNvSpPr/>
            <p:nvPr/>
          </p:nvSpPr>
          <p:spPr>
            <a:xfrm>
              <a:off x="603360" y="3804840"/>
              <a:ext cx="2018880" cy="426600"/>
            </a:xfrm>
            <a:prstGeom prst="rect">
              <a:avLst/>
            </a:prstGeom>
            <a:noFill/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rmAutofit/>
              <a:scene3d>
                <a:camera prst="orthographicFront"/>
                <a:lightRig dir="t" rig="threePt"/>
              </a:scene3d>
              <a:sp3d>
                <a:bevelT w="0" h="0"/>
              </a:sp3d>
            </a:bodyPr>
            <a:p>
              <a:pPr algn="ctr">
                <a:lnSpc>
                  <a:spcPct val="120000"/>
                </a:lnSpc>
                <a:buNone/>
              </a:pPr>
              <a:r>
                <a:rPr b="0" lang="zh-CN" sz="10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此部分内容作为文字排版占位显示 </a:t>
              </a:r>
              <a:br>
                <a:rPr sz="1000"/>
              </a:br>
              <a:r>
                <a:rPr b="0" lang="zh-CN" sz="10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（建议使用主题字体）</a:t>
              </a:r>
              <a:endParaRPr b="0" lang="en-HK" sz="1000" spc="-1" strike="noStrike">
                <a:latin typeface="Arial"/>
              </a:endParaRPr>
            </a:p>
          </p:txBody>
        </p:sp>
        <p:sp>
          <p:nvSpPr>
            <p:cNvPr id="903" name="TextBox 85"/>
            <p:cNvSpPr/>
            <p:nvPr/>
          </p:nvSpPr>
          <p:spPr>
            <a:xfrm>
              <a:off x="3574440" y="3804840"/>
              <a:ext cx="2018880" cy="426600"/>
            </a:xfrm>
            <a:prstGeom prst="rect">
              <a:avLst/>
            </a:prstGeom>
            <a:noFill/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rmAutofit/>
              <a:scene3d>
                <a:camera prst="orthographicFront"/>
                <a:lightRig dir="t" rig="threePt"/>
              </a:scene3d>
              <a:sp3d>
                <a:bevelT w="0" h="0"/>
              </a:sp3d>
            </a:bodyPr>
            <a:p>
              <a:pPr algn="ctr">
                <a:lnSpc>
                  <a:spcPct val="120000"/>
                </a:lnSpc>
                <a:buNone/>
              </a:pPr>
              <a:r>
                <a:rPr b="0" lang="zh-CN" sz="10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此部分内容作为文字排版占位显示 </a:t>
              </a:r>
              <a:br>
                <a:rPr sz="1000"/>
              </a:br>
              <a:r>
                <a:rPr b="0" lang="zh-CN" sz="10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（建议使用主题字体）</a:t>
              </a:r>
              <a:endParaRPr b="0" lang="en-HK" sz="1000" spc="-1" strike="noStrike">
                <a:latin typeface="Arial"/>
              </a:endParaRPr>
            </a:p>
          </p:txBody>
        </p:sp>
        <p:sp>
          <p:nvSpPr>
            <p:cNvPr id="904" name="TextBox 86"/>
            <p:cNvSpPr/>
            <p:nvPr/>
          </p:nvSpPr>
          <p:spPr>
            <a:xfrm>
              <a:off x="6518880" y="3804840"/>
              <a:ext cx="2018880" cy="426600"/>
            </a:xfrm>
            <a:prstGeom prst="rect">
              <a:avLst/>
            </a:prstGeom>
            <a:noFill/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rmAutofit/>
              <a:scene3d>
                <a:camera prst="orthographicFront"/>
                <a:lightRig dir="t" rig="threePt"/>
              </a:scene3d>
              <a:sp3d>
                <a:bevelT w="0" h="0"/>
              </a:sp3d>
            </a:bodyPr>
            <a:p>
              <a:pPr algn="ctr">
                <a:lnSpc>
                  <a:spcPct val="120000"/>
                </a:lnSpc>
                <a:buNone/>
              </a:pPr>
              <a:r>
                <a:rPr b="0" lang="zh-CN" sz="10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此部分内容作为文字排版占位显示 </a:t>
              </a:r>
              <a:br>
                <a:rPr sz="1000"/>
              </a:br>
              <a:r>
                <a:rPr b="0" lang="zh-CN" sz="10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（建议使用主题字体）</a:t>
              </a:r>
              <a:endParaRPr b="0" lang="en-HK" sz="1000" spc="-1" strike="noStrike">
                <a:latin typeface="Arial"/>
              </a:endParaRPr>
            </a:p>
          </p:txBody>
        </p:sp>
      </p:grpSp>
      <p:grpSp>
        <p:nvGrpSpPr>
          <p:cNvPr id="905" name="组合 74"/>
          <p:cNvGrpSpPr/>
          <p:nvPr/>
        </p:nvGrpSpPr>
        <p:grpSpPr>
          <a:xfrm>
            <a:off x="323640" y="0"/>
            <a:ext cx="2084040" cy="574200"/>
            <a:chOff x="323640" y="0"/>
            <a:chExt cx="2084040" cy="574200"/>
          </a:xfrm>
        </p:grpSpPr>
        <p:sp>
          <p:nvSpPr>
            <p:cNvPr id="906" name="TextBox 86"/>
            <p:cNvSpPr/>
            <p:nvPr/>
          </p:nvSpPr>
          <p:spPr>
            <a:xfrm>
              <a:off x="576360" y="58320"/>
              <a:ext cx="183132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zh-CN" sz="24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请输入标题</a:t>
              </a:r>
              <a:endParaRPr b="0" lang="en-HK" sz="2400" spc="-1" strike="noStrike">
                <a:latin typeface="Arial"/>
              </a:endParaRPr>
            </a:p>
          </p:txBody>
        </p:sp>
        <p:sp>
          <p:nvSpPr>
            <p:cNvPr id="907" name="矩形 76"/>
            <p:cNvSpPr/>
            <p:nvPr/>
          </p:nvSpPr>
          <p:spPr>
            <a:xfrm>
              <a:off x="323640" y="0"/>
              <a:ext cx="212040" cy="5742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</p:spTree>
  </p:cSld>
  <p:transition spd="med">
    <p:pull dir="r"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8" name="6b9dc50f-7ec6-4f91-a8f5-bf0b22df45e9"/>
          <p:cNvGrpSpPr/>
          <p:nvPr/>
        </p:nvGrpSpPr>
        <p:grpSpPr>
          <a:xfrm>
            <a:off x="0" y="1194480"/>
            <a:ext cx="8602200" cy="3389040"/>
            <a:chOff x="0" y="1194480"/>
            <a:chExt cx="8602200" cy="3389040"/>
          </a:xfrm>
        </p:grpSpPr>
        <p:sp>
          <p:nvSpPr>
            <p:cNvPr id="909" name="Rectangle 1"/>
            <p:cNvSpPr/>
            <p:nvPr/>
          </p:nvSpPr>
          <p:spPr>
            <a:xfrm>
              <a:off x="0" y="1194480"/>
              <a:ext cx="3789720" cy="3389040"/>
            </a:xfrm>
            <a:prstGeom prst="rect">
              <a:avLst/>
            </a:prstGeom>
            <a:blipFill rotWithShape="0">
              <a:blip r:embed="rId1"/>
              <a:srcRect/>
              <a:stretch/>
            </a:blip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910" name="Rectangle: Rounded Corners 5"/>
            <p:cNvSpPr/>
            <p:nvPr/>
          </p:nvSpPr>
          <p:spPr>
            <a:xfrm>
              <a:off x="3348000" y="1378800"/>
              <a:ext cx="1859400" cy="459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wrap="none" lIns="90000" rIns="90000" tIns="45000" bIns="45000" anchor="ctr">
              <a:normAutofit/>
            </a:bodyPr>
            <a:p>
              <a:pPr algn="r">
                <a:lnSpc>
                  <a:spcPct val="100000"/>
                </a:lnSpc>
                <a:buNone/>
              </a:pPr>
              <a:r>
                <a:rPr b="1" lang="zh-CN" sz="18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标题文本预设</a:t>
              </a:r>
              <a:endParaRPr b="0" lang="en-HK" sz="1800" spc="-1" strike="noStrike">
                <a:latin typeface="Arial"/>
              </a:endParaRPr>
            </a:p>
          </p:txBody>
        </p:sp>
        <p:sp>
          <p:nvSpPr>
            <p:cNvPr id="911" name="Freeform: Shape 4"/>
            <p:cNvSpPr/>
            <p:nvPr/>
          </p:nvSpPr>
          <p:spPr>
            <a:xfrm>
              <a:off x="3498480" y="1491480"/>
              <a:ext cx="205560" cy="150480"/>
            </a:xfrm>
            <a:custGeom>
              <a:avLst/>
              <a:gdLst/>
              <a:ahLst/>
              <a:rect l="l" t="t" r="r" b="b"/>
              <a:pathLst>
                <a:path w="94" h="69">
                  <a:moveTo>
                    <a:pt x="2" y="45"/>
                  </a:moveTo>
                  <a:cubicBezTo>
                    <a:pt x="10" y="45"/>
                    <a:pt x="10" y="45"/>
                    <a:pt x="10" y="45"/>
                  </a:cubicBezTo>
                  <a:cubicBezTo>
                    <a:pt x="13" y="48"/>
                    <a:pt x="17" y="48"/>
                    <a:pt x="20" y="45"/>
                  </a:cubicBezTo>
                  <a:cubicBezTo>
                    <a:pt x="28" y="45"/>
                    <a:pt x="28" y="45"/>
                    <a:pt x="28" y="45"/>
                  </a:cubicBezTo>
                  <a:cubicBezTo>
                    <a:pt x="27" y="40"/>
                    <a:pt x="26" y="35"/>
                    <a:pt x="26" y="30"/>
                  </a:cubicBezTo>
                  <a:cubicBezTo>
                    <a:pt x="22" y="19"/>
                    <a:pt x="7" y="20"/>
                    <a:pt x="4" y="30"/>
                  </a:cubicBezTo>
                  <a:cubicBezTo>
                    <a:pt x="2" y="45"/>
                    <a:pt x="2" y="45"/>
                    <a:pt x="2" y="45"/>
                  </a:cubicBezTo>
                  <a:close/>
                  <a:moveTo>
                    <a:pt x="65" y="50"/>
                  </a:moveTo>
                  <a:cubicBezTo>
                    <a:pt x="73" y="46"/>
                    <a:pt x="73" y="46"/>
                    <a:pt x="73" y="46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82" y="52"/>
                    <a:pt x="82" y="52"/>
                    <a:pt x="82" y="52"/>
                  </a:cubicBezTo>
                  <a:cubicBezTo>
                    <a:pt x="86" y="46"/>
                    <a:pt x="86" y="46"/>
                    <a:pt x="86" y="46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9"/>
                    <a:pt x="94" y="59"/>
                    <a:pt x="94" y="59"/>
                  </a:cubicBezTo>
                  <a:cubicBezTo>
                    <a:pt x="73" y="59"/>
                    <a:pt x="73" y="59"/>
                    <a:pt x="73" y="59"/>
                  </a:cubicBezTo>
                  <a:cubicBezTo>
                    <a:pt x="73" y="69"/>
                    <a:pt x="73" y="69"/>
                    <a:pt x="73" y="69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0" y="55"/>
                    <a:pt x="1" y="52"/>
                    <a:pt x="3" y="49"/>
                  </a:cubicBezTo>
                  <a:cubicBezTo>
                    <a:pt x="5" y="49"/>
                    <a:pt x="7" y="49"/>
                    <a:pt x="8" y="49"/>
                  </a:cubicBezTo>
                  <a:cubicBezTo>
                    <a:pt x="13" y="54"/>
                    <a:pt x="17" y="54"/>
                    <a:pt x="22" y="49"/>
                  </a:cubicBezTo>
                  <a:cubicBezTo>
                    <a:pt x="23" y="49"/>
                    <a:pt x="25" y="49"/>
                    <a:pt x="27" y="49"/>
                  </a:cubicBezTo>
                  <a:cubicBezTo>
                    <a:pt x="27" y="50"/>
                    <a:pt x="28" y="51"/>
                    <a:pt x="28" y="52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45" y="57"/>
                    <a:pt x="45" y="57"/>
                    <a:pt x="45" y="57"/>
                  </a:cubicBezTo>
                  <a:cubicBezTo>
                    <a:pt x="47" y="51"/>
                    <a:pt x="47" y="51"/>
                    <a:pt x="47" y="51"/>
                  </a:cubicBezTo>
                  <a:cubicBezTo>
                    <a:pt x="45" y="49"/>
                    <a:pt x="45" y="49"/>
                    <a:pt x="45" y="49"/>
                  </a:cubicBezTo>
                  <a:cubicBezTo>
                    <a:pt x="47" y="47"/>
                    <a:pt x="47" y="47"/>
                    <a:pt x="47" y="47"/>
                  </a:cubicBezTo>
                  <a:cubicBezTo>
                    <a:pt x="51" y="47"/>
                    <a:pt x="51" y="47"/>
                    <a:pt x="51" y="47"/>
                  </a:cubicBezTo>
                  <a:cubicBezTo>
                    <a:pt x="52" y="49"/>
                    <a:pt x="52" y="49"/>
                    <a:pt x="52" y="49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3" y="56"/>
                    <a:pt x="53" y="56"/>
                    <a:pt x="53" y="56"/>
                  </a:cubicBezTo>
                  <a:cubicBezTo>
                    <a:pt x="60" y="47"/>
                    <a:pt x="60" y="47"/>
                    <a:pt x="60" y="47"/>
                  </a:cubicBezTo>
                  <a:cubicBezTo>
                    <a:pt x="65" y="50"/>
                    <a:pt x="65" y="50"/>
                    <a:pt x="65" y="50"/>
                  </a:cubicBezTo>
                  <a:close/>
                  <a:moveTo>
                    <a:pt x="89" y="30"/>
                  </a:moveTo>
                  <a:cubicBezTo>
                    <a:pt x="89" y="24"/>
                    <a:pt x="85" y="21"/>
                    <a:pt x="79" y="20"/>
                  </a:cubicBezTo>
                  <a:cubicBezTo>
                    <a:pt x="74" y="20"/>
                    <a:pt x="70" y="24"/>
                    <a:pt x="70" y="30"/>
                  </a:cubicBezTo>
                  <a:cubicBezTo>
                    <a:pt x="70" y="30"/>
                    <a:pt x="70" y="30"/>
                    <a:pt x="70" y="30"/>
                  </a:cubicBezTo>
                  <a:cubicBezTo>
                    <a:pt x="70" y="31"/>
                    <a:pt x="70" y="32"/>
                    <a:pt x="70" y="33"/>
                  </a:cubicBezTo>
                  <a:cubicBezTo>
                    <a:pt x="70" y="33"/>
                    <a:pt x="70" y="34"/>
                    <a:pt x="71" y="34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2" y="41"/>
                    <a:pt x="72" y="41"/>
                    <a:pt x="72" y="41"/>
                  </a:cubicBezTo>
                  <a:cubicBezTo>
                    <a:pt x="77" y="46"/>
                    <a:pt x="81" y="45"/>
                    <a:pt x="87" y="41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8" y="34"/>
                    <a:pt x="88" y="34"/>
                    <a:pt x="88" y="34"/>
                  </a:cubicBezTo>
                  <a:cubicBezTo>
                    <a:pt x="88" y="34"/>
                    <a:pt x="89" y="33"/>
                    <a:pt x="89" y="33"/>
                  </a:cubicBezTo>
                  <a:cubicBezTo>
                    <a:pt x="89" y="33"/>
                    <a:pt x="89" y="31"/>
                    <a:pt x="89" y="31"/>
                  </a:cubicBezTo>
                  <a:cubicBezTo>
                    <a:pt x="89" y="30"/>
                    <a:pt x="89" y="30"/>
                    <a:pt x="89" y="30"/>
                  </a:cubicBezTo>
                  <a:close/>
                  <a:moveTo>
                    <a:pt x="63" y="24"/>
                  </a:moveTo>
                  <a:cubicBezTo>
                    <a:pt x="66" y="14"/>
                    <a:pt x="66" y="14"/>
                    <a:pt x="66" y="14"/>
                  </a:cubicBezTo>
                  <a:cubicBezTo>
                    <a:pt x="59" y="13"/>
                    <a:pt x="47" y="0"/>
                    <a:pt x="33" y="14"/>
                  </a:cubicBezTo>
                  <a:cubicBezTo>
                    <a:pt x="35" y="24"/>
                    <a:pt x="35" y="24"/>
                    <a:pt x="35" y="24"/>
                  </a:cubicBezTo>
                  <a:cubicBezTo>
                    <a:pt x="35" y="27"/>
                    <a:pt x="35" y="30"/>
                    <a:pt x="36" y="33"/>
                  </a:cubicBezTo>
                  <a:cubicBezTo>
                    <a:pt x="37" y="37"/>
                    <a:pt x="39" y="40"/>
                    <a:pt x="41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4"/>
                    <a:pt x="42" y="44"/>
                    <a:pt x="42" y="44"/>
                  </a:cubicBezTo>
                  <a:cubicBezTo>
                    <a:pt x="45" y="44"/>
                    <a:pt x="47" y="44"/>
                    <a:pt x="49" y="44"/>
                  </a:cubicBezTo>
                  <a:cubicBezTo>
                    <a:pt x="51" y="44"/>
                    <a:pt x="53" y="44"/>
                    <a:pt x="55" y="44"/>
                  </a:cubicBezTo>
                  <a:cubicBezTo>
                    <a:pt x="55" y="43"/>
                    <a:pt x="55" y="43"/>
                    <a:pt x="55" y="43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8" y="40"/>
                    <a:pt x="60" y="37"/>
                    <a:pt x="61" y="33"/>
                  </a:cubicBezTo>
                  <a:cubicBezTo>
                    <a:pt x="62" y="30"/>
                    <a:pt x="63" y="27"/>
                    <a:pt x="63" y="24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12" name="Oval 7"/>
            <p:cNvSpPr/>
            <p:nvPr/>
          </p:nvSpPr>
          <p:spPr>
            <a:xfrm>
              <a:off x="4650840" y="3795120"/>
              <a:ext cx="430560" cy="43056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913" name="Freeform: Shape 9"/>
            <p:cNvSpPr/>
            <p:nvPr/>
          </p:nvSpPr>
          <p:spPr>
            <a:xfrm>
              <a:off x="4783320" y="3963240"/>
              <a:ext cx="144000" cy="110880"/>
            </a:xfrm>
            <a:custGeom>
              <a:avLst/>
              <a:gdLst/>
              <a:ahLst/>
              <a:rect l="l" t="t" r="r" b="b"/>
              <a:pathLst>
                <a:path w="83" h="64">
                  <a:moveTo>
                    <a:pt x="74" y="3"/>
                  </a:moveTo>
                  <a:cubicBezTo>
                    <a:pt x="63" y="1"/>
                    <a:pt x="52" y="0"/>
                    <a:pt x="41" y="0"/>
                  </a:cubicBezTo>
                  <a:cubicBezTo>
                    <a:pt x="30" y="0"/>
                    <a:pt x="19" y="1"/>
                    <a:pt x="8" y="3"/>
                  </a:cubicBezTo>
                  <a:cubicBezTo>
                    <a:pt x="7" y="3"/>
                    <a:pt x="6" y="4"/>
                    <a:pt x="5" y="6"/>
                  </a:cubicBezTo>
                  <a:cubicBezTo>
                    <a:pt x="0" y="23"/>
                    <a:pt x="0" y="41"/>
                    <a:pt x="5" y="58"/>
                  </a:cubicBezTo>
                  <a:cubicBezTo>
                    <a:pt x="6" y="60"/>
                    <a:pt x="7" y="61"/>
                    <a:pt x="8" y="61"/>
                  </a:cubicBezTo>
                  <a:cubicBezTo>
                    <a:pt x="19" y="63"/>
                    <a:pt x="30" y="64"/>
                    <a:pt x="41" y="64"/>
                  </a:cubicBezTo>
                  <a:cubicBezTo>
                    <a:pt x="52" y="64"/>
                    <a:pt x="63" y="63"/>
                    <a:pt x="74" y="61"/>
                  </a:cubicBezTo>
                  <a:cubicBezTo>
                    <a:pt x="75" y="61"/>
                    <a:pt x="76" y="60"/>
                    <a:pt x="77" y="58"/>
                  </a:cubicBezTo>
                  <a:cubicBezTo>
                    <a:pt x="83" y="41"/>
                    <a:pt x="83" y="23"/>
                    <a:pt x="77" y="6"/>
                  </a:cubicBezTo>
                  <a:cubicBezTo>
                    <a:pt x="76" y="4"/>
                    <a:pt x="75" y="3"/>
                    <a:pt x="74" y="3"/>
                  </a:cubicBezTo>
                  <a:close/>
                  <a:moveTo>
                    <a:pt x="73" y="57"/>
                  </a:moveTo>
                  <a:cubicBezTo>
                    <a:pt x="52" y="61"/>
                    <a:pt x="31" y="61"/>
                    <a:pt x="9" y="57"/>
                  </a:cubicBezTo>
                  <a:cubicBezTo>
                    <a:pt x="4" y="40"/>
                    <a:pt x="4" y="24"/>
                    <a:pt x="9" y="7"/>
                  </a:cubicBezTo>
                  <a:cubicBezTo>
                    <a:pt x="31" y="2"/>
                    <a:pt x="52" y="2"/>
                    <a:pt x="73" y="7"/>
                  </a:cubicBezTo>
                  <a:cubicBezTo>
                    <a:pt x="79" y="24"/>
                    <a:pt x="79" y="40"/>
                    <a:pt x="73" y="57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14" name="Freeform: Shape 10"/>
            <p:cNvSpPr/>
            <p:nvPr/>
          </p:nvSpPr>
          <p:spPr>
            <a:xfrm>
              <a:off x="4754520" y="3934440"/>
              <a:ext cx="230400" cy="174960"/>
            </a:xfrm>
            <a:custGeom>
              <a:avLst/>
              <a:gdLst/>
              <a:ahLst/>
              <a:rect l="l" t="t" r="r" b="b"/>
              <a:pathLst>
                <a:path w="131" h="100">
                  <a:moveTo>
                    <a:pt x="125" y="10"/>
                  </a:moveTo>
                  <a:cubicBezTo>
                    <a:pt x="124" y="6"/>
                    <a:pt x="121" y="4"/>
                    <a:pt x="118" y="4"/>
                  </a:cubicBezTo>
                  <a:cubicBezTo>
                    <a:pt x="100" y="1"/>
                    <a:pt x="83" y="0"/>
                    <a:pt x="65" y="0"/>
                  </a:cubicBezTo>
                  <a:cubicBezTo>
                    <a:pt x="48" y="0"/>
                    <a:pt x="30" y="1"/>
                    <a:pt x="13" y="4"/>
                  </a:cubicBezTo>
                  <a:cubicBezTo>
                    <a:pt x="9" y="4"/>
                    <a:pt x="7" y="6"/>
                    <a:pt x="6" y="10"/>
                  </a:cubicBezTo>
                  <a:cubicBezTo>
                    <a:pt x="0" y="35"/>
                    <a:pt x="0" y="61"/>
                    <a:pt x="6" y="87"/>
                  </a:cubicBezTo>
                  <a:cubicBezTo>
                    <a:pt x="7" y="90"/>
                    <a:pt x="9" y="93"/>
                    <a:pt x="13" y="93"/>
                  </a:cubicBezTo>
                  <a:cubicBezTo>
                    <a:pt x="21" y="94"/>
                    <a:pt x="29" y="95"/>
                    <a:pt x="38" y="96"/>
                  </a:cubicBezTo>
                  <a:cubicBezTo>
                    <a:pt x="37" y="96"/>
                    <a:pt x="37" y="96"/>
                    <a:pt x="37" y="96"/>
                  </a:cubicBezTo>
                  <a:cubicBezTo>
                    <a:pt x="37" y="99"/>
                    <a:pt x="50" y="100"/>
                    <a:pt x="65" y="100"/>
                  </a:cubicBezTo>
                  <a:cubicBezTo>
                    <a:pt x="81" y="100"/>
                    <a:pt x="93" y="99"/>
                    <a:pt x="93" y="96"/>
                  </a:cubicBezTo>
                  <a:cubicBezTo>
                    <a:pt x="93" y="96"/>
                    <a:pt x="93" y="96"/>
                    <a:pt x="92" y="96"/>
                  </a:cubicBezTo>
                  <a:cubicBezTo>
                    <a:pt x="101" y="95"/>
                    <a:pt x="109" y="94"/>
                    <a:pt x="118" y="93"/>
                  </a:cubicBezTo>
                  <a:cubicBezTo>
                    <a:pt x="121" y="93"/>
                    <a:pt x="124" y="90"/>
                    <a:pt x="125" y="87"/>
                  </a:cubicBezTo>
                  <a:cubicBezTo>
                    <a:pt x="131" y="61"/>
                    <a:pt x="131" y="35"/>
                    <a:pt x="125" y="10"/>
                  </a:cubicBezTo>
                  <a:close/>
                  <a:moveTo>
                    <a:pt x="117" y="85"/>
                  </a:moveTo>
                  <a:cubicBezTo>
                    <a:pt x="82" y="89"/>
                    <a:pt x="48" y="89"/>
                    <a:pt x="14" y="85"/>
                  </a:cubicBezTo>
                  <a:cubicBezTo>
                    <a:pt x="8" y="61"/>
                    <a:pt x="8" y="36"/>
                    <a:pt x="14" y="12"/>
                  </a:cubicBezTo>
                  <a:cubicBezTo>
                    <a:pt x="48" y="7"/>
                    <a:pt x="82" y="7"/>
                    <a:pt x="117" y="12"/>
                  </a:cubicBezTo>
                  <a:cubicBezTo>
                    <a:pt x="123" y="36"/>
                    <a:pt x="123" y="61"/>
                    <a:pt x="117" y="85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15" name="Freeform: Shape 11"/>
            <p:cNvSpPr/>
            <p:nvPr/>
          </p:nvSpPr>
          <p:spPr>
            <a:xfrm>
              <a:off x="4935240" y="3970080"/>
              <a:ext cx="17280" cy="18000"/>
            </a:xfrm>
            <a:custGeom>
              <a:avLst/>
              <a:gdLst/>
              <a:ahLst/>
              <a:rect l="l" t="t" r="r" b="b"/>
              <a:pathLst>
                <a:path w="12" h="12">
                  <a:moveTo>
                    <a:pt x="6" y="12"/>
                  </a:moveTo>
                  <a:cubicBezTo>
                    <a:pt x="9" y="12"/>
                    <a:pt x="12" y="10"/>
                    <a:pt x="12" y="6"/>
                  </a:cubicBezTo>
                  <a:cubicBezTo>
                    <a:pt x="12" y="3"/>
                    <a:pt x="9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10"/>
                    <a:pt x="3" y="12"/>
                    <a:pt x="6" y="12"/>
                  </a:cubicBezTo>
                  <a:close/>
                  <a:moveTo>
                    <a:pt x="6" y="4"/>
                  </a:moveTo>
                  <a:cubicBezTo>
                    <a:pt x="7" y="4"/>
                    <a:pt x="8" y="5"/>
                    <a:pt x="8" y="6"/>
                  </a:cubicBezTo>
                  <a:cubicBezTo>
                    <a:pt x="8" y="8"/>
                    <a:pt x="7" y="8"/>
                    <a:pt x="6" y="8"/>
                  </a:cubicBezTo>
                  <a:cubicBezTo>
                    <a:pt x="5" y="8"/>
                    <a:pt x="4" y="8"/>
                    <a:pt x="4" y="6"/>
                  </a:cubicBezTo>
                  <a:cubicBezTo>
                    <a:pt x="4" y="5"/>
                    <a:pt x="5" y="4"/>
                    <a:pt x="6" y="4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16" name="Freeform: Shape 12"/>
            <p:cNvSpPr/>
            <p:nvPr/>
          </p:nvSpPr>
          <p:spPr>
            <a:xfrm>
              <a:off x="4927680" y="4063680"/>
              <a:ext cx="24840" cy="2880"/>
            </a:xfrm>
            <a:custGeom>
              <a:avLst/>
              <a:gdLst/>
              <a:ahLst/>
              <a:rect l="l" t="t" r="r" b="b"/>
              <a:pathLst>
                <a:path w="16" h="4">
                  <a:moveTo>
                    <a:pt x="14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4"/>
                    <a:pt x="1" y="4"/>
                    <a:pt x="2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5" y="4"/>
                    <a:pt x="16" y="4"/>
                    <a:pt x="16" y="2"/>
                  </a:cubicBezTo>
                  <a:cubicBezTo>
                    <a:pt x="16" y="1"/>
                    <a:pt x="15" y="0"/>
                    <a:pt x="14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17" name="Freeform: Shape 13"/>
            <p:cNvSpPr/>
            <p:nvPr/>
          </p:nvSpPr>
          <p:spPr>
            <a:xfrm>
              <a:off x="4935240" y="4041720"/>
              <a:ext cx="24840" cy="3600"/>
            </a:xfrm>
            <a:custGeom>
              <a:avLst/>
              <a:gdLst/>
              <a:ahLst/>
              <a:rect l="l" t="t" r="r" b="b"/>
              <a:pathLst>
                <a:path w="16" h="4">
                  <a:moveTo>
                    <a:pt x="14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4"/>
                    <a:pt x="1" y="4"/>
                    <a:pt x="2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5" y="4"/>
                    <a:pt x="16" y="4"/>
                    <a:pt x="16" y="2"/>
                  </a:cubicBezTo>
                  <a:cubicBezTo>
                    <a:pt x="16" y="1"/>
                    <a:pt x="15" y="0"/>
                    <a:pt x="14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18" name="Freeform: Shape 14"/>
            <p:cNvSpPr/>
            <p:nvPr/>
          </p:nvSpPr>
          <p:spPr>
            <a:xfrm>
              <a:off x="4935240" y="4020480"/>
              <a:ext cx="24840" cy="2880"/>
            </a:xfrm>
            <a:custGeom>
              <a:avLst/>
              <a:gdLst/>
              <a:ahLst/>
              <a:rect l="l" t="t" r="r" b="b"/>
              <a:pathLst>
                <a:path w="16" h="4">
                  <a:moveTo>
                    <a:pt x="14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4"/>
                    <a:pt x="1" y="4"/>
                    <a:pt x="2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5" y="4"/>
                    <a:pt x="16" y="4"/>
                    <a:pt x="16" y="2"/>
                  </a:cubicBezTo>
                  <a:cubicBezTo>
                    <a:pt x="16" y="1"/>
                    <a:pt x="15" y="0"/>
                    <a:pt x="14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19" name="Freeform: Shape 15"/>
            <p:cNvSpPr/>
            <p:nvPr/>
          </p:nvSpPr>
          <p:spPr>
            <a:xfrm>
              <a:off x="4813560" y="3991680"/>
              <a:ext cx="39240" cy="24840"/>
            </a:xfrm>
            <a:custGeom>
              <a:avLst/>
              <a:gdLst/>
              <a:ahLst/>
              <a:rect l="l" t="t" r="r" b="b"/>
              <a:pathLst>
                <a:path w="24" h="16">
                  <a:moveTo>
                    <a:pt x="22" y="0"/>
                  </a:moveTo>
                  <a:cubicBezTo>
                    <a:pt x="4" y="1"/>
                    <a:pt x="4" y="1"/>
                    <a:pt x="4" y="1"/>
                  </a:cubicBezTo>
                  <a:cubicBezTo>
                    <a:pt x="3" y="1"/>
                    <a:pt x="2" y="2"/>
                    <a:pt x="1" y="3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6"/>
                    <a:pt x="1" y="16"/>
                    <a:pt x="2" y="16"/>
                  </a:cubicBezTo>
                  <a:cubicBezTo>
                    <a:pt x="3" y="16"/>
                    <a:pt x="4" y="16"/>
                    <a:pt x="4" y="14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5" y="6"/>
                    <a:pt x="6" y="5"/>
                    <a:pt x="7" y="5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3" y="4"/>
                    <a:pt x="24" y="3"/>
                    <a:pt x="24" y="2"/>
                  </a:cubicBezTo>
                  <a:cubicBezTo>
                    <a:pt x="24" y="0"/>
                    <a:pt x="23" y="0"/>
                    <a:pt x="22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20" name="Oval 17"/>
            <p:cNvSpPr/>
            <p:nvPr/>
          </p:nvSpPr>
          <p:spPr>
            <a:xfrm>
              <a:off x="4650840" y="2951280"/>
              <a:ext cx="430560" cy="4305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921" name="Freeform: Shape 19"/>
            <p:cNvSpPr/>
            <p:nvPr/>
          </p:nvSpPr>
          <p:spPr>
            <a:xfrm>
              <a:off x="4756320" y="3065040"/>
              <a:ext cx="210600" cy="225720"/>
            </a:xfrm>
            <a:custGeom>
              <a:avLst/>
              <a:gdLst/>
              <a:ahLst/>
              <a:rect l="l" t="t" r="r" b="b"/>
              <a:pathLst>
                <a:path w="120" h="128">
                  <a:moveTo>
                    <a:pt x="104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8" y="0"/>
                    <a:pt x="0" y="7"/>
                    <a:pt x="0" y="16"/>
                  </a:cubicBezTo>
                  <a:cubicBezTo>
                    <a:pt x="0" y="112"/>
                    <a:pt x="0" y="112"/>
                    <a:pt x="0" y="112"/>
                  </a:cubicBezTo>
                  <a:cubicBezTo>
                    <a:pt x="0" y="121"/>
                    <a:pt x="8" y="128"/>
                    <a:pt x="16" y="128"/>
                  </a:cubicBezTo>
                  <a:cubicBezTo>
                    <a:pt x="104" y="128"/>
                    <a:pt x="104" y="128"/>
                    <a:pt x="104" y="128"/>
                  </a:cubicBezTo>
                  <a:cubicBezTo>
                    <a:pt x="113" y="128"/>
                    <a:pt x="120" y="121"/>
                    <a:pt x="120" y="112"/>
                  </a:cubicBezTo>
                  <a:cubicBezTo>
                    <a:pt x="120" y="16"/>
                    <a:pt x="120" y="16"/>
                    <a:pt x="120" y="16"/>
                  </a:cubicBezTo>
                  <a:cubicBezTo>
                    <a:pt x="120" y="7"/>
                    <a:pt x="113" y="0"/>
                    <a:pt x="104" y="0"/>
                  </a:cubicBezTo>
                  <a:close/>
                  <a:moveTo>
                    <a:pt x="112" y="112"/>
                  </a:moveTo>
                  <a:cubicBezTo>
                    <a:pt x="112" y="116"/>
                    <a:pt x="109" y="120"/>
                    <a:pt x="104" y="120"/>
                  </a:cubicBezTo>
                  <a:cubicBezTo>
                    <a:pt x="16" y="120"/>
                    <a:pt x="16" y="120"/>
                    <a:pt x="16" y="120"/>
                  </a:cubicBezTo>
                  <a:cubicBezTo>
                    <a:pt x="12" y="120"/>
                    <a:pt x="8" y="116"/>
                    <a:pt x="8" y="112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8" y="11"/>
                    <a:pt x="12" y="8"/>
                    <a:pt x="16" y="8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9" y="8"/>
                    <a:pt x="112" y="11"/>
                    <a:pt x="112" y="16"/>
                  </a:cubicBezTo>
                  <a:lnTo>
                    <a:pt x="112" y="112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22" name="Freeform: Shape 20"/>
            <p:cNvSpPr/>
            <p:nvPr/>
          </p:nvSpPr>
          <p:spPr>
            <a:xfrm>
              <a:off x="4784760" y="3093840"/>
              <a:ext cx="153360" cy="139680"/>
            </a:xfrm>
            <a:custGeom>
              <a:avLst/>
              <a:gdLst/>
              <a:ahLst/>
              <a:rect l="l" t="t" r="r" b="b"/>
              <a:pathLst>
                <a:path w="88" h="80">
                  <a:moveTo>
                    <a:pt x="8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8"/>
                    <a:pt x="2" y="80"/>
                    <a:pt x="4" y="80"/>
                  </a:cubicBezTo>
                  <a:cubicBezTo>
                    <a:pt x="84" y="80"/>
                    <a:pt x="84" y="80"/>
                    <a:pt x="84" y="80"/>
                  </a:cubicBezTo>
                  <a:cubicBezTo>
                    <a:pt x="87" y="80"/>
                    <a:pt x="88" y="78"/>
                    <a:pt x="88" y="76"/>
                  </a:cubicBezTo>
                  <a:cubicBezTo>
                    <a:pt x="88" y="4"/>
                    <a:pt x="88" y="4"/>
                    <a:pt x="88" y="4"/>
                  </a:cubicBezTo>
                  <a:cubicBezTo>
                    <a:pt x="88" y="2"/>
                    <a:pt x="87" y="0"/>
                    <a:pt x="84" y="0"/>
                  </a:cubicBezTo>
                  <a:close/>
                  <a:moveTo>
                    <a:pt x="84" y="4"/>
                  </a:moveTo>
                  <a:cubicBezTo>
                    <a:pt x="84" y="59"/>
                    <a:pt x="84" y="59"/>
                    <a:pt x="84" y="59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71" y="44"/>
                    <a:pt x="70" y="44"/>
                    <a:pt x="68" y="44"/>
                  </a:cubicBezTo>
                  <a:cubicBezTo>
                    <a:pt x="67" y="44"/>
                    <a:pt x="66" y="44"/>
                    <a:pt x="65" y="45"/>
                  </a:cubicBezTo>
                  <a:cubicBezTo>
                    <a:pt x="55" y="57"/>
                    <a:pt x="55" y="57"/>
                    <a:pt x="55" y="57"/>
                  </a:cubicBezTo>
                  <a:cubicBezTo>
                    <a:pt x="23" y="21"/>
                    <a:pt x="23" y="21"/>
                    <a:pt x="23" y="21"/>
                  </a:cubicBezTo>
                  <a:cubicBezTo>
                    <a:pt x="23" y="20"/>
                    <a:pt x="22" y="20"/>
                    <a:pt x="20" y="20"/>
                  </a:cubicBezTo>
                  <a:cubicBezTo>
                    <a:pt x="19" y="20"/>
                    <a:pt x="18" y="20"/>
                    <a:pt x="17" y="21"/>
                  </a:cubicBezTo>
                  <a:cubicBezTo>
                    <a:pt x="4" y="36"/>
                    <a:pt x="4" y="36"/>
                    <a:pt x="4" y="36"/>
                  </a:cubicBezTo>
                  <a:cubicBezTo>
                    <a:pt x="4" y="4"/>
                    <a:pt x="4" y="4"/>
                    <a:pt x="4" y="4"/>
                  </a:cubicBezTo>
                  <a:lnTo>
                    <a:pt x="84" y="4"/>
                  </a:lnTo>
                  <a:close/>
                  <a:moveTo>
                    <a:pt x="4" y="42"/>
                  </a:moveTo>
                  <a:cubicBezTo>
                    <a:pt x="20" y="24"/>
                    <a:pt x="20" y="24"/>
                    <a:pt x="20" y="24"/>
                  </a:cubicBezTo>
                  <a:cubicBezTo>
                    <a:pt x="53" y="60"/>
                    <a:pt x="53" y="60"/>
                    <a:pt x="53" y="60"/>
                  </a:cubicBezTo>
                  <a:cubicBezTo>
                    <a:pt x="55" y="63"/>
                    <a:pt x="55" y="63"/>
                    <a:pt x="55" y="63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4" y="76"/>
                    <a:pt x="4" y="76"/>
                    <a:pt x="4" y="76"/>
                  </a:cubicBezTo>
                  <a:lnTo>
                    <a:pt x="4" y="42"/>
                  </a:lnTo>
                  <a:close/>
                  <a:moveTo>
                    <a:pt x="71" y="76"/>
                  </a:moveTo>
                  <a:cubicBezTo>
                    <a:pt x="58" y="60"/>
                    <a:pt x="58" y="60"/>
                    <a:pt x="58" y="60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84" y="65"/>
                    <a:pt x="84" y="65"/>
                    <a:pt x="84" y="65"/>
                  </a:cubicBezTo>
                  <a:cubicBezTo>
                    <a:pt x="84" y="76"/>
                    <a:pt x="84" y="76"/>
                    <a:pt x="84" y="76"/>
                  </a:cubicBezTo>
                  <a:lnTo>
                    <a:pt x="71" y="76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23" name="Freeform: Shape 21"/>
            <p:cNvSpPr/>
            <p:nvPr/>
          </p:nvSpPr>
          <p:spPr>
            <a:xfrm>
              <a:off x="4870080" y="3115800"/>
              <a:ext cx="39240" cy="39240"/>
            </a:xfrm>
            <a:custGeom>
              <a:avLst/>
              <a:gdLst/>
              <a:ahLst/>
              <a:rect l="l" t="t" r="r" b="b"/>
              <a:pathLst>
                <a:path w="24" h="24">
                  <a:moveTo>
                    <a:pt x="12" y="24"/>
                  </a:moveTo>
                  <a:cubicBezTo>
                    <a:pt x="19" y="24"/>
                    <a:pt x="24" y="19"/>
                    <a:pt x="24" y="12"/>
                  </a:cubicBezTo>
                  <a:cubicBezTo>
                    <a:pt x="24" y="5"/>
                    <a:pt x="19" y="0"/>
                    <a:pt x="12" y="0"/>
                  </a:cubicBezTo>
                  <a:cubicBezTo>
                    <a:pt x="6" y="0"/>
                    <a:pt x="0" y="5"/>
                    <a:pt x="0" y="12"/>
                  </a:cubicBezTo>
                  <a:cubicBezTo>
                    <a:pt x="0" y="19"/>
                    <a:pt x="6" y="24"/>
                    <a:pt x="12" y="24"/>
                  </a:cubicBezTo>
                  <a:close/>
                  <a:moveTo>
                    <a:pt x="12" y="4"/>
                  </a:moveTo>
                  <a:cubicBezTo>
                    <a:pt x="17" y="4"/>
                    <a:pt x="20" y="7"/>
                    <a:pt x="20" y="12"/>
                  </a:cubicBezTo>
                  <a:cubicBezTo>
                    <a:pt x="20" y="16"/>
                    <a:pt x="17" y="20"/>
                    <a:pt x="12" y="20"/>
                  </a:cubicBezTo>
                  <a:cubicBezTo>
                    <a:pt x="8" y="20"/>
                    <a:pt x="4" y="16"/>
                    <a:pt x="4" y="12"/>
                  </a:cubicBezTo>
                  <a:cubicBezTo>
                    <a:pt x="4" y="7"/>
                    <a:pt x="8" y="4"/>
                    <a:pt x="12" y="4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24" name="Oval 23"/>
            <p:cNvSpPr/>
            <p:nvPr/>
          </p:nvSpPr>
          <p:spPr>
            <a:xfrm>
              <a:off x="4650840" y="2107080"/>
              <a:ext cx="430560" cy="43056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925" name="Freeform: Shape 25"/>
            <p:cNvSpPr/>
            <p:nvPr/>
          </p:nvSpPr>
          <p:spPr>
            <a:xfrm>
              <a:off x="4806360" y="2271240"/>
              <a:ext cx="110160" cy="110880"/>
            </a:xfrm>
            <a:custGeom>
              <a:avLst/>
              <a:gdLst/>
              <a:ahLst/>
              <a:rect l="l" t="t" r="r" b="b"/>
              <a:pathLst>
                <a:path w="64" h="64">
                  <a:moveTo>
                    <a:pt x="32" y="0"/>
                  </a:moveTo>
                  <a:cubicBezTo>
                    <a:pt x="15" y="0"/>
                    <a:pt x="0" y="14"/>
                    <a:pt x="0" y="32"/>
                  </a:cubicBezTo>
                  <a:cubicBezTo>
                    <a:pt x="0" y="49"/>
                    <a:pt x="15" y="64"/>
                    <a:pt x="32" y="64"/>
                  </a:cubicBezTo>
                  <a:cubicBezTo>
                    <a:pt x="50" y="64"/>
                    <a:pt x="64" y="49"/>
                    <a:pt x="64" y="32"/>
                  </a:cubicBezTo>
                  <a:cubicBezTo>
                    <a:pt x="64" y="14"/>
                    <a:pt x="50" y="0"/>
                    <a:pt x="32" y="0"/>
                  </a:cubicBezTo>
                  <a:close/>
                  <a:moveTo>
                    <a:pt x="51" y="47"/>
                  </a:moveTo>
                  <a:cubicBezTo>
                    <a:pt x="42" y="57"/>
                    <a:pt x="27" y="59"/>
                    <a:pt x="17" y="50"/>
                  </a:cubicBezTo>
                  <a:cubicBezTo>
                    <a:pt x="7" y="41"/>
                    <a:pt x="6" y="26"/>
                    <a:pt x="14" y="16"/>
                  </a:cubicBezTo>
                  <a:cubicBezTo>
                    <a:pt x="23" y="6"/>
                    <a:pt x="38" y="5"/>
                    <a:pt x="48" y="14"/>
                  </a:cubicBezTo>
                  <a:cubicBezTo>
                    <a:pt x="58" y="22"/>
                    <a:pt x="59" y="37"/>
                    <a:pt x="51" y="47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26" name="Freeform: Shape 26"/>
            <p:cNvSpPr/>
            <p:nvPr/>
          </p:nvSpPr>
          <p:spPr>
            <a:xfrm>
              <a:off x="4835160" y="2300040"/>
              <a:ext cx="27720" cy="28440"/>
            </a:xfrm>
            <a:custGeom>
              <a:avLst/>
              <a:gdLst/>
              <a:ahLst/>
              <a:rect l="l" t="t" r="r" b="b"/>
              <a:pathLst>
                <a:path w="18" h="18">
                  <a:moveTo>
                    <a:pt x="16" y="0"/>
                  </a:moveTo>
                  <a:cubicBezTo>
                    <a:pt x="8" y="0"/>
                    <a:pt x="0" y="7"/>
                    <a:pt x="0" y="1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17"/>
                    <a:pt x="1" y="18"/>
                    <a:pt x="2" y="18"/>
                  </a:cubicBezTo>
                  <a:cubicBezTo>
                    <a:pt x="4" y="18"/>
                    <a:pt x="4" y="17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9"/>
                    <a:pt x="10" y="4"/>
                    <a:pt x="16" y="4"/>
                  </a:cubicBezTo>
                  <a:cubicBezTo>
                    <a:pt x="18" y="4"/>
                    <a:pt x="18" y="3"/>
                    <a:pt x="18" y="2"/>
                  </a:cubicBezTo>
                  <a:cubicBezTo>
                    <a:pt x="18" y="1"/>
                    <a:pt x="18" y="0"/>
                    <a:pt x="16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27" name="Freeform: Shape 27"/>
            <p:cNvSpPr/>
            <p:nvPr/>
          </p:nvSpPr>
          <p:spPr>
            <a:xfrm>
              <a:off x="4749120" y="2221200"/>
              <a:ext cx="225000" cy="189360"/>
            </a:xfrm>
            <a:custGeom>
              <a:avLst/>
              <a:gdLst/>
              <a:ahLst/>
              <a:rect l="l" t="t" r="r" b="b"/>
              <a:pathLst>
                <a:path w="128" h="108">
                  <a:moveTo>
                    <a:pt x="118" y="24"/>
                  </a:moveTo>
                  <a:cubicBezTo>
                    <a:pt x="101" y="21"/>
                    <a:pt x="101" y="21"/>
                    <a:pt x="101" y="21"/>
                  </a:cubicBezTo>
                  <a:cubicBezTo>
                    <a:pt x="96" y="7"/>
                    <a:pt x="96" y="7"/>
                    <a:pt x="96" y="7"/>
                  </a:cubicBezTo>
                  <a:cubicBezTo>
                    <a:pt x="94" y="3"/>
                    <a:pt x="89" y="0"/>
                    <a:pt x="84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0" y="0"/>
                    <a:pt x="35" y="3"/>
                    <a:pt x="33" y="7"/>
                  </a:cubicBezTo>
                  <a:cubicBezTo>
                    <a:pt x="28" y="21"/>
                    <a:pt x="28" y="21"/>
                    <a:pt x="28" y="21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5" y="25"/>
                    <a:pt x="0" y="30"/>
                    <a:pt x="0" y="36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102"/>
                    <a:pt x="6" y="108"/>
                    <a:pt x="12" y="108"/>
                  </a:cubicBezTo>
                  <a:cubicBezTo>
                    <a:pt x="116" y="108"/>
                    <a:pt x="116" y="108"/>
                    <a:pt x="116" y="108"/>
                  </a:cubicBezTo>
                  <a:cubicBezTo>
                    <a:pt x="123" y="108"/>
                    <a:pt x="128" y="102"/>
                    <a:pt x="128" y="96"/>
                  </a:cubicBezTo>
                  <a:cubicBezTo>
                    <a:pt x="128" y="36"/>
                    <a:pt x="128" y="36"/>
                    <a:pt x="128" y="36"/>
                  </a:cubicBezTo>
                  <a:cubicBezTo>
                    <a:pt x="128" y="30"/>
                    <a:pt x="124" y="25"/>
                    <a:pt x="118" y="24"/>
                  </a:cubicBezTo>
                  <a:close/>
                  <a:moveTo>
                    <a:pt x="120" y="96"/>
                  </a:moveTo>
                  <a:cubicBezTo>
                    <a:pt x="120" y="98"/>
                    <a:pt x="119" y="100"/>
                    <a:pt x="116" y="100"/>
                  </a:cubicBezTo>
                  <a:cubicBezTo>
                    <a:pt x="12" y="100"/>
                    <a:pt x="12" y="100"/>
                    <a:pt x="12" y="100"/>
                  </a:cubicBezTo>
                  <a:cubicBezTo>
                    <a:pt x="10" y="100"/>
                    <a:pt x="8" y="98"/>
                    <a:pt x="8" y="96"/>
                  </a:cubicBezTo>
                  <a:cubicBezTo>
                    <a:pt x="8" y="36"/>
                    <a:pt x="8" y="36"/>
                    <a:pt x="8" y="36"/>
                  </a:cubicBezTo>
                  <a:cubicBezTo>
                    <a:pt x="8" y="34"/>
                    <a:pt x="10" y="32"/>
                    <a:pt x="12" y="32"/>
                  </a:cubicBezTo>
                  <a:cubicBezTo>
                    <a:pt x="34" y="28"/>
                    <a:pt x="34" y="28"/>
                    <a:pt x="34" y="28"/>
                  </a:cubicBezTo>
                  <a:cubicBezTo>
                    <a:pt x="41" y="10"/>
                    <a:pt x="41" y="10"/>
                    <a:pt x="41" y="10"/>
                  </a:cubicBezTo>
                  <a:cubicBezTo>
                    <a:pt x="41" y="9"/>
                    <a:pt x="43" y="8"/>
                    <a:pt x="4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6" y="8"/>
                    <a:pt x="88" y="9"/>
                    <a:pt x="88" y="10"/>
                  </a:cubicBezTo>
                  <a:cubicBezTo>
                    <a:pt x="95" y="28"/>
                    <a:pt x="95" y="28"/>
                    <a:pt x="95" y="28"/>
                  </a:cubicBezTo>
                  <a:cubicBezTo>
                    <a:pt x="117" y="32"/>
                    <a:pt x="117" y="32"/>
                    <a:pt x="117" y="32"/>
                  </a:cubicBezTo>
                  <a:cubicBezTo>
                    <a:pt x="119" y="32"/>
                    <a:pt x="120" y="34"/>
                    <a:pt x="120" y="36"/>
                  </a:cubicBezTo>
                  <a:lnTo>
                    <a:pt x="120" y="96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28" name="TextBox 33"/>
            <p:cNvSpPr/>
            <p:nvPr/>
          </p:nvSpPr>
          <p:spPr>
            <a:xfrm>
              <a:off x="5081760" y="2058120"/>
              <a:ext cx="3520440" cy="249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144000" rIns="144000" tIns="45000" bIns="45000" anchor="t">
              <a:normAutofit fontScale="66000"/>
            </a:bodyPr>
            <a:p>
              <a:pPr>
                <a:lnSpc>
                  <a:spcPct val="100000"/>
                </a:lnSpc>
                <a:buNone/>
              </a:pPr>
              <a:r>
                <a:rPr b="1" lang="zh-CN" sz="1600" spc="-1" strike="noStrike">
                  <a:solidFill>
                    <a:srgbClr val="959595"/>
                  </a:solidFill>
                  <a:latin typeface="微软雅黑"/>
                  <a:ea typeface="微软雅黑"/>
                </a:rPr>
                <a:t>标题文本预设</a:t>
              </a:r>
              <a:endParaRPr b="0" lang="en-HK" sz="1600" spc="-1" strike="noStrike">
                <a:latin typeface="Arial"/>
              </a:endParaRPr>
            </a:p>
          </p:txBody>
        </p:sp>
        <p:sp>
          <p:nvSpPr>
            <p:cNvPr id="929" name="TextBox 34"/>
            <p:cNvSpPr/>
            <p:nvPr/>
          </p:nvSpPr>
          <p:spPr>
            <a:xfrm>
              <a:off x="5081760" y="2311920"/>
              <a:ext cx="3520440" cy="204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44000" rIns="144000" tIns="45000" bIns="45000" anchor="t">
              <a:normAutofit fontScale="56000"/>
            </a:bodyPr>
            <a:p>
              <a:pPr>
                <a:lnSpc>
                  <a:spcPct val="120000"/>
                </a:lnSpc>
                <a:buNone/>
              </a:pPr>
              <a:r>
                <a:rPr b="0" lang="zh-CN" sz="11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此部分内容作为文字排版占位显示（建议使用主题字体）</a:t>
              </a:r>
              <a:endParaRPr b="0" lang="en-HK" sz="1100" spc="-1" strike="noStrike">
                <a:latin typeface="Arial"/>
              </a:endParaRPr>
            </a:p>
          </p:txBody>
        </p:sp>
        <p:sp>
          <p:nvSpPr>
            <p:cNvPr id="930" name="TextBox 36"/>
            <p:cNvSpPr/>
            <p:nvPr/>
          </p:nvSpPr>
          <p:spPr>
            <a:xfrm>
              <a:off x="5081760" y="2916720"/>
              <a:ext cx="3520440" cy="249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144000" rIns="144000" tIns="45000" bIns="45000" anchor="t">
              <a:normAutofit fontScale="66000"/>
            </a:bodyPr>
            <a:p>
              <a:pPr>
                <a:lnSpc>
                  <a:spcPct val="100000"/>
                </a:lnSpc>
                <a:buNone/>
              </a:pPr>
              <a:r>
                <a:rPr b="1" lang="zh-CN" sz="1600" spc="-1" strike="noStrike">
                  <a:solidFill>
                    <a:srgbClr val="272f42"/>
                  </a:solidFill>
                  <a:latin typeface="微软雅黑"/>
                  <a:ea typeface="微软雅黑"/>
                </a:rPr>
                <a:t>标题文本预设</a:t>
              </a:r>
              <a:endParaRPr b="0" lang="en-HK" sz="1600" spc="-1" strike="noStrike">
                <a:latin typeface="Arial"/>
              </a:endParaRPr>
            </a:p>
          </p:txBody>
        </p:sp>
        <p:sp>
          <p:nvSpPr>
            <p:cNvPr id="931" name="TextBox 37"/>
            <p:cNvSpPr/>
            <p:nvPr/>
          </p:nvSpPr>
          <p:spPr>
            <a:xfrm>
              <a:off x="5081760" y="3170520"/>
              <a:ext cx="3520440" cy="204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44000" rIns="144000" tIns="45000" bIns="45000" anchor="t">
              <a:normAutofit fontScale="56000"/>
            </a:bodyPr>
            <a:p>
              <a:pPr>
                <a:lnSpc>
                  <a:spcPct val="120000"/>
                </a:lnSpc>
                <a:buNone/>
              </a:pPr>
              <a:r>
                <a:rPr b="0" lang="zh-CN" sz="11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此部分内容作为文字排版占位显示（建议使用主题字体）</a:t>
              </a:r>
              <a:endParaRPr b="0" lang="en-HK" sz="1100" spc="-1" strike="noStrike">
                <a:latin typeface="Arial"/>
              </a:endParaRPr>
            </a:p>
          </p:txBody>
        </p:sp>
        <p:sp>
          <p:nvSpPr>
            <p:cNvPr id="932" name="TextBox 39"/>
            <p:cNvSpPr/>
            <p:nvPr/>
          </p:nvSpPr>
          <p:spPr>
            <a:xfrm>
              <a:off x="5081760" y="3746160"/>
              <a:ext cx="3520440" cy="249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144000" rIns="144000" tIns="45000" bIns="45000" anchor="t">
              <a:normAutofit fontScale="66000"/>
            </a:bodyPr>
            <a:p>
              <a:pPr>
                <a:lnSpc>
                  <a:spcPct val="100000"/>
                </a:lnSpc>
                <a:buNone/>
              </a:pPr>
              <a:r>
                <a:rPr b="1" lang="zh-CN" sz="1600" spc="-1" strike="noStrike">
                  <a:solidFill>
                    <a:srgbClr val="959595"/>
                  </a:solidFill>
                  <a:latin typeface="微软雅黑"/>
                  <a:ea typeface="微软雅黑"/>
                </a:rPr>
                <a:t>标题文本预设</a:t>
              </a:r>
              <a:endParaRPr b="0" lang="en-HK" sz="1600" spc="-1" strike="noStrike">
                <a:latin typeface="Arial"/>
              </a:endParaRPr>
            </a:p>
          </p:txBody>
        </p:sp>
        <p:sp>
          <p:nvSpPr>
            <p:cNvPr id="933" name="TextBox 40"/>
            <p:cNvSpPr/>
            <p:nvPr/>
          </p:nvSpPr>
          <p:spPr>
            <a:xfrm>
              <a:off x="5081760" y="4000320"/>
              <a:ext cx="3520440" cy="204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44000" rIns="144000" tIns="45000" bIns="45000" anchor="t">
              <a:normAutofit fontScale="56000"/>
            </a:bodyPr>
            <a:p>
              <a:pPr>
                <a:lnSpc>
                  <a:spcPct val="120000"/>
                </a:lnSpc>
                <a:buNone/>
              </a:pPr>
              <a:r>
                <a:rPr b="0" lang="zh-CN" sz="11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此部分内容作为文字排版占位显示（建议使用主题字体）</a:t>
              </a:r>
              <a:endParaRPr b="0" lang="en-HK" sz="1100" spc="-1" strike="noStrike">
                <a:latin typeface="Arial"/>
              </a:endParaRPr>
            </a:p>
          </p:txBody>
        </p:sp>
      </p:grpSp>
      <p:grpSp>
        <p:nvGrpSpPr>
          <p:cNvPr id="934" name="组合 29"/>
          <p:cNvGrpSpPr/>
          <p:nvPr/>
        </p:nvGrpSpPr>
        <p:grpSpPr>
          <a:xfrm>
            <a:off x="323640" y="0"/>
            <a:ext cx="2084040" cy="574200"/>
            <a:chOff x="323640" y="0"/>
            <a:chExt cx="2084040" cy="574200"/>
          </a:xfrm>
        </p:grpSpPr>
        <p:sp>
          <p:nvSpPr>
            <p:cNvPr id="935" name="TextBox 86"/>
            <p:cNvSpPr/>
            <p:nvPr/>
          </p:nvSpPr>
          <p:spPr>
            <a:xfrm>
              <a:off x="576360" y="58320"/>
              <a:ext cx="183132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zh-CN" sz="24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请输入标题</a:t>
              </a:r>
              <a:endParaRPr b="0" lang="en-HK" sz="2400" spc="-1" strike="noStrike">
                <a:latin typeface="Arial"/>
              </a:endParaRPr>
            </a:p>
          </p:txBody>
        </p:sp>
        <p:sp>
          <p:nvSpPr>
            <p:cNvPr id="936" name="矩形 31"/>
            <p:cNvSpPr/>
            <p:nvPr/>
          </p:nvSpPr>
          <p:spPr>
            <a:xfrm>
              <a:off x="323640" y="0"/>
              <a:ext cx="212040" cy="5742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</p:spTree>
  </p:cSld>
  <p:transition spd="med">
    <p:pull dir="r"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7" name="图片 1" descr=""/>
          <p:cNvPicPr/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">
                    <a14:imgEffect>
                      <a14:artisticBlur/>
                    </a14:imgEffect>
                  </a14:imgLayer>
                </a14:imgProps>
              </a:ext>
            </a:extLst>
          </a:blip>
          <a:stretch/>
        </p:blipFill>
        <p:spPr>
          <a:xfrm>
            <a:off x="0" y="2571840"/>
            <a:ext cx="9140040" cy="2567880"/>
          </a:xfrm>
          <a:prstGeom prst="rect">
            <a:avLst/>
          </a:prstGeom>
          <a:ln w="0">
            <a:noFill/>
          </a:ln>
        </p:spPr>
      </p:pic>
      <p:sp>
        <p:nvSpPr>
          <p:cNvPr id="938" name="矩形: 圆角 2"/>
          <p:cNvSpPr/>
          <p:nvPr/>
        </p:nvSpPr>
        <p:spPr>
          <a:xfrm>
            <a:off x="467640" y="411480"/>
            <a:ext cx="8205120" cy="4316400"/>
          </a:xfrm>
          <a:prstGeom prst="roundRect">
            <a:avLst>
              <a:gd name="adj" fmla="val 3113"/>
            </a:avLst>
          </a:prstGeom>
          <a:solidFill>
            <a:schemeClr val="bg1"/>
          </a:solidFill>
          <a:ln>
            <a:noFill/>
          </a:ln>
          <a:effectLst>
            <a:outerShdw algn="ctr" blurRad="114480" rotWithShape="0" sx="102000" sy="102000">
              <a:srgbClr val="000000">
                <a:alpha val="2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939" name="组合 8"/>
          <p:cNvGrpSpPr/>
          <p:nvPr/>
        </p:nvGrpSpPr>
        <p:grpSpPr>
          <a:xfrm>
            <a:off x="1727640" y="1420920"/>
            <a:ext cx="1184040" cy="2119680"/>
            <a:chOff x="1727640" y="1420920"/>
            <a:chExt cx="1184040" cy="2119680"/>
          </a:xfrm>
        </p:grpSpPr>
        <p:sp>
          <p:nvSpPr>
            <p:cNvPr id="940" name="矩形: 圆角 4"/>
            <p:cNvSpPr/>
            <p:nvPr/>
          </p:nvSpPr>
          <p:spPr>
            <a:xfrm>
              <a:off x="1727640" y="1492200"/>
              <a:ext cx="1148040" cy="2048400"/>
            </a:xfrm>
            <a:prstGeom prst="roundRect">
              <a:avLst>
                <a:gd name="adj" fmla="val 6274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941" name="文本框 5"/>
            <p:cNvSpPr/>
            <p:nvPr/>
          </p:nvSpPr>
          <p:spPr>
            <a:xfrm>
              <a:off x="1840680" y="1420920"/>
              <a:ext cx="1071000" cy="2102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13800" spc="-1" strike="noStrike">
                  <a:solidFill>
                    <a:srgbClr val="ffffff"/>
                  </a:solidFill>
                  <a:latin typeface="Calibri"/>
                  <a:ea typeface="微软雅黑"/>
                </a:rPr>
                <a:t>4</a:t>
              </a:r>
              <a:endParaRPr b="0" lang="en-HK" sz="13800" spc="-1" strike="noStrike">
                <a:latin typeface="Arial"/>
              </a:endParaRPr>
            </a:p>
          </p:txBody>
        </p:sp>
      </p:grpSp>
      <p:sp>
        <p:nvSpPr>
          <p:cNvPr id="942" name="文本框 6"/>
          <p:cNvSpPr/>
          <p:nvPr/>
        </p:nvSpPr>
        <p:spPr>
          <a:xfrm>
            <a:off x="3388320" y="2179800"/>
            <a:ext cx="3560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HK" sz="1800" spc="-1" strike="noStrike">
                <a:solidFill>
                  <a:srgbClr val="000000"/>
                </a:solidFill>
                <a:latin typeface="Calibri"/>
                <a:ea typeface="宋体"/>
              </a:rPr>
              <a:t>Plan for Next Year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943" name="文本框 7"/>
          <p:cNvSpPr/>
          <p:nvPr/>
        </p:nvSpPr>
        <p:spPr>
          <a:xfrm>
            <a:off x="3383280" y="3003840"/>
            <a:ext cx="356076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bfbfbf"/>
                </a:solidFill>
                <a:latin typeface="Calibri"/>
                <a:ea typeface="宋体"/>
              </a:rPr>
              <a:t>ANNUAL</a:t>
            </a:r>
            <a:r>
              <a:rPr b="0" lang="en-US" sz="1400" spc="-1" strike="noStrike">
                <a:solidFill>
                  <a:srgbClr val="bfbfbf"/>
                </a:solidFill>
                <a:latin typeface="Calibri"/>
                <a:ea typeface="宋体"/>
              </a:rPr>
              <a:t> </a:t>
            </a:r>
            <a:r>
              <a:rPr b="1" lang="en-US" sz="1400" spc="-1" strike="noStrike">
                <a:solidFill>
                  <a:srgbClr val="bfbfbf"/>
                </a:solidFill>
                <a:latin typeface="Calibri"/>
                <a:ea typeface="宋体"/>
              </a:rPr>
              <a:t>WORK</a:t>
            </a:r>
            <a:r>
              <a:rPr b="0" lang="en-US" sz="1400" spc="-1" strike="noStrike">
                <a:solidFill>
                  <a:srgbClr val="bfbfbf"/>
                </a:solidFill>
                <a:latin typeface="Calibri"/>
                <a:ea typeface="宋体"/>
              </a:rPr>
              <a:t> </a:t>
            </a:r>
            <a:r>
              <a:rPr b="1" lang="en-US" sz="1400" spc="-1" strike="noStrike">
                <a:solidFill>
                  <a:srgbClr val="bfbfbf"/>
                </a:solidFill>
                <a:latin typeface="Calibri"/>
                <a:ea typeface="宋体"/>
              </a:rPr>
              <a:t>SUMMARY</a:t>
            </a:r>
            <a:endParaRPr b="0" lang="en-HK" sz="1400" spc="-1" strike="noStrike">
              <a:latin typeface="Arial"/>
            </a:endParaRPr>
          </a:p>
        </p:txBody>
      </p:sp>
    </p:spTree>
  </p:cSld>
  <p:transition spd="med">
    <p:pull dir="r"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4" name="组合 3"/>
          <p:cNvGrpSpPr/>
          <p:nvPr/>
        </p:nvGrpSpPr>
        <p:grpSpPr>
          <a:xfrm>
            <a:off x="3195000" y="1734480"/>
            <a:ext cx="2608560" cy="3404880"/>
            <a:chOff x="3195000" y="1734480"/>
            <a:chExt cx="2608560" cy="3404880"/>
          </a:xfrm>
        </p:grpSpPr>
        <p:sp>
          <p:nvSpPr>
            <p:cNvPr id="945" name="任意多边形: 形状 23"/>
            <p:cNvSpPr/>
            <p:nvPr/>
          </p:nvSpPr>
          <p:spPr>
            <a:xfrm>
              <a:off x="4119480" y="2304000"/>
              <a:ext cx="841680" cy="2835360"/>
            </a:xfrm>
            <a:custGeom>
              <a:avLst/>
              <a:gdLst/>
              <a:ahLst/>
              <a:rect l="l" t="t" r="r" b="b"/>
              <a:pathLst>
                <a:path w="21600" h="21599">
                  <a:moveTo>
                    <a:pt x="483" y="5910"/>
                  </a:moveTo>
                  <a:cubicBezTo>
                    <a:pt x="4942" y="5905"/>
                    <a:pt x="9660" y="6766"/>
                    <a:pt x="11775" y="7950"/>
                  </a:cubicBezTo>
                  <a:cubicBezTo>
                    <a:pt x="12072" y="8114"/>
                    <a:pt x="12518" y="8411"/>
                    <a:pt x="12774" y="8726"/>
                  </a:cubicBezTo>
                  <a:cubicBezTo>
                    <a:pt x="12937" y="8962"/>
                    <a:pt x="13029" y="9185"/>
                    <a:pt x="13027" y="9393"/>
                  </a:cubicBezTo>
                  <a:cubicBezTo>
                    <a:pt x="13025" y="9729"/>
                    <a:pt x="12800" y="10020"/>
                    <a:pt x="12284" y="10278"/>
                  </a:cubicBezTo>
                  <a:cubicBezTo>
                    <a:pt x="11795" y="10521"/>
                    <a:pt x="11026" y="10742"/>
                    <a:pt x="9834" y="10935"/>
                  </a:cubicBezTo>
                  <a:cubicBezTo>
                    <a:pt x="8668" y="11116"/>
                    <a:pt x="7611" y="11356"/>
                    <a:pt x="6771" y="11654"/>
                  </a:cubicBezTo>
                  <a:cubicBezTo>
                    <a:pt x="6567" y="11499"/>
                    <a:pt x="6206" y="11372"/>
                    <a:pt x="5742" y="11285"/>
                  </a:cubicBezTo>
                  <a:cubicBezTo>
                    <a:pt x="5002" y="11143"/>
                    <a:pt x="4037" y="11084"/>
                    <a:pt x="2974" y="11084"/>
                  </a:cubicBezTo>
                  <a:cubicBezTo>
                    <a:pt x="2629" y="11084"/>
                    <a:pt x="2274" y="11090"/>
                    <a:pt x="1912" y="11103"/>
                  </a:cubicBezTo>
                  <a:lnTo>
                    <a:pt x="2010" y="11356"/>
                  </a:lnTo>
                  <a:cubicBezTo>
                    <a:pt x="2342" y="11345"/>
                    <a:pt x="2665" y="11339"/>
                    <a:pt x="2974" y="11339"/>
                  </a:cubicBezTo>
                  <a:cubicBezTo>
                    <a:pt x="3931" y="11339"/>
                    <a:pt x="4744" y="11395"/>
                    <a:pt x="5276" y="11499"/>
                  </a:cubicBezTo>
                  <a:cubicBezTo>
                    <a:pt x="5777" y="11599"/>
                    <a:pt x="6057" y="11728"/>
                    <a:pt x="6094" y="11931"/>
                  </a:cubicBezTo>
                  <a:cubicBezTo>
                    <a:pt x="5696" y="12119"/>
                    <a:pt x="5374" y="12325"/>
                    <a:pt x="5153" y="12550"/>
                  </a:cubicBezTo>
                  <a:cubicBezTo>
                    <a:pt x="4858" y="12850"/>
                    <a:pt x="4729" y="13146"/>
                    <a:pt x="4729" y="13436"/>
                  </a:cubicBezTo>
                  <a:cubicBezTo>
                    <a:pt x="4744" y="14664"/>
                    <a:pt x="6991" y="15748"/>
                    <a:pt x="8751" y="16729"/>
                  </a:cubicBezTo>
                  <a:cubicBezTo>
                    <a:pt x="11623" y="18319"/>
                    <a:pt x="12718" y="19912"/>
                    <a:pt x="12824" y="21599"/>
                  </a:cubicBezTo>
                  <a:lnTo>
                    <a:pt x="14539" y="21599"/>
                  </a:lnTo>
                  <a:cubicBezTo>
                    <a:pt x="14435" y="19849"/>
                    <a:pt x="13284" y="18159"/>
                    <a:pt x="10260" y="16487"/>
                  </a:cubicBezTo>
                  <a:cubicBezTo>
                    <a:pt x="9436" y="16035"/>
                    <a:pt x="8570" y="15576"/>
                    <a:pt x="7871" y="15113"/>
                  </a:cubicBezTo>
                  <a:cubicBezTo>
                    <a:pt x="7872" y="14681"/>
                    <a:pt x="8510" y="14329"/>
                    <a:pt x="9454" y="14079"/>
                  </a:cubicBezTo>
                  <a:cubicBezTo>
                    <a:pt x="10397" y="13829"/>
                    <a:pt x="11649" y="13688"/>
                    <a:pt x="12826" y="13688"/>
                  </a:cubicBezTo>
                  <a:cubicBezTo>
                    <a:pt x="13804" y="13688"/>
                    <a:pt x="14721" y="13783"/>
                    <a:pt x="15410" y="13988"/>
                  </a:cubicBezTo>
                  <a:lnTo>
                    <a:pt x="15865" y="13853"/>
                  </a:lnTo>
                  <a:lnTo>
                    <a:pt x="15864" y="13853"/>
                  </a:lnTo>
                  <a:cubicBezTo>
                    <a:pt x="15040" y="13607"/>
                    <a:pt x="13942" y="13496"/>
                    <a:pt x="12826" y="13497"/>
                  </a:cubicBezTo>
                  <a:cubicBezTo>
                    <a:pt x="10486" y="13498"/>
                    <a:pt x="7976" y="13978"/>
                    <a:pt x="7367" y="14755"/>
                  </a:cubicBezTo>
                  <a:cubicBezTo>
                    <a:pt x="6804" y="14317"/>
                    <a:pt x="6436" y="13877"/>
                    <a:pt x="6443" y="13436"/>
                  </a:cubicBezTo>
                  <a:cubicBezTo>
                    <a:pt x="6443" y="13191"/>
                    <a:pt x="6551" y="12945"/>
                    <a:pt x="6798" y="12694"/>
                  </a:cubicBezTo>
                  <a:cubicBezTo>
                    <a:pt x="7365" y="12118"/>
                    <a:pt x="8737" y="11688"/>
                    <a:pt x="10557" y="11399"/>
                  </a:cubicBezTo>
                  <a:cubicBezTo>
                    <a:pt x="10571" y="11396"/>
                    <a:pt x="10585" y="11394"/>
                    <a:pt x="10600" y="11392"/>
                  </a:cubicBezTo>
                  <a:cubicBezTo>
                    <a:pt x="10721" y="11373"/>
                    <a:pt x="10844" y="11354"/>
                    <a:pt x="10968" y="11337"/>
                  </a:cubicBezTo>
                  <a:cubicBezTo>
                    <a:pt x="12044" y="11183"/>
                    <a:pt x="13310" y="11126"/>
                    <a:pt x="14674" y="11062"/>
                  </a:cubicBezTo>
                  <a:cubicBezTo>
                    <a:pt x="16033" y="10996"/>
                    <a:pt x="17495" y="10922"/>
                    <a:pt x="18885" y="10689"/>
                  </a:cubicBezTo>
                  <a:cubicBezTo>
                    <a:pt x="19761" y="10543"/>
                    <a:pt x="20465" y="10336"/>
                    <a:pt x="20924" y="10079"/>
                  </a:cubicBezTo>
                  <a:cubicBezTo>
                    <a:pt x="21385" y="9822"/>
                    <a:pt x="21600" y="9522"/>
                    <a:pt x="21600" y="9188"/>
                  </a:cubicBezTo>
                  <a:lnTo>
                    <a:pt x="19886" y="9188"/>
                  </a:lnTo>
                  <a:cubicBezTo>
                    <a:pt x="19885" y="9458"/>
                    <a:pt x="19714" y="9670"/>
                    <a:pt x="19412" y="9838"/>
                  </a:cubicBezTo>
                  <a:cubicBezTo>
                    <a:pt x="19108" y="10007"/>
                    <a:pt x="18672" y="10138"/>
                    <a:pt x="18041" y="10245"/>
                  </a:cubicBezTo>
                  <a:cubicBezTo>
                    <a:pt x="16982" y="10424"/>
                    <a:pt x="15747" y="10495"/>
                    <a:pt x="14404" y="10558"/>
                  </a:cubicBezTo>
                  <a:cubicBezTo>
                    <a:pt x="14151" y="10570"/>
                    <a:pt x="13893" y="10582"/>
                    <a:pt x="13634" y="10595"/>
                  </a:cubicBezTo>
                  <a:cubicBezTo>
                    <a:pt x="13674" y="10577"/>
                    <a:pt x="13718" y="10559"/>
                    <a:pt x="13755" y="10540"/>
                  </a:cubicBezTo>
                  <a:cubicBezTo>
                    <a:pt x="14459" y="10190"/>
                    <a:pt x="14742" y="9797"/>
                    <a:pt x="14741" y="9393"/>
                  </a:cubicBezTo>
                  <a:cubicBezTo>
                    <a:pt x="14738" y="9141"/>
                    <a:pt x="14631" y="8882"/>
                    <a:pt x="14450" y="8619"/>
                  </a:cubicBezTo>
                  <a:lnTo>
                    <a:pt x="14451" y="8618"/>
                  </a:lnTo>
                  <a:cubicBezTo>
                    <a:pt x="14449" y="8617"/>
                    <a:pt x="14448" y="8615"/>
                    <a:pt x="14446" y="8613"/>
                  </a:cubicBezTo>
                  <a:cubicBezTo>
                    <a:pt x="14084" y="8089"/>
                    <a:pt x="13426" y="7546"/>
                    <a:pt x="12683" y="6993"/>
                  </a:cubicBezTo>
                  <a:cubicBezTo>
                    <a:pt x="11559" y="6160"/>
                    <a:pt x="10230" y="5304"/>
                    <a:pt x="9347" y="4494"/>
                  </a:cubicBezTo>
                  <a:cubicBezTo>
                    <a:pt x="8742" y="3940"/>
                    <a:pt x="8480" y="3429"/>
                    <a:pt x="8480" y="2973"/>
                  </a:cubicBezTo>
                  <a:cubicBezTo>
                    <a:pt x="8480" y="2192"/>
                    <a:pt x="9248" y="1571"/>
                    <a:pt x="10385" y="1151"/>
                  </a:cubicBezTo>
                  <a:cubicBezTo>
                    <a:pt x="11528" y="731"/>
                    <a:pt x="13016" y="511"/>
                    <a:pt x="14578" y="510"/>
                  </a:cubicBezTo>
                  <a:lnTo>
                    <a:pt x="14578" y="0"/>
                  </a:lnTo>
                  <a:cubicBezTo>
                    <a:pt x="12455" y="-1"/>
                    <a:pt x="10465" y="307"/>
                    <a:pt x="9052" y="831"/>
                  </a:cubicBezTo>
                  <a:cubicBezTo>
                    <a:pt x="7633" y="1355"/>
                    <a:pt x="6766" y="2093"/>
                    <a:pt x="6766" y="2973"/>
                  </a:cubicBezTo>
                  <a:cubicBezTo>
                    <a:pt x="6766" y="3488"/>
                    <a:pt x="7062" y="4051"/>
                    <a:pt x="7717" y="4652"/>
                  </a:cubicBezTo>
                  <a:cubicBezTo>
                    <a:pt x="8415" y="5290"/>
                    <a:pt x="9348" y="5936"/>
                    <a:pt x="10234" y="6564"/>
                  </a:cubicBezTo>
                  <a:cubicBezTo>
                    <a:pt x="7564" y="5848"/>
                    <a:pt x="4027" y="5403"/>
                    <a:pt x="483" y="5399"/>
                  </a:cubicBezTo>
                  <a:cubicBezTo>
                    <a:pt x="321" y="5399"/>
                    <a:pt x="160" y="5400"/>
                    <a:pt x="0" y="5402"/>
                  </a:cubicBezTo>
                  <a:lnTo>
                    <a:pt x="70" y="5913"/>
                  </a:lnTo>
                  <a:cubicBezTo>
                    <a:pt x="207" y="5911"/>
                    <a:pt x="345" y="5910"/>
                    <a:pt x="483" y="5910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46" name="矩形: 圆角 24"/>
            <p:cNvSpPr/>
            <p:nvPr/>
          </p:nvSpPr>
          <p:spPr>
            <a:xfrm>
              <a:off x="4122000" y="1734480"/>
              <a:ext cx="1120680" cy="690120"/>
            </a:xfrm>
            <a:prstGeom prst="roundRect">
              <a:avLst>
                <a:gd name="adj" fmla="val 50000"/>
              </a:avLst>
            </a:prstGeom>
            <a:solidFill>
              <a:schemeClr val="accent2">
                <a:lumMod val="10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47" name="矩形: 圆角 25"/>
            <p:cNvSpPr/>
            <p:nvPr/>
          </p:nvSpPr>
          <p:spPr>
            <a:xfrm>
              <a:off x="4838760" y="2989080"/>
              <a:ext cx="964800" cy="594000"/>
            </a:xfrm>
            <a:prstGeom prst="roundRect">
              <a:avLst>
                <a:gd name="adj" fmla="val 50000"/>
              </a:avLst>
            </a:prstGeom>
            <a:solidFill>
              <a:schemeClr val="accent3">
                <a:lumMod val="10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48" name="矩形: 圆角 26"/>
            <p:cNvSpPr/>
            <p:nvPr/>
          </p:nvSpPr>
          <p:spPr>
            <a:xfrm>
              <a:off x="3195000" y="2597040"/>
              <a:ext cx="964800" cy="59400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10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49" name="任意多边形: 形状 27"/>
            <p:cNvSpPr/>
            <p:nvPr/>
          </p:nvSpPr>
          <p:spPr>
            <a:xfrm>
              <a:off x="4500720" y="1899000"/>
              <a:ext cx="363600" cy="361800"/>
            </a:xfrm>
            <a:custGeom>
              <a:avLst/>
              <a:gdLst/>
              <a:ahLst/>
              <a:rect l="l" t="t" r="r" b="b"/>
              <a:pathLst>
                <a:path w="338138" h="336550">
                  <a:moveTo>
                    <a:pt x="239712" y="261938"/>
                  </a:moveTo>
                  <a:cubicBezTo>
                    <a:pt x="220944" y="267177"/>
                    <a:pt x="200836" y="269796"/>
                    <a:pt x="179387" y="269796"/>
                  </a:cubicBezTo>
                  <a:cubicBezTo>
                    <a:pt x="179387" y="269796"/>
                    <a:pt x="179387" y="269796"/>
                    <a:pt x="179387" y="314326"/>
                  </a:cubicBezTo>
                  <a:cubicBezTo>
                    <a:pt x="203517" y="310397"/>
                    <a:pt x="224966" y="290752"/>
                    <a:pt x="239712" y="261938"/>
                  </a:cubicBezTo>
                  <a:close/>
                  <a:moveTo>
                    <a:pt x="100012" y="261938"/>
                  </a:moveTo>
                  <a:cubicBezTo>
                    <a:pt x="114370" y="290752"/>
                    <a:pt x="135255" y="310397"/>
                    <a:pt x="158750" y="314326"/>
                  </a:cubicBezTo>
                  <a:lnTo>
                    <a:pt x="158750" y="269796"/>
                  </a:lnTo>
                  <a:cubicBezTo>
                    <a:pt x="137865" y="269796"/>
                    <a:pt x="118286" y="267177"/>
                    <a:pt x="100012" y="261938"/>
                  </a:cubicBezTo>
                  <a:close/>
                  <a:moveTo>
                    <a:pt x="301625" y="231775"/>
                  </a:moveTo>
                  <a:cubicBezTo>
                    <a:pt x="291087" y="239586"/>
                    <a:pt x="279231" y="247396"/>
                    <a:pt x="264741" y="252603"/>
                  </a:cubicBezTo>
                  <a:cubicBezTo>
                    <a:pt x="258154" y="269526"/>
                    <a:pt x="250250" y="283846"/>
                    <a:pt x="239712" y="296863"/>
                  </a:cubicBezTo>
                  <a:cubicBezTo>
                    <a:pt x="267375" y="281242"/>
                    <a:pt x="288452" y="259112"/>
                    <a:pt x="301625" y="231775"/>
                  </a:cubicBezTo>
                  <a:close/>
                  <a:moveTo>
                    <a:pt x="36512" y="231775"/>
                  </a:moveTo>
                  <a:cubicBezTo>
                    <a:pt x="49685" y="259112"/>
                    <a:pt x="72079" y="281242"/>
                    <a:pt x="98425" y="296863"/>
                  </a:cubicBezTo>
                  <a:cubicBezTo>
                    <a:pt x="87886" y="283846"/>
                    <a:pt x="79983" y="269526"/>
                    <a:pt x="73396" y="252603"/>
                  </a:cubicBezTo>
                  <a:cubicBezTo>
                    <a:pt x="58906" y="247396"/>
                    <a:pt x="47050" y="239586"/>
                    <a:pt x="36512" y="231775"/>
                  </a:cubicBezTo>
                  <a:close/>
                  <a:moveTo>
                    <a:pt x="279747" y="179388"/>
                  </a:moveTo>
                  <a:cubicBezTo>
                    <a:pt x="279747" y="195173"/>
                    <a:pt x="277069" y="210957"/>
                    <a:pt x="273050" y="225426"/>
                  </a:cubicBezTo>
                  <a:cubicBezTo>
                    <a:pt x="295821" y="213588"/>
                    <a:pt x="310555" y="196488"/>
                    <a:pt x="315913" y="179388"/>
                  </a:cubicBezTo>
                  <a:cubicBezTo>
                    <a:pt x="315913" y="179388"/>
                    <a:pt x="315913" y="179388"/>
                    <a:pt x="279747" y="179388"/>
                  </a:cubicBezTo>
                  <a:close/>
                  <a:moveTo>
                    <a:pt x="179387" y="179388"/>
                  </a:moveTo>
                  <a:cubicBezTo>
                    <a:pt x="179387" y="179388"/>
                    <a:pt x="179387" y="179388"/>
                    <a:pt x="179387" y="249238"/>
                  </a:cubicBezTo>
                  <a:cubicBezTo>
                    <a:pt x="204522" y="249238"/>
                    <a:pt x="228335" y="243966"/>
                    <a:pt x="249501" y="236059"/>
                  </a:cubicBezTo>
                  <a:cubicBezTo>
                    <a:pt x="254793" y="218926"/>
                    <a:pt x="257439" y="200475"/>
                    <a:pt x="258762" y="179388"/>
                  </a:cubicBezTo>
                  <a:cubicBezTo>
                    <a:pt x="258762" y="179388"/>
                    <a:pt x="258762" y="179388"/>
                    <a:pt x="179387" y="179388"/>
                  </a:cubicBezTo>
                  <a:close/>
                  <a:moveTo>
                    <a:pt x="273050" y="111125"/>
                  </a:moveTo>
                  <a:cubicBezTo>
                    <a:pt x="277069" y="125594"/>
                    <a:pt x="279747" y="141379"/>
                    <a:pt x="279747" y="157163"/>
                  </a:cubicBezTo>
                  <a:lnTo>
                    <a:pt x="315913" y="157163"/>
                  </a:lnTo>
                  <a:cubicBezTo>
                    <a:pt x="310555" y="140063"/>
                    <a:pt x="295821" y="122963"/>
                    <a:pt x="273050" y="111125"/>
                  </a:cubicBezTo>
                  <a:close/>
                  <a:moveTo>
                    <a:pt x="179387" y="87313"/>
                  </a:moveTo>
                  <a:lnTo>
                    <a:pt x="179387" y="157163"/>
                  </a:lnTo>
                  <a:cubicBezTo>
                    <a:pt x="179387" y="157163"/>
                    <a:pt x="179387" y="157163"/>
                    <a:pt x="258762" y="157163"/>
                  </a:cubicBezTo>
                  <a:cubicBezTo>
                    <a:pt x="257439" y="136076"/>
                    <a:pt x="254793" y="117625"/>
                    <a:pt x="249501" y="100492"/>
                  </a:cubicBezTo>
                  <a:cubicBezTo>
                    <a:pt x="228335" y="92585"/>
                    <a:pt x="204522" y="87313"/>
                    <a:pt x="179387" y="87313"/>
                  </a:cubicBezTo>
                  <a:close/>
                  <a:moveTo>
                    <a:pt x="239712" y="39688"/>
                  </a:moveTo>
                  <a:cubicBezTo>
                    <a:pt x="250250" y="52705"/>
                    <a:pt x="258154" y="67025"/>
                    <a:pt x="264741" y="83948"/>
                  </a:cubicBezTo>
                  <a:cubicBezTo>
                    <a:pt x="279231" y="89155"/>
                    <a:pt x="291087" y="96965"/>
                    <a:pt x="301625" y="104776"/>
                  </a:cubicBezTo>
                  <a:cubicBezTo>
                    <a:pt x="288452" y="77439"/>
                    <a:pt x="267375" y="55309"/>
                    <a:pt x="239712" y="39688"/>
                  </a:cubicBezTo>
                  <a:close/>
                  <a:moveTo>
                    <a:pt x="89694" y="31750"/>
                  </a:moveTo>
                  <a:cubicBezTo>
                    <a:pt x="74350" y="31750"/>
                    <a:pt x="61912" y="44188"/>
                    <a:pt x="61912" y="59532"/>
                  </a:cubicBezTo>
                  <a:cubicBezTo>
                    <a:pt x="61912" y="74876"/>
                    <a:pt x="74350" y="87314"/>
                    <a:pt x="89694" y="87314"/>
                  </a:cubicBezTo>
                  <a:cubicBezTo>
                    <a:pt x="105038" y="87314"/>
                    <a:pt x="117476" y="74876"/>
                    <a:pt x="117476" y="59532"/>
                  </a:cubicBezTo>
                  <a:cubicBezTo>
                    <a:pt x="117476" y="44188"/>
                    <a:pt x="105038" y="31750"/>
                    <a:pt x="89694" y="31750"/>
                  </a:cubicBezTo>
                  <a:close/>
                  <a:moveTo>
                    <a:pt x="179387" y="22225"/>
                  </a:moveTo>
                  <a:lnTo>
                    <a:pt x="179387" y="66755"/>
                  </a:lnTo>
                  <a:cubicBezTo>
                    <a:pt x="200836" y="66755"/>
                    <a:pt x="220944" y="69374"/>
                    <a:pt x="239712" y="74613"/>
                  </a:cubicBezTo>
                  <a:cubicBezTo>
                    <a:pt x="224966" y="45799"/>
                    <a:pt x="203517" y="26154"/>
                    <a:pt x="179387" y="22225"/>
                  </a:cubicBezTo>
                  <a:close/>
                  <a:moveTo>
                    <a:pt x="169069" y="0"/>
                  </a:moveTo>
                  <a:cubicBezTo>
                    <a:pt x="258887" y="0"/>
                    <a:pt x="331534" y="69676"/>
                    <a:pt x="338138" y="157758"/>
                  </a:cubicBezTo>
                  <a:lnTo>
                    <a:pt x="338138" y="178792"/>
                  </a:lnTo>
                  <a:cubicBezTo>
                    <a:pt x="331534" y="266874"/>
                    <a:pt x="258887" y="336550"/>
                    <a:pt x="169069" y="336550"/>
                  </a:cubicBezTo>
                  <a:cubicBezTo>
                    <a:pt x="79251" y="336550"/>
                    <a:pt x="6604" y="266874"/>
                    <a:pt x="0" y="178792"/>
                  </a:cubicBezTo>
                  <a:cubicBezTo>
                    <a:pt x="0" y="178792"/>
                    <a:pt x="0" y="178792"/>
                    <a:pt x="0" y="157758"/>
                  </a:cubicBezTo>
                  <a:cubicBezTo>
                    <a:pt x="2642" y="131465"/>
                    <a:pt x="9246" y="107801"/>
                    <a:pt x="21133" y="86767"/>
                  </a:cubicBezTo>
                  <a:cubicBezTo>
                    <a:pt x="25096" y="95969"/>
                    <a:pt x="30379" y="113060"/>
                    <a:pt x="38305" y="131465"/>
                  </a:cubicBezTo>
                  <a:cubicBezTo>
                    <a:pt x="30379" y="139353"/>
                    <a:pt x="25096" y="148555"/>
                    <a:pt x="22454" y="157758"/>
                  </a:cubicBezTo>
                  <a:cubicBezTo>
                    <a:pt x="22454" y="157758"/>
                    <a:pt x="22454" y="157758"/>
                    <a:pt x="47551" y="157758"/>
                  </a:cubicBezTo>
                  <a:cubicBezTo>
                    <a:pt x="50192" y="164331"/>
                    <a:pt x="52834" y="172219"/>
                    <a:pt x="55476" y="178792"/>
                  </a:cubicBezTo>
                  <a:cubicBezTo>
                    <a:pt x="55476" y="178792"/>
                    <a:pt x="55476" y="178792"/>
                    <a:pt x="22454" y="178792"/>
                  </a:cubicBezTo>
                  <a:cubicBezTo>
                    <a:pt x="27738" y="195883"/>
                    <a:pt x="42267" y="212973"/>
                    <a:pt x="64722" y="224805"/>
                  </a:cubicBezTo>
                  <a:cubicBezTo>
                    <a:pt x="62080" y="212973"/>
                    <a:pt x="59438" y="201141"/>
                    <a:pt x="58117" y="187995"/>
                  </a:cubicBezTo>
                  <a:cubicBezTo>
                    <a:pt x="66042" y="210344"/>
                    <a:pt x="72647" y="226120"/>
                    <a:pt x="73968" y="228749"/>
                  </a:cubicBezTo>
                  <a:cubicBezTo>
                    <a:pt x="73968" y="228749"/>
                    <a:pt x="73968" y="228749"/>
                    <a:pt x="84534" y="257671"/>
                  </a:cubicBezTo>
                  <a:cubicBezTo>
                    <a:pt x="84534" y="257671"/>
                    <a:pt x="84534" y="257671"/>
                    <a:pt x="93780" y="237952"/>
                  </a:cubicBezTo>
                  <a:cubicBezTo>
                    <a:pt x="113593" y="243210"/>
                    <a:pt x="134727" y="248469"/>
                    <a:pt x="158502" y="248469"/>
                  </a:cubicBezTo>
                  <a:cubicBezTo>
                    <a:pt x="158502" y="248469"/>
                    <a:pt x="158502" y="248469"/>
                    <a:pt x="158502" y="178792"/>
                  </a:cubicBezTo>
                  <a:cubicBezTo>
                    <a:pt x="158502" y="178792"/>
                    <a:pt x="158502" y="178792"/>
                    <a:pt x="118877" y="178792"/>
                  </a:cubicBezTo>
                  <a:cubicBezTo>
                    <a:pt x="122839" y="172219"/>
                    <a:pt x="125481" y="164331"/>
                    <a:pt x="128122" y="157758"/>
                  </a:cubicBezTo>
                  <a:cubicBezTo>
                    <a:pt x="128122" y="157758"/>
                    <a:pt x="128122" y="157758"/>
                    <a:pt x="158502" y="157758"/>
                  </a:cubicBezTo>
                  <a:cubicBezTo>
                    <a:pt x="158502" y="157758"/>
                    <a:pt x="158502" y="157758"/>
                    <a:pt x="158502" y="88081"/>
                  </a:cubicBezTo>
                  <a:cubicBezTo>
                    <a:pt x="158502" y="88081"/>
                    <a:pt x="157181" y="88081"/>
                    <a:pt x="157181" y="88081"/>
                  </a:cubicBezTo>
                  <a:cubicBezTo>
                    <a:pt x="157181" y="86767"/>
                    <a:pt x="157181" y="85452"/>
                    <a:pt x="158502" y="85452"/>
                  </a:cubicBezTo>
                  <a:cubicBezTo>
                    <a:pt x="161144" y="77564"/>
                    <a:pt x="162465" y="68362"/>
                    <a:pt x="162465" y="59159"/>
                  </a:cubicBezTo>
                  <a:cubicBezTo>
                    <a:pt x="162465" y="51271"/>
                    <a:pt x="161144" y="43383"/>
                    <a:pt x="158502" y="35495"/>
                  </a:cubicBezTo>
                  <a:cubicBezTo>
                    <a:pt x="158502" y="35495"/>
                    <a:pt x="158502" y="35495"/>
                    <a:pt x="158502" y="22349"/>
                  </a:cubicBezTo>
                  <a:cubicBezTo>
                    <a:pt x="157181" y="22349"/>
                    <a:pt x="154539" y="23664"/>
                    <a:pt x="153219" y="23664"/>
                  </a:cubicBezTo>
                  <a:cubicBezTo>
                    <a:pt x="147935" y="15776"/>
                    <a:pt x="142652" y="9202"/>
                    <a:pt x="136048" y="3944"/>
                  </a:cubicBezTo>
                  <a:cubicBezTo>
                    <a:pt x="146614" y="1315"/>
                    <a:pt x="157181" y="0"/>
                    <a:pt x="169069" y="0"/>
                  </a:cubicBezTo>
                  <a:close/>
                  <a:moveTo>
                    <a:pt x="90348" y="0"/>
                  </a:moveTo>
                  <a:cubicBezTo>
                    <a:pt x="123057" y="0"/>
                    <a:pt x="149225" y="26334"/>
                    <a:pt x="149225" y="59251"/>
                  </a:cubicBezTo>
                  <a:cubicBezTo>
                    <a:pt x="149225" y="67151"/>
                    <a:pt x="147916" y="73735"/>
                    <a:pt x="145300" y="80318"/>
                  </a:cubicBezTo>
                  <a:cubicBezTo>
                    <a:pt x="137449" y="104019"/>
                    <a:pt x="86422" y="223838"/>
                    <a:pt x="86422" y="223838"/>
                  </a:cubicBezTo>
                  <a:cubicBezTo>
                    <a:pt x="86422" y="223838"/>
                    <a:pt x="38012" y="93485"/>
                    <a:pt x="34087" y="79002"/>
                  </a:cubicBezTo>
                  <a:cubicBezTo>
                    <a:pt x="31470" y="72418"/>
                    <a:pt x="30162" y="65835"/>
                    <a:pt x="30162" y="59251"/>
                  </a:cubicBezTo>
                  <a:cubicBezTo>
                    <a:pt x="30162" y="26334"/>
                    <a:pt x="57638" y="0"/>
                    <a:pt x="90348" y="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50" name="任意多边形: 形状 28"/>
            <p:cNvSpPr/>
            <p:nvPr/>
          </p:nvSpPr>
          <p:spPr>
            <a:xfrm>
              <a:off x="5136480" y="3096360"/>
              <a:ext cx="368640" cy="366840"/>
            </a:xfrm>
            <a:custGeom>
              <a:avLst/>
              <a:gdLst/>
              <a:ahLst/>
              <a:rect l="l" t="t" r="r" b="b"/>
              <a:pathLst>
                <a:path w="338138" h="336550">
                  <a:moveTo>
                    <a:pt x="239712" y="261938"/>
                  </a:moveTo>
                  <a:cubicBezTo>
                    <a:pt x="220944" y="267177"/>
                    <a:pt x="200836" y="269796"/>
                    <a:pt x="179387" y="269796"/>
                  </a:cubicBezTo>
                  <a:cubicBezTo>
                    <a:pt x="179387" y="269796"/>
                    <a:pt x="179387" y="269796"/>
                    <a:pt x="179387" y="314326"/>
                  </a:cubicBezTo>
                  <a:cubicBezTo>
                    <a:pt x="203517" y="310397"/>
                    <a:pt x="224966" y="290752"/>
                    <a:pt x="239712" y="261938"/>
                  </a:cubicBezTo>
                  <a:close/>
                  <a:moveTo>
                    <a:pt x="100012" y="261938"/>
                  </a:moveTo>
                  <a:cubicBezTo>
                    <a:pt x="114370" y="290752"/>
                    <a:pt x="135255" y="310397"/>
                    <a:pt x="158750" y="314326"/>
                  </a:cubicBezTo>
                  <a:lnTo>
                    <a:pt x="158750" y="269796"/>
                  </a:lnTo>
                  <a:cubicBezTo>
                    <a:pt x="137865" y="269796"/>
                    <a:pt x="118286" y="267177"/>
                    <a:pt x="100012" y="261938"/>
                  </a:cubicBezTo>
                  <a:close/>
                  <a:moveTo>
                    <a:pt x="301625" y="231775"/>
                  </a:moveTo>
                  <a:cubicBezTo>
                    <a:pt x="291087" y="239586"/>
                    <a:pt x="279231" y="247396"/>
                    <a:pt x="264741" y="252603"/>
                  </a:cubicBezTo>
                  <a:cubicBezTo>
                    <a:pt x="258154" y="269526"/>
                    <a:pt x="250250" y="283846"/>
                    <a:pt x="239712" y="296863"/>
                  </a:cubicBezTo>
                  <a:cubicBezTo>
                    <a:pt x="267375" y="281242"/>
                    <a:pt x="288452" y="259112"/>
                    <a:pt x="301625" y="231775"/>
                  </a:cubicBezTo>
                  <a:close/>
                  <a:moveTo>
                    <a:pt x="36512" y="231775"/>
                  </a:moveTo>
                  <a:cubicBezTo>
                    <a:pt x="49685" y="259112"/>
                    <a:pt x="72079" y="281242"/>
                    <a:pt x="98425" y="296863"/>
                  </a:cubicBezTo>
                  <a:cubicBezTo>
                    <a:pt x="87886" y="283846"/>
                    <a:pt x="79983" y="269526"/>
                    <a:pt x="73396" y="252603"/>
                  </a:cubicBezTo>
                  <a:cubicBezTo>
                    <a:pt x="58906" y="247396"/>
                    <a:pt x="47050" y="239586"/>
                    <a:pt x="36512" y="231775"/>
                  </a:cubicBezTo>
                  <a:close/>
                  <a:moveTo>
                    <a:pt x="279747" y="179388"/>
                  </a:moveTo>
                  <a:cubicBezTo>
                    <a:pt x="279747" y="195173"/>
                    <a:pt x="277069" y="210957"/>
                    <a:pt x="273050" y="225426"/>
                  </a:cubicBezTo>
                  <a:cubicBezTo>
                    <a:pt x="295821" y="213588"/>
                    <a:pt x="310555" y="196488"/>
                    <a:pt x="315913" y="179388"/>
                  </a:cubicBezTo>
                  <a:cubicBezTo>
                    <a:pt x="315913" y="179388"/>
                    <a:pt x="315913" y="179388"/>
                    <a:pt x="279747" y="179388"/>
                  </a:cubicBezTo>
                  <a:close/>
                  <a:moveTo>
                    <a:pt x="179387" y="179388"/>
                  </a:moveTo>
                  <a:cubicBezTo>
                    <a:pt x="179387" y="179388"/>
                    <a:pt x="179387" y="179388"/>
                    <a:pt x="179387" y="249238"/>
                  </a:cubicBezTo>
                  <a:cubicBezTo>
                    <a:pt x="204522" y="249238"/>
                    <a:pt x="228335" y="243966"/>
                    <a:pt x="249501" y="236059"/>
                  </a:cubicBezTo>
                  <a:cubicBezTo>
                    <a:pt x="254793" y="218926"/>
                    <a:pt x="257439" y="200475"/>
                    <a:pt x="258762" y="179388"/>
                  </a:cubicBezTo>
                  <a:cubicBezTo>
                    <a:pt x="258762" y="179388"/>
                    <a:pt x="258762" y="179388"/>
                    <a:pt x="179387" y="179388"/>
                  </a:cubicBezTo>
                  <a:close/>
                  <a:moveTo>
                    <a:pt x="273050" y="111125"/>
                  </a:moveTo>
                  <a:cubicBezTo>
                    <a:pt x="277069" y="125594"/>
                    <a:pt x="279747" y="141379"/>
                    <a:pt x="279747" y="157163"/>
                  </a:cubicBezTo>
                  <a:lnTo>
                    <a:pt x="315913" y="157163"/>
                  </a:lnTo>
                  <a:cubicBezTo>
                    <a:pt x="310555" y="140063"/>
                    <a:pt x="295821" y="122963"/>
                    <a:pt x="273050" y="111125"/>
                  </a:cubicBezTo>
                  <a:close/>
                  <a:moveTo>
                    <a:pt x="179387" y="87313"/>
                  </a:moveTo>
                  <a:lnTo>
                    <a:pt x="179387" y="157163"/>
                  </a:lnTo>
                  <a:cubicBezTo>
                    <a:pt x="179387" y="157163"/>
                    <a:pt x="179387" y="157163"/>
                    <a:pt x="258762" y="157163"/>
                  </a:cubicBezTo>
                  <a:cubicBezTo>
                    <a:pt x="257439" y="136076"/>
                    <a:pt x="254793" y="117625"/>
                    <a:pt x="249501" y="100492"/>
                  </a:cubicBezTo>
                  <a:cubicBezTo>
                    <a:pt x="228335" y="92585"/>
                    <a:pt x="204522" y="87313"/>
                    <a:pt x="179387" y="87313"/>
                  </a:cubicBezTo>
                  <a:close/>
                  <a:moveTo>
                    <a:pt x="239712" y="39688"/>
                  </a:moveTo>
                  <a:cubicBezTo>
                    <a:pt x="250250" y="52705"/>
                    <a:pt x="258154" y="67025"/>
                    <a:pt x="264741" y="83948"/>
                  </a:cubicBezTo>
                  <a:cubicBezTo>
                    <a:pt x="279231" y="89155"/>
                    <a:pt x="291087" y="96965"/>
                    <a:pt x="301625" y="104776"/>
                  </a:cubicBezTo>
                  <a:cubicBezTo>
                    <a:pt x="288452" y="77439"/>
                    <a:pt x="267375" y="55309"/>
                    <a:pt x="239712" y="39688"/>
                  </a:cubicBezTo>
                  <a:close/>
                  <a:moveTo>
                    <a:pt x="89694" y="31750"/>
                  </a:moveTo>
                  <a:cubicBezTo>
                    <a:pt x="74350" y="31750"/>
                    <a:pt x="61912" y="44188"/>
                    <a:pt x="61912" y="59532"/>
                  </a:cubicBezTo>
                  <a:cubicBezTo>
                    <a:pt x="61912" y="74876"/>
                    <a:pt x="74350" y="87314"/>
                    <a:pt x="89694" y="87314"/>
                  </a:cubicBezTo>
                  <a:cubicBezTo>
                    <a:pt x="105038" y="87314"/>
                    <a:pt x="117476" y="74876"/>
                    <a:pt x="117476" y="59532"/>
                  </a:cubicBezTo>
                  <a:cubicBezTo>
                    <a:pt x="117476" y="44188"/>
                    <a:pt x="105038" y="31750"/>
                    <a:pt x="89694" y="31750"/>
                  </a:cubicBezTo>
                  <a:close/>
                  <a:moveTo>
                    <a:pt x="179387" y="22225"/>
                  </a:moveTo>
                  <a:lnTo>
                    <a:pt x="179387" y="66755"/>
                  </a:lnTo>
                  <a:cubicBezTo>
                    <a:pt x="200836" y="66755"/>
                    <a:pt x="220944" y="69374"/>
                    <a:pt x="239712" y="74613"/>
                  </a:cubicBezTo>
                  <a:cubicBezTo>
                    <a:pt x="224966" y="45799"/>
                    <a:pt x="203517" y="26154"/>
                    <a:pt x="179387" y="22225"/>
                  </a:cubicBezTo>
                  <a:close/>
                  <a:moveTo>
                    <a:pt x="169069" y="0"/>
                  </a:moveTo>
                  <a:cubicBezTo>
                    <a:pt x="258887" y="0"/>
                    <a:pt x="331534" y="69676"/>
                    <a:pt x="338138" y="157758"/>
                  </a:cubicBezTo>
                  <a:lnTo>
                    <a:pt x="338138" y="178792"/>
                  </a:lnTo>
                  <a:cubicBezTo>
                    <a:pt x="331534" y="266874"/>
                    <a:pt x="258887" y="336550"/>
                    <a:pt x="169069" y="336550"/>
                  </a:cubicBezTo>
                  <a:cubicBezTo>
                    <a:pt x="79251" y="336550"/>
                    <a:pt x="6604" y="266874"/>
                    <a:pt x="0" y="178792"/>
                  </a:cubicBezTo>
                  <a:cubicBezTo>
                    <a:pt x="0" y="178792"/>
                    <a:pt x="0" y="178792"/>
                    <a:pt x="0" y="157758"/>
                  </a:cubicBezTo>
                  <a:cubicBezTo>
                    <a:pt x="2642" y="131465"/>
                    <a:pt x="9246" y="107801"/>
                    <a:pt x="21133" y="86767"/>
                  </a:cubicBezTo>
                  <a:cubicBezTo>
                    <a:pt x="25096" y="95969"/>
                    <a:pt x="30379" y="113060"/>
                    <a:pt x="38305" y="131465"/>
                  </a:cubicBezTo>
                  <a:cubicBezTo>
                    <a:pt x="30379" y="139353"/>
                    <a:pt x="25096" y="148555"/>
                    <a:pt x="22454" y="157758"/>
                  </a:cubicBezTo>
                  <a:cubicBezTo>
                    <a:pt x="22454" y="157758"/>
                    <a:pt x="22454" y="157758"/>
                    <a:pt x="47551" y="157758"/>
                  </a:cubicBezTo>
                  <a:cubicBezTo>
                    <a:pt x="50192" y="164331"/>
                    <a:pt x="52834" y="172219"/>
                    <a:pt x="55476" y="178792"/>
                  </a:cubicBezTo>
                  <a:cubicBezTo>
                    <a:pt x="55476" y="178792"/>
                    <a:pt x="55476" y="178792"/>
                    <a:pt x="22454" y="178792"/>
                  </a:cubicBezTo>
                  <a:cubicBezTo>
                    <a:pt x="27738" y="195883"/>
                    <a:pt x="42267" y="212973"/>
                    <a:pt x="64722" y="224805"/>
                  </a:cubicBezTo>
                  <a:cubicBezTo>
                    <a:pt x="62080" y="212973"/>
                    <a:pt x="59438" y="201141"/>
                    <a:pt x="58117" y="187995"/>
                  </a:cubicBezTo>
                  <a:cubicBezTo>
                    <a:pt x="66042" y="210344"/>
                    <a:pt x="72647" y="226120"/>
                    <a:pt x="73968" y="228749"/>
                  </a:cubicBezTo>
                  <a:cubicBezTo>
                    <a:pt x="73968" y="228749"/>
                    <a:pt x="73968" y="228749"/>
                    <a:pt x="84534" y="257671"/>
                  </a:cubicBezTo>
                  <a:cubicBezTo>
                    <a:pt x="84534" y="257671"/>
                    <a:pt x="84534" y="257671"/>
                    <a:pt x="93780" y="237952"/>
                  </a:cubicBezTo>
                  <a:cubicBezTo>
                    <a:pt x="113593" y="243210"/>
                    <a:pt x="134727" y="248469"/>
                    <a:pt x="158502" y="248469"/>
                  </a:cubicBezTo>
                  <a:cubicBezTo>
                    <a:pt x="158502" y="248469"/>
                    <a:pt x="158502" y="248469"/>
                    <a:pt x="158502" y="178792"/>
                  </a:cubicBezTo>
                  <a:cubicBezTo>
                    <a:pt x="158502" y="178792"/>
                    <a:pt x="158502" y="178792"/>
                    <a:pt x="118877" y="178792"/>
                  </a:cubicBezTo>
                  <a:cubicBezTo>
                    <a:pt x="122839" y="172219"/>
                    <a:pt x="125481" y="164331"/>
                    <a:pt x="128122" y="157758"/>
                  </a:cubicBezTo>
                  <a:cubicBezTo>
                    <a:pt x="128122" y="157758"/>
                    <a:pt x="128122" y="157758"/>
                    <a:pt x="158502" y="157758"/>
                  </a:cubicBezTo>
                  <a:cubicBezTo>
                    <a:pt x="158502" y="157758"/>
                    <a:pt x="158502" y="157758"/>
                    <a:pt x="158502" y="88081"/>
                  </a:cubicBezTo>
                  <a:cubicBezTo>
                    <a:pt x="158502" y="88081"/>
                    <a:pt x="157181" y="88081"/>
                    <a:pt x="157181" y="88081"/>
                  </a:cubicBezTo>
                  <a:cubicBezTo>
                    <a:pt x="157181" y="86767"/>
                    <a:pt x="157181" y="85452"/>
                    <a:pt x="158502" y="85452"/>
                  </a:cubicBezTo>
                  <a:cubicBezTo>
                    <a:pt x="161144" y="77564"/>
                    <a:pt x="162465" y="68362"/>
                    <a:pt x="162465" y="59159"/>
                  </a:cubicBezTo>
                  <a:cubicBezTo>
                    <a:pt x="162465" y="51271"/>
                    <a:pt x="161144" y="43383"/>
                    <a:pt x="158502" y="35495"/>
                  </a:cubicBezTo>
                  <a:cubicBezTo>
                    <a:pt x="158502" y="35495"/>
                    <a:pt x="158502" y="35495"/>
                    <a:pt x="158502" y="22349"/>
                  </a:cubicBezTo>
                  <a:cubicBezTo>
                    <a:pt x="157181" y="22349"/>
                    <a:pt x="154539" y="23664"/>
                    <a:pt x="153219" y="23664"/>
                  </a:cubicBezTo>
                  <a:cubicBezTo>
                    <a:pt x="147935" y="15776"/>
                    <a:pt x="142652" y="9202"/>
                    <a:pt x="136048" y="3944"/>
                  </a:cubicBezTo>
                  <a:cubicBezTo>
                    <a:pt x="146614" y="1315"/>
                    <a:pt x="157181" y="0"/>
                    <a:pt x="169069" y="0"/>
                  </a:cubicBezTo>
                  <a:close/>
                  <a:moveTo>
                    <a:pt x="90348" y="0"/>
                  </a:moveTo>
                  <a:cubicBezTo>
                    <a:pt x="123057" y="0"/>
                    <a:pt x="149225" y="26334"/>
                    <a:pt x="149225" y="59251"/>
                  </a:cubicBezTo>
                  <a:cubicBezTo>
                    <a:pt x="149225" y="67151"/>
                    <a:pt x="147916" y="73735"/>
                    <a:pt x="145300" y="80318"/>
                  </a:cubicBezTo>
                  <a:cubicBezTo>
                    <a:pt x="137449" y="104019"/>
                    <a:pt x="86422" y="223838"/>
                    <a:pt x="86422" y="223838"/>
                  </a:cubicBezTo>
                  <a:cubicBezTo>
                    <a:pt x="86422" y="223838"/>
                    <a:pt x="38012" y="93485"/>
                    <a:pt x="34087" y="79002"/>
                  </a:cubicBezTo>
                  <a:cubicBezTo>
                    <a:pt x="31470" y="72418"/>
                    <a:pt x="30162" y="65835"/>
                    <a:pt x="30162" y="59251"/>
                  </a:cubicBezTo>
                  <a:cubicBezTo>
                    <a:pt x="30162" y="26334"/>
                    <a:pt x="57638" y="0"/>
                    <a:pt x="90348" y="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51" name="任意多边形: 形状 29"/>
            <p:cNvSpPr/>
            <p:nvPr/>
          </p:nvSpPr>
          <p:spPr>
            <a:xfrm>
              <a:off x="3466800" y="2660760"/>
              <a:ext cx="420840" cy="418680"/>
            </a:xfrm>
            <a:custGeom>
              <a:avLst/>
              <a:gdLst/>
              <a:ahLst/>
              <a:rect l="l" t="t" r="r" b="b"/>
              <a:pathLst>
                <a:path w="338138" h="336550">
                  <a:moveTo>
                    <a:pt x="239712" y="261938"/>
                  </a:moveTo>
                  <a:cubicBezTo>
                    <a:pt x="220944" y="267177"/>
                    <a:pt x="200836" y="269796"/>
                    <a:pt x="179387" y="269796"/>
                  </a:cubicBezTo>
                  <a:cubicBezTo>
                    <a:pt x="179387" y="269796"/>
                    <a:pt x="179387" y="269796"/>
                    <a:pt x="179387" y="314326"/>
                  </a:cubicBezTo>
                  <a:cubicBezTo>
                    <a:pt x="203517" y="310397"/>
                    <a:pt x="224966" y="290752"/>
                    <a:pt x="239712" y="261938"/>
                  </a:cubicBezTo>
                  <a:close/>
                  <a:moveTo>
                    <a:pt x="100012" y="261938"/>
                  </a:moveTo>
                  <a:cubicBezTo>
                    <a:pt x="114370" y="290752"/>
                    <a:pt x="135255" y="310397"/>
                    <a:pt x="158750" y="314326"/>
                  </a:cubicBezTo>
                  <a:lnTo>
                    <a:pt x="158750" y="269796"/>
                  </a:lnTo>
                  <a:cubicBezTo>
                    <a:pt x="137865" y="269796"/>
                    <a:pt x="118286" y="267177"/>
                    <a:pt x="100012" y="261938"/>
                  </a:cubicBezTo>
                  <a:close/>
                  <a:moveTo>
                    <a:pt x="301625" y="231775"/>
                  </a:moveTo>
                  <a:cubicBezTo>
                    <a:pt x="291087" y="239586"/>
                    <a:pt x="279231" y="247396"/>
                    <a:pt x="264741" y="252603"/>
                  </a:cubicBezTo>
                  <a:cubicBezTo>
                    <a:pt x="258154" y="269526"/>
                    <a:pt x="250250" y="283846"/>
                    <a:pt x="239712" y="296863"/>
                  </a:cubicBezTo>
                  <a:cubicBezTo>
                    <a:pt x="267375" y="281242"/>
                    <a:pt x="288452" y="259112"/>
                    <a:pt x="301625" y="231775"/>
                  </a:cubicBezTo>
                  <a:close/>
                  <a:moveTo>
                    <a:pt x="36512" y="231775"/>
                  </a:moveTo>
                  <a:cubicBezTo>
                    <a:pt x="49685" y="259112"/>
                    <a:pt x="72079" y="281242"/>
                    <a:pt x="98425" y="296863"/>
                  </a:cubicBezTo>
                  <a:cubicBezTo>
                    <a:pt x="87886" y="283846"/>
                    <a:pt x="79983" y="269526"/>
                    <a:pt x="73396" y="252603"/>
                  </a:cubicBezTo>
                  <a:cubicBezTo>
                    <a:pt x="58906" y="247396"/>
                    <a:pt x="47050" y="239586"/>
                    <a:pt x="36512" y="231775"/>
                  </a:cubicBezTo>
                  <a:close/>
                  <a:moveTo>
                    <a:pt x="279747" y="179388"/>
                  </a:moveTo>
                  <a:cubicBezTo>
                    <a:pt x="279747" y="195173"/>
                    <a:pt x="277069" y="210957"/>
                    <a:pt x="273050" y="225426"/>
                  </a:cubicBezTo>
                  <a:cubicBezTo>
                    <a:pt x="295821" y="213588"/>
                    <a:pt x="310555" y="196488"/>
                    <a:pt x="315913" y="179388"/>
                  </a:cubicBezTo>
                  <a:cubicBezTo>
                    <a:pt x="315913" y="179388"/>
                    <a:pt x="315913" y="179388"/>
                    <a:pt x="279747" y="179388"/>
                  </a:cubicBezTo>
                  <a:close/>
                  <a:moveTo>
                    <a:pt x="179387" y="179388"/>
                  </a:moveTo>
                  <a:cubicBezTo>
                    <a:pt x="179387" y="179388"/>
                    <a:pt x="179387" y="179388"/>
                    <a:pt x="179387" y="249238"/>
                  </a:cubicBezTo>
                  <a:cubicBezTo>
                    <a:pt x="204522" y="249238"/>
                    <a:pt x="228335" y="243966"/>
                    <a:pt x="249501" y="236059"/>
                  </a:cubicBezTo>
                  <a:cubicBezTo>
                    <a:pt x="254793" y="218926"/>
                    <a:pt x="257439" y="200475"/>
                    <a:pt x="258762" y="179388"/>
                  </a:cubicBezTo>
                  <a:cubicBezTo>
                    <a:pt x="258762" y="179388"/>
                    <a:pt x="258762" y="179388"/>
                    <a:pt x="179387" y="179388"/>
                  </a:cubicBezTo>
                  <a:close/>
                  <a:moveTo>
                    <a:pt x="273050" y="111125"/>
                  </a:moveTo>
                  <a:cubicBezTo>
                    <a:pt x="277069" y="125594"/>
                    <a:pt x="279747" y="141379"/>
                    <a:pt x="279747" y="157163"/>
                  </a:cubicBezTo>
                  <a:lnTo>
                    <a:pt x="315913" y="157163"/>
                  </a:lnTo>
                  <a:cubicBezTo>
                    <a:pt x="310555" y="140063"/>
                    <a:pt x="295821" y="122963"/>
                    <a:pt x="273050" y="111125"/>
                  </a:cubicBezTo>
                  <a:close/>
                  <a:moveTo>
                    <a:pt x="179387" y="87313"/>
                  </a:moveTo>
                  <a:lnTo>
                    <a:pt x="179387" y="157163"/>
                  </a:lnTo>
                  <a:cubicBezTo>
                    <a:pt x="179387" y="157163"/>
                    <a:pt x="179387" y="157163"/>
                    <a:pt x="258762" y="157163"/>
                  </a:cubicBezTo>
                  <a:cubicBezTo>
                    <a:pt x="257439" y="136076"/>
                    <a:pt x="254793" y="117625"/>
                    <a:pt x="249501" y="100492"/>
                  </a:cubicBezTo>
                  <a:cubicBezTo>
                    <a:pt x="228335" y="92585"/>
                    <a:pt x="204522" y="87313"/>
                    <a:pt x="179387" y="87313"/>
                  </a:cubicBezTo>
                  <a:close/>
                  <a:moveTo>
                    <a:pt x="239712" y="39688"/>
                  </a:moveTo>
                  <a:cubicBezTo>
                    <a:pt x="250250" y="52705"/>
                    <a:pt x="258154" y="67025"/>
                    <a:pt x="264741" y="83948"/>
                  </a:cubicBezTo>
                  <a:cubicBezTo>
                    <a:pt x="279231" y="89155"/>
                    <a:pt x="291087" y="96965"/>
                    <a:pt x="301625" y="104776"/>
                  </a:cubicBezTo>
                  <a:cubicBezTo>
                    <a:pt x="288452" y="77439"/>
                    <a:pt x="267375" y="55309"/>
                    <a:pt x="239712" y="39688"/>
                  </a:cubicBezTo>
                  <a:close/>
                  <a:moveTo>
                    <a:pt x="89694" y="31750"/>
                  </a:moveTo>
                  <a:cubicBezTo>
                    <a:pt x="74350" y="31750"/>
                    <a:pt x="61912" y="44188"/>
                    <a:pt x="61912" y="59532"/>
                  </a:cubicBezTo>
                  <a:cubicBezTo>
                    <a:pt x="61912" y="74876"/>
                    <a:pt x="74350" y="87314"/>
                    <a:pt x="89694" y="87314"/>
                  </a:cubicBezTo>
                  <a:cubicBezTo>
                    <a:pt x="105038" y="87314"/>
                    <a:pt x="117476" y="74876"/>
                    <a:pt x="117476" y="59532"/>
                  </a:cubicBezTo>
                  <a:cubicBezTo>
                    <a:pt x="117476" y="44188"/>
                    <a:pt x="105038" y="31750"/>
                    <a:pt x="89694" y="31750"/>
                  </a:cubicBezTo>
                  <a:close/>
                  <a:moveTo>
                    <a:pt x="179387" y="22225"/>
                  </a:moveTo>
                  <a:lnTo>
                    <a:pt x="179387" y="66755"/>
                  </a:lnTo>
                  <a:cubicBezTo>
                    <a:pt x="200836" y="66755"/>
                    <a:pt x="220944" y="69374"/>
                    <a:pt x="239712" y="74613"/>
                  </a:cubicBezTo>
                  <a:cubicBezTo>
                    <a:pt x="224966" y="45799"/>
                    <a:pt x="203517" y="26154"/>
                    <a:pt x="179387" y="22225"/>
                  </a:cubicBezTo>
                  <a:close/>
                  <a:moveTo>
                    <a:pt x="169069" y="0"/>
                  </a:moveTo>
                  <a:cubicBezTo>
                    <a:pt x="258887" y="0"/>
                    <a:pt x="331534" y="69676"/>
                    <a:pt x="338138" y="157758"/>
                  </a:cubicBezTo>
                  <a:lnTo>
                    <a:pt x="338138" y="178792"/>
                  </a:lnTo>
                  <a:cubicBezTo>
                    <a:pt x="331534" y="266874"/>
                    <a:pt x="258887" y="336550"/>
                    <a:pt x="169069" y="336550"/>
                  </a:cubicBezTo>
                  <a:cubicBezTo>
                    <a:pt x="79251" y="336550"/>
                    <a:pt x="6604" y="266874"/>
                    <a:pt x="0" y="178792"/>
                  </a:cubicBezTo>
                  <a:cubicBezTo>
                    <a:pt x="0" y="178792"/>
                    <a:pt x="0" y="178792"/>
                    <a:pt x="0" y="157758"/>
                  </a:cubicBezTo>
                  <a:cubicBezTo>
                    <a:pt x="2642" y="131465"/>
                    <a:pt x="9246" y="107801"/>
                    <a:pt x="21133" y="86767"/>
                  </a:cubicBezTo>
                  <a:cubicBezTo>
                    <a:pt x="25096" y="95969"/>
                    <a:pt x="30379" y="113060"/>
                    <a:pt x="38305" y="131465"/>
                  </a:cubicBezTo>
                  <a:cubicBezTo>
                    <a:pt x="30379" y="139353"/>
                    <a:pt x="25096" y="148555"/>
                    <a:pt x="22454" y="157758"/>
                  </a:cubicBezTo>
                  <a:cubicBezTo>
                    <a:pt x="22454" y="157758"/>
                    <a:pt x="22454" y="157758"/>
                    <a:pt x="47551" y="157758"/>
                  </a:cubicBezTo>
                  <a:cubicBezTo>
                    <a:pt x="50192" y="164331"/>
                    <a:pt x="52834" y="172219"/>
                    <a:pt x="55476" y="178792"/>
                  </a:cubicBezTo>
                  <a:cubicBezTo>
                    <a:pt x="55476" y="178792"/>
                    <a:pt x="55476" y="178792"/>
                    <a:pt x="22454" y="178792"/>
                  </a:cubicBezTo>
                  <a:cubicBezTo>
                    <a:pt x="27738" y="195883"/>
                    <a:pt x="42267" y="212973"/>
                    <a:pt x="64722" y="224805"/>
                  </a:cubicBezTo>
                  <a:cubicBezTo>
                    <a:pt x="62080" y="212973"/>
                    <a:pt x="59438" y="201141"/>
                    <a:pt x="58117" y="187995"/>
                  </a:cubicBezTo>
                  <a:cubicBezTo>
                    <a:pt x="66042" y="210344"/>
                    <a:pt x="72647" y="226120"/>
                    <a:pt x="73968" y="228749"/>
                  </a:cubicBezTo>
                  <a:cubicBezTo>
                    <a:pt x="73968" y="228749"/>
                    <a:pt x="73968" y="228749"/>
                    <a:pt x="84534" y="257671"/>
                  </a:cubicBezTo>
                  <a:cubicBezTo>
                    <a:pt x="84534" y="257671"/>
                    <a:pt x="84534" y="257671"/>
                    <a:pt x="93780" y="237952"/>
                  </a:cubicBezTo>
                  <a:cubicBezTo>
                    <a:pt x="113593" y="243210"/>
                    <a:pt x="134727" y="248469"/>
                    <a:pt x="158502" y="248469"/>
                  </a:cubicBezTo>
                  <a:cubicBezTo>
                    <a:pt x="158502" y="248469"/>
                    <a:pt x="158502" y="248469"/>
                    <a:pt x="158502" y="178792"/>
                  </a:cubicBezTo>
                  <a:cubicBezTo>
                    <a:pt x="158502" y="178792"/>
                    <a:pt x="158502" y="178792"/>
                    <a:pt x="118877" y="178792"/>
                  </a:cubicBezTo>
                  <a:cubicBezTo>
                    <a:pt x="122839" y="172219"/>
                    <a:pt x="125481" y="164331"/>
                    <a:pt x="128122" y="157758"/>
                  </a:cubicBezTo>
                  <a:cubicBezTo>
                    <a:pt x="128122" y="157758"/>
                    <a:pt x="128122" y="157758"/>
                    <a:pt x="158502" y="157758"/>
                  </a:cubicBezTo>
                  <a:cubicBezTo>
                    <a:pt x="158502" y="157758"/>
                    <a:pt x="158502" y="157758"/>
                    <a:pt x="158502" y="88081"/>
                  </a:cubicBezTo>
                  <a:cubicBezTo>
                    <a:pt x="158502" y="88081"/>
                    <a:pt x="157181" y="88081"/>
                    <a:pt x="157181" y="88081"/>
                  </a:cubicBezTo>
                  <a:cubicBezTo>
                    <a:pt x="157181" y="86767"/>
                    <a:pt x="157181" y="85452"/>
                    <a:pt x="158502" y="85452"/>
                  </a:cubicBezTo>
                  <a:cubicBezTo>
                    <a:pt x="161144" y="77564"/>
                    <a:pt x="162465" y="68362"/>
                    <a:pt x="162465" y="59159"/>
                  </a:cubicBezTo>
                  <a:cubicBezTo>
                    <a:pt x="162465" y="51271"/>
                    <a:pt x="161144" y="43383"/>
                    <a:pt x="158502" y="35495"/>
                  </a:cubicBezTo>
                  <a:cubicBezTo>
                    <a:pt x="158502" y="35495"/>
                    <a:pt x="158502" y="35495"/>
                    <a:pt x="158502" y="22349"/>
                  </a:cubicBezTo>
                  <a:cubicBezTo>
                    <a:pt x="157181" y="22349"/>
                    <a:pt x="154539" y="23664"/>
                    <a:pt x="153219" y="23664"/>
                  </a:cubicBezTo>
                  <a:cubicBezTo>
                    <a:pt x="147935" y="15776"/>
                    <a:pt x="142652" y="9202"/>
                    <a:pt x="136048" y="3944"/>
                  </a:cubicBezTo>
                  <a:cubicBezTo>
                    <a:pt x="146614" y="1315"/>
                    <a:pt x="157181" y="0"/>
                    <a:pt x="169069" y="0"/>
                  </a:cubicBezTo>
                  <a:close/>
                  <a:moveTo>
                    <a:pt x="90348" y="0"/>
                  </a:moveTo>
                  <a:cubicBezTo>
                    <a:pt x="123057" y="0"/>
                    <a:pt x="149225" y="26334"/>
                    <a:pt x="149225" y="59251"/>
                  </a:cubicBezTo>
                  <a:cubicBezTo>
                    <a:pt x="149225" y="67151"/>
                    <a:pt x="147916" y="73735"/>
                    <a:pt x="145300" y="80318"/>
                  </a:cubicBezTo>
                  <a:cubicBezTo>
                    <a:pt x="137449" y="104019"/>
                    <a:pt x="86422" y="223838"/>
                    <a:pt x="86422" y="223838"/>
                  </a:cubicBezTo>
                  <a:cubicBezTo>
                    <a:pt x="86422" y="223838"/>
                    <a:pt x="38012" y="93485"/>
                    <a:pt x="34087" y="79002"/>
                  </a:cubicBezTo>
                  <a:cubicBezTo>
                    <a:pt x="31470" y="72418"/>
                    <a:pt x="30162" y="65835"/>
                    <a:pt x="30162" y="59251"/>
                  </a:cubicBezTo>
                  <a:cubicBezTo>
                    <a:pt x="30162" y="26334"/>
                    <a:pt x="57638" y="0"/>
                    <a:pt x="90348" y="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52" name="任意多边形: 形状 30"/>
            <p:cNvSpPr/>
            <p:nvPr/>
          </p:nvSpPr>
          <p:spPr>
            <a:xfrm>
              <a:off x="3767400" y="3411360"/>
              <a:ext cx="443880" cy="406440"/>
            </a:xfrm>
            <a:custGeom>
              <a:avLst/>
              <a:gdLst/>
              <a:ahLst/>
              <a:rect l="l" t="t" r="r" b="b"/>
              <a:pathLst>
                <a:path w="21600" h="20611">
                  <a:moveTo>
                    <a:pt x="1063" y="11931"/>
                  </a:moveTo>
                  <a:lnTo>
                    <a:pt x="0" y="1158"/>
                  </a:lnTo>
                  <a:lnTo>
                    <a:pt x="10348" y="52"/>
                  </a:lnTo>
                  <a:cubicBezTo>
                    <a:pt x="15451" y="-494"/>
                    <a:pt x="20012" y="3370"/>
                    <a:pt x="20537" y="8681"/>
                  </a:cubicBezTo>
                  <a:lnTo>
                    <a:pt x="21600" y="19453"/>
                  </a:lnTo>
                  <a:lnTo>
                    <a:pt x="11252" y="20560"/>
                  </a:lnTo>
                  <a:cubicBezTo>
                    <a:pt x="6149" y="21106"/>
                    <a:pt x="1588" y="17242"/>
                    <a:pt x="1063" y="11931"/>
                  </a:cubicBezTo>
                  <a:close/>
                </a:path>
              </a:pathLst>
            </a:custGeom>
            <a:solidFill>
              <a:srgbClr val="6f9161">
                <a:alpha val="54000"/>
              </a:srgb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53" name="任意多边形: 形状 31"/>
            <p:cNvSpPr/>
            <p:nvPr/>
          </p:nvSpPr>
          <p:spPr>
            <a:xfrm>
              <a:off x="4715280" y="4023720"/>
              <a:ext cx="448920" cy="332280"/>
            </a:xfrm>
            <a:custGeom>
              <a:avLst/>
              <a:gdLst/>
              <a:ahLst/>
              <a:rect l="l" t="t" r="r" b="b"/>
              <a:pathLst>
                <a:path w="21600" h="19111">
                  <a:moveTo>
                    <a:pt x="4342" y="14903"/>
                  </a:moveTo>
                  <a:lnTo>
                    <a:pt x="0" y="6480"/>
                  </a:lnTo>
                  <a:lnTo>
                    <a:pt x="7069" y="1307"/>
                  </a:lnTo>
                  <a:cubicBezTo>
                    <a:pt x="10556" y="-1244"/>
                    <a:pt x="15117" y="54"/>
                    <a:pt x="17258" y="4209"/>
                  </a:cubicBezTo>
                  <a:lnTo>
                    <a:pt x="21600" y="12631"/>
                  </a:lnTo>
                  <a:lnTo>
                    <a:pt x="14531" y="17805"/>
                  </a:lnTo>
                  <a:cubicBezTo>
                    <a:pt x="11045" y="20356"/>
                    <a:pt x="6483" y="19057"/>
                    <a:pt x="4342" y="14903"/>
                  </a:cubicBezTo>
                  <a:close/>
                </a:path>
              </a:pathLst>
            </a:custGeom>
            <a:solidFill>
              <a:srgbClr val="6f9161">
                <a:alpha val="54000"/>
              </a:srgb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954" name="组合 4"/>
          <p:cNvGrpSpPr/>
          <p:nvPr/>
        </p:nvGrpSpPr>
        <p:grpSpPr>
          <a:xfrm>
            <a:off x="980280" y="1968480"/>
            <a:ext cx="7210080" cy="1600560"/>
            <a:chOff x="980280" y="1968480"/>
            <a:chExt cx="7210080" cy="1600560"/>
          </a:xfrm>
        </p:grpSpPr>
        <p:grpSp>
          <p:nvGrpSpPr>
            <p:cNvPr id="955" name="组合 5"/>
            <p:cNvGrpSpPr/>
            <p:nvPr/>
          </p:nvGrpSpPr>
          <p:grpSpPr>
            <a:xfrm>
              <a:off x="6128280" y="1968480"/>
              <a:ext cx="2062080" cy="1600560"/>
              <a:chOff x="6128280" y="1968480"/>
              <a:chExt cx="2062080" cy="1600560"/>
            </a:xfrm>
          </p:grpSpPr>
          <p:grpSp>
            <p:nvGrpSpPr>
              <p:cNvPr id="956" name="组合 15"/>
              <p:cNvGrpSpPr/>
              <p:nvPr/>
            </p:nvGrpSpPr>
            <p:grpSpPr>
              <a:xfrm>
                <a:off x="6128280" y="1968480"/>
                <a:ext cx="1954440" cy="1600560"/>
                <a:chOff x="6128280" y="1968480"/>
                <a:chExt cx="1954440" cy="1600560"/>
              </a:xfrm>
            </p:grpSpPr>
            <p:grpSp>
              <p:nvGrpSpPr>
                <p:cNvPr id="957" name="组合 17"/>
                <p:cNvGrpSpPr/>
                <p:nvPr/>
              </p:nvGrpSpPr>
              <p:grpSpPr>
                <a:xfrm>
                  <a:off x="6128280" y="1968480"/>
                  <a:ext cx="1954440" cy="607680"/>
                  <a:chOff x="6128280" y="1968480"/>
                  <a:chExt cx="1954440" cy="607680"/>
                </a:xfrm>
              </p:grpSpPr>
              <p:sp>
                <p:nvSpPr>
                  <p:cNvPr id="958" name="文本框 76"/>
                  <p:cNvSpPr/>
                  <p:nvPr/>
                </p:nvSpPr>
                <p:spPr>
                  <a:xfrm>
                    <a:off x="6128280" y="2199240"/>
                    <a:ext cx="1954440" cy="37692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0" rIns="0" tIns="0" bIns="0" anchor="t">
                    <a:normAutofit/>
                  </a:bodyPr>
                  <a:p>
                    <a:pPr algn="r">
                      <a:lnSpc>
                        <a:spcPct val="120000"/>
                      </a:lnSpc>
                      <a:buNone/>
                    </a:pPr>
                    <a:r>
                      <a:rPr b="0" lang="zh-CN" sz="1000" spc="-1" strike="noStrike">
                        <a:solidFill>
                          <a:srgbClr val="000000"/>
                        </a:solidFill>
                        <a:latin typeface="微软雅黑"/>
                        <a:ea typeface="微软雅黑"/>
                      </a:rPr>
                      <a:t>此部分内容作为文字排版占位显示</a:t>
                    </a:r>
                    <a:br>
                      <a:rPr sz="1000"/>
                    </a:br>
                    <a:r>
                      <a:rPr b="0" lang="zh-CN" sz="1000" spc="-1" strike="noStrike">
                        <a:solidFill>
                          <a:srgbClr val="000000"/>
                        </a:solidFill>
                        <a:latin typeface="微软雅黑"/>
                        <a:ea typeface="微软雅黑"/>
                      </a:rPr>
                      <a:t>（建议使用主题字体）</a:t>
                    </a:r>
                    <a:endParaRPr b="0" lang="en-HK" sz="1000" spc="-1" strike="noStrike">
                      <a:latin typeface="Arial"/>
                    </a:endParaRPr>
                  </a:p>
                </p:txBody>
              </p:sp>
              <p:sp>
                <p:nvSpPr>
                  <p:cNvPr id="959" name="矩形 22"/>
                  <p:cNvSpPr/>
                  <p:nvPr/>
                </p:nvSpPr>
                <p:spPr>
                  <a:xfrm>
                    <a:off x="6128280" y="1968480"/>
                    <a:ext cx="1954440" cy="22680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0" rIns="0" tIns="0" bIns="0" anchor="t">
                    <a:normAutofit fontScale="93000"/>
                  </a:bodyPr>
                  <a:p>
                    <a:pPr algn="r">
                      <a:lnSpc>
                        <a:spcPct val="100000"/>
                      </a:lnSpc>
                      <a:buNone/>
                    </a:pPr>
                    <a:r>
                      <a:rPr b="1" lang="zh-CN" sz="1600" spc="-1" strike="noStrike">
                        <a:solidFill>
                          <a:srgbClr val="959595"/>
                        </a:solidFill>
                        <a:latin typeface="微软雅黑"/>
                        <a:ea typeface="微软雅黑"/>
                      </a:rPr>
                      <a:t>标题文本预设</a:t>
                    </a:r>
                    <a:endParaRPr b="0" lang="en-HK" sz="1600" spc="-1" strike="noStrike">
                      <a:latin typeface="Arial"/>
                    </a:endParaRPr>
                  </a:p>
                </p:txBody>
              </p:sp>
            </p:grpSp>
            <p:grpSp>
              <p:nvGrpSpPr>
                <p:cNvPr id="960" name="组合 18"/>
                <p:cNvGrpSpPr/>
                <p:nvPr/>
              </p:nvGrpSpPr>
              <p:grpSpPr>
                <a:xfrm>
                  <a:off x="6128280" y="2961360"/>
                  <a:ext cx="1954440" cy="607680"/>
                  <a:chOff x="6128280" y="2961360"/>
                  <a:chExt cx="1954440" cy="607680"/>
                </a:xfrm>
              </p:grpSpPr>
              <p:sp>
                <p:nvSpPr>
                  <p:cNvPr id="961" name="文本框 74"/>
                  <p:cNvSpPr/>
                  <p:nvPr/>
                </p:nvSpPr>
                <p:spPr>
                  <a:xfrm>
                    <a:off x="6128280" y="3192120"/>
                    <a:ext cx="1954440" cy="37692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0" rIns="0" tIns="0" bIns="0" anchor="t">
                    <a:normAutofit/>
                  </a:bodyPr>
                  <a:p>
                    <a:pPr algn="r">
                      <a:lnSpc>
                        <a:spcPct val="120000"/>
                      </a:lnSpc>
                      <a:buNone/>
                    </a:pPr>
                    <a:r>
                      <a:rPr b="0" lang="zh-CN" sz="1000" spc="-1" strike="noStrike">
                        <a:solidFill>
                          <a:srgbClr val="000000"/>
                        </a:solidFill>
                        <a:latin typeface="微软雅黑"/>
                        <a:ea typeface="微软雅黑"/>
                      </a:rPr>
                      <a:t>此部分内容作为文字排版占位显示</a:t>
                    </a:r>
                    <a:br>
                      <a:rPr sz="1000"/>
                    </a:br>
                    <a:r>
                      <a:rPr b="0" lang="zh-CN" sz="1000" spc="-1" strike="noStrike">
                        <a:solidFill>
                          <a:srgbClr val="000000"/>
                        </a:solidFill>
                        <a:latin typeface="微软雅黑"/>
                        <a:ea typeface="微软雅黑"/>
                      </a:rPr>
                      <a:t>（建议使用主题字体）</a:t>
                    </a:r>
                    <a:endParaRPr b="0" lang="en-HK" sz="1000" spc="-1" strike="noStrike">
                      <a:latin typeface="Arial"/>
                    </a:endParaRPr>
                  </a:p>
                </p:txBody>
              </p:sp>
              <p:sp>
                <p:nvSpPr>
                  <p:cNvPr id="962" name="矩形 20"/>
                  <p:cNvSpPr/>
                  <p:nvPr/>
                </p:nvSpPr>
                <p:spPr>
                  <a:xfrm>
                    <a:off x="6128280" y="2961360"/>
                    <a:ext cx="1954440" cy="22680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0" rIns="0" tIns="0" bIns="0" anchor="t">
                    <a:normAutofit fontScale="93000"/>
                  </a:bodyPr>
                  <a:p>
                    <a:pPr algn="r">
                      <a:lnSpc>
                        <a:spcPct val="100000"/>
                      </a:lnSpc>
                      <a:buNone/>
                    </a:pPr>
                    <a:r>
                      <a:rPr b="1" lang="zh-CN" sz="1600" spc="-1" strike="noStrike">
                        <a:solidFill>
                          <a:srgbClr val="272f42"/>
                        </a:solidFill>
                        <a:latin typeface="微软雅黑"/>
                        <a:ea typeface="微软雅黑"/>
                      </a:rPr>
                      <a:t>标题文本预设</a:t>
                    </a:r>
                    <a:endParaRPr b="0" lang="en-HK" sz="1600" spc="-1" strike="noStrike">
                      <a:latin typeface="Arial"/>
                    </a:endParaRPr>
                  </a:p>
                </p:txBody>
              </p:sp>
            </p:grpSp>
          </p:grpSp>
          <p:sp>
            <p:nvSpPr>
              <p:cNvPr id="963" name="直接连接符 16"/>
              <p:cNvSpPr/>
              <p:nvPr/>
            </p:nvSpPr>
            <p:spPr>
              <a:xfrm>
                <a:off x="6354000" y="2728080"/>
                <a:ext cx="1836360" cy="360"/>
              </a:xfrm>
              <a:prstGeom prst="line">
                <a:avLst/>
              </a:prstGeom>
              <a:ln>
                <a:solidFill>
                  <a:srgbClr val="cccccc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grpSp>
          <p:nvGrpSpPr>
            <p:cNvPr id="964" name="组合 6"/>
            <p:cNvGrpSpPr/>
            <p:nvPr/>
          </p:nvGrpSpPr>
          <p:grpSpPr>
            <a:xfrm>
              <a:off x="980280" y="1968480"/>
              <a:ext cx="2031840" cy="1600560"/>
              <a:chOff x="980280" y="1968480"/>
              <a:chExt cx="2031840" cy="1600560"/>
            </a:xfrm>
          </p:grpSpPr>
          <p:grpSp>
            <p:nvGrpSpPr>
              <p:cNvPr id="965" name="组合 7"/>
              <p:cNvGrpSpPr/>
              <p:nvPr/>
            </p:nvGrpSpPr>
            <p:grpSpPr>
              <a:xfrm>
                <a:off x="1057680" y="1968480"/>
                <a:ext cx="1954440" cy="1600560"/>
                <a:chOff x="1057680" y="1968480"/>
                <a:chExt cx="1954440" cy="1600560"/>
              </a:xfrm>
            </p:grpSpPr>
            <p:grpSp>
              <p:nvGrpSpPr>
                <p:cNvPr id="966" name="组合 9"/>
                <p:cNvGrpSpPr/>
                <p:nvPr/>
              </p:nvGrpSpPr>
              <p:grpSpPr>
                <a:xfrm>
                  <a:off x="1057680" y="1968480"/>
                  <a:ext cx="1954440" cy="607680"/>
                  <a:chOff x="1057680" y="1968480"/>
                  <a:chExt cx="1954440" cy="607680"/>
                </a:xfrm>
              </p:grpSpPr>
              <p:sp>
                <p:nvSpPr>
                  <p:cNvPr id="967" name="文本框 68"/>
                  <p:cNvSpPr/>
                  <p:nvPr/>
                </p:nvSpPr>
                <p:spPr>
                  <a:xfrm>
                    <a:off x="1057680" y="2199240"/>
                    <a:ext cx="1954440" cy="37692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0" rIns="0" tIns="0" bIns="0" anchor="t">
                    <a:normAutofit/>
                  </a:bodyPr>
                  <a:p>
                    <a:pPr>
                      <a:lnSpc>
                        <a:spcPct val="120000"/>
                      </a:lnSpc>
                      <a:buNone/>
                    </a:pPr>
                    <a:r>
                      <a:rPr b="0" lang="zh-CN" sz="1000" spc="-1" strike="noStrike">
                        <a:solidFill>
                          <a:srgbClr val="000000"/>
                        </a:solidFill>
                        <a:latin typeface="微软雅黑"/>
                        <a:ea typeface="微软雅黑"/>
                      </a:rPr>
                      <a:t>此部分内容作为文字排版占位显示</a:t>
                    </a:r>
                    <a:br>
                      <a:rPr sz="1000"/>
                    </a:br>
                    <a:r>
                      <a:rPr b="0" lang="zh-CN" sz="1000" spc="-1" strike="noStrike">
                        <a:solidFill>
                          <a:srgbClr val="000000"/>
                        </a:solidFill>
                        <a:latin typeface="微软雅黑"/>
                        <a:ea typeface="微软雅黑"/>
                      </a:rPr>
                      <a:t>（建议使用主题字体）</a:t>
                    </a:r>
                    <a:endParaRPr b="0" lang="en-HK" sz="1000" spc="-1" strike="noStrike">
                      <a:latin typeface="Arial"/>
                    </a:endParaRPr>
                  </a:p>
                </p:txBody>
              </p:sp>
              <p:sp>
                <p:nvSpPr>
                  <p:cNvPr id="968" name="矩形 14"/>
                  <p:cNvSpPr/>
                  <p:nvPr/>
                </p:nvSpPr>
                <p:spPr>
                  <a:xfrm>
                    <a:off x="1057680" y="1968480"/>
                    <a:ext cx="1954440" cy="22680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0" rIns="0" tIns="0" bIns="0" anchor="t">
                    <a:normAutofit fontScale="93000"/>
                  </a:bodyPr>
                  <a:p>
                    <a:pPr>
                      <a:lnSpc>
                        <a:spcPct val="100000"/>
                      </a:lnSpc>
                      <a:buNone/>
                    </a:pPr>
                    <a:r>
                      <a:rPr b="1" lang="zh-CN" sz="1600" spc="-1" strike="noStrike">
                        <a:solidFill>
                          <a:srgbClr val="959595"/>
                        </a:solidFill>
                        <a:latin typeface="微软雅黑"/>
                        <a:ea typeface="微软雅黑"/>
                      </a:rPr>
                      <a:t>标题文本预设</a:t>
                    </a:r>
                    <a:endParaRPr b="0" lang="en-HK" sz="1600" spc="-1" strike="noStrike">
                      <a:latin typeface="Arial"/>
                    </a:endParaRPr>
                  </a:p>
                </p:txBody>
              </p:sp>
            </p:grpSp>
            <p:grpSp>
              <p:nvGrpSpPr>
                <p:cNvPr id="969" name="组合 10"/>
                <p:cNvGrpSpPr/>
                <p:nvPr/>
              </p:nvGrpSpPr>
              <p:grpSpPr>
                <a:xfrm>
                  <a:off x="1057680" y="2961360"/>
                  <a:ext cx="1954440" cy="607680"/>
                  <a:chOff x="1057680" y="2961360"/>
                  <a:chExt cx="1954440" cy="607680"/>
                </a:xfrm>
              </p:grpSpPr>
              <p:sp>
                <p:nvSpPr>
                  <p:cNvPr id="970" name="文本框 66"/>
                  <p:cNvSpPr/>
                  <p:nvPr/>
                </p:nvSpPr>
                <p:spPr>
                  <a:xfrm>
                    <a:off x="1057680" y="3192120"/>
                    <a:ext cx="1954440" cy="37692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0" rIns="0" tIns="0" bIns="0" anchor="t">
                    <a:normAutofit/>
                  </a:bodyPr>
                  <a:p>
                    <a:pPr>
                      <a:lnSpc>
                        <a:spcPct val="120000"/>
                      </a:lnSpc>
                      <a:buNone/>
                    </a:pPr>
                    <a:r>
                      <a:rPr b="0" lang="zh-CN" sz="1000" spc="-1" strike="noStrike">
                        <a:solidFill>
                          <a:srgbClr val="000000"/>
                        </a:solidFill>
                        <a:latin typeface="微软雅黑"/>
                        <a:ea typeface="微软雅黑"/>
                      </a:rPr>
                      <a:t>此部分内容作为文字排版占位显示</a:t>
                    </a:r>
                    <a:br>
                      <a:rPr sz="1000"/>
                    </a:br>
                    <a:r>
                      <a:rPr b="0" lang="zh-CN" sz="1000" spc="-1" strike="noStrike">
                        <a:solidFill>
                          <a:srgbClr val="000000"/>
                        </a:solidFill>
                        <a:latin typeface="微软雅黑"/>
                        <a:ea typeface="微软雅黑"/>
                      </a:rPr>
                      <a:t>（建议使用主题字体）</a:t>
                    </a:r>
                    <a:endParaRPr b="0" lang="en-HK" sz="1000" spc="-1" strike="noStrike">
                      <a:latin typeface="Arial"/>
                    </a:endParaRPr>
                  </a:p>
                </p:txBody>
              </p:sp>
              <p:sp>
                <p:nvSpPr>
                  <p:cNvPr id="971" name="矩形 12"/>
                  <p:cNvSpPr/>
                  <p:nvPr/>
                </p:nvSpPr>
                <p:spPr>
                  <a:xfrm>
                    <a:off x="1057680" y="2961360"/>
                    <a:ext cx="1954440" cy="22680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0" rIns="0" tIns="0" bIns="0" anchor="t">
                    <a:normAutofit fontScale="93000"/>
                  </a:bodyPr>
                  <a:p>
                    <a:pPr>
                      <a:lnSpc>
                        <a:spcPct val="100000"/>
                      </a:lnSpc>
                      <a:buNone/>
                    </a:pPr>
                    <a:r>
                      <a:rPr b="1" lang="zh-CN" sz="1600" spc="-1" strike="noStrike">
                        <a:solidFill>
                          <a:srgbClr val="272f42"/>
                        </a:solidFill>
                        <a:latin typeface="微软雅黑"/>
                        <a:ea typeface="微软雅黑"/>
                      </a:rPr>
                      <a:t>标题文本预设</a:t>
                    </a:r>
                    <a:endParaRPr b="0" lang="en-HK" sz="1600" spc="-1" strike="noStrike">
                      <a:latin typeface="Arial"/>
                    </a:endParaRPr>
                  </a:p>
                </p:txBody>
              </p:sp>
            </p:grpSp>
          </p:grpSp>
          <p:sp>
            <p:nvSpPr>
              <p:cNvPr id="972" name="直接连接符 8"/>
              <p:cNvSpPr/>
              <p:nvPr/>
            </p:nvSpPr>
            <p:spPr>
              <a:xfrm>
                <a:off x="980280" y="2728080"/>
                <a:ext cx="1836360" cy="360"/>
              </a:xfrm>
              <a:prstGeom prst="line">
                <a:avLst/>
              </a:prstGeom>
              <a:ln>
                <a:solidFill>
                  <a:srgbClr val="cccccc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</p:grpSp>
      <p:grpSp>
        <p:nvGrpSpPr>
          <p:cNvPr id="973" name="组合 33"/>
          <p:cNvGrpSpPr/>
          <p:nvPr/>
        </p:nvGrpSpPr>
        <p:grpSpPr>
          <a:xfrm>
            <a:off x="323640" y="0"/>
            <a:ext cx="2084040" cy="574200"/>
            <a:chOff x="323640" y="0"/>
            <a:chExt cx="2084040" cy="574200"/>
          </a:xfrm>
        </p:grpSpPr>
        <p:sp>
          <p:nvSpPr>
            <p:cNvPr id="974" name="TextBox 86"/>
            <p:cNvSpPr/>
            <p:nvPr/>
          </p:nvSpPr>
          <p:spPr>
            <a:xfrm>
              <a:off x="576360" y="58320"/>
              <a:ext cx="183132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zh-CN" sz="24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请输入标题</a:t>
              </a:r>
              <a:endParaRPr b="0" lang="en-HK" sz="2400" spc="-1" strike="noStrike">
                <a:latin typeface="Arial"/>
              </a:endParaRPr>
            </a:p>
          </p:txBody>
        </p:sp>
        <p:sp>
          <p:nvSpPr>
            <p:cNvPr id="975" name="矩形 35"/>
            <p:cNvSpPr/>
            <p:nvPr/>
          </p:nvSpPr>
          <p:spPr>
            <a:xfrm>
              <a:off x="323640" y="0"/>
              <a:ext cx="212040" cy="5742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</p:spTree>
  </p:cSld>
  <p:transition spd="med">
    <p:pull dir="r"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6" name="组合 32"/>
          <p:cNvGrpSpPr/>
          <p:nvPr/>
        </p:nvGrpSpPr>
        <p:grpSpPr>
          <a:xfrm>
            <a:off x="625320" y="842760"/>
            <a:ext cx="3990240" cy="3387600"/>
            <a:chOff x="625320" y="842760"/>
            <a:chExt cx="3990240" cy="3387600"/>
          </a:xfrm>
        </p:grpSpPr>
        <p:sp>
          <p:nvSpPr>
            <p:cNvPr id="977" name="任意多边形: 形状 3"/>
            <p:cNvSpPr/>
            <p:nvPr/>
          </p:nvSpPr>
          <p:spPr>
            <a:xfrm>
              <a:off x="625320" y="842760"/>
              <a:ext cx="3910680" cy="3387600"/>
            </a:xfrm>
            <a:custGeom>
              <a:avLst/>
              <a:gdLst/>
              <a:ahLst/>
              <a:rect l="l" t="t" r="r" b="b"/>
              <a:pathLst>
                <a:path w="208" h="180">
                  <a:moveTo>
                    <a:pt x="103" y="180"/>
                  </a:moveTo>
                  <a:cubicBezTo>
                    <a:pt x="76" y="180"/>
                    <a:pt x="49" y="180"/>
                    <a:pt x="21" y="180"/>
                  </a:cubicBezTo>
                  <a:cubicBezTo>
                    <a:pt x="4" y="180"/>
                    <a:pt x="0" y="175"/>
                    <a:pt x="9" y="160"/>
                  </a:cubicBezTo>
                  <a:cubicBezTo>
                    <a:pt x="36" y="111"/>
                    <a:pt x="64" y="63"/>
                    <a:pt x="92" y="14"/>
                  </a:cubicBezTo>
                  <a:cubicBezTo>
                    <a:pt x="99" y="1"/>
                    <a:pt x="107" y="0"/>
                    <a:pt x="115" y="13"/>
                  </a:cubicBezTo>
                  <a:cubicBezTo>
                    <a:pt x="143" y="62"/>
                    <a:pt x="171" y="110"/>
                    <a:pt x="199" y="159"/>
                  </a:cubicBezTo>
                  <a:cubicBezTo>
                    <a:pt x="208" y="175"/>
                    <a:pt x="205" y="180"/>
                    <a:pt x="185" y="180"/>
                  </a:cubicBezTo>
                  <a:cubicBezTo>
                    <a:pt x="158" y="180"/>
                    <a:pt x="131" y="180"/>
                    <a:pt x="103" y="180"/>
                  </a:cubicBezTo>
                  <a:close/>
                </a:path>
              </a:pathLst>
            </a:custGeom>
            <a:solidFill>
              <a:schemeClr val="accent1"/>
            </a:solidFill>
            <a:ln w="381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78" name="文本框 5"/>
            <p:cNvSpPr/>
            <p:nvPr/>
          </p:nvSpPr>
          <p:spPr>
            <a:xfrm>
              <a:off x="4096800" y="3953520"/>
              <a:ext cx="518760" cy="261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rmAutofit fontScale="66000"/>
            </a:bodyPr>
            <a:p>
              <a:pPr>
                <a:lnSpc>
                  <a:spcPct val="100000"/>
                </a:lnSpc>
                <a:buNone/>
              </a:pPr>
              <a:r>
                <a:rPr b="1" lang="en-US" sz="17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04</a:t>
              </a:r>
              <a:endParaRPr b="0" lang="en-HK" sz="1700" spc="-1" strike="noStrike">
                <a:latin typeface="Arial"/>
              </a:endParaRPr>
            </a:p>
          </p:txBody>
        </p:sp>
      </p:grpSp>
      <p:grpSp>
        <p:nvGrpSpPr>
          <p:cNvPr id="979" name="组合 31"/>
          <p:cNvGrpSpPr/>
          <p:nvPr/>
        </p:nvGrpSpPr>
        <p:grpSpPr>
          <a:xfrm>
            <a:off x="617760" y="1256760"/>
            <a:ext cx="3490920" cy="2973600"/>
            <a:chOff x="617760" y="1256760"/>
            <a:chExt cx="3490920" cy="2973600"/>
          </a:xfrm>
        </p:grpSpPr>
        <p:sp>
          <p:nvSpPr>
            <p:cNvPr id="980" name="任意多边形: 形状 4"/>
            <p:cNvSpPr/>
            <p:nvPr/>
          </p:nvSpPr>
          <p:spPr>
            <a:xfrm>
              <a:off x="617760" y="1256760"/>
              <a:ext cx="3432600" cy="2973600"/>
            </a:xfrm>
            <a:custGeom>
              <a:avLst/>
              <a:gdLst/>
              <a:ahLst/>
              <a:rect l="l" t="t" r="r" b="b"/>
              <a:pathLst>
                <a:path w="208" h="180">
                  <a:moveTo>
                    <a:pt x="103" y="180"/>
                  </a:moveTo>
                  <a:cubicBezTo>
                    <a:pt x="76" y="180"/>
                    <a:pt x="49" y="180"/>
                    <a:pt x="21" y="180"/>
                  </a:cubicBezTo>
                  <a:cubicBezTo>
                    <a:pt x="4" y="180"/>
                    <a:pt x="0" y="175"/>
                    <a:pt x="9" y="160"/>
                  </a:cubicBezTo>
                  <a:cubicBezTo>
                    <a:pt x="36" y="111"/>
                    <a:pt x="64" y="63"/>
                    <a:pt x="92" y="14"/>
                  </a:cubicBezTo>
                  <a:cubicBezTo>
                    <a:pt x="99" y="1"/>
                    <a:pt x="107" y="0"/>
                    <a:pt x="115" y="13"/>
                  </a:cubicBezTo>
                  <a:cubicBezTo>
                    <a:pt x="143" y="62"/>
                    <a:pt x="171" y="110"/>
                    <a:pt x="199" y="159"/>
                  </a:cubicBezTo>
                  <a:cubicBezTo>
                    <a:pt x="208" y="175"/>
                    <a:pt x="205" y="180"/>
                    <a:pt x="185" y="180"/>
                  </a:cubicBezTo>
                  <a:cubicBezTo>
                    <a:pt x="158" y="180"/>
                    <a:pt x="131" y="180"/>
                    <a:pt x="103" y="180"/>
                  </a:cubicBezTo>
                  <a:close/>
                </a:path>
              </a:pathLst>
            </a:custGeom>
            <a:solidFill>
              <a:schemeClr val="accent2"/>
            </a:solidFill>
            <a:ln w="381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81" name="文本框 6"/>
            <p:cNvSpPr/>
            <p:nvPr/>
          </p:nvSpPr>
          <p:spPr>
            <a:xfrm>
              <a:off x="3589920" y="3953520"/>
              <a:ext cx="518760" cy="261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rmAutofit fontScale="66000"/>
            </a:bodyPr>
            <a:p>
              <a:pPr>
                <a:lnSpc>
                  <a:spcPct val="100000"/>
                </a:lnSpc>
                <a:buNone/>
              </a:pPr>
              <a:r>
                <a:rPr b="1" lang="en-US" sz="17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03</a:t>
              </a:r>
              <a:endParaRPr b="0" lang="en-HK" sz="1700" spc="-1" strike="noStrike">
                <a:latin typeface="Arial"/>
              </a:endParaRPr>
            </a:p>
          </p:txBody>
        </p:sp>
      </p:grpSp>
      <p:grpSp>
        <p:nvGrpSpPr>
          <p:cNvPr id="982" name="组合 30"/>
          <p:cNvGrpSpPr/>
          <p:nvPr/>
        </p:nvGrpSpPr>
        <p:grpSpPr>
          <a:xfrm>
            <a:off x="610200" y="1680120"/>
            <a:ext cx="2991600" cy="2550240"/>
            <a:chOff x="610200" y="1680120"/>
            <a:chExt cx="2991600" cy="2550240"/>
          </a:xfrm>
        </p:grpSpPr>
        <p:sp>
          <p:nvSpPr>
            <p:cNvPr id="983" name="任意多边形: 形状 5"/>
            <p:cNvSpPr/>
            <p:nvPr/>
          </p:nvSpPr>
          <p:spPr>
            <a:xfrm>
              <a:off x="610200" y="1680120"/>
              <a:ext cx="2944080" cy="2550240"/>
            </a:xfrm>
            <a:custGeom>
              <a:avLst/>
              <a:gdLst/>
              <a:ahLst/>
              <a:rect l="l" t="t" r="r" b="b"/>
              <a:pathLst>
                <a:path w="208" h="180">
                  <a:moveTo>
                    <a:pt x="103" y="180"/>
                  </a:moveTo>
                  <a:cubicBezTo>
                    <a:pt x="76" y="180"/>
                    <a:pt x="49" y="180"/>
                    <a:pt x="21" y="180"/>
                  </a:cubicBezTo>
                  <a:cubicBezTo>
                    <a:pt x="4" y="180"/>
                    <a:pt x="0" y="175"/>
                    <a:pt x="9" y="160"/>
                  </a:cubicBezTo>
                  <a:cubicBezTo>
                    <a:pt x="36" y="111"/>
                    <a:pt x="64" y="63"/>
                    <a:pt x="92" y="14"/>
                  </a:cubicBezTo>
                  <a:cubicBezTo>
                    <a:pt x="99" y="1"/>
                    <a:pt x="107" y="0"/>
                    <a:pt x="115" y="13"/>
                  </a:cubicBezTo>
                  <a:cubicBezTo>
                    <a:pt x="143" y="62"/>
                    <a:pt x="171" y="110"/>
                    <a:pt x="199" y="159"/>
                  </a:cubicBezTo>
                  <a:cubicBezTo>
                    <a:pt x="208" y="175"/>
                    <a:pt x="205" y="180"/>
                    <a:pt x="185" y="180"/>
                  </a:cubicBezTo>
                  <a:cubicBezTo>
                    <a:pt x="158" y="180"/>
                    <a:pt x="131" y="180"/>
                    <a:pt x="103" y="180"/>
                  </a:cubicBezTo>
                  <a:close/>
                </a:path>
              </a:pathLst>
            </a:custGeom>
            <a:solidFill>
              <a:schemeClr val="accent3"/>
            </a:solidFill>
            <a:ln w="381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84" name="文本框 7"/>
            <p:cNvSpPr/>
            <p:nvPr/>
          </p:nvSpPr>
          <p:spPr>
            <a:xfrm>
              <a:off x="3083040" y="3953520"/>
              <a:ext cx="518760" cy="261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rmAutofit fontScale="66000"/>
            </a:bodyPr>
            <a:p>
              <a:pPr>
                <a:lnSpc>
                  <a:spcPct val="100000"/>
                </a:lnSpc>
                <a:buNone/>
              </a:pPr>
              <a:r>
                <a:rPr b="1" lang="en-US" sz="17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02</a:t>
              </a:r>
              <a:endParaRPr b="0" lang="en-HK" sz="1700" spc="-1" strike="noStrike">
                <a:latin typeface="Arial"/>
              </a:endParaRPr>
            </a:p>
          </p:txBody>
        </p:sp>
      </p:grpSp>
      <p:grpSp>
        <p:nvGrpSpPr>
          <p:cNvPr id="985" name="组合 1"/>
          <p:cNvGrpSpPr/>
          <p:nvPr/>
        </p:nvGrpSpPr>
        <p:grpSpPr>
          <a:xfrm>
            <a:off x="602640" y="2110680"/>
            <a:ext cx="2491920" cy="2119680"/>
            <a:chOff x="602640" y="2110680"/>
            <a:chExt cx="2491920" cy="2119680"/>
          </a:xfrm>
        </p:grpSpPr>
        <p:sp>
          <p:nvSpPr>
            <p:cNvPr id="986" name="任意多边形: 形状 6"/>
            <p:cNvSpPr/>
            <p:nvPr/>
          </p:nvSpPr>
          <p:spPr>
            <a:xfrm>
              <a:off x="602640" y="2110680"/>
              <a:ext cx="2446920" cy="2119680"/>
            </a:xfrm>
            <a:custGeom>
              <a:avLst/>
              <a:gdLst/>
              <a:ahLst/>
              <a:rect l="l" t="t" r="r" b="b"/>
              <a:pathLst>
                <a:path w="208" h="180">
                  <a:moveTo>
                    <a:pt x="103" y="180"/>
                  </a:moveTo>
                  <a:cubicBezTo>
                    <a:pt x="76" y="180"/>
                    <a:pt x="49" y="180"/>
                    <a:pt x="21" y="180"/>
                  </a:cubicBezTo>
                  <a:cubicBezTo>
                    <a:pt x="4" y="180"/>
                    <a:pt x="0" y="175"/>
                    <a:pt x="9" y="160"/>
                  </a:cubicBezTo>
                  <a:cubicBezTo>
                    <a:pt x="36" y="111"/>
                    <a:pt x="64" y="63"/>
                    <a:pt x="92" y="14"/>
                  </a:cubicBezTo>
                  <a:cubicBezTo>
                    <a:pt x="99" y="1"/>
                    <a:pt x="107" y="0"/>
                    <a:pt x="115" y="13"/>
                  </a:cubicBezTo>
                  <a:cubicBezTo>
                    <a:pt x="143" y="62"/>
                    <a:pt x="171" y="110"/>
                    <a:pt x="199" y="159"/>
                  </a:cubicBezTo>
                  <a:cubicBezTo>
                    <a:pt x="208" y="175"/>
                    <a:pt x="205" y="180"/>
                    <a:pt x="185" y="180"/>
                  </a:cubicBezTo>
                  <a:cubicBezTo>
                    <a:pt x="158" y="180"/>
                    <a:pt x="131" y="180"/>
                    <a:pt x="103" y="180"/>
                  </a:cubicBezTo>
                  <a:close/>
                </a:path>
              </a:pathLst>
            </a:custGeom>
            <a:solidFill>
              <a:schemeClr val="accent4"/>
            </a:solidFill>
            <a:ln w="381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87" name="文本框 8"/>
            <p:cNvSpPr/>
            <p:nvPr/>
          </p:nvSpPr>
          <p:spPr>
            <a:xfrm>
              <a:off x="2575800" y="3953520"/>
              <a:ext cx="518760" cy="261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rmAutofit fontScale="66000"/>
            </a:bodyPr>
            <a:p>
              <a:pPr>
                <a:lnSpc>
                  <a:spcPct val="100000"/>
                </a:lnSpc>
                <a:buNone/>
              </a:pPr>
              <a:r>
                <a:rPr b="1" lang="en-US" sz="17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01</a:t>
              </a:r>
              <a:endParaRPr b="0" lang="en-HK" sz="1700" spc="-1" strike="noStrike">
                <a:latin typeface="Arial"/>
              </a:endParaRPr>
            </a:p>
          </p:txBody>
        </p:sp>
      </p:grpSp>
      <p:sp>
        <p:nvSpPr>
          <p:cNvPr id="988" name="文本框 17"/>
          <p:cNvSpPr/>
          <p:nvPr/>
        </p:nvSpPr>
        <p:spPr>
          <a:xfrm>
            <a:off x="5182920" y="906120"/>
            <a:ext cx="3366360" cy="37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rmAutofit/>
          </a:bodyPr>
          <a:p>
            <a:pPr>
              <a:lnSpc>
                <a:spcPct val="100000"/>
              </a:lnSpc>
              <a:buNone/>
            </a:pPr>
            <a:r>
              <a:rPr b="0" lang="en-HK" sz="1800" spc="-1" strike="noStrike">
                <a:solidFill>
                  <a:srgbClr val="000000"/>
                </a:solidFill>
                <a:latin typeface="Calibri"/>
                <a:ea typeface="宋体"/>
              </a:rPr>
              <a:t>Preset Title Text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989" name="矩形 12"/>
          <p:cNvSpPr/>
          <p:nvPr/>
        </p:nvSpPr>
        <p:spPr>
          <a:xfrm>
            <a:off x="5182920" y="1356480"/>
            <a:ext cx="3366360" cy="63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60000"/>
          </a:bodyPr>
          <a:p>
            <a:pPr>
              <a:lnSpc>
                <a:spcPct val="100000"/>
              </a:lnSpc>
              <a:buNone/>
            </a:pPr>
            <a:r>
              <a:rPr b="0" lang="en-HK" sz="1800" spc="-1" strike="noStrike">
                <a:solidFill>
                  <a:srgbClr val="000000"/>
                </a:solidFill>
                <a:latin typeface="Calibri"/>
                <a:ea typeface="宋体"/>
              </a:rPr>
              <a:t>This area is placeholder text for layout (theme font recommended).</a:t>
            </a:r>
            <a:br>
              <a:rPr sz="1800"/>
            </a:br>
            <a:r>
              <a:rPr b="0" lang="en-HK" sz="1800" spc="-1" strike="noStrike">
                <a:solidFill>
                  <a:srgbClr val="000000"/>
                </a:solidFill>
                <a:latin typeface="Calibri"/>
                <a:ea typeface="宋体"/>
              </a:rPr>
              <a:t>To edit it, go to Shape Format &gt; Text Options.</a:t>
            </a:r>
            <a:endParaRPr b="0" lang="en-HK" sz="1800" spc="-1" strike="noStrike">
              <a:latin typeface="Arial"/>
            </a:endParaRPr>
          </a:p>
        </p:txBody>
      </p:sp>
      <p:grpSp>
        <p:nvGrpSpPr>
          <p:cNvPr id="990" name="组合 13"/>
          <p:cNvGrpSpPr/>
          <p:nvPr/>
        </p:nvGrpSpPr>
        <p:grpSpPr>
          <a:xfrm>
            <a:off x="5228280" y="2142360"/>
            <a:ext cx="3372480" cy="342360"/>
            <a:chOff x="5228280" y="2142360"/>
            <a:chExt cx="3372480" cy="342360"/>
          </a:xfrm>
        </p:grpSpPr>
        <p:sp>
          <p:nvSpPr>
            <p:cNvPr id="991" name="椭圆 26"/>
            <p:cNvSpPr/>
            <p:nvPr/>
          </p:nvSpPr>
          <p:spPr>
            <a:xfrm>
              <a:off x="5228280" y="2167560"/>
              <a:ext cx="306000" cy="306000"/>
            </a:xfrm>
            <a:prstGeom prst="ellipse">
              <a:avLst/>
            </a:prstGeom>
            <a:solidFill>
              <a:srgbClr val="9595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992" name="矩形 27"/>
            <p:cNvSpPr/>
            <p:nvPr/>
          </p:nvSpPr>
          <p:spPr>
            <a:xfrm>
              <a:off x="5640120" y="2142360"/>
              <a:ext cx="2960640" cy="342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rmAutofit fontScale="57000"/>
            </a:bodyPr>
            <a:p>
              <a:pPr>
                <a:lnSpc>
                  <a:spcPct val="130000"/>
                </a:lnSpc>
                <a:buNone/>
              </a:pPr>
              <a:r>
                <a:rPr b="0" lang="zh-CN" sz="11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此部分内容作为文字排版占位显示（建议使用主题字体）</a:t>
              </a:r>
              <a:br>
                <a:rPr sz="1100"/>
              </a:br>
              <a:r>
                <a:rPr b="0" lang="zh-CN" sz="11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如需更改请在（设置形状格式）菜单下（文本选项）中调整</a:t>
              </a:r>
              <a:endParaRPr b="0" lang="en-HK" sz="1100" spc="-1" strike="noStrike">
                <a:latin typeface="Arial"/>
              </a:endParaRPr>
            </a:p>
          </p:txBody>
        </p:sp>
        <p:sp>
          <p:nvSpPr>
            <p:cNvPr id="993" name="任意多边形: 形状 28"/>
            <p:cNvSpPr/>
            <p:nvPr/>
          </p:nvSpPr>
          <p:spPr>
            <a:xfrm>
              <a:off x="5293080" y="2232360"/>
              <a:ext cx="176400" cy="1764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20618" y="19636"/>
                  </a:moveTo>
                  <a:cubicBezTo>
                    <a:pt x="20618" y="20179"/>
                    <a:pt x="20178" y="20619"/>
                    <a:pt x="19636" y="20619"/>
                  </a:cubicBezTo>
                  <a:lnTo>
                    <a:pt x="1964" y="20619"/>
                  </a:lnTo>
                  <a:cubicBezTo>
                    <a:pt x="1421" y="20619"/>
                    <a:pt x="982" y="20179"/>
                    <a:pt x="982" y="19636"/>
                  </a:cubicBezTo>
                  <a:lnTo>
                    <a:pt x="982" y="1964"/>
                  </a:lnTo>
                  <a:cubicBezTo>
                    <a:pt x="982" y="1422"/>
                    <a:pt x="1421" y="982"/>
                    <a:pt x="1964" y="982"/>
                  </a:cubicBezTo>
                  <a:lnTo>
                    <a:pt x="19636" y="982"/>
                  </a:lnTo>
                  <a:cubicBezTo>
                    <a:pt x="20178" y="982"/>
                    <a:pt x="20618" y="1422"/>
                    <a:pt x="20618" y="1964"/>
                  </a:cubicBezTo>
                  <a:cubicBezTo>
                    <a:pt x="20618" y="1964"/>
                    <a:pt x="20618" y="19636"/>
                    <a:pt x="20618" y="19636"/>
                  </a:cubicBezTo>
                  <a:close/>
                  <a:moveTo>
                    <a:pt x="19636" y="0"/>
                  </a:moveTo>
                  <a:lnTo>
                    <a:pt x="1964" y="0"/>
                  </a:lnTo>
                  <a:cubicBezTo>
                    <a:pt x="879" y="0"/>
                    <a:pt x="0" y="879"/>
                    <a:pt x="0" y="1964"/>
                  </a:cubicBezTo>
                  <a:lnTo>
                    <a:pt x="0" y="19636"/>
                  </a:lnTo>
                  <a:cubicBezTo>
                    <a:pt x="0" y="20721"/>
                    <a:pt x="879" y="21600"/>
                    <a:pt x="1964" y="21600"/>
                  </a:cubicBezTo>
                  <a:lnTo>
                    <a:pt x="19636" y="21600"/>
                  </a:lnTo>
                  <a:cubicBezTo>
                    <a:pt x="20721" y="21600"/>
                    <a:pt x="21600" y="20721"/>
                    <a:pt x="21600" y="19636"/>
                  </a:cubicBezTo>
                  <a:lnTo>
                    <a:pt x="21600" y="1964"/>
                  </a:lnTo>
                  <a:cubicBezTo>
                    <a:pt x="21600" y="879"/>
                    <a:pt x="20721" y="0"/>
                    <a:pt x="19636" y="0"/>
                  </a:cubicBezTo>
                  <a:moveTo>
                    <a:pt x="4294" y="17673"/>
                  </a:moveTo>
                  <a:lnTo>
                    <a:pt x="8376" y="10732"/>
                  </a:lnTo>
                  <a:lnTo>
                    <a:pt x="10838" y="14425"/>
                  </a:lnTo>
                  <a:cubicBezTo>
                    <a:pt x="10862" y="14484"/>
                    <a:pt x="10898" y="14536"/>
                    <a:pt x="10942" y="14581"/>
                  </a:cubicBezTo>
                  <a:lnTo>
                    <a:pt x="10944" y="14583"/>
                  </a:lnTo>
                  <a:cubicBezTo>
                    <a:pt x="11033" y="14673"/>
                    <a:pt x="11155" y="14727"/>
                    <a:pt x="11291" y="14727"/>
                  </a:cubicBezTo>
                  <a:cubicBezTo>
                    <a:pt x="11427" y="14727"/>
                    <a:pt x="11549" y="14673"/>
                    <a:pt x="11638" y="14583"/>
                  </a:cubicBezTo>
                  <a:lnTo>
                    <a:pt x="13686" y="12536"/>
                  </a:lnTo>
                  <a:lnTo>
                    <a:pt x="17242" y="17673"/>
                  </a:lnTo>
                  <a:cubicBezTo>
                    <a:pt x="17242" y="17673"/>
                    <a:pt x="4294" y="17673"/>
                    <a:pt x="4294" y="17673"/>
                  </a:cubicBezTo>
                  <a:close/>
                  <a:moveTo>
                    <a:pt x="18620" y="17982"/>
                  </a:moveTo>
                  <a:lnTo>
                    <a:pt x="18617" y="17978"/>
                  </a:lnTo>
                  <a:cubicBezTo>
                    <a:pt x="18590" y="17913"/>
                    <a:pt x="18551" y="17858"/>
                    <a:pt x="18501" y="17810"/>
                  </a:cubicBezTo>
                  <a:lnTo>
                    <a:pt x="14201" y="11600"/>
                  </a:lnTo>
                  <a:lnTo>
                    <a:pt x="14200" y="11601"/>
                  </a:lnTo>
                  <a:cubicBezTo>
                    <a:pt x="14127" y="11420"/>
                    <a:pt x="13952" y="11291"/>
                    <a:pt x="13745" y="11291"/>
                  </a:cubicBezTo>
                  <a:cubicBezTo>
                    <a:pt x="13610" y="11291"/>
                    <a:pt x="13488" y="11346"/>
                    <a:pt x="13398" y="11435"/>
                  </a:cubicBezTo>
                  <a:lnTo>
                    <a:pt x="11360" y="13473"/>
                  </a:lnTo>
                  <a:lnTo>
                    <a:pt x="8798" y="9630"/>
                  </a:lnTo>
                  <a:cubicBezTo>
                    <a:pt x="8724" y="9453"/>
                    <a:pt x="8550" y="9327"/>
                    <a:pt x="8345" y="9327"/>
                  </a:cubicBezTo>
                  <a:cubicBezTo>
                    <a:pt x="8175" y="9327"/>
                    <a:pt x="8033" y="9420"/>
                    <a:pt x="7945" y="9551"/>
                  </a:cubicBezTo>
                  <a:lnTo>
                    <a:pt x="7937" y="9546"/>
                  </a:lnTo>
                  <a:lnTo>
                    <a:pt x="3028" y="17891"/>
                  </a:lnTo>
                  <a:lnTo>
                    <a:pt x="3036" y="17897"/>
                  </a:lnTo>
                  <a:cubicBezTo>
                    <a:pt x="2983" y="17974"/>
                    <a:pt x="2945" y="18063"/>
                    <a:pt x="2945" y="18164"/>
                  </a:cubicBezTo>
                  <a:cubicBezTo>
                    <a:pt x="2945" y="18435"/>
                    <a:pt x="3165" y="18655"/>
                    <a:pt x="3436" y="18655"/>
                  </a:cubicBezTo>
                  <a:lnTo>
                    <a:pt x="18164" y="18655"/>
                  </a:lnTo>
                  <a:cubicBezTo>
                    <a:pt x="18435" y="18655"/>
                    <a:pt x="18655" y="18435"/>
                    <a:pt x="18655" y="18164"/>
                  </a:cubicBezTo>
                  <a:cubicBezTo>
                    <a:pt x="18655" y="18099"/>
                    <a:pt x="18640" y="18039"/>
                    <a:pt x="18618" y="17983"/>
                  </a:cubicBezTo>
                  <a:cubicBezTo>
                    <a:pt x="18618" y="17983"/>
                    <a:pt x="18620" y="17982"/>
                    <a:pt x="18620" y="17982"/>
                  </a:cubicBezTo>
                  <a:close/>
                  <a:moveTo>
                    <a:pt x="5400" y="3927"/>
                  </a:moveTo>
                  <a:cubicBezTo>
                    <a:pt x="6213" y="3927"/>
                    <a:pt x="6873" y="4587"/>
                    <a:pt x="6873" y="5400"/>
                  </a:cubicBezTo>
                  <a:cubicBezTo>
                    <a:pt x="6873" y="6214"/>
                    <a:pt x="6213" y="6873"/>
                    <a:pt x="5400" y="6873"/>
                  </a:cubicBezTo>
                  <a:cubicBezTo>
                    <a:pt x="4587" y="6873"/>
                    <a:pt x="3927" y="6214"/>
                    <a:pt x="3927" y="5400"/>
                  </a:cubicBezTo>
                  <a:cubicBezTo>
                    <a:pt x="3927" y="4587"/>
                    <a:pt x="4587" y="3927"/>
                    <a:pt x="5400" y="3927"/>
                  </a:cubicBezTo>
                  <a:moveTo>
                    <a:pt x="5400" y="7855"/>
                  </a:moveTo>
                  <a:cubicBezTo>
                    <a:pt x="6756" y="7855"/>
                    <a:pt x="7855" y="6756"/>
                    <a:pt x="7855" y="5400"/>
                  </a:cubicBezTo>
                  <a:cubicBezTo>
                    <a:pt x="7855" y="4045"/>
                    <a:pt x="6756" y="2945"/>
                    <a:pt x="5400" y="2945"/>
                  </a:cubicBezTo>
                  <a:cubicBezTo>
                    <a:pt x="4044" y="2945"/>
                    <a:pt x="2945" y="4045"/>
                    <a:pt x="2945" y="5400"/>
                  </a:cubicBezTo>
                  <a:cubicBezTo>
                    <a:pt x="2945" y="6756"/>
                    <a:pt x="4044" y="7855"/>
                    <a:pt x="5400" y="7855"/>
                  </a:cubicBezTo>
                </a:path>
              </a:pathLst>
            </a:custGeom>
            <a:solidFill>
              <a:schemeClr val="bg2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994" name="组合 14"/>
          <p:cNvGrpSpPr/>
          <p:nvPr/>
        </p:nvGrpSpPr>
        <p:grpSpPr>
          <a:xfrm>
            <a:off x="5228280" y="3892320"/>
            <a:ext cx="3372480" cy="342360"/>
            <a:chOff x="5228280" y="3892320"/>
            <a:chExt cx="3372480" cy="342360"/>
          </a:xfrm>
        </p:grpSpPr>
        <p:sp>
          <p:nvSpPr>
            <p:cNvPr id="995" name="椭圆 23"/>
            <p:cNvSpPr/>
            <p:nvPr/>
          </p:nvSpPr>
          <p:spPr>
            <a:xfrm>
              <a:off x="5228280" y="3917520"/>
              <a:ext cx="306000" cy="306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996" name="矩形 24"/>
            <p:cNvSpPr/>
            <p:nvPr/>
          </p:nvSpPr>
          <p:spPr>
            <a:xfrm>
              <a:off x="5640120" y="3892320"/>
              <a:ext cx="2960640" cy="342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rmAutofit fontScale="57000"/>
            </a:bodyPr>
            <a:p>
              <a:pPr>
                <a:lnSpc>
                  <a:spcPct val="130000"/>
                </a:lnSpc>
                <a:buNone/>
              </a:pPr>
              <a:r>
                <a:rPr b="0" lang="zh-CN" sz="11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此部分内容作为文字排版占位显示（建议使用主题字体）</a:t>
              </a:r>
              <a:br>
                <a:rPr sz="1100"/>
              </a:br>
              <a:r>
                <a:rPr b="0" lang="zh-CN" sz="11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如需更改请在（设置形状格式）菜单下（文本选项）中调整</a:t>
              </a:r>
              <a:endParaRPr b="0" lang="en-HK" sz="1100" spc="-1" strike="noStrike">
                <a:latin typeface="Arial"/>
              </a:endParaRPr>
            </a:p>
          </p:txBody>
        </p:sp>
        <p:sp>
          <p:nvSpPr>
            <p:cNvPr id="997" name="任意多边形: 形状 25"/>
            <p:cNvSpPr/>
            <p:nvPr/>
          </p:nvSpPr>
          <p:spPr>
            <a:xfrm>
              <a:off x="5294880" y="3981960"/>
              <a:ext cx="176400" cy="1764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12281" y="19846"/>
                  </a:moveTo>
                  <a:lnTo>
                    <a:pt x="9413" y="12882"/>
                  </a:lnTo>
                  <a:lnTo>
                    <a:pt x="19655" y="2640"/>
                  </a:lnTo>
                  <a:cubicBezTo>
                    <a:pt x="19655" y="2640"/>
                    <a:pt x="12281" y="19846"/>
                    <a:pt x="12281" y="19846"/>
                  </a:cubicBezTo>
                  <a:close/>
                  <a:moveTo>
                    <a:pt x="1755" y="9320"/>
                  </a:moveTo>
                  <a:lnTo>
                    <a:pt x="18960" y="1945"/>
                  </a:lnTo>
                  <a:lnTo>
                    <a:pt x="8719" y="12187"/>
                  </a:lnTo>
                  <a:cubicBezTo>
                    <a:pt x="8719" y="12187"/>
                    <a:pt x="1755" y="9320"/>
                    <a:pt x="1755" y="9320"/>
                  </a:cubicBezTo>
                  <a:close/>
                  <a:moveTo>
                    <a:pt x="21600" y="491"/>
                  </a:moveTo>
                  <a:cubicBezTo>
                    <a:pt x="21600" y="220"/>
                    <a:pt x="21380" y="0"/>
                    <a:pt x="21109" y="0"/>
                  </a:cubicBezTo>
                  <a:cubicBezTo>
                    <a:pt x="21034" y="0"/>
                    <a:pt x="20964" y="20"/>
                    <a:pt x="20900" y="52"/>
                  </a:cubicBezTo>
                  <a:lnTo>
                    <a:pt x="20898" y="48"/>
                  </a:lnTo>
                  <a:lnTo>
                    <a:pt x="302" y="8875"/>
                  </a:lnTo>
                  <a:cubicBezTo>
                    <a:pt x="301" y="8875"/>
                    <a:pt x="299" y="8876"/>
                    <a:pt x="297" y="8877"/>
                  </a:cubicBezTo>
                  <a:lnTo>
                    <a:pt x="280" y="8885"/>
                  </a:lnTo>
                  <a:lnTo>
                    <a:pt x="281" y="8887"/>
                  </a:lnTo>
                  <a:cubicBezTo>
                    <a:pt x="116" y="8967"/>
                    <a:pt x="0" y="9132"/>
                    <a:pt x="0" y="9327"/>
                  </a:cubicBezTo>
                  <a:cubicBezTo>
                    <a:pt x="0" y="9550"/>
                    <a:pt x="151" y="9731"/>
                    <a:pt x="355" y="9791"/>
                  </a:cubicBezTo>
                  <a:lnTo>
                    <a:pt x="353" y="9799"/>
                  </a:lnTo>
                  <a:lnTo>
                    <a:pt x="8462" y="13138"/>
                  </a:lnTo>
                  <a:lnTo>
                    <a:pt x="11801" y="21248"/>
                  </a:lnTo>
                  <a:lnTo>
                    <a:pt x="11809" y="21245"/>
                  </a:lnTo>
                  <a:cubicBezTo>
                    <a:pt x="11869" y="21449"/>
                    <a:pt x="12050" y="21600"/>
                    <a:pt x="12273" y="21600"/>
                  </a:cubicBezTo>
                  <a:cubicBezTo>
                    <a:pt x="12468" y="21600"/>
                    <a:pt x="12634" y="21484"/>
                    <a:pt x="12713" y="21319"/>
                  </a:cubicBezTo>
                  <a:lnTo>
                    <a:pt x="12716" y="21320"/>
                  </a:lnTo>
                  <a:lnTo>
                    <a:pt x="12723" y="21303"/>
                  </a:lnTo>
                  <a:cubicBezTo>
                    <a:pt x="12724" y="21301"/>
                    <a:pt x="12725" y="21300"/>
                    <a:pt x="12725" y="21298"/>
                  </a:cubicBezTo>
                  <a:lnTo>
                    <a:pt x="21553" y="702"/>
                  </a:lnTo>
                  <a:lnTo>
                    <a:pt x="21547" y="699"/>
                  </a:lnTo>
                  <a:cubicBezTo>
                    <a:pt x="21578" y="636"/>
                    <a:pt x="21600" y="567"/>
                    <a:pt x="21600" y="491"/>
                  </a:cubicBezTo>
                  <a:moveTo>
                    <a:pt x="7855" y="16200"/>
                  </a:moveTo>
                  <a:cubicBezTo>
                    <a:pt x="7719" y="16200"/>
                    <a:pt x="7596" y="16255"/>
                    <a:pt x="7507" y="16344"/>
                  </a:cubicBezTo>
                  <a:lnTo>
                    <a:pt x="6035" y="17817"/>
                  </a:lnTo>
                  <a:cubicBezTo>
                    <a:pt x="5946" y="17905"/>
                    <a:pt x="5891" y="18029"/>
                    <a:pt x="5891" y="18164"/>
                  </a:cubicBezTo>
                  <a:cubicBezTo>
                    <a:pt x="5891" y="18435"/>
                    <a:pt x="6111" y="18655"/>
                    <a:pt x="6382" y="18655"/>
                  </a:cubicBezTo>
                  <a:cubicBezTo>
                    <a:pt x="6517" y="18655"/>
                    <a:pt x="6640" y="18600"/>
                    <a:pt x="6729" y="18511"/>
                  </a:cubicBezTo>
                  <a:lnTo>
                    <a:pt x="8202" y="17038"/>
                  </a:lnTo>
                  <a:cubicBezTo>
                    <a:pt x="8291" y="16950"/>
                    <a:pt x="8345" y="16827"/>
                    <a:pt x="8345" y="16691"/>
                  </a:cubicBezTo>
                  <a:cubicBezTo>
                    <a:pt x="8345" y="16420"/>
                    <a:pt x="8126" y="16200"/>
                    <a:pt x="7855" y="16200"/>
                  </a:cubicBezTo>
                  <a:moveTo>
                    <a:pt x="7855" y="14237"/>
                  </a:moveTo>
                  <a:cubicBezTo>
                    <a:pt x="7855" y="13966"/>
                    <a:pt x="7635" y="13745"/>
                    <a:pt x="7364" y="13745"/>
                  </a:cubicBezTo>
                  <a:cubicBezTo>
                    <a:pt x="7228" y="13745"/>
                    <a:pt x="7105" y="13801"/>
                    <a:pt x="7017" y="13889"/>
                  </a:cubicBezTo>
                  <a:lnTo>
                    <a:pt x="2107" y="18798"/>
                  </a:lnTo>
                  <a:cubicBezTo>
                    <a:pt x="2019" y="18888"/>
                    <a:pt x="1964" y="19011"/>
                    <a:pt x="1964" y="19145"/>
                  </a:cubicBezTo>
                  <a:cubicBezTo>
                    <a:pt x="1964" y="19417"/>
                    <a:pt x="2184" y="19636"/>
                    <a:pt x="2455" y="19636"/>
                  </a:cubicBezTo>
                  <a:cubicBezTo>
                    <a:pt x="2590" y="19636"/>
                    <a:pt x="2713" y="19582"/>
                    <a:pt x="2802" y="19493"/>
                  </a:cubicBezTo>
                  <a:lnTo>
                    <a:pt x="7711" y="14583"/>
                  </a:lnTo>
                  <a:cubicBezTo>
                    <a:pt x="7800" y="14495"/>
                    <a:pt x="7855" y="14372"/>
                    <a:pt x="7855" y="14237"/>
                  </a:cubicBezTo>
                  <a:moveTo>
                    <a:pt x="4765" y="14583"/>
                  </a:moveTo>
                  <a:lnTo>
                    <a:pt x="5256" y="14093"/>
                  </a:lnTo>
                  <a:cubicBezTo>
                    <a:pt x="5345" y="14004"/>
                    <a:pt x="5400" y="13881"/>
                    <a:pt x="5400" y="13745"/>
                  </a:cubicBezTo>
                  <a:cubicBezTo>
                    <a:pt x="5400" y="13475"/>
                    <a:pt x="5180" y="13255"/>
                    <a:pt x="4909" y="13255"/>
                  </a:cubicBezTo>
                  <a:cubicBezTo>
                    <a:pt x="4774" y="13255"/>
                    <a:pt x="4651" y="13310"/>
                    <a:pt x="4562" y="13398"/>
                  </a:cubicBezTo>
                  <a:lnTo>
                    <a:pt x="4071" y="13889"/>
                  </a:lnTo>
                  <a:cubicBezTo>
                    <a:pt x="3982" y="13979"/>
                    <a:pt x="3927" y="14101"/>
                    <a:pt x="3927" y="14237"/>
                  </a:cubicBezTo>
                  <a:cubicBezTo>
                    <a:pt x="3927" y="14507"/>
                    <a:pt x="4147" y="14727"/>
                    <a:pt x="4418" y="14727"/>
                  </a:cubicBezTo>
                  <a:cubicBezTo>
                    <a:pt x="4554" y="14727"/>
                    <a:pt x="4676" y="14673"/>
                    <a:pt x="4765" y="14583"/>
                  </a:cubicBezTo>
                </a:path>
              </a:pathLst>
            </a:custGeom>
            <a:solidFill>
              <a:schemeClr val="bg2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998" name="组合 15"/>
          <p:cNvGrpSpPr/>
          <p:nvPr/>
        </p:nvGrpSpPr>
        <p:grpSpPr>
          <a:xfrm>
            <a:off x="5228280" y="3308760"/>
            <a:ext cx="3372480" cy="342360"/>
            <a:chOff x="5228280" y="3308760"/>
            <a:chExt cx="3372480" cy="342360"/>
          </a:xfrm>
        </p:grpSpPr>
        <p:sp>
          <p:nvSpPr>
            <p:cNvPr id="999" name="椭圆 20"/>
            <p:cNvSpPr/>
            <p:nvPr/>
          </p:nvSpPr>
          <p:spPr>
            <a:xfrm>
              <a:off x="5228280" y="3333960"/>
              <a:ext cx="306000" cy="306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000" name="矩形 21"/>
            <p:cNvSpPr/>
            <p:nvPr/>
          </p:nvSpPr>
          <p:spPr>
            <a:xfrm>
              <a:off x="5640120" y="3308760"/>
              <a:ext cx="2960640" cy="342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rmAutofit fontScale="57000"/>
            </a:bodyPr>
            <a:p>
              <a:pPr>
                <a:lnSpc>
                  <a:spcPct val="130000"/>
                </a:lnSpc>
                <a:buNone/>
              </a:pPr>
              <a:r>
                <a:rPr b="0" lang="zh-CN" sz="11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此部分内容作为文字排版占位显示（建议使用主题字体）</a:t>
              </a:r>
              <a:br>
                <a:rPr sz="1100"/>
              </a:br>
              <a:r>
                <a:rPr b="0" lang="zh-CN" sz="11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如需更改请在（设置形状格式）菜单下（文本选项）中调整</a:t>
              </a:r>
              <a:endParaRPr b="0" lang="en-HK" sz="1100" spc="-1" strike="noStrike">
                <a:latin typeface="Arial"/>
              </a:endParaRPr>
            </a:p>
          </p:txBody>
        </p:sp>
        <p:sp>
          <p:nvSpPr>
            <p:cNvPr id="1001" name="任意多边形: 形状 22"/>
            <p:cNvSpPr/>
            <p:nvPr/>
          </p:nvSpPr>
          <p:spPr>
            <a:xfrm>
              <a:off x="5291280" y="3407040"/>
              <a:ext cx="176400" cy="160200"/>
            </a:xfrm>
            <a:custGeom>
              <a:avLst/>
              <a:gdLst/>
              <a:ahLst/>
              <a:rect l="l" t="t" r="r" b="b"/>
              <a:pathLst>
                <a:path w="21600" h="21144">
                  <a:moveTo>
                    <a:pt x="20618" y="7406"/>
                  </a:moveTo>
                  <a:lnTo>
                    <a:pt x="13580" y="7406"/>
                  </a:lnTo>
                  <a:cubicBezTo>
                    <a:pt x="13156" y="6803"/>
                    <a:pt x="12718" y="6095"/>
                    <a:pt x="12319" y="5293"/>
                  </a:cubicBezTo>
                  <a:lnTo>
                    <a:pt x="20618" y="5293"/>
                  </a:lnTo>
                  <a:cubicBezTo>
                    <a:pt x="20618" y="5293"/>
                    <a:pt x="20618" y="7406"/>
                    <a:pt x="20618" y="7406"/>
                  </a:cubicBezTo>
                  <a:close/>
                  <a:moveTo>
                    <a:pt x="19636" y="13747"/>
                  </a:moveTo>
                  <a:lnTo>
                    <a:pt x="11291" y="13747"/>
                  </a:lnTo>
                  <a:lnTo>
                    <a:pt x="11291" y="8463"/>
                  </a:lnTo>
                  <a:lnTo>
                    <a:pt x="13090" y="8463"/>
                  </a:lnTo>
                  <a:cubicBezTo>
                    <a:pt x="14022" y="9712"/>
                    <a:pt x="14815" y="10437"/>
                    <a:pt x="14882" y="10497"/>
                  </a:cubicBezTo>
                  <a:cubicBezTo>
                    <a:pt x="15009" y="10610"/>
                    <a:pt x="15174" y="10644"/>
                    <a:pt x="15323" y="10601"/>
                  </a:cubicBezTo>
                  <a:cubicBezTo>
                    <a:pt x="15418" y="10574"/>
                    <a:pt x="15505" y="10516"/>
                    <a:pt x="15573" y="10429"/>
                  </a:cubicBezTo>
                  <a:cubicBezTo>
                    <a:pt x="15746" y="10205"/>
                    <a:pt x="15718" y="9871"/>
                    <a:pt x="15510" y="9684"/>
                  </a:cubicBezTo>
                  <a:cubicBezTo>
                    <a:pt x="15498" y="9674"/>
                    <a:pt x="15023" y="9238"/>
                    <a:pt x="14383" y="8463"/>
                  </a:cubicBezTo>
                  <a:lnTo>
                    <a:pt x="19636" y="8463"/>
                  </a:lnTo>
                  <a:cubicBezTo>
                    <a:pt x="19636" y="8463"/>
                    <a:pt x="19636" y="13747"/>
                    <a:pt x="19636" y="13747"/>
                  </a:cubicBezTo>
                  <a:close/>
                  <a:moveTo>
                    <a:pt x="19636" y="20087"/>
                  </a:moveTo>
                  <a:lnTo>
                    <a:pt x="11291" y="20087"/>
                  </a:lnTo>
                  <a:lnTo>
                    <a:pt x="11291" y="14803"/>
                  </a:lnTo>
                  <a:lnTo>
                    <a:pt x="19636" y="14803"/>
                  </a:lnTo>
                  <a:cubicBezTo>
                    <a:pt x="19636" y="14803"/>
                    <a:pt x="19636" y="20087"/>
                    <a:pt x="19636" y="20087"/>
                  </a:cubicBezTo>
                  <a:close/>
                  <a:moveTo>
                    <a:pt x="11291" y="5461"/>
                  </a:moveTo>
                  <a:cubicBezTo>
                    <a:pt x="11626" y="6178"/>
                    <a:pt x="11991" y="6828"/>
                    <a:pt x="12360" y="7406"/>
                  </a:cubicBezTo>
                  <a:lnTo>
                    <a:pt x="11291" y="7406"/>
                  </a:lnTo>
                  <a:cubicBezTo>
                    <a:pt x="11291" y="7406"/>
                    <a:pt x="11291" y="5461"/>
                    <a:pt x="11291" y="5461"/>
                  </a:cubicBezTo>
                  <a:close/>
                  <a:moveTo>
                    <a:pt x="12871" y="1481"/>
                  </a:moveTo>
                  <a:cubicBezTo>
                    <a:pt x="14045" y="751"/>
                    <a:pt x="15436" y="979"/>
                    <a:pt x="15979" y="1990"/>
                  </a:cubicBezTo>
                  <a:cubicBezTo>
                    <a:pt x="16343" y="2668"/>
                    <a:pt x="16223" y="3523"/>
                    <a:pt x="15755" y="4236"/>
                  </a:cubicBezTo>
                  <a:lnTo>
                    <a:pt x="11845" y="4236"/>
                  </a:lnTo>
                  <a:cubicBezTo>
                    <a:pt x="11740" y="3975"/>
                    <a:pt x="11641" y="3708"/>
                    <a:pt x="11550" y="3432"/>
                  </a:cubicBezTo>
                  <a:cubicBezTo>
                    <a:pt x="11653" y="2691"/>
                    <a:pt x="12120" y="1947"/>
                    <a:pt x="12871" y="1481"/>
                  </a:cubicBezTo>
                  <a:moveTo>
                    <a:pt x="10309" y="7406"/>
                  </a:moveTo>
                  <a:lnTo>
                    <a:pt x="9224" y="7406"/>
                  </a:lnTo>
                  <a:cubicBezTo>
                    <a:pt x="9600" y="6819"/>
                    <a:pt x="9970" y="6158"/>
                    <a:pt x="10309" y="5429"/>
                  </a:cubicBezTo>
                  <a:cubicBezTo>
                    <a:pt x="10309" y="5429"/>
                    <a:pt x="10309" y="7406"/>
                    <a:pt x="10309" y="7406"/>
                  </a:cubicBezTo>
                  <a:close/>
                  <a:moveTo>
                    <a:pt x="10309" y="13747"/>
                  </a:moveTo>
                  <a:lnTo>
                    <a:pt x="1964" y="13747"/>
                  </a:lnTo>
                  <a:lnTo>
                    <a:pt x="1964" y="8463"/>
                  </a:lnTo>
                  <a:lnTo>
                    <a:pt x="7202" y="8463"/>
                  </a:lnTo>
                  <a:cubicBezTo>
                    <a:pt x="6563" y="9238"/>
                    <a:pt x="6087" y="9674"/>
                    <a:pt x="6075" y="9684"/>
                  </a:cubicBezTo>
                  <a:cubicBezTo>
                    <a:pt x="5867" y="9871"/>
                    <a:pt x="5839" y="10205"/>
                    <a:pt x="6012" y="10429"/>
                  </a:cubicBezTo>
                  <a:cubicBezTo>
                    <a:pt x="6080" y="10516"/>
                    <a:pt x="6167" y="10574"/>
                    <a:pt x="6261" y="10601"/>
                  </a:cubicBezTo>
                  <a:cubicBezTo>
                    <a:pt x="6411" y="10644"/>
                    <a:pt x="6575" y="10610"/>
                    <a:pt x="6703" y="10497"/>
                  </a:cubicBezTo>
                  <a:cubicBezTo>
                    <a:pt x="6770" y="10437"/>
                    <a:pt x="7563" y="9712"/>
                    <a:pt x="8495" y="8463"/>
                  </a:cubicBezTo>
                  <a:lnTo>
                    <a:pt x="10309" y="8463"/>
                  </a:lnTo>
                  <a:cubicBezTo>
                    <a:pt x="10309" y="8463"/>
                    <a:pt x="10309" y="13747"/>
                    <a:pt x="10309" y="13747"/>
                  </a:cubicBezTo>
                  <a:close/>
                  <a:moveTo>
                    <a:pt x="10309" y="20087"/>
                  </a:moveTo>
                  <a:lnTo>
                    <a:pt x="1964" y="20087"/>
                  </a:lnTo>
                  <a:lnTo>
                    <a:pt x="1964" y="14803"/>
                  </a:lnTo>
                  <a:lnTo>
                    <a:pt x="10309" y="14803"/>
                  </a:lnTo>
                  <a:cubicBezTo>
                    <a:pt x="10309" y="14803"/>
                    <a:pt x="10309" y="20087"/>
                    <a:pt x="10309" y="20087"/>
                  </a:cubicBezTo>
                  <a:close/>
                  <a:moveTo>
                    <a:pt x="982" y="7406"/>
                  </a:moveTo>
                  <a:lnTo>
                    <a:pt x="982" y="5293"/>
                  </a:lnTo>
                  <a:lnTo>
                    <a:pt x="9266" y="5293"/>
                  </a:lnTo>
                  <a:cubicBezTo>
                    <a:pt x="8867" y="6095"/>
                    <a:pt x="8429" y="6803"/>
                    <a:pt x="8005" y="7406"/>
                  </a:cubicBezTo>
                  <a:cubicBezTo>
                    <a:pt x="8005" y="7406"/>
                    <a:pt x="982" y="7406"/>
                    <a:pt x="982" y="7406"/>
                  </a:cubicBezTo>
                  <a:close/>
                  <a:moveTo>
                    <a:pt x="5606" y="1990"/>
                  </a:moveTo>
                  <a:cubicBezTo>
                    <a:pt x="6148" y="980"/>
                    <a:pt x="7540" y="751"/>
                    <a:pt x="8714" y="1481"/>
                  </a:cubicBezTo>
                  <a:cubicBezTo>
                    <a:pt x="9465" y="1948"/>
                    <a:pt x="9931" y="2692"/>
                    <a:pt x="10035" y="3433"/>
                  </a:cubicBezTo>
                  <a:cubicBezTo>
                    <a:pt x="9944" y="3708"/>
                    <a:pt x="9845" y="3975"/>
                    <a:pt x="9740" y="4236"/>
                  </a:cubicBezTo>
                  <a:lnTo>
                    <a:pt x="5830" y="4236"/>
                  </a:lnTo>
                  <a:cubicBezTo>
                    <a:pt x="5362" y="3523"/>
                    <a:pt x="5242" y="2668"/>
                    <a:pt x="5606" y="1990"/>
                  </a:cubicBezTo>
                  <a:moveTo>
                    <a:pt x="20618" y="4236"/>
                  </a:moveTo>
                  <a:lnTo>
                    <a:pt x="16874" y="4236"/>
                  </a:lnTo>
                  <a:cubicBezTo>
                    <a:pt x="17259" y="3325"/>
                    <a:pt x="17284" y="2310"/>
                    <a:pt x="16829" y="1461"/>
                  </a:cubicBezTo>
                  <a:cubicBezTo>
                    <a:pt x="16015" y="-54"/>
                    <a:pt x="14024" y="-456"/>
                    <a:pt x="12380" y="565"/>
                  </a:cubicBezTo>
                  <a:cubicBezTo>
                    <a:pt x="11747" y="959"/>
                    <a:pt x="11277" y="1511"/>
                    <a:pt x="10965" y="2122"/>
                  </a:cubicBezTo>
                  <a:cubicBezTo>
                    <a:pt x="10949" y="2115"/>
                    <a:pt x="10937" y="2103"/>
                    <a:pt x="10920" y="2098"/>
                  </a:cubicBezTo>
                  <a:cubicBezTo>
                    <a:pt x="10909" y="2095"/>
                    <a:pt x="10899" y="2097"/>
                    <a:pt x="10888" y="2095"/>
                  </a:cubicBezTo>
                  <a:cubicBezTo>
                    <a:pt x="10861" y="2089"/>
                    <a:pt x="10834" y="2089"/>
                    <a:pt x="10806" y="2088"/>
                  </a:cubicBezTo>
                  <a:cubicBezTo>
                    <a:pt x="10782" y="2089"/>
                    <a:pt x="10759" y="2089"/>
                    <a:pt x="10735" y="2093"/>
                  </a:cubicBezTo>
                  <a:cubicBezTo>
                    <a:pt x="10712" y="2096"/>
                    <a:pt x="10689" y="2090"/>
                    <a:pt x="10665" y="2098"/>
                  </a:cubicBezTo>
                  <a:cubicBezTo>
                    <a:pt x="10648" y="2103"/>
                    <a:pt x="10636" y="2115"/>
                    <a:pt x="10620" y="2122"/>
                  </a:cubicBezTo>
                  <a:cubicBezTo>
                    <a:pt x="10307" y="1511"/>
                    <a:pt x="9837" y="959"/>
                    <a:pt x="9205" y="566"/>
                  </a:cubicBezTo>
                  <a:cubicBezTo>
                    <a:pt x="7561" y="-456"/>
                    <a:pt x="5569" y="-54"/>
                    <a:pt x="4755" y="1461"/>
                  </a:cubicBezTo>
                  <a:cubicBezTo>
                    <a:pt x="4301" y="2310"/>
                    <a:pt x="4325" y="3325"/>
                    <a:pt x="4711" y="4236"/>
                  </a:cubicBezTo>
                  <a:lnTo>
                    <a:pt x="982" y="4236"/>
                  </a:lnTo>
                  <a:cubicBezTo>
                    <a:pt x="440" y="4236"/>
                    <a:pt x="0" y="4709"/>
                    <a:pt x="0" y="5293"/>
                  </a:cubicBezTo>
                  <a:lnTo>
                    <a:pt x="0" y="7406"/>
                  </a:lnTo>
                  <a:cubicBezTo>
                    <a:pt x="0" y="7990"/>
                    <a:pt x="440" y="8463"/>
                    <a:pt x="982" y="8463"/>
                  </a:cubicBezTo>
                  <a:lnTo>
                    <a:pt x="982" y="20087"/>
                  </a:lnTo>
                  <a:cubicBezTo>
                    <a:pt x="982" y="20671"/>
                    <a:pt x="1422" y="21144"/>
                    <a:pt x="1964" y="21144"/>
                  </a:cubicBezTo>
                  <a:lnTo>
                    <a:pt x="19636" y="21144"/>
                  </a:lnTo>
                  <a:cubicBezTo>
                    <a:pt x="20178" y="21144"/>
                    <a:pt x="20618" y="20671"/>
                    <a:pt x="20618" y="20087"/>
                  </a:cubicBezTo>
                  <a:lnTo>
                    <a:pt x="20618" y="8463"/>
                  </a:lnTo>
                  <a:cubicBezTo>
                    <a:pt x="21160" y="8463"/>
                    <a:pt x="21600" y="7990"/>
                    <a:pt x="21600" y="7406"/>
                  </a:cubicBezTo>
                  <a:lnTo>
                    <a:pt x="21600" y="5293"/>
                  </a:lnTo>
                  <a:cubicBezTo>
                    <a:pt x="21600" y="4709"/>
                    <a:pt x="21160" y="4236"/>
                    <a:pt x="20618" y="4236"/>
                  </a:cubicBezTo>
                </a:path>
              </a:pathLst>
            </a:custGeom>
            <a:solidFill>
              <a:schemeClr val="bg2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002" name="组合 16"/>
          <p:cNvGrpSpPr/>
          <p:nvPr/>
        </p:nvGrpSpPr>
        <p:grpSpPr>
          <a:xfrm>
            <a:off x="5228280" y="2725560"/>
            <a:ext cx="3372480" cy="342360"/>
            <a:chOff x="5228280" y="2725560"/>
            <a:chExt cx="3372480" cy="342360"/>
          </a:xfrm>
        </p:grpSpPr>
        <p:sp>
          <p:nvSpPr>
            <p:cNvPr id="1003" name="椭圆 17"/>
            <p:cNvSpPr/>
            <p:nvPr/>
          </p:nvSpPr>
          <p:spPr>
            <a:xfrm>
              <a:off x="5228280" y="2750760"/>
              <a:ext cx="306000" cy="306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004" name="矩形 18"/>
            <p:cNvSpPr/>
            <p:nvPr/>
          </p:nvSpPr>
          <p:spPr>
            <a:xfrm>
              <a:off x="5640120" y="2725560"/>
              <a:ext cx="2960640" cy="342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rmAutofit fontScale="57000"/>
            </a:bodyPr>
            <a:p>
              <a:pPr>
                <a:lnSpc>
                  <a:spcPct val="130000"/>
                </a:lnSpc>
                <a:buNone/>
              </a:pPr>
              <a:r>
                <a:rPr b="0" lang="zh-CN" sz="11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此部分内容作为文字排版占位显示（建议使用主题字体）</a:t>
              </a:r>
              <a:br>
                <a:rPr sz="1100"/>
              </a:br>
              <a:r>
                <a:rPr b="0" lang="zh-CN" sz="11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如需更改请在（设置形状格式）菜单下（文本选项）中调整</a:t>
              </a:r>
              <a:endParaRPr b="0" lang="en-HK" sz="1100" spc="-1" strike="noStrike">
                <a:latin typeface="Arial"/>
              </a:endParaRPr>
            </a:p>
          </p:txBody>
        </p:sp>
        <p:sp>
          <p:nvSpPr>
            <p:cNvPr id="1005" name="任意多边形: 形状 19"/>
            <p:cNvSpPr/>
            <p:nvPr/>
          </p:nvSpPr>
          <p:spPr>
            <a:xfrm>
              <a:off x="5291280" y="2815560"/>
              <a:ext cx="176400" cy="1764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9579" y="17044"/>
                  </a:moveTo>
                  <a:cubicBezTo>
                    <a:pt x="9428" y="17174"/>
                    <a:pt x="9252" y="17274"/>
                    <a:pt x="9050" y="17344"/>
                  </a:cubicBezTo>
                  <a:cubicBezTo>
                    <a:pt x="8849" y="17415"/>
                    <a:pt x="8636" y="17450"/>
                    <a:pt x="8413" y="17450"/>
                  </a:cubicBezTo>
                  <a:cubicBezTo>
                    <a:pt x="7887" y="17450"/>
                    <a:pt x="7488" y="17288"/>
                    <a:pt x="7214" y="16966"/>
                  </a:cubicBezTo>
                  <a:cubicBezTo>
                    <a:pt x="6941" y="16644"/>
                    <a:pt x="6797" y="16226"/>
                    <a:pt x="6782" y="15715"/>
                  </a:cubicBezTo>
                  <a:lnTo>
                    <a:pt x="5864" y="15715"/>
                  </a:lnTo>
                  <a:cubicBezTo>
                    <a:pt x="5857" y="16122"/>
                    <a:pt x="5913" y="16486"/>
                    <a:pt x="6032" y="16805"/>
                  </a:cubicBezTo>
                  <a:cubicBezTo>
                    <a:pt x="6151" y="17123"/>
                    <a:pt x="6321" y="17393"/>
                    <a:pt x="6545" y="17611"/>
                  </a:cubicBezTo>
                  <a:cubicBezTo>
                    <a:pt x="6767" y="17830"/>
                    <a:pt x="7038" y="17995"/>
                    <a:pt x="7355" y="18106"/>
                  </a:cubicBezTo>
                  <a:cubicBezTo>
                    <a:pt x="7671" y="18218"/>
                    <a:pt x="8024" y="18273"/>
                    <a:pt x="8413" y="18273"/>
                  </a:cubicBezTo>
                  <a:cubicBezTo>
                    <a:pt x="8773" y="18273"/>
                    <a:pt x="9113" y="18223"/>
                    <a:pt x="9434" y="18123"/>
                  </a:cubicBezTo>
                  <a:cubicBezTo>
                    <a:pt x="9754" y="18023"/>
                    <a:pt x="10033" y="17873"/>
                    <a:pt x="10271" y="17672"/>
                  </a:cubicBezTo>
                  <a:cubicBezTo>
                    <a:pt x="10509" y="17472"/>
                    <a:pt x="10697" y="17222"/>
                    <a:pt x="10837" y="16922"/>
                  </a:cubicBezTo>
                  <a:cubicBezTo>
                    <a:pt x="10978" y="16621"/>
                    <a:pt x="11048" y="16275"/>
                    <a:pt x="11048" y="15881"/>
                  </a:cubicBezTo>
                  <a:cubicBezTo>
                    <a:pt x="11048" y="15407"/>
                    <a:pt x="10935" y="14995"/>
                    <a:pt x="10708" y="14646"/>
                  </a:cubicBezTo>
                  <a:cubicBezTo>
                    <a:pt x="10481" y="14298"/>
                    <a:pt x="10134" y="14072"/>
                    <a:pt x="9666" y="13968"/>
                  </a:cubicBezTo>
                  <a:lnTo>
                    <a:pt x="9666" y="13946"/>
                  </a:lnTo>
                  <a:cubicBezTo>
                    <a:pt x="9968" y="13805"/>
                    <a:pt x="10220" y="13597"/>
                    <a:pt x="10422" y="13323"/>
                  </a:cubicBezTo>
                  <a:cubicBezTo>
                    <a:pt x="10624" y="13048"/>
                    <a:pt x="10724" y="12734"/>
                    <a:pt x="10724" y="12377"/>
                  </a:cubicBezTo>
                  <a:cubicBezTo>
                    <a:pt x="10724" y="12014"/>
                    <a:pt x="10665" y="11698"/>
                    <a:pt x="10546" y="11432"/>
                  </a:cubicBezTo>
                  <a:cubicBezTo>
                    <a:pt x="10427" y="11165"/>
                    <a:pt x="10263" y="10946"/>
                    <a:pt x="10055" y="10776"/>
                  </a:cubicBezTo>
                  <a:cubicBezTo>
                    <a:pt x="9846" y="10605"/>
                    <a:pt x="9599" y="10477"/>
                    <a:pt x="9315" y="10392"/>
                  </a:cubicBezTo>
                  <a:cubicBezTo>
                    <a:pt x="9030" y="10306"/>
                    <a:pt x="8722" y="10264"/>
                    <a:pt x="8391" y="10264"/>
                  </a:cubicBezTo>
                  <a:cubicBezTo>
                    <a:pt x="8010" y="10264"/>
                    <a:pt x="7673" y="10326"/>
                    <a:pt x="7382" y="10453"/>
                  </a:cubicBezTo>
                  <a:cubicBezTo>
                    <a:pt x="7090" y="10579"/>
                    <a:pt x="6847" y="10753"/>
                    <a:pt x="6653" y="10976"/>
                  </a:cubicBezTo>
                  <a:cubicBezTo>
                    <a:pt x="6459" y="11198"/>
                    <a:pt x="6309" y="11466"/>
                    <a:pt x="6204" y="11777"/>
                  </a:cubicBezTo>
                  <a:cubicBezTo>
                    <a:pt x="6100" y="12088"/>
                    <a:pt x="6040" y="12433"/>
                    <a:pt x="6026" y="12811"/>
                  </a:cubicBezTo>
                  <a:lnTo>
                    <a:pt x="6944" y="12811"/>
                  </a:lnTo>
                  <a:cubicBezTo>
                    <a:pt x="6944" y="12581"/>
                    <a:pt x="6972" y="12363"/>
                    <a:pt x="7031" y="12155"/>
                  </a:cubicBezTo>
                  <a:cubicBezTo>
                    <a:pt x="7088" y="11947"/>
                    <a:pt x="7177" y="11766"/>
                    <a:pt x="7296" y="11610"/>
                  </a:cubicBezTo>
                  <a:cubicBezTo>
                    <a:pt x="7414" y="11454"/>
                    <a:pt x="7565" y="11330"/>
                    <a:pt x="7749" y="11237"/>
                  </a:cubicBezTo>
                  <a:cubicBezTo>
                    <a:pt x="7932" y="11144"/>
                    <a:pt x="8147" y="11098"/>
                    <a:pt x="8391" y="11098"/>
                  </a:cubicBezTo>
                  <a:cubicBezTo>
                    <a:pt x="8780" y="11098"/>
                    <a:pt x="9104" y="11204"/>
                    <a:pt x="9364" y="11415"/>
                  </a:cubicBezTo>
                  <a:cubicBezTo>
                    <a:pt x="9623" y="11627"/>
                    <a:pt x="9752" y="11943"/>
                    <a:pt x="9752" y="12366"/>
                  </a:cubicBezTo>
                  <a:cubicBezTo>
                    <a:pt x="9752" y="12574"/>
                    <a:pt x="9713" y="12759"/>
                    <a:pt x="9634" y="12922"/>
                  </a:cubicBezTo>
                  <a:cubicBezTo>
                    <a:pt x="9554" y="13086"/>
                    <a:pt x="9448" y="13221"/>
                    <a:pt x="9315" y="13329"/>
                  </a:cubicBezTo>
                  <a:cubicBezTo>
                    <a:pt x="9182" y="13436"/>
                    <a:pt x="9027" y="13517"/>
                    <a:pt x="8851" y="13574"/>
                  </a:cubicBezTo>
                  <a:cubicBezTo>
                    <a:pt x="8674" y="13629"/>
                    <a:pt x="8488" y="13657"/>
                    <a:pt x="8294" y="13657"/>
                  </a:cubicBezTo>
                  <a:lnTo>
                    <a:pt x="7992" y="13657"/>
                  </a:lnTo>
                  <a:cubicBezTo>
                    <a:pt x="7963" y="13657"/>
                    <a:pt x="7930" y="13653"/>
                    <a:pt x="7895" y="13645"/>
                  </a:cubicBezTo>
                  <a:lnTo>
                    <a:pt x="7895" y="14447"/>
                  </a:lnTo>
                  <a:cubicBezTo>
                    <a:pt x="8067" y="14424"/>
                    <a:pt x="8251" y="14413"/>
                    <a:pt x="8445" y="14413"/>
                  </a:cubicBezTo>
                  <a:cubicBezTo>
                    <a:pt x="8676" y="14413"/>
                    <a:pt x="8890" y="14444"/>
                    <a:pt x="9088" y="14507"/>
                  </a:cubicBezTo>
                  <a:cubicBezTo>
                    <a:pt x="9286" y="14571"/>
                    <a:pt x="9457" y="14667"/>
                    <a:pt x="9601" y="14797"/>
                  </a:cubicBezTo>
                  <a:cubicBezTo>
                    <a:pt x="9745" y="14927"/>
                    <a:pt x="9860" y="15086"/>
                    <a:pt x="9947" y="15275"/>
                  </a:cubicBezTo>
                  <a:cubicBezTo>
                    <a:pt x="10033" y="15464"/>
                    <a:pt x="10076" y="15682"/>
                    <a:pt x="10076" y="15926"/>
                  </a:cubicBezTo>
                  <a:cubicBezTo>
                    <a:pt x="10076" y="16163"/>
                    <a:pt x="10031" y="16377"/>
                    <a:pt x="9941" y="16565"/>
                  </a:cubicBezTo>
                  <a:cubicBezTo>
                    <a:pt x="9851" y="16754"/>
                    <a:pt x="9731" y="16914"/>
                    <a:pt x="9579" y="17044"/>
                  </a:cubicBezTo>
                  <a:moveTo>
                    <a:pt x="14257" y="18151"/>
                  </a:moveTo>
                  <a:lnTo>
                    <a:pt x="15175" y="18151"/>
                  </a:lnTo>
                  <a:lnTo>
                    <a:pt x="15175" y="10264"/>
                  </a:lnTo>
                  <a:lnTo>
                    <a:pt x="14473" y="10264"/>
                  </a:lnTo>
                  <a:cubicBezTo>
                    <a:pt x="14422" y="10561"/>
                    <a:pt x="14329" y="10805"/>
                    <a:pt x="14192" y="10998"/>
                  </a:cubicBezTo>
                  <a:cubicBezTo>
                    <a:pt x="14055" y="11191"/>
                    <a:pt x="13888" y="11343"/>
                    <a:pt x="13690" y="11454"/>
                  </a:cubicBezTo>
                  <a:cubicBezTo>
                    <a:pt x="13492" y="11565"/>
                    <a:pt x="13271" y="11641"/>
                    <a:pt x="13026" y="11682"/>
                  </a:cubicBezTo>
                  <a:cubicBezTo>
                    <a:pt x="12781" y="11723"/>
                    <a:pt x="12529" y="11743"/>
                    <a:pt x="12270" y="11743"/>
                  </a:cubicBezTo>
                  <a:lnTo>
                    <a:pt x="12270" y="12499"/>
                  </a:lnTo>
                  <a:lnTo>
                    <a:pt x="14257" y="12499"/>
                  </a:lnTo>
                  <a:cubicBezTo>
                    <a:pt x="14257" y="12499"/>
                    <a:pt x="14257" y="18151"/>
                    <a:pt x="14257" y="18151"/>
                  </a:cubicBezTo>
                  <a:close/>
                  <a:moveTo>
                    <a:pt x="20618" y="6873"/>
                  </a:moveTo>
                  <a:lnTo>
                    <a:pt x="982" y="6873"/>
                  </a:lnTo>
                  <a:lnTo>
                    <a:pt x="982" y="3928"/>
                  </a:lnTo>
                  <a:cubicBezTo>
                    <a:pt x="982" y="3385"/>
                    <a:pt x="1421" y="2945"/>
                    <a:pt x="1964" y="2945"/>
                  </a:cubicBezTo>
                  <a:lnTo>
                    <a:pt x="3927" y="2945"/>
                  </a:lnTo>
                  <a:lnTo>
                    <a:pt x="3927" y="4418"/>
                  </a:lnTo>
                  <a:cubicBezTo>
                    <a:pt x="3927" y="4690"/>
                    <a:pt x="4147" y="4909"/>
                    <a:pt x="4418" y="4909"/>
                  </a:cubicBezTo>
                  <a:cubicBezTo>
                    <a:pt x="4690" y="4909"/>
                    <a:pt x="4909" y="4690"/>
                    <a:pt x="4909" y="4418"/>
                  </a:cubicBezTo>
                  <a:lnTo>
                    <a:pt x="4909" y="2945"/>
                  </a:lnTo>
                  <a:lnTo>
                    <a:pt x="16691" y="2945"/>
                  </a:lnTo>
                  <a:lnTo>
                    <a:pt x="16691" y="4418"/>
                  </a:lnTo>
                  <a:cubicBezTo>
                    <a:pt x="16691" y="4690"/>
                    <a:pt x="16910" y="4909"/>
                    <a:pt x="17182" y="4909"/>
                  </a:cubicBezTo>
                  <a:cubicBezTo>
                    <a:pt x="17453" y="4909"/>
                    <a:pt x="17673" y="4690"/>
                    <a:pt x="17673" y="4418"/>
                  </a:cubicBezTo>
                  <a:lnTo>
                    <a:pt x="17673" y="2945"/>
                  </a:lnTo>
                  <a:lnTo>
                    <a:pt x="19636" y="2945"/>
                  </a:lnTo>
                  <a:cubicBezTo>
                    <a:pt x="20179" y="2945"/>
                    <a:pt x="20618" y="3385"/>
                    <a:pt x="20618" y="3928"/>
                  </a:cubicBezTo>
                  <a:cubicBezTo>
                    <a:pt x="20618" y="3928"/>
                    <a:pt x="20618" y="6873"/>
                    <a:pt x="20618" y="6873"/>
                  </a:cubicBezTo>
                  <a:close/>
                  <a:moveTo>
                    <a:pt x="20618" y="19636"/>
                  </a:moveTo>
                  <a:cubicBezTo>
                    <a:pt x="20618" y="20179"/>
                    <a:pt x="20179" y="20618"/>
                    <a:pt x="19636" y="20618"/>
                  </a:cubicBezTo>
                  <a:lnTo>
                    <a:pt x="1964" y="20618"/>
                  </a:lnTo>
                  <a:cubicBezTo>
                    <a:pt x="1421" y="20618"/>
                    <a:pt x="982" y="20179"/>
                    <a:pt x="982" y="19636"/>
                  </a:cubicBezTo>
                  <a:lnTo>
                    <a:pt x="982" y="7855"/>
                  </a:lnTo>
                  <a:lnTo>
                    <a:pt x="20618" y="7855"/>
                  </a:lnTo>
                  <a:cubicBezTo>
                    <a:pt x="20618" y="7855"/>
                    <a:pt x="20618" y="19636"/>
                    <a:pt x="20618" y="19636"/>
                  </a:cubicBezTo>
                  <a:close/>
                  <a:moveTo>
                    <a:pt x="19636" y="1964"/>
                  </a:moveTo>
                  <a:lnTo>
                    <a:pt x="17673" y="1964"/>
                  </a:lnTo>
                  <a:lnTo>
                    <a:pt x="17673" y="491"/>
                  </a:lnTo>
                  <a:cubicBezTo>
                    <a:pt x="17673" y="220"/>
                    <a:pt x="17453" y="0"/>
                    <a:pt x="17182" y="0"/>
                  </a:cubicBezTo>
                  <a:cubicBezTo>
                    <a:pt x="16910" y="0"/>
                    <a:pt x="16691" y="220"/>
                    <a:pt x="16691" y="491"/>
                  </a:cubicBezTo>
                  <a:lnTo>
                    <a:pt x="16691" y="1964"/>
                  </a:lnTo>
                  <a:lnTo>
                    <a:pt x="4909" y="1964"/>
                  </a:lnTo>
                  <a:lnTo>
                    <a:pt x="4909" y="491"/>
                  </a:lnTo>
                  <a:cubicBezTo>
                    <a:pt x="4909" y="220"/>
                    <a:pt x="4690" y="0"/>
                    <a:pt x="4418" y="0"/>
                  </a:cubicBezTo>
                  <a:cubicBezTo>
                    <a:pt x="4147" y="0"/>
                    <a:pt x="3927" y="220"/>
                    <a:pt x="3927" y="491"/>
                  </a:cubicBezTo>
                  <a:lnTo>
                    <a:pt x="3927" y="1964"/>
                  </a:lnTo>
                  <a:lnTo>
                    <a:pt x="1964" y="1964"/>
                  </a:lnTo>
                  <a:cubicBezTo>
                    <a:pt x="879" y="1964"/>
                    <a:pt x="0" y="2843"/>
                    <a:pt x="0" y="3928"/>
                  </a:cubicBezTo>
                  <a:lnTo>
                    <a:pt x="0" y="19636"/>
                  </a:lnTo>
                  <a:cubicBezTo>
                    <a:pt x="0" y="20721"/>
                    <a:pt x="879" y="21600"/>
                    <a:pt x="1964" y="21600"/>
                  </a:cubicBezTo>
                  <a:lnTo>
                    <a:pt x="19636" y="21600"/>
                  </a:lnTo>
                  <a:cubicBezTo>
                    <a:pt x="20721" y="21600"/>
                    <a:pt x="21600" y="20721"/>
                    <a:pt x="21600" y="19636"/>
                  </a:cubicBezTo>
                  <a:lnTo>
                    <a:pt x="21600" y="3928"/>
                  </a:lnTo>
                  <a:cubicBezTo>
                    <a:pt x="21600" y="2843"/>
                    <a:pt x="20721" y="1964"/>
                    <a:pt x="19636" y="1964"/>
                  </a:cubicBezTo>
                </a:path>
              </a:pathLst>
            </a:custGeom>
            <a:solidFill>
              <a:schemeClr val="bg2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006" name="组合 33"/>
          <p:cNvGrpSpPr/>
          <p:nvPr/>
        </p:nvGrpSpPr>
        <p:grpSpPr>
          <a:xfrm>
            <a:off x="323640" y="0"/>
            <a:ext cx="2084040" cy="574200"/>
            <a:chOff x="323640" y="0"/>
            <a:chExt cx="2084040" cy="574200"/>
          </a:xfrm>
        </p:grpSpPr>
        <p:sp>
          <p:nvSpPr>
            <p:cNvPr id="1007" name="TextBox 86"/>
            <p:cNvSpPr/>
            <p:nvPr/>
          </p:nvSpPr>
          <p:spPr>
            <a:xfrm>
              <a:off x="576360" y="58320"/>
              <a:ext cx="183132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zh-CN" sz="24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请输入标题</a:t>
              </a:r>
              <a:endParaRPr b="0" lang="en-HK" sz="2400" spc="-1" strike="noStrike">
                <a:latin typeface="Arial"/>
              </a:endParaRPr>
            </a:p>
          </p:txBody>
        </p:sp>
        <p:sp>
          <p:nvSpPr>
            <p:cNvPr id="1008" name="矩形 35"/>
            <p:cNvSpPr/>
            <p:nvPr/>
          </p:nvSpPr>
          <p:spPr>
            <a:xfrm>
              <a:off x="323640" y="0"/>
              <a:ext cx="212040" cy="5742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</p:spTree>
  </p:cSld>
  <p:transition spd="med">
    <p:pull dir="r"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9" name="组合 3"/>
          <p:cNvGrpSpPr/>
          <p:nvPr/>
        </p:nvGrpSpPr>
        <p:grpSpPr>
          <a:xfrm>
            <a:off x="1488960" y="1101960"/>
            <a:ext cx="2892600" cy="1683720"/>
            <a:chOff x="1488960" y="1101960"/>
            <a:chExt cx="2892600" cy="1683720"/>
          </a:xfrm>
        </p:grpSpPr>
        <p:grpSp>
          <p:nvGrpSpPr>
            <p:cNvPr id="1010" name="组合 23"/>
            <p:cNvGrpSpPr/>
            <p:nvPr/>
          </p:nvGrpSpPr>
          <p:grpSpPr>
            <a:xfrm>
              <a:off x="1488960" y="1101960"/>
              <a:ext cx="2892600" cy="1683720"/>
              <a:chOff x="1488960" y="1101960"/>
              <a:chExt cx="2892600" cy="1683720"/>
            </a:xfrm>
          </p:grpSpPr>
          <p:sp>
            <p:nvSpPr>
              <p:cNvPr id="1011" name="矩形 27"/>
              <p:cNvSpPr/>
              <p:nvPr/>
            </p:nvSpPr>
            <p:spPr>
              <a:xfrm>
                <a:off x="1488960" y="1180080"/>
                <a:ext cx="2892600" cy="1605600"/>
              </a:xfrm>
              <a:prstGeom prst="rect">
                <a:avLst/>
              </a:prstGeom>
              <a:noFill/>
              <a:ln w="6350">
                <a:solidFill>
                  <a:srgbClr val="272f42"/>
                </a:solidFill>
                <a:round/>
              </a:ln>
              <a:effectLst>
                <a:outerShdw blurRad="39960" dir="5400000" dist="23040" rotWithShape="0">
                  <a:srgbClr val="000000">
                    <a:alpha val="35000"/>
                  </a:srgb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/>
            </p:style>
          </p:sp>
          <p:sp>
            <p:nvSpPr>
              <p:cNvPr id="1012" name="矩形 28"/>
              <p:cNvSpPr/>
              <p:nvPr/>
            </p:nvSpPr>
            <p:spPr>
              <a:xfrm>
                <a:off x="1567440" y="1101960"/>
                <a:ext cx="682920" cy="79488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39960" dir="5400000" dist="23040" rotWithShape="0">
                  <a:srgbClr val="000000">
                    <a:alpha val="35000"/>
                  </a:srgb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/>
            </p:style>
            <p:txBody>
              <a:bodyPr lIns="90000" rIns="90000" tIns="45000" bIns="45000" anchor="b">
                <a:normAutofit/>
              </a:bodyPr>
              <a:p>
                <a:pPr algn="ctr">
                  <a:lnSpc>
                    <a:spcPct val="100000"/>
                  </a:lnSpc>
                  <a:buNone/>
                </a:pPr>
                <a:r>
                  <a:rPr b="0" lang="en-US" sz="2500" spc="-1" strike="noStrike">
                    <a:solidFill>
                      <a:srgbClr val="ffffff"/>
                    </a:solidFill>
                    <a:latin typeface="微软雅黑"/>
                    <a:ea typeface="微软雅黑"/>
                  </a:rPr>
                  <a:t>01</a:t>
                </a:r>
                <a:endParaRPr b="0" lang="en-HK" sz="2500" spc="-1" strike="noStrike">
                  <a:latin typeface="Arial"/>
                </a:endParaRPr>
              </a:p>
            </p:txBody>
          </p:sp>
        </p:grpSp>
        <p:grpSp>
          <p:nvGrpSpPr>
            <p:cNvPr id="1013" name="组合 24"/>
            <p:cNvGrpSpPr/>
            <p:nvPr/>
          </p:nvGrpSpPr>
          <p:grpSpPr>
            <a:xfrm>
              <a:off x="2333160" y="1377000"/>
              <a:ext cx="1988280" cy="1043280"/>
              <a:chOff x="2333160" y="1377000"/>
              <a:chExt cx="1988280" cy="1043280"/>
            </a:xfrm>
          </p:grpSpPr>
          <p:sp>
            <p:nvSpPr>
              <p:cNvPr id="1014" name="矩形 25"/>
              <p:cNvSpPr/>
              <p:nvPr/>
            </p:nvSpPr>
            <p:spPr>
              <a:xfrm>
                <a:off x="2333160" y="1377000"/>
                <a:ext cx="1988280" cy="201240"/>
              </a:xfrm>
              <a:prstGeom prst="rect">
                <a:avLst/>
              </a:prstGeom>
              <a:noFill/>
              <a:ln w="2540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normAutofit fontScale="94000"/>
              </a:bodyPr>
              <a:p>
                <a:pPr>
                  <a:lnSpc>
                    <a:spcPct val="100000"/>
                  </a:lnSpc>
                  <a:buNone/>
                </a:pPr>
                <a:r>
                  <a:rPr b="1" lang="zh-CN" sz="1400" spc="-1" strike="noStrike">
                    <a:solidFill>
                      <a:srgbClr val="959595"/>
                    </a:solidFill>
                    <a:latin typeface="微软雅黑"/>
                    <a:ea typeface="微软雅黑"/>
                  </a:rPr>
                  <a:t>标题文本预设</a:t>
                </a:r>
                <a:endParaRPr b="0" lang="en-HK" sz="1400" spc="-1" strike="noStrike">
                  <a:latin typeface="Arial"/>
                </a:endParaRPr>
              </a:p>
            </p:txBody>
          </p:sp>
          <p:sp>
            <p:nvSpPr>
              <p:cNvPr id="1015" name="矩形 26"/>
              <p:cNvSpPr/>
              <p:nvPr/>
            </p:nvSpPr>
            <p:spPr>
              <a:xfrm>
                <a:off x="2333160" y="1582200"/>
                <a:ext cx="1988280" cy="838080"/>
              </a:xfrm>
              <a:prstGeom prst="rect">
                <a:avLst/>
              </a:prstGeom>
              <a:noFill/>
              <a:ln w="2540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rmAutofit/>
              </a:bodyPr>
              <a:p>
                <a:pPr>
                  <a:lnSpc>
                    <a:spcPct val="120000"/>
                  </a:lnSpc>
                  <a:buNone/>
                </a:pPr>
                <a:r>
                  <a:rPr b="0" lang="zh-CN" sz="1100" spc="-1" strike="noStrike">
                    <a:solidFill>
                      <a:srgbClr val="000000"/>
                    </a:solidFill>
                    <a:latin typeface="微软雅黑"/>
                    <a:ea typeface="微软雅黑"/>
                  </a:rPr>
                  <a:t>此部分内容作为文字排版占位显示</a:t>
                </a:r>
                <a:br>
                  <a:rPr sz="1100"/>
                </a:br>
                <a:r>
                  <a:rPr b="0" lang="zh-CN" sz="1100" spc="-1" strike="noStrike">
                    <a:solidFill>
                      <a:srgbClr val="000000"/>
                    </a:solidFill>
                    <a:latin typeface="微软雅黑"/>
                    <a:ea typeface="微软雅黑"/>
                  </a:rPr>
                  <a:t>（建议使用主题字体）</a:t>
                </a:r>
                <a:endParaRPr b="0" lang="en-HK" sz="1100" spc="-1" strike="noStrike">
                  <a:latin typeface="Arial"/>
                </a:endParaRPr>
              </a:p>
            </p:txBody>
          </p:sp>
        </p:grpSp>
      </p:grpSp>
      <p:grpSp>
        <p:nvGrpSpPr>
          <p:cNvPr id="1016" name="组合 4"/>
          <p:cNvGrpSpPr/>
          <p:nvPr/>
        </p:nvGrpSpPr>
        <p:grpSpPr>
          <a:xfrm>
            <a:off x="4745160" y="1101960"/>
            <a:ext cx="2892600" cy="1683720"/>
            <a:chOff x="4745160" y="1101960"/>
            <a:chExt cx="2892600" cy="1683720"/>
          </a:xfrm>
        </p:grpSpPr>
        <p:sp>
          <p:nvSpPr>
            <p:cNvPr id="1017" name="矩形 18"/>
            <p:cNvSpPr/>
            <p:nvPr/>
          </p:nvSpPr>
          <p:spPr>
            <a:xfrm>
              <a:off x="4745160" y="1180080"/>
              <a:ext cx="2892600" cy="1605600"/>
            </a:xfrm>
            <a:prstGeom prst="rect">
              <a:avLst/>
            </a:prstGeom>
            <a:noFill/>
            <a:ln w="6350">
              <a:solidFill>
                <a:srgbClr val="272f42"/>
              </a:solidFill>
              <a:round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1018" name="矩形 19"/>
            <p:cNvSpPr/>
            <p:nvPr/>
          </p:nvSpPr>
          <p:spPr>
            <a:xfrm>
              <a:off x="4823640" y="1101960"/>
              <a:ext cx="682920" cy="79488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b">
              <a:normAutofit/>
            </a:bodyPr>
            <a:p>
              <a:pPr algn="ctr">
                <a:lnSpc>
                  <a:spcPct val="100000"/>
                </a:lnSpc>
                <a:buNone/>
              </a:pPr>
              <a:r>
                <a:rPr b="0" lang="en-US" sz="25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03</a:t>
              </a:r>
              <a:endParaRPr b="0" lang="en-HK" sz="2500" spc="-1" strike="noStrike">
                <a:latin typeface="Arial"/>
              </a:endParaRPr>
            </a:p>
          </p:txBody>
        </p:sp>
        <p:grpSp>
          <p:nvGrpSpPr>
            <p:cNvPr id="1019" name="组合 20"/>
            <p:cNvGrpSpPr/>
            <p:nvPr/>
          </p:nvGrpSpPr>
          <p:grpSpPr>
            <a:xfrm>
              <a:off x="5573520" y="1377000"/>
              <a:ext cx="1988280" cy="1043280"/>
              <a:chOff x="5573520" y="1377000"/>
              <a:chExt cx="1988280" cy="1043280"/>
            </a:xfrm>
          </p:grpSpPr>
          <p:sp>
            <p:nvSpPr>
              <p:cNvPr id="1020" name="矩形 21"/>
              <p:cNvSpPr/>
              <p:nvPr/>
            </p:nvSpPr>
            <p:spPr>
              <a:xfrm>
                <a:off x="5573520" y="1377000"/>
                <a:ext cx="1988280" cy="201240"/>
              </a:xfrm>
              <a:prstGeom prst="rect">
                <a:avLst/>
              </a:prstGeom>
              <a:noFill/>
              <a:ln w="2540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normAutofit fontScale="94000"/>
              </a:bodyPr>
              <a:p>
                <a:pPr>
                  <a:lnSpc>
                    <a:spcPct val="100000"/>
                  </a:lnSpc>
                  <a:buNone/>
                </a:pPr>
                <a:r>
                  <a:rPr b="1" lang="zh-CN" sz="1400" spc="-1" strike="noStrike">
                    <a:solidFill>
                      <a:srgbClr val="272f42"/>
                    </a:solidFill>
                    <a:latin typeface="微软雅黑"/>
                    <a:ea typeface="微软雅黑"/>
                  </a:rPr>
                  <a:t>标题文本预设</a:t>
                </a:r>
                <a:endParaRPr b="0" lang="en-HK" sz="1400" spc="-1" strike="noStrike">
                  <a:latin typeface="Arial"/>
                </a:endParaRPr>
              </a:p>
            </p:txBody>
          </p:sp>
          <p:sp>
            <p:nvSpPr>
              <p:cNvPr id="1021" name="矩形 22"/>
              <p:cNvSpPr/>
              <p:nvPr/>
            </p:nvSpPr>
            <p:spPr>
              <a:xfrm>
                <a:off x="5573520" y="1582200"/>
                <a:ext cx="1988280" cy="838080"/>
              </a:xfrm>
              <a:prstGeom prst="rect">
                <a:avLst/>
              </a:prstGeom>
              <a:noFill/>
              <a:ln w="2540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rmAutofit/>
              </a:bodyPr>
              <a:p>
                <a:pPr>
                  <a:lnSpc>
                    <a:spcPct val="120000"/>
                  </a:lnSpc>
                  <a:buNone/>
                </a:pPr>
                <a:r>
                  <a:rPr b="0" lang="zh-CN" sz="1100" spc="-1" strike="noStrike">
                    <a:solidFill>
                      <a:srgbClr val="000000"/>
                    </a:solidFill>
                    <a:latin typeface="微软雅黑"/>
                    <a:ea typeface="微软雅黑"/>
                  </a:rPr>
                  <a:t>此部分内容作为文字排版占位显示</a:t>
                </a:r>
                <a:br>
                  <a:rPr sz="1100"/>
                </a:br>
                <a:r>
                  <a:rPr b="0" lang="zh-CN" sz="1100" spc="-1" strike="noStrike">
                    <a:solidFill>
                      <a:srgbClr val="000000"/>
                    </a:solidFill>
                    <a:latin typeface="微软雅黑"/>
                    <a:ea typeface="微软雅黑"/>
                  </a:rPr>
                  <a:t>（建议使用主题字体）</a:t>
                </a:r>
                <a:endParaRPr b="0" lang="en-HK" sz="1100" spc="-1" strike="noStrike">
                  <a:latin typeface="Arial"/>
                </a:endParaRPr>
              </a:p>
            </p:txBody>
          </p:sp>
        </p:grpSp>
      </p:grpSp>
      <p:grpSp>
        <p:nvGrpSpPr>
          <p:cNvPr id="1022" name="组合 5"/>
          <p:cNvGrpSpPr/>
          <p:nvPr/>
        </p:nvGrpSpPr>
        <p:grpSpPr>
          <a:xfrm>
            <a:off x="1510920" y="2882520"/>
            <a:ext cx="2892600" cy="1683360"/>
            <a:chOff x="1510920" y="2882520"/>
            <a:chExt cx="2892600" cy="1683360"/>
          </a:xfrm>
        </p:grpSpPr>
        <p:sp>
          <p:nvSpPr>
            <p:cNvPr id="1023" name="矩形 13"/>
            <p:cNvSpPr/>
            <p:nvPr/>
          </p:nvSpPr>
          <p:spPr>
            <a:xfrm>
              <a:off x="1510920" y="2960280"/>
              <a:ext cx="2892600" cy="1605600"/>
            </a:xfrm>
            <a:prstGeom prst="rect">
              <a:avLst/>
            </a:prstGeom>
            <a:noFill/>
            <a:ln w="6350">
              <a:solidFill>
                <a:srgbClr val="272f42"/>
              </a:solidFill>
              <a:round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1024" name="矩形 14"/>
            <p:cNvSpPr/>
            <p:nvPr/>
          </p:nvSpPr>
          <p:spPr>
            <a:xfrm>
              <a:off x="1589760" y="2882520"/>
              <a:ext cx="682920" cy="79488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b">
              <a:normAutofit/>
            </a:bodyPr>
            <a:p>
              <a:pPr algn="ctr">
                <a:lnSpc>
                  <a:spcPct val="100000"/>
                </a:lnSpc>
                <a:buNone/>
              </a:pPr>
              <a:r>
                <a:rPr b="0" lang="en-US" sz="25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02</a:t>
              </a:r>
              <a:endParaRPr b="0" lang="en-HK" sz="2500" spc="-1" strike="noStrike">
                <a:latin typeface="Arial"/>
              </a:endParaRPr>
            </a:p>
          </p:txBody>
        </p:sp>
        <p:grpSp>
          <p:nvGrpSpPr>
            <p:cNvPr id="1025" name="组合 15"/>
            <p:cNvGrpSpPr/>
            <p:nvPr/>
          </p:nvGrpSpPr>
          <p:grpSpPr>
            <a:xfrm>
              <a:off x="2328840" y="3229920"/>
              <a:ext cx="1988280" cy="1043280"/>
              <a:chOff x="2328840" y="3229920"/>
              <a:chExt cx="1988280" cy="1043280"/>
            </a:xfrm>
          </p:grpSpPr>
          <p:sp>
            <p:nvSpPr>
              <p:cNvPr id="1026" name="矩形 16"/>
              <p:cNvSpPr/>
              <p:nvPr/>
            </p:nvSpPr>
            <p:spPr>
              <a:xfrm>
                <a:off x="2328840" y="3229920"/>
                <a:ext cx="1988280" cy="201240"/>
              </a:xfrm>
              <a:prstGeom prst="rect">
                <a:avLst/>
              </a:prstGeom>
              <a:noFill/>
              <a:ln w="2540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normAutofit fontScale="94000"/>
              </a:bodyPr>
              <a:p>
                <a:pPr>
                  <a:lnSpc>
                    <a:spcPct val="100000"/>
                  </a:lnSpc>
                  <a:buNone/>
                </a:pPr>
                <a:r>
                  <a:rPr b="1" lang="zh-CN" sz="1400" spc="-1" strike="noStrike">
                    <a:solidFill>
                      <a:srgbClr val="000000"/>
                    </a:solidFill>
                    <a:latin typeface="微软雅黑"/>
                    <a:ea typeface="微软雅黑"/>
                  </a:rPr>
                  <a:t>标题文本预设</a:t>
                </a:r>
                <a:endParaRPr b="0" lang="en-HK" sz="1400" spc="-1" strike="noStrike">
                  <a:latin typeface="Arial"/>
                </a:endParaRPr>
              </a:p>
            </p:txBody>
          </p:sp>
          <p:sp>
            <p:nvSpPr>
              <p:cNvPr id="1027" name="矩形 17"/>
              <p:cNvSpPr/>
              <p:nvPr/>
            </p:nvSpPr>
            <p:spPr>
              <a:xfrm>
                <a:off x="2328840" y="3435120"/>
                <a:ext cx="1988280" cy="838080"/>
              </a:xfrm>
              <a:prstGeom prst="rect">
                <a:avLst/>
              </a:prstGeom>
              <a:noFill/>
              <a:ln w="2540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rmAutofit/>
              </a:bodyPr>
              <a:p>
                <a:pPr>
                  <a:lnSpc>
                    <a:spcPct val="120000"/>
                  </a:lnSpc>
                  <a:buNone/>
                </a:pPr>
                <a:r>
                  <a:rPr b="0" lang="zh-CN" sz="1100" spc="-1" strike="noStrike">
                    <a:solidFill>
                      <a:srgbClr val="000000"/>
                    </a:solidFill>
                    <a:latin typeface="微软雅黑"/>
                    <a:ea typeface="微软雅黑"/>
                  </a:rPr>
                  <a:t>此部分内容作为文字排版占位显示</a:t>
                </a:r>
                <a:br>
                  <a:rPr sz="1100"/>
                </a:br>
                <a:r>
                  <a:rPr b="0" lang="zh-CN" sz="1100" spc="-1" strike="noStrike">
                    <a:solidFill>
                      <a:srgbClr val="000000"/>
                    </a:solidFill>
                    <a:latin typeface="微软雅黑"/>
                    <a:ea typeface="微软雅黑"/>
                  </a:rPr>
                  <a:t>（建议使用主题字体）</a:t>
                </a:r>
                <a:endParaRPr b="0" lang="en-HK" sz="1100" spc="-1" strike="noStrike">
                  <a:latin typeface="Arial"/>
                </a:endParaRPr>
              </a:p>
            </p:txBody>
          </p:sp>
        </p:grpSp>
      </p:grpSp>
      <p:grpSp>
        <p:nvGrpSpPr>
          <p:cNvPr id="1028" name="组合 6"/>
          <p:cNvGrpSpPr/>
          <p:nvPr/>
        </p:nvGrpSpPr>
        <p:grpSpPr>
          <a:xfrm>
            <a:off x="4758480" y="2882520"/>
            <a:ext cx="2892600" cy="1683360"/>
            <a:chOff x="4758480" y="2882520"/>
            <a:chExt cx="2892600" cy="1683360"/>
          </a:xfrm>
        </p:grpSpPr>
        <p:grpSp>
          <p:nvGrpSpPr>
            <p:cNvPr id="1029" name="组合 7"/>
            <p:cNvGrpSpPr/>
            <p:nvPr/>
          </p:nvGrpSpPr>
          <p:grpSpPr>
            <a:xfrm>
              <a:off x="4758480" y="2960280"/>
              <a:ext cx="2892600" cy="1605600"/>
              <a:chOff x="4758480" y="2960280"/>
              <a:chExt cx="2892600" cy="1605600"/>
            </a:xfrm>
          </p:grpSpPr>
          <p:sp>
            <p:nvSpPr>
              <p:cNvPr id="1030" name="矩形 9"/>
              <p:cNvSpPr/>
              <p:nvPr/>
            </p:nvSpPr>
            <p:spPr>
              <a:xfrm>
                <a:off x="4758480" y="2960280"/>
                <a:ext cx="2892600" cy="1605600"/>
              </a:xfrm>
              <a:prstGeom prst="rect">
                <a:avLst/>
              </a:prstGeom>
              <a:noFill/>
              <a:ln w="6350">
                <a:solidFill>
                  <a:srgbClr val="272f42"/>
                </a:solidFill>
                <a:round/>
              </a:ln>
              <a:effectLst>
                <a:outerShdw blurRad="39960" dir="5400000" dist="23040" rotWithShape="0">
                  <a:srgbClr val="000000">
                    <a:alpha val="35000"/>
                  </a:srgb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/>
            </p:style>
          </p:sp>
          <p:grpSp>
            <p:nvGrpSpPr>
              <p:cNvPr id="1031" name="组合 10"/>
              <p:cNvGrpSpPr/>
              <p:nvPr/>
            </p:nvGrpSpPr>
            <p:grpSpPr>
              <a:xfrm>
                <a:off x="5570640" y="3229920"/>
                <a:ext cx="1988280" cy="1043280"/>
                <a:chOff x="5570640" y="3229920"/>
                <a:chExt cx="1988280" cy="1043280"/>
              </a:xfrm>
            </p:grpSpPr>
            <p:sp>
              <p:nvSpPr>
                <p:cNvPr id="1032" name="矩形 11"/>
                <p:cNvSpPr/>
                <p:nvPr/>
              </p:nvSpPr>
              <p:spPr>
                <a:xfrm>
                  <a:off x="5570640" y="3229920"/>
                  <a:ext cx="1988280" cy="20124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0" rIns="0" tIns="0" bIns="0" anchor="t">
                  <a:normAutofit fontScale="94000"/>
                </a:bodyPr>
                <a:p>
                  <a:pPr>
                    <a:lnSpc>
                      <a:spcPct val="100000"/>
                    </a:lnSpc>
                    <a:buNone/>
                  </a:pPr>
                  <a:r>
                    <a:rPr b="1" lang="zh-CN" sz="1400" spc="-1" strike="noStrike">
                      <a:solidFill>
                        <a:srgbClr val="959595"/>
                      </a:solidFill>
                      <a:latin typeface="微软雅黑"/>
                      <a:ea typeface="微软雅黑"/>
                    </a:rPr>
                    <a:t>标题文本预设</a:t>
                  </a:r>
                  <a:endParaRPr b="0" lang="en-HK" sz="1400" spc="-1" strike="noStrike">
                    <a:latin typeface="Arial"/>
                  </a:endParaRPr>
                </a:p>
              </p:txBody>
            </p:sp>
            <p:sp>
              <p:nvSpPr>
                <p:cNvPr id="1033" name="矩形 12"/>
                <p:cNvSpPr/>
                <p:nvPr/>
              </p:nvSpPr>
              <p:spPr>
                <a:xfrm>
                  <a:off x="5570640" y="3435120"/>
                  <a:ext cx="1988280" cy="83808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t">
                  <a:normAutofit/>
                </a:bodyPr>
                <a:p>
                  <a:pPr>
                    <a:lnSpc>
                      <a:spcPct val="120000"/>
                    </a:lnSpc>
                    <a:buNone/>
                  </a:pPr>
                  <a:r>
                    <a:rPr b="0" lang="zh-CN" sz="11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此部分内容作为文字排版占位显示</a:t>
                  </a:r>
                  <a:br>
                    <a:rPr sz="1100"/>
                  </a:br>
                  <a:r>
                    <a:rPr b="0" lang="zh-CN" sz="1100" spc="-1" strike="noStrike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（建议使用主题字体）</a:t>
                  </a:r>
                  <a:endParaRPr b="0" lang="en-HK" sz="1100" spc="-1" strike="noStrike">
                    <a:latin typeface="Arial"/>
                  </a:endParaRPr>
                </a:p>
              </p:txBody>
            </p:sp>
          </p:grpSp>
        </p:grpSp>
        <p:sp>
          <p:nvSpPr>
            <p:cNvPr id="1034" name="矩形 8"/>
            <p:cNvSpPr/>
            <p:nvPr/>
          </p:nvSpPr>
          <p:spPr>
            <a:xfrm>
              <a:off x="4837320" y="2882520"/>
              <a:ext cx="682920" cy="79488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b">
              <a:normAutofit/>
            </a:bodyPr>
            <a:p>
              <a:pPr algn="ctr">
                <a:lnSpc>
                  <a:spcPct val="100000"/>
                </a:lnSpc>
                <a:buNone/>
              </a:pPr>
              <a:r>
                <a:rPr b="0" lang="en-US" sz="2500" spc="-1" strike="noStrike">
                  <a:solidFill>
                    <a:srgbClr val="ffffff"/>
                  </a:solidFill>
                  <a:latin typeface="微软雅黑"/>
                  <a:ea typeface="微软雅黑"/>
                </a:rPr>
                <a:t>04</a:t>
              </a:r>
              <a:endParaRPr b="0" lang="en-HK" sz="2500" spc="-1" strike="noStrike">
                <a:latin typeface="Arial"/>
              </a:endParaRPr>
            </a:p>
          </p:txBody>
        </p:sp>
      </p:grpSp>
      <p:grpSp>
        <p:nvGrpSpPr>
          <p:cNvPr id="1035" name="组合 30"/>
          <p:cNvGrpSpPr/>
          <p:nvPr/>
        </p:nvGrpSpPr>
        <p:grpSpPr>
          <a:xfrm>
            <a:off x="323640" y="0"/>
            <a:ext cx="2084040" cy="574200"/>
            <a:chOff x="323640" y="0"/>
            <a:chExt cx="2084040" cy="574200"/>
          </a:xfrm>
        </p:grpSpPr>
        <p:sp>
          <p:nvSpPr>
            <p:cNvPr id="1036" name="TextBox 86"/>
            <p:cNvSpPr/>
            <p:nvPr/>
          </p:nvSpPr>
          <p:spPr>
            <a:xfrm>
              <a:off x="576360" y="58320"/>
              <a:ext cx="183132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zh-CN" sz="24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请输入标题</a:t>
              </a:r>
              <a:endParaRPr b="0" lang="en-HK" sz="2400" spc="-1" strike="noStrike">
                <a:latin typeface="Arial"/>
              </a:endParaRPr>
            </a:p>
          </p:txBody>
        </p:sp>
        <p:sp>
          <p:nvSpPr>
            <p:cNvPr id="1037" name="矩形 32"/>
            <p:cNvSpPr/>
            <p:nvPr/>
          </p:nvSpPr>
          <p:spPr>
            <a:xfrm>
              <a:off x="323640" y="0"/>
              <a:ext cx="212040" cy="5742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</p:spTree>
  </p:cSld>
  <p:transition spd="med">
    <p:pull dir="r"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8" name="组合 26"/>
          <p:cNvGrpSpPr/>
          <p:nvPr/>
        </p:nvGrpSpPr>
        <p:grpSpPr>
          <a:xfrm>
            <a:off x="906840" y="2732760"/>
            <a:ext cx="3675960" cy="1341360"/>
            <a:chOff x="906840" y="2732760"/>
            <a:chExt cx="3675960" cy="1341360"/>
          </a:xfrm>
        </p:grpSpPr>
        <p:sp>
          <p:nvSpPr>
            <p:cNvPr id="1039" name="Freeform: Shape 2"/>
            <p:cNvSpPr/>
            <p:nvPr/>
          </p:nvSpPr>
          <p:spPr>
            <a:xfrm flipV="1">
              <a:off x="941760" y="2732400"/>
              <a:ext cx="3641040" cy="1341360"/>
            </a:xfrm>
            <a:custGeom>
              <a:avLst/>
              <a:gdLst/>
              <a:ahLst/>
              <a:rect l="l" t="t" r="r" b="b"/>
              <a:pathLst>
                <a:path w="4860061" h="1793810">
                  <a:moveTo>
                    <a:pt x="239626" y="0"/>
                  </a:moveTo>
                  <a:lnTo>
                    <a:pt x="3963156" y="0"/>
                  </a:lnTo>
                  <a:lnTo>
                    <a:pt x="4860061" y="896905"/>
                  </a:lnTo>
                  <a:lnTo>
                    <a:pt x="4860061" y="1793810"/>
                  </a:lnTo>
                  <a:lnTo>
                    <a:pt x="4769902" y="1793810"/>
                  </a:lnTo>
                  <a:lnTo>
                    <a:pt x="4769902" y="957113"/>
                  </a:lnTo>
                  <a:lnTo>
                    <a:pt x="3912791" y="100001"/>
                  </a:lnTo>
                  <a:lnTo>
                    <a:pt x="292797" y="100001"/>
                  </a:lnTo>
                  <a:close/>
                  <a:moveTo>
                    <a:pt x="165689" y="0"/>
                  </a:moveTo>
                  <a:lnTo>
                    <a:pt x="218913" y="0"/>
                  </a:lnTo>
                  <a:lnTo>
                    <a:pt x="272084" y="100001"/>
                  </a:lnTo>
                  <a:lnTo>
                    <a:pt x="218861" y="100001"/>
                  </a:lnTo>
                  <a:close/>
                  <a:moveTo>
                    <a:pt x="95995" y="0"/>
                  </a:moveTo>
                  <a:lnTo>
                    <a:pt x="144977" y="0"/>
                  </a:lnTo>
                  <a:lnTo>
                    <a:pt x="198148" y="100001"/>
                  </a:lnTo>
                  <a:lnTo>
                    <a:pt x="149167" y="100001"/>
                  </a:lnTo>
                  <a:close/>
                  <a:moveTo>
                    <a:pt x="25811" y="0"/>
                  </a:moveTo>
                  <a:lnTo>
                    <a:pt x="75283" y="0"/>
                  </a:lnTo>
                  <a:lnTo>
                    <a:pt x="128454" y="100001"/>
                  </a:lnTo>
                  <a:lnTo>
                    <a:pt x="78982" y="100001"/>
                  </a:lnTo>
                  <a:close/>
                  <a:moveTo>
                    <a:pt x="0" y="0"/>
                  </a:moveTo>
                  <a:lnTo>
                    <a:pt x="5098" y="0"/>
                  </a:lnTo>
                  <a:lnTo>
                    <a:pt x="58270" y="100001"/>
                  </a:lnTo>
                  <a:lnTo>
                    <a:pt x="0" y="10000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040" name="TextBox 8"/>
            <p:cNvSpPr/>
            <p:nvPr/>
          </p:nvSpPr>
          <p:spPr>
            <a:xfrm>
              <a:off x="906840" y="3188520"/>
              <a:ext cx="2327400" cy="855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rmAutofit/>
            </a:bodyPr>
            <a:p>
              <a:pPr algn="just">
                <a:lnSpc>
                  <a:spcPct val="150000"/>
                </a:lnSpc>
                <a:buNone/>
              </a:pPr>
              <a:r>
                <a:rPr b="0" lang="zh-CN" sz="9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此部分内容作为文字排版占位显示（建议使用主题字体）通常规则为在</a:t>
              </a:r>
              <a:r>
                <a:rPr b="0" lang="en-US" sz="9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PPT</a:t>
              </a:r>
              <a:r>
                <a:rPr b="0" lang="zh-CN" sz="9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文档下中英文各使用一种字体以保持全文档统一</a:t>
              </a:r>
              <a:endParaRPr b="0" lang="en-HK" sz="900" spc="-1" strike="noStrike">
                <a:latin typeface="Arial"/>
              </a:endParaRPr>
            </a:p>
          </p:txBody>
        </p:sp>
      </p:grpSp>
      <p:grpSp>
        <p:nvGrpSpPr>
          <p:cNvPr id="1041" name="组合 1"/>
          <p:cNvGrpSpPr/>
          <p:nvPr/>
        </p:nvGrpSpPr>
        <p:grpSpPr>
          <a:xfrm>
            <a:off x="906840" y="1409760"/>
            <a:ext cx="3675960" cy="1697760"/>
            <a:chOff x="906840" y="1409760"/>
            <a:chExt cx="3675960" cy="1697760"/>
          </a:xfrm>
        </p:grpSpPr>
        <p:sp>
          <p:nvSpPr>
            <p:cNvPr id="1042" name="Freeform: Shape 5"/>
            <p:cNvSpPr/>
            <p:nvPr/>
          </p:nvSpPr>
          <p:spPr>
            <a:xfrm>
              <a:off x="941760" y="1409760"/>
              <a:ext cx="3641040" cy="1341360"/>
            </a:xfrm>
            <a:custGeom>
              <a:avLst/>
              <a:gdLst/>
              <a:ahLst/>
              <a:rect l="l" t="t" r="r" b="b"/>
              <a:pathLst>
                <a:path w="4860061" h="1793810">
                  <a:moveTo>
                    <a:pt x="239626" y="0"/>
                  </a:moveTo>
                  <a:lnTo>
                    <a:pt x="3963156" y="0"/>
                  </a:lnTo>
                  <a:lnTo>
                    <a:pt x="4860061" y="896905"/>
                  </a:lnTo>
                  <a:lnTo>
                    <a:pt x="4860061" y="1793810"/>
                  </a:lnTo>
                  <a:lnTo>
                    <a:pt x="4769902" y="1793810"/>
                  </a:lnTo>
                  <a:lnTo>
                    <a:pt x="4769902" y="957113"/>
                  </a:lnTo>
                  <a:lnTo>
                    <a:pt x="3912791" y="100001"/>
                  </a:lnTo>
                  <a:lnTo>
                    <a:pt x="292797" y="100001"/>
                  </a:lnTo>
                  <a:close/>
                  <a:moveTo>
                    <a:pt x="165689" y="0"/>
                  </a:moveTo>
                  <a:lnTo>
                    <a:pt x="218913" y="0"/>
                  </a:lnTo>
                  <a:lnTo>
                    <a:pt x="272084" y="100001"/>
                  </a:lnTo>
                  <a:lnTo>
                    <a:pt x="218861" y="100001"/>
                  </a:lnTo>
                  <a:close/>
                  <a:moveTo>
                    <a:pt x="95995" y="0"/>
                  </a:moveTo>
                  <a:lnTo>
                    <a:pt x="144977" y="0"/>
                  </a:lnTo>
                  <a:lnTo>
                    <a:pt x="198148" y="100001"/>
                  </a:lnTo>
                  <a:lnTo>
                    <a:pt x="149167" y="100001"/>
                  </a:lnTo>
                  <a:close/>
                  <a:moveTo>
                    <a:pt x="25811" y="0"/>
                  </a:moveTo>
                  <a:lnTo>
                    <a:pt x="75283" y="0"/>
                  </a:lnTo>
                  <a:lnTo>
                    <a:pt x="128454" y="100001"/>
                  </a:lnTo>
                  <a:lnTo>
                    <a:pt x="78982" y="100001"/>
                  </a:lnTo>
                  <a:close/>
                  <a:moveTo>
                    <a:pt x="0" y="0"/>
                  </a:moveTo>
                  <a:lnTo>
                    <a:pt x="5098" y="0"/>
                  </a:lnTo>
                  <a:lnTo>
                    <a:pt x="58270" y="100001"/>
                  </a:lnTo>
                  <a:lnTo>
                    <a:pt x="0" y="10000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043" name="TextBox 6"/>
            <p:cNvSpPr/>
            <p:nvPr/>
          </p:nvSpPr>
          <p:spPr>
            <a:xfrm>
              <a:off x="906840" y="1858680"/>
              <a:ext cx="2327400" cy="855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rmAutofit/>
            </a:bodyPr>
            <a:p>
              <a:pPr algn="just">
                <a:lnSpc>
                  <a:spcPct val="150000"/>
                </a:lnSpc>
                <a:buNone/>
                <a:tabLst>
                  <a:tab algn="l" pos="0"/>
                </a:tabLst>
              </a:pPr>
              <a:r>
                <a:rPr b="0" lang="zh-CN" sz="9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此部分内容作为文字排版占位显示（建议使用主题字体）通常规则为在</a:t>
              </a:r>
              <a:r>
                <a:rPr b="0" lang="en-US" sz="9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PPT</a:t>
              </a:r>
              <a:r>
                <a:rPr b="0" lang="zh-CN" sz="9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文档下中英文各使用一种字体以保持全文档统一</a:t>
              </a:r>
              <a:endParaRPr b="0" lang="en-HK" sz="900" spc="-1" strike="noStrike">
                <a:latin typeface="Arial"/>
              </a:endParaRPr>
            </a:p>
          </p:txBody>
        </p:sp>
        <p:sp>
          <p:nvSpPr>
            <p:cNvPr id="1044" name="TextBox 7"/>
            <p:cNvSpPr/>
            <p:nvPr/>
          </p:nvSpPr>
          <p:spPr>
            <a:xfrm>
              <a:off x="906840" y="1550880"/>
              <a:ext cx="974520" cy="226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rmAutofit fontScale="73000"/>
            </a:bodyPr>
            <a:p>
              <a:pPr>
                <a:lnSpc>
                  <a:spcPct val="100000"/>
                </a:lnSpc>
                <a:buNone/>
              </a:pPr>
              <a:r>
                <a:rPr b="1" lang="id-ID" sz="20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Strength</a:t>
              </a:r>
              <a:endParaRPr b="0" lang="en-HK" sz="2000" spc="-1" strike="noStrike">
                <a:latin typeface="Arial"/>
              </a:endParaRPr>
            </a:p>
          </p:txBody>
        </p:sp>
        <p:sp>
          <p:nvSpPr>
            <p:cNvPr id="1045" name="TextBox 9"/>
            <p:cNvSpPr/>
            <p:nvPr/>
          </p:nvSpPr>
          <p:spPr>
            <a:xfrm>
              <a:off x="906840" y="2880720"/>
              <a:ext cx="1342800" cy="226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rmAutofit fontScale="73000"/>
            </a:bodyPr>
            <a:p>
              <a:pPr>
                <a:lnSpc>
                  <a:spcPct val="100000"/>
                </a:lnSpc>
                <a:buNone/>
              </a:pPr>
              <a:r>
                <a:rPr b="1" lang="id-ID" sz="20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Opportunity</a:t>
              </a:r>
              <a:endParaRPr b="0" lang="en-HK" sz="2000" spc="-1" strike="noStrike">
                <a:latin typeface="Arial"/>
              </a:endParaRPr>
            </a:p>
          </p:txBody>
        </p:sp>
      </p:grpSp>
      <p:grpSp>
        <p:nvGrpSpPr>
          <p:cNvPr id="1046" name="组合 28"/>
          <p:cNvGrpSpPr/>
          <p:nvPr/>
        </p:nvGrpSpPr>
        <p:grpSpPr>
          <a:xfrm>
            <a:off x="4558320" y="1414080"/>
            <a:ext cx="3654720" cy="1341360"/>
            <a:chOff x="4558320" y="1414080"/>
            <a:chExt cx="3654720" cy="1341360"/>
          </a:xfrm>
        </p:grpSpPr>
        <p:sp>
          <p:nvSpPr>
            <p:cNvPr id="1047" name="Freeform: Shape 3"/>
            <p:cNvSpPr/>
            <p:nvPr/>
          </p:nvSpPr>
          <p:spPr>
            <a:xfrm flipH="1">
              <a:off x="4558320" y="1414080"/>
              <a:ext cx="3641040" cy="1341360"/>
            </a:xfrm>
            <a:custGeom>
              <a:avLst/>
              <a:gdLst/>
              <a:ahLst/>
              <a:rect l="l" t="t" r="r" b="b"/>
              <a:pathLst>
                <a:path w="4860061" h="1793810">
                  <a:moveTo>
                    <a:pt x="239626" y="0"/>
                  </a:moveTo>
                  <a:lnTo>
                    <a:pt x="3963156" y="0"/>
                  </a:lnTo>
                  <a:lnTo>
                    <a:pt x="4860061" y="896905"/>
                  </a:lnTo>
                  <a:lnTo>
                    <a:pt x="4860061" y="1793810"/>
                  </a:lnTo>
                  <a:lnTo>
                    <a:pt x="4769902" y="1793810"/>
                  </a:lnTo>
                  <a:lnTo>
                    <a:pt x="4769902" y="957113"/>
                  </a:lnTo>
                  <a:lnTo>
                    <a:pt x="3912791" y="100001"/>
                  </a:lnTo>
                  <a:lnTo>
                    <a:pt x="292797" y="100001"/>
                  </a:lnTo>
                  <a:close/>
                  <a:moveTo>
                    <a:pt x="165689" y="0"/>
                  </a:moveTo>
                  <a:lnTo>
                    <a:pt x="218913" y="0"/>
                  </a:lnTo>
                  <a:lnTo>
                    <a:pt x="272084" y="100001"/>
                  </a:lnTo>
                  <a:lnTo>
                    <a:pt x="218861" y="100001"/>
                  </a:lnTo>
                  <a:close/>
                  <a:moveTo>
                    <a:pt x="95995" y="0"/>
                  </a:moveTo>
                  <a:lnTo>
                    <a:pt x="144977" y="0"/>
                  </a:lnTo>
                  <a:lnTo>
                    <a:pt x="198148" y="100001"/>
                  </a:lnTo>
                  <a:lnTo>
                    <a:pt x="149167" y="100001"/>
                  </a:lnTo>
                  <a:close/>
                  <a:moveTo>
                    <a:pt x="25811" y="0"/>
                  </a:moveTo>
                  <a:lnTo>
                    <a:pt x="75283" y="0"/>
                  </a:lnTo>
                  <a:lnTo>
                    <a:pt x="128454" y="100001"/>
                  </a:lnTo>
                  <a:lnTo>
                    <a:pt x="78982" y="100001"/>
                  </a:lnTo>
                  <a:close/>
                  <a:moveTo>
                    <a:pt x="0" y="0"/>
                  </a:moveTo>
                  <a:lnTo>
                    <a:pt x="5098" y="0"/>
                  </a:lnTo>
                  <a:lnTo>
                    <a:pt x="58270" y="100001"/>
                  </a:lnTo>
                  <a:lnTo>
                    <a:pt x="0" y="10000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048" name="TextBox 10"/>
            <p:cNvSpPr/>
            <p:nvPr/>
          </p:nvSpPr>
          <p:spPr>
            <a:xfrm>
              <a:off x="5846040" y="1858680"/>
              <a:ext cx="2327400" cy="855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rmAutofit/>
            </a:bodyPr>
            <a:p>
              <a:pPr algn="r">
                <a:lnSpc>
                  <a:spcPct val="150000"/>
                </a:lnSpc>
                <a:buNone/>
              </a:pPr>
              <a:r>
                <a:rPr b="0" lang="zh-CN" sz="9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此部分内容作为文字排版占位显示（建议使用主题字体）通常规则为在</a:t>
              </a:r>
              <a:r>
                <a:rPr b="0" lang="en-US" sz="9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PPT</a:t>
              </a:r>
              <a:r>
                <a:rPr b="0" lang="zh-CN" sz="9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文档下中英文各使用一种字体以保持全文档统一</a:t>
              </a:r>
              <a:endParaRPr b="0" lang="en-HK" sz="900" spc="-1" strike="noStrike">
                <a:latin typeface="Arial"/>
              </a:endParaRPr>
            </a:p>
          </p:txBody>
        </p:sp>
        <p:sp>
          <p:nvSpPr>
            <p:cNvPr id="1049" name="TextBox 11"/>
            <p:cNvSpPr/>
            <p:nvPr/>
          </p:nvSpPr>
          <p:spPr>
            <a:xfrm>
              <a:off x="7121520" y="1550880"/>
              <a:ext cx="1091520" cy="226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rmAutofit fontScale="73000"/>
            </a:bodyPr>
            <a:p>
              <a:pPr algn="r">
                <a:lnSpc>
                  <a:spcPct val="100000"/>
                </a:lnSpc>
                <a:buNone/>
              </a:pPr>
              <a:r>
                <a:rPr b="1" lang="id-ID" sz="20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Weakness</a:t>
              </a:r>
              <a:endParaRPr b="0" lang="en-HK" sz="2000" spc="-1" strike="noStrike">
                <a:latin typeface="Arial"/>
              </a:endParaRPr>
            </a:p>
          </p:txBody>
        </p:sp>
      </p:grpSp>
      <p:grpSp>
        <p:nvGrpSpPr>
          <p:cNvPr id="1050" name="组合 27"/>
          <p:cNvGrpSpPr/>
          <p:nvPr/>
        </p:nvGrpSpPr>
        <p:grpSpPr>
          <a:xfrm>
            <a:off x="4568400" y="2740680"/>
            <a:ext cx="3641040" cy="1341360"/>
            <a:chOff x="4568400" y="2740680"/>
            <a:chExt cx="3641040" cy="1341360"/>
          </a:xfrm>
        </p:grpSpPr>
        <p:sp>
          <p:nvSpPr>
            <p:cNvPr id="1051" name="Freeform: Shape 4"/>
            <p:cNvSpPr/>
            <p:nvPr/>
          </p:nvSpPr>
          <p:spPr>
            <a:xfrm flipH="1" flipV="1">
              <a:off x="4568400" y="2740680"/>
              <a:ext cx="3641040" cy="1341360"/>
            </a:xfrm>
            <a:custGeom>
              <a:avLst/>
              <a:gdLst/>
              <a:ahLst/>
              <a:rect l="l" t="t" r="r" b="b"/>
              <a:pathLst>
                <a:path w="4860061" h="1793810">
                  <a:moveTo>
                    <a:pt x="0" y="0"/>
                  </a:moveTo>
                  <a:lnTo>
                    <a:pt x="3963156" y="0"/>
                  </a:lnTo>
                  <a:lnTo>
                    <a:pt x="4860061" y="896905"/>
                  </a:lnTo>
                  <a:lnTo>
                    <a:pt x="4860061" y="1793810"/>
                  </a:lnTo>
                  <a:lnTo>
                    <a:pt x="4769902" y="1793810"/>
                  </a:lnTo>
                  <a:lnTo>
                    <a:pt x="4769902" y="957113"/>
                  </a:lnTo>
                  <a:lnTo>
                    <a:pt x="3912791" y="100001"/>
                  </a:lnTo>
                  <a:lnTo>
                    <a:pt x="0" y="10000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052" name="TextBox 12"/>
            <p:cNvSpPr/>
            <p:nvPr/>
          </p:nvSpPr>
          <p:spPr>
            <a:xfrm>
              <a:off x="5878440" y="3188520"/>
              <a:ext cx="2327400" cy="855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rmAutofit/>
            </a:bodyPr>
            <a:p>
              <a:pPr algn="r">
                <a:lnSpc>
                  <a:spcPct val="150000"/>
                </a:lnSpc>
                <a:buNone/>
              </a:pPr>
              <a:r>
                <a:rPr b="0" lang="zh-CN" sz="9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此部分内容作为文字排版占位显示（建议使用主题字体）通常规则为在</a:t>
              </a:r>
              <a:r>
                <a:rPr b="0" lang="en-US" sz="9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PPT</a:t>
              </a:r>
              <a:r>
                <a:rPr b="0" lang="zh-CN" sz="9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文档下中英文各使用一种字体以保持全文档统一</a:t>
              </a:r>
              <a:endParaRPr b="0" lang="en-HK" sz="900" spc="-1" strike="noStrike">
                <a:latin typeface="Arial"/>
              </a:endParaRPr>
            </a:p>
          </p:txBody>
        </p:sp>
        <p:sp>
          <p:nvSpPr>
            <p:cNvPr id="1053" name="TextBox 13"/>
            <p:cNvSpPr/>
            <p:nvPr/>
          </p:nvSpPr>
          <p:spPr>
            <a:xfrm>
              <a:off x="6863040" y="2865600"/>
              <a:ext cx="1342800" cy="226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rmAutofit fontScale="74000"/>
            </a:bodyPr>
            <a:p>
              <a:pPr algn="r">
                <a:lnSpc>
                  <a:spcPct val="100000"/>
                </a:lnSpc>
                <a:buNone/>
              </a:pPr>
              <a:r>
                <a:rPr b="1" lang="id-ID" sz="20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Threat</a:t>
              </a:r>
              <a:endParaRPr b="0" lang="en-HK" sz="2000" spc="-1" strike="noStrike">
                <a:latin typeface="Arial"/>
              </a:endParaRPr>
            </a:p>
          </p:txBody>
        </p:sp>
      </p:grpSp>
      <p:grpSp>
        <p:nvGrpSpPr>
          <p:cNvPr id="1054" name="Group 14"/>
          <p:cNvGrpSpPr/>
          <p:nvPr/>
        </p:nvGrpSpPr>
        <p:grpSpPr>
          <a:xfrm>
            <a:off x="3429360" y="1421280"/>
            <a:ext cx="2306880" cy="2690280"/>
            <a:chOff x="3429360" y="1421280"/>
            <a:chExt cx="2306880" cy="2690280"/>
          </a:xfrm>
        </p:grpSpPr>
        <p:sp>
          <p:nvSpPr>
            <p:cNvPr id="1055" name="Freeform: Shape 15"/>
            <p:cNvSpPr/>
            <p:nvPr/>
          </p:nvSpPr>
          <p:spPr>
            <a:xfrm flipH="1" flipV="1">
              <a:off x="3429360" y="1421280"/>
              <a:ext cx="1146960" cy="1341360"/>
            </a:xfrm>
            <a:custGeom>
              <a:avLst/>
              <a:gdLst/>
              <a:ahLst/>
              <a:rect l="l" t="t" r="r" b="b"/>
              <a:pathLst>
                <a:path w="1521571" h="1778491">
                  <a:moveTo>
                    <a:pt x="0" y="0"/>
                  </a:moveTo>
                  <a:lnTo>
                    <a:pt x="1521571" y="0"/>
                  </a:lnTo>
                  <a:lnTo>
                    <a:pt x="1521571" y="14491"/>
                  </a:lnTo>
                  <a:lnTo>
                    <a:pt x="1521571" y="1040227"/>
                  </a:lnTo>
                  <a:lnTo>
                    <a:pt x="45043" y="1778491"/>
                  </a:lnTo>
                  <a:lnTo>
                    <a:pt x="0" y="1778491"/>
                  </a:lnTo>
                  <a:lnTo>
                    <a:pt x="0" y="144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28575">
              <a:solidFill>
                <a:srgbClr val="ffffff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grpSp>
          <p:nvGrpSpPr>
            <p:cNvPr id="1056" name="Group 16"/>
            <p:cNvGrpSpPr/>
            <p:nvPr/>
          </p:nvGrpSpPr>
          <p:grpSpPr>
            <a:xfrm>
              <a:off x="3429360" y="1421280"/>
              <a:ext cx="2306880" cy="2690280"/>
              <a:chOff x="3429360" y="1421280"/>
              <a:chExt cx="2306880" cy="2690280"/>
            </a:xfrm>
          </p:grpSpPr>
          <p:sp>
            <p:nvSpPr>
              <p:cNvPr id="1057" name="Freeform: Shape 17"/>
              <p:cNvSpPr/>
              <p:nvPr/>
            </p:nvSpPr>
            <p:spPr>
              <a:xfrm flipH="1">
                <a:off x="3429360" y="2770200"/>
                <a:ext cx="1146960" cy="1341360"/>
              </a:xfrm>
              <a:custGeom>
                <a:avLst/>
                <a:gdLst/>
                <a:ahLst/>
                <a:rect l="l" t="t" r="r" b="b"/>
                <a:pathLst>
                  <a:path w="1521571" h="1778491">
                    <a:moveTo>
                      <a:pt x="0" y="0"/>
                    </a:moveTo>
                    <a:lnTo>
                      <a:pt x="1521571" y="0"/>
                    </a:lnTo>
                    <a:lnTo>
                      <a:pt x="1521571" y="14491"/>
                    </a:lnTo>
                    <a:lnTo>
                      <a:pt x="1521571" y="1040227"/>
                    </a:lnTo>
                    <a:lnTo>
                      <a:pt x="45043" y="1778491"/>
                    </a:lnTo>
                    <a:lnTo>
                      <a:pt x="0" y="1778491"/>
                    </a:lnTo>
                    <a:lnTo>
                      <a:pt x="0" y="1449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28575">
                <a:solidFill>
                  <a:srgbClr val="ffffff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058" name="TextBox 18"/>
              <p:cNvSpPr/>
              <p:nvPr/>
            </p:nvSpPr>
            <p:spPr>
              <a:xfrm>
                <a:off x="3432960" y="1719360"/>
                <a:ext cx="1204560" cy="11732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rmAutofit fontScale="74000"/>
              </a:bodyPr>
              <a:p>
                <a:pPr algn="ctr">
                  <a:lnSpc>
                    <a:spcPct val="100000"/>
                  </a:lnSpc>
                  <a:buNone/>
                </a:pPr>
                <a:r>
                  <a:rPr b="1" lang="id-ID" sz="9600" spc="-1" strike="noStrike">
                    <a:solidFill>
                      <a:srgbClr val="ffffff"/>
                    </a:solidFill>
                    <a:latin typeface="微软雅黑"/>
                    <a:ea typeface="微软雅黑"/>
                  </a:rPr>
                  <a:t>S</a:t>
                </a:r>
                <a:endParaRPr b="0" lang="en-HK" sz="9600" spc="-1" strike="noStrike">
                  <a:latin typeface="Arial"/>
                </a:endParaRPr>
              </a:p>
            </p:txBody>
          </p:sp>
          <p:sp>
            <p:nvSpPr>
              <p:cNvPr id="1059" name="TextBox 19"/>
              <p:cNvSpPr/>
              <p:nvPr/>
            </p:nvSpPr>
            <p:spPr>
              <a:xfrm>
                <a:off x="3432960" y="2770560"/>
                <a:ext cx="1204560" cy="11732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rmAutofit fontScale="74000"/>
              </a:bodyPr>
              <a:p>
                <a:pPr algn="ctr">
                  <a:lnSpc>
                    <a:spcPct val="100000"/>
                  </a:lnSpc>
                  <a:buNone/>
                </a:pPr>
                <a:r>
                  <a:rPr b="1" lang="id-ID" sz="9600" spc="-1" strike="noStrike">
                    <a:solidFill>
                      <a:srgbClr val="ffffff"/>
                    </a:solidFill>
                    <a:latin typeface="微软雅黑"/>
                    <a:ea typeface="微软雅黑"/>
                  </a:rPr>
                  <a:t>O</a:t>
                </a:r>
                <a:endParaRPr b="0" lang="en-HK" sz="9600" spc="-1" strike="noStrike">
                  <a:latin typeface="Arial"/>
                </a:endParaRPr>
              </a:p>
            </p:txBody>
          </p:sp>
          <p:sp>
            <p:nvSpPr>
              <p:cNvPr id="1060" name="Freeform: Shape 20"/>
              <p:cNvSpPr/>
              <p:nvPr/>
            </p:nvSpPr>
            <p:spPr>
              <a:xfrm>
                <a:off x="4589280" y="2770200"/>
                <a:ext cx="1146960" cy="1341360"/>
              </a:xfrm>
              <a:custGeom>
                <a:avLst/>
                <a:gdLst/>
                <a:ahLst/>
                <a:rect l="l" t="t" r="r" b="b"/>
                <a:pathLst>
                  <a:path w="1521571" h="1778491">
                    <a:moveTo>
                      <a:pt x="0" y="0"/>
                    </a:moveTo>
                    <a:lnTo>
                      <a:pt x="1521571" y="0"/>
                    </a:lnTo>
                    <a:lnTo>
                      <a:pt x="1521571" y="14491"/>
                    </a:lnTo>
                    <a:lnTo>
                      <a:pt x="1521571" y="1040227"/>
                    </a:lnTo>
                    <a:lnTo>
                      <a:pt x="45043" y="1778491"/>
                    </a:lnTo>
                    <a:lnTo>
                      <a:pt x="0" y="1778491"/>
                    </a:lnTo>
                    <a:lnTo>
                      <a:pt x="0" y="1449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/>
              </a:solidFill>
              <a:ln w="28575">
                <a:solidFill>
                  <a:srgbClr val="ffffff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061" name="Freeform: Shape 21"/>
              <p:cNvSpPr/>
              <p:nvPr/>
            </p:nvSpPr>
            <p:spPr>
              <a:xfrm flipV="1">
                <a:off x="4589280" y="1421280"/>
                <a:ext cx="1146960" cy="1341360"/>
              </a:xfrm>
              <a:custGeom>
                <a:avLst/>
                <a:gdLst/>
                <a:ahLst/>
                <a:rect l="l" t="t" r="r" b="b"/>
                <a:pathLst>
                  <a:path w="1521571" h="1778491">
                    <a:moveTo>
                      <a:pt x="0" y="0"/>
                    </a:moveTo>
                    <a:lnTo>
                      <a:pt x="1521571" y="0"/>
                    </a:lnTo>
                    <a:lnTo>
                      <a:pt x="1521571" y="14491"/>
                    </a:lnTo>
                    <a:lnTo>
                      <a:pt x="1521571" y="1040227"/>
                    </a:lnTo>
                    <a:lnTo>
                      <a:pt x="45043" y="1778491"/>
                    </a:lnTo>
                    <a:lnTo>
                      <a:pt x="0" y="1778491"/>
                    </a:lnTo>
                    <a:lnTo>
                      <a:pt x="0" y="1449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28575">
                <a:solidFill>
                  <a:srgbClr val="ffffff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062" name="TextBox 22"/>
              <p:cNvSpPr/>
              <p:nvPr/>
            </p:nvSpPr>
            <p:spPr>
              <a:xfrm>
                <a:off x="4711680" y="1738080"/>
                <a:ext cx="902520" cy="11732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rmAutofit fontScale="74000"/>
              </a:bodyPr>
              <a:p>
                <a:pPr algn="ctr">
                  <a:lnSpc>
                    <a:spcPct val="100000"/>
                  </a:lnSpc>
                  <a:buNone/>
                </a:pPr>
                <a:r>
                  <a:rPr b="1" lang="id-ID" sz="9600" spc="-1" strike="noStrike">
                    <a:solidFill>
                      <a:srgbClr val="ffffff"/>
                    </a:solidFill>
                    <a:latin typeface="微软雅黑"/>
                    <a:ea typeface="微软雅黑"/>
                  </a:rPr>
                  <a:t>W</a:t>
                </a:r>
                <a:endParaRPr b="0" lang="en-HK" sz="9600" spc="-1" strike="noStrike">
                  <a:latin typeface="Arial"/>
                </a:endParaRPr>
              </a:p>
            </p:txBody>
          </p:sp>
          <p:sp>
            <p:nvSpPr>
              <p:cNvPr id="1063" name="TextBox 23"/>
              <p:cNvSpPr/>
              <p:nvPr/>
            </p:nvSpPr>
            <p:spPr>
              <a:xfrm>
                <a:off x="4601520" y="2770560"/>
                <a:ext cx="1101240" cy="11732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rmAutofit fontScale="74000"/>
              </a:bodyPr>
              <a:p>
                <a:pPr algn="ctr">
                  <a:lnSpc>
                    <a:spcPct val="100000"/>
                  </a:lnSpc>
                  <a:buNone/>
                </a:pPr>
                <a:r>
                  <a:rPr b="1" lang="id-ID" sz="9600" spc="-1" strike="noStrike">
                    <a:solidFill>
                      <a:srgbClr val="ffffff"/>
                    </a:solidFill>
                    <a:latin typeface="微软雅黑"/>
                    <a:ea typeface="微软雅黑"/>
                  </a:rPr>
                  <a:t>T</a:t>
                </a:r>
                <a:endParaRPr b="0" lang="en-HK" sz="9600" spc="-1" strike="noStrike">
                  <a:latin typeface="Arial"/>
                </a:endParaRPr>
              </a:p>
            </p:txBody>
          </p:sp>
        </p:grpSp>
      </p:grpSp>
      <p:grpSp>
        <p:nvGrpSpPr>
          <p:cNvPr id="1064" name="组合 29"/>
          <p:cNvGrpSpPr/>
          <p:nvPr/>
        </p:nvGrpSpPr>
        <p:grpSpPr>
          <a:xfrm>
            <a:off x="323640" y="0"/>
            <a:ext cx="2084040" cy="574200"/>
            <a:chOff x="323640" y="0"/>
            <a:chExt cx="2084040" cy="574200"/>
          </a:xfrm>
        </p:grpSpPr>
        <p:sp>
          <p:nvSpPr>
            <p:cNvPr id="1065" name="TextBox 86"/>
            <p:cNvSpPr/>
            <p:nvPr/>
          </p:nvSpPr>
          <p:spPr>
            <a:xfrm>
              <a:off x="576360" y="58320"/>
              <a:ext cx="183132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zh-CN" sz="24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请输入标题</a:t>
              </a:r>
              <a:endParaRPr b="0" lang="en-HK" sz="2400" spc="-1" strike="noStrike">
                <a:latin typeface="Arial"/>
              </a:endParaRPr>
            </a:p>
          </p:txBody>
        </p:sp>
        <p:sp>
          <p:nvSpPr>
            <p:cNvPr id="1066" name="矩形 31"/>
            <p:cNvSpPr/>
            <p:nvPr/>
          </p:nvSpPr>
          <p:spPr>
            <a:xfrm>
              <a:off x="323640" y="0"/>
              <a:ext cx="212040" cy="5742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</p:spTree>
  </p:cSld>
  <p:transition spd="med">
    <p:pull dir="r"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7" name="图片 8" descr=""/>
          <p:cNvPicPr/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">
                    <a14:imgEffect>
                      <a14:artisticBlur/>
                    </a14:imgEffect>
                  </a14:imgLayer>
                </a14:imgProps>
              </a:ext>
            </a:extLst>
          </a:blip>
          <a:stretch/>
        </p:blipFill>
        <p:spPr>
          <a:xfrm>
            <a:off x="0" y="0"/>
            <a:ext cx="9140040" cy="2567880"/>
          </a:xfrm>
          <a:prstGeom prst="rect">
            <a:avLst/>
          </a:prstGeom>
          <a:ln w="0">
            <a:noFill/>
          </a:ln>
        </p:spPr>
      </p:pic>
      <p:sp>
        <p:nvSpPr>
          <p:cNvPr id="1068" name="矩形: 圆角 11"/>
          <p:cNvSpPr/>
          <p:nvPr/>
        </p:nvSpPr>
        <p:spPr>
          <a:xfrm>
            <a:off x="467640" y="411480"/>
            <a:ext cx="8205120" cy="4316400"/>
          </a:xfrm>
          <a:prstGeom prst="roundRect">
            <a:avLst>
              <a:gd name="adj" fmla="val 3113"/>
            </a:avLst>
          </a:prstGeom>
          <a:solidFill>
            <a:schemeClr val="bg1"/>
          </a:solidFill>
          <a:ln>
            <a:noFill/>
          </a:ln>
          <a:effectLst>
            <a:outerShdw algn="ctr" blurRad="114480" rotWithShape="0" sx="102000" sy="102000">
              <a:srgbClr val="000000">
                <a:alpha val="2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1069" name="组合 16"/>
          <p:cNvGrpSpPr/>
          <p:nvPr/>
        </p:nvGrpSpPr>
        <p:grpSpPr>
          <a:xfrm>
            <a:off x="7884360" y="627480"/>
            <a:ext cx="504000" cy="360000"/>
            <a:chOff x="7884360" y="627480"/>
            <a:chExt cx="504000" cy="360000"/>
          </a:xfrm>
        </p:grpSpPr>
        <p:sp>
          <p:nvSpPr>
            <p:cNvPr id="1070" name="直接连接符 13"/>
            <p:cNvSpPr/>
            <p:nvPr/>
          </p:nvSpPr>
          <p:spPr>
            <a:xfrm>
              <a:off x="7884360" y="802440"/>
              <a:ext cx="504000" cy="360"/>
            </a:xfrm>
            <a:prstGeom prst="line">
              <a:avLst/>
            </a:prstGeom>
            <a:ln>
              <a:solidFill>
                <a:srgbClr val="80808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071" name="直接连接符 15"/>
            <p:cNvSpPr/>
            <p:nvPr/>
          </p:nvSpPr>
          <p:spPr>
            <a:xfrm flipV="1">
              <a:off x="8244360" y="627480"/>
              <a:ext cx="360" cy="360000"/>
            </a:xfrm>
            <a:prstGeom prst="line">
              <a:avLst/>
            </a:prstGeom>
            <a:ln>
              <a:solidFill>
                <a:srgbClr val="80808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1072" name="文本框 17"/>
          <p:cNvSpPr/>
          <p:nvPr/>
        </p:nvSpPr>
        <p:spPr>
          <a:xfrm>
            <a:off x="683640" y="3170880"/>
            <a:ext cx="242280" cy="178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 vert="vert" rot="5400000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808080"/>
                </a:solidFill>
                <a:latin typeface="Calibri Light"/>
                <a:ea typeface="微软雅黑"/>
              </a:rPr>
              <a:t>LIVE AND LEARN</a:t>
            </a:r>
            <a:endParaRPr b="0" lang="en-HK" sz="1600" spc="-1" strike="noStrike">
              <a:latin typeface="Arial"/>
            </a:endParaRPr>
          </a:p>
        </p:txBody>
      </p:sp>
      <p:sp>
        <p:nvSpPr>
          <p:cNvPr id="1073" name="TextBox 7"/>
          <p:cNvSpPr/>
          <p:nvPr/>
        </p:nvSpPr>
        <p:spPr>
          <a:xfrm>
            <a:off x="2267640" y="1890720"/>
            <a:ext cx="6548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HK" sz="1800" spc="-1" strike="noStrike">
                <a:solidFill>
                  <a:srgbClr val="000000"/>
                </a:solidFill>
                <a:latin typeface="Calibri"/>
                <a:ea typeface="宋体"/>
              </a:rPr>
              <a:t>Thank you for your attention and download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1074" name="文本框 19"/>
          <p:cNvSpPr/>
          <p:nvPr/>
        </p:nvSpPr>
        <p:spPr>
          <a:xfrm>
            <a:off x="3348000" y="2571840"/>
            <a:ext cx="431640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600" spc="-1" strike="noStrike">
                <a:solidFill>
                  <a:srgbClr val="808080"/>
                </a:solidFill>
                <a:latin typeface="Calibri"/>
                <a:ea typeface="微软雅黑"/>
              </a:rPr>
              <a:t>BLACK CONCISE TEMPLATE</a:t>
            </a:r>
            <a:endParaRPr b="0" lang="en-HK" sz="1600" spc="-1" strike="noStrike">
              <a:latin typeface="Arial"/>
            </a:endParaRPr>
          </a:p>
        </p:txBody>
      </p:sp>
      <p:sp>
        <p:nvSpPr>
          <p:cNvPr id="1075" name="直接连接符 21"/>
          <p:cNvSpPr/>
          <p:nvPr/>
        </p:nvSpPr>
        <p:spPr>
          <a:xfrm>
            <a:off x="6444000" y="3075480"/>
            <a:ext cx="1224000" cy="360"/>
          </a:xfrm>
          <a:prstGeom prst="line">
            <a:avLst/>
          </a:prstGeom>
          <a:ln w="19050">
            <a:solidFill>
              <a:srgbClr val="0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76" name="文本框 22"/>
          <p:cNvSpPr/>
          <p:nvPr/>
        </p:nvSpPr>
        <p:spPr>
          <a:xfrm>
            <a:off x="4788000" y="3302640"/>
            <a:ext cx="287640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bfbfbf"/>
                </a:solidFill>
                <a:latin typeface="Calibri"/>
                <a:ea typeface="微软雅黑"/>
              </a:rPr>
              <a:t>Lorem ipsum dolor sit amet, consectetuer adipiscing elit. Maecenas porttitor congue</a:t>
            </a:r>
            <a:endParaRPr b="0" lang="en-HK" sz="1400" spc="-1" strike="noStrike">
              <a:latin typeface="Arial"/>
            </a:endParaRPr>
          </a:p>
        </p:txBody>
      </p:sp>
      <p:sp>
        <p:nvSpPr>
          <p:cNvPr id="1077" name="文本框 23"/>
          <p:cNvSpPr/>
          <p:nvPr/>
        </p:nvSpPr>
        <p:spPr>
          <a:xfrm>
            <a:off x="6444360" y="1236240"/>
            <a:ext cx="237240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272f42"/>
                </a:solidFill>
                <a:latin typeface="微软雅黑"/>
                <a:ea typeface="微软雅黑"/>
              </a:rPr>
              <a:t>2019</a:t>
            </a:r>
            <a:endParaRPr b="0" lang="en-HK" sz="4000" spc="-1" strike="noStrike">
              <a:latin typeface="Arial"/>
            </a:endParaRPr>
          </a:p>
        </p:txBody>
      </p:sp>
      <p:sp>
        <p:nvSpPr>
          <p:cNvPr id="1078" name="矩形: 圆角 20"/>
          <p:cNvSpPr/>
          <p:nvPr/>
        </p:nvSpPr>
        <p:spPr>
          <a:xfrm>
            <a:off x="6876360" y="4011840"/>
            <a:ext cx="788040" cy="284040"/>
          </a:xfrm>
          <a:prstGeom prst="roundRect">
            <a:avLst>
              <a:gd name="adj" fmla="val 16667"/>
            </a:avLst>
          </a:prstGeom>
          <a:noFill/>
          <a:ln w="3175">
            <a:solidFill>
              <a:srgbClr val="80808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79" name="文本框 24"/>
          <p:cNvSpPr/>
          <p:nvPr/>
        </p:nvSpPr>
        <p:spPr>
          <a:xfrm>
            <a:off x="6876360" y="4072680"/>
            <a:ext cx="788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HK" sz="1800" spc="-1" strike="noStrike">
                <a:solidFill>
                  <a:srgbClr val="000000"/>
                </a:solidFill>
                <a:latin typeface="Calibri"/>
                <a:ea typeface="宋体"/>
              </a:rPr>
              <a:t>   </a:t>
            </a:r>
            <a:r>
              <a:rPr b="0" lang="en-HK" sz="1800" spc="-1" strike="noStrike">
                <a:solidFill>
                  <a:srgbClr val="000000"/>
                </a:solidFill>
                <a:latin typeface="Calibri"/>
                <a:ea typeface="宋体"/>
              </a:rPr>
              <a:t>YPPPT</a:t>
            </a:r>
            <a:endParaRPr b="0" lang="en-HK" sz="1800" spc="-1" strike="noStrike">
              <a:latin typeface="Arial"/>
            </a:endParaRPr>
          </a:p>
        </p:txBody>
      </p:sp>
    </p:spTree>
  </p:cSld>
  <p:transition spd="med">
    <p:pull dir="r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ffffff"/>
      </a:dk2>
      <a:lt2>
        <a:srgbClr val="ffffff"/>
      </a:lt2>
      <a:accent1>
        <a:srgbClr val="959595"/>
      </a:accent1>
      <a:accent2>
        <a:srgbClr val="272f42"/>
      </a:accent2>
      <a:accent3>
        <a:srgbClr val="959595"/>
      </a:accent3>
      <a:accent4>
        <a:srgbClr val="000000"/>
      </a:accent4>
      <a:accent5>
        <a:srgbClr val="959595"/>
      </a:accent5>
      <a:accent6>
        <a:srgbClr val="272f42"/>
      </a:accent6>
      <a:hlink>
        <a:srgbClr val="2b2b2b"/>
      </a:hlink>
      <a:folHlink>
        <a:srgbClr val="c0000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ffffff"/>
      </a:dk2>
      <a:lt2>
        <a:srgbClr val="ffffff"/>
      </a:lt2>
      <a:accent1>
        <a:srgbClr val="959595"/>
      </a:accent1>
      <a:accent2>
        <a:srgbClr val="272f42"/>
      </a:accent2>
      <a:accent3>
        <a:srgbClr val="959595"/>
      </a:accent3>
      <a:accent4>
        <a:srgbClr val="000000"/>
      </a:accent4>
      <a:accent5>
        <a:srgbClr val="959595"/>
      </a:accent5>
      <a:accent6>
        <a:srgbClr val="272f42"/>
      </a:accent6>
      <a:hlink>
        <a:srgbClr val="2b2b2b"/>
      </a:hlink>
      <a:folHlink>
        <a:srgbClr val="c0000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ffffff"/>
      </a:dk2>
      <a:lt2>
        <a:srgbClr val="ffffff"/>
      </a:lt2>
      <a:accent1>
        <a:srgbClr val="959595"/>
      </a:accent1>
      <a:accent2>
        <a:srgbClr val="272f42"/>
      </a:accent2>
      <a:accent3>
        <a:srgbClr val="959595"/>
      </a:accent3>
      <a:accent4>
        <a:srgbClr val="000000"/>
      </a:accent4>
      <a:accent5>
        <a:srgbClr val="959595"/>
      </a:accent5>
      <a:accent6>
        <a:srgbClr val="272f42"/>
      </a:accent6>
      <a:hlink>
        <a:srgbClr val="2b2b2b"/>
      </a:hlink>
      <a:folHlink>
        <a:srgbClr val="c0000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8964</TotalTime>
  <Application>LibreOffice/7.3.7.2$Linux_X86_64 LibreOffice_project/30$Build-2</Application>
  <AppVersion>15.0000</AppVersion>
  <Words>1748</Words>
  <Paragraphs>246</Paragraphs>
  <Company>http://www.ypppt.com/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2015-04-24T01:01:13Z</dcterms:created>
  <dc:creator>Administrator</dc:creator>
  <dc:description>http://www.ypppt.com/</dc:description>
  <cp:keywords>http /www.ypppt.com</cp:keywords>
  <dc:language>en-HK</dc:language>
  <cp:lastModifiedBy/>
  <dcterms:modified xsi:type="dcterms:W3CDTF">2026-04-27T01:12:43Z</dcterms:modified>
  <cp:revision>999</cp:revision>
  <dc:subject/>
  <dc:title>PowerPoint 演示文稿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18</vt:i4>
  </property>
  <property fmtid="{D5CDD505-2E9C-101B-9397-08002B2CF9AE}" pid="3" name="PresentationFormat">
    <vt:lpwstr>On-screen Show (16:9)</vt:lpwstr>
  </property>
  <property fmtid="{D5CDD505-2E9C-101B-9397-08002B2CF9AE}" pid="4" name="Slides">
    <vt:i4>25</vt:i4>
  </property>
</Properties>
</file>