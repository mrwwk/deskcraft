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2F1B5200-0DC9-4F90-96DD-8521CA2FA138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CAF59BA-2F10-4EC8-A480-58F1B2B8580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FC31B68-56FE-4709-A360-6E13C8AB36F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330309A-20D8-48EF-9BE2-B1A8FB44F67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D08FA2-DB21-4789-9D27-59AEB32C1EA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B1E212-3AB8-41B6-9CEF-E7936E62A68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963512-31AB-4BAA-A211-9E6770A5FD4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A6F94FF-A0CD-48FA-951E-EE1C683FF1C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0B72D3-EEA7-43ED-9308-3666AA8A707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A1F5BF4-6DC2-46C9-B2F4-DD460385406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4ECF97D-6BFA-4CCC-87FC-4275856F10C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DA584C9-3D56-417F-9B60-36C3A34D2C4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017DBA-AD53-4EF5-A465-27FA24FAF56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6AB08F7-D5F9-42CF-82E4-A420984F6CE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E51C989-1318-4933-8A36-92ADD8FD1AE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B8D6E30-7458-4955-8A71-14B345D19FBF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76F825-615D-4B31-8230-1A2BA9C32C6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AD9919E-9BAE-4D2F-BF2C-DC156B5D89D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48CF682-4817-4577-B0A0-D2B48BD5DE0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9142560" cy="514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0" y="0"/>
            <a:ext cx="9142560" cy="514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2560" cy="257040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467640" y="411480"/>
            <a:ext cx="8207640" cy="43189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 w="3175">
            <a:solidFill>
              <a:srgbClr val="808080"/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87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683640" y="3170880"/>
            <a:ext cx="244800" cy="178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LIVE Times New Roman</a:t>
            </a:r>
            <a:endParaRPr b="0" lang="en-HK" sz="16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AND LEARN</a:t>
            </a:r>
            <a:endParaRPr b="0" lang="en-HK" sz="1600" spc="-1" strike="noStrike">
              <a:latin typeface="Times New Roman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1979640" y="1890720"/>
            <a:ext cx="6551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Minimal Elegant Work Report Template</a:t>
            </a:r>
            <a:endParaRPr b="0" lang="en-HK" sz="1800" spc="-1" strike="noStrike">
              <a:latin typeface="Times New Roman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2843640" y="2571840"/>
            <a:ext cx="4822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BLACK CONCISE TEMPLATE</a:t>
            </a:r>
            <a:endParaRPr b="0" lang="en-HK" sz="1600" spc="-1" strike="noStrike">
              <a:latin typeface="Times New Roman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4788000" y="3302640"/>
            <a:ext cx="28789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Times New Roman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6444360" y="1236240"/>
            <a:ext cx="2374920" cy="24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20Times New Roman</a:t>
            </a:r>
            <a:endParaRPr b="0" lang="en-HK" sz="40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19</a:t>
            </a:r>
            <a:endParaRPr b="0" lang="en-HK" sz="4000" spc="-1" strike="noStrike">
              <a:latin typeface="Times New Roman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6876360" y="4011840"/>
            <a:ext cx="790560" cy="28656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6876360" y="4065840"/>
            <a:ext cx="790560" cy="13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YPTimes New Roman</a:t>
            </a:r>
            <a:endParaRPr b="0" lang="en-HK" sz="18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PPT</a:t>
            </a:r>
            <a:endParaRPr b="0" lang="en-HK" sz="1800" spc="-1" strike="noStrike">
              <a:latin typeface="Times New Roman"/>
            </a:endParaRPr>
          </a:p>
        </p:txBody>
      </p:sp>
    </p:spTree>
  </p:cSld>
  <p:transition spd="med">
    <p:pull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560" cy="257040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467640" y="411480"/>
            <a:ext cx="8207640" cy="43189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277280" y="339480"/>
            <a:ext cx="1366560" cy="4305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051640" y="1041120"/>
            <a:ext cx="664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051640" y="1839240"/>
            <a:ext cx="664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ONTENTS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1835640" y="1131480"/>
            <a:ext cx="360" cy="36000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311840" y="1134000"/>
            <a:ext cx="306360" cy="18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272f42"/>
                </a:solidFill>
                <a:latin typeface="微软雅黑"/>
                <a:ea typeface="微软雅黑"/>
              </a:rPr>
              <a:t>CONTENTS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006200" y="339480"/>
            <a:ext cx="268200" cy="7524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500000" y="1131480"/>
            <a:ext cx="2590920" cy="786600"/>
            <a:chOff x="4500000" y="1131480"/>
            <a:chExt cx="2590920" cy="786600"/>
          </a:xfrm>
        </p:grpSpPr>
        <p:sp>
          <p:nvSpPr>
            <p:cNvPr id="106" name="矩形: 圆角 14"/>
            <p:cNvSpPr/>
            <p:nvPr/>
          </p:nvSpPr>
          <p:spPr>
            <a:xfrm>
              <a:off x="4500000" y="1131480"/>
              <a:ext cx="502560" cy="502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4644000" y="1137240"/>
              <a:ext cx="21456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292000" y="1131480"/>
              <a:ext cx="165492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292000" y="1492200"/>
              <a:ext cx="179892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500000" y="1841040"/>
            <a:ext cx="2590920" cy="786240"/>
            <a:chOff x="4500000" y="1841040"/>
            <a:chExt cx="2590920" cy="786240"/>
          </a:xfrm>
        </p:grpSpPr>
        <p:sp>
          <p:nvSpPr>
            <p:cNvPr id="111" name="矩形: 圆角 20"/>
            <p:cNvSpPr/>
            <p:nvPr/>
          </p:nvSpPr>
          <p:spPr>
            <a:xfrm>
              <a:off x="4500000" y="1841040"/>
              <a:ext cx="502560" cy="502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4644000" y="1846800"/>
              <a:ext cx="21456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292000" y="1841040"/>
              <a:ext cx="165492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292000" y="2201400"/>
              <a:ext cx="179892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500000" y="2550240"/>
            <a:ext cx="2590920" cy="786240"/>
            <a:chOff x="4500000" y="2550240"/>
            <a:chExt cx="2590920" cy="786240"/>
          </a:xfrm>
        </p:grpSpPr>
        <p:sp>
          <p:nvSpPr>
            <p:cNvPr id="116" name="矩形: 圆角 25"/>
            <p:cNvSpPr/>
            <p:nvPr/>
          </p:nvSpPr>
          <p:spPr>
            <a:xfrm>
              <a:off x="4500000" y="2550240"/>
              <a:ext cx="502560" cy="502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4644000" y="2556000"/>
              <a:ext cx="21456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292000" y="2550240"/>
              <a:ext cx="165492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292000" y="2910600"/>
              <a:ext cx="179892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500000" y="3259440"/>
            <a:ext cx="2590920" cy="786600"/>
            <a:chOff x="4500000" y="3259440"/>
            <a:chExt cx="2590920" cy="786600"/>
          </a:xfrm>
        </p:grpSpPr>
        <p:sp>
          <p:nvSpPr>
            <p:cNvPr id="121" name="矩形: 圆角 30"/>
            <p:cNvSpPr/>
            <p:nvPr/>
          </p:nvSpPr>
          <p:spPr>
            <a:xfrm>
              <a:off x="4500000" y="3259440"/>
              <a:ext cx="502560" cy="502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4644000" y="3265200"/>
              <a:ext cx="21456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292000" y="3259440"/>
              <a:ext cx="165492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292000" y="3620160"/>
              <a:ext cx="179892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560" cy="257040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467640" y="411480"/>
            <a:ext cx="8207640" cy="43189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727640" y="1420920"/>
            <a:ext cx="1186560" cy="2122200"/>
            <a:chOff x="1727640" y="1420920"/>
            <a:chExt cx="1186560" cy="2122200"/>
          </a:xfrm>
        </p:grpSpPr>
        <p:sp>
          <p:nvSpPr>
            <p:cNvPr id="128" name="矩形: 圆角 4"/>
            <p:cNvSpPr/>
            <p:nvPr/>
          </p:nvSpPr>
          <p:spPr>
            <a:xfrm>
              <a:off x="1727640" y="1492200"/>
              <a:ext cx="1150560" cy="2050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1840680" y="1420920"/>
              <a:ext cx="1073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388320" y="2179800"/>
            <a:ext cx="3563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383280" y="3003840"/>
            <a:ext cx="35632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21400" y="1336680"/>
            <a:ext cx="4311360" cy="2460600"/>
            <a:chOff x="221400" y="1336680"/>
            <a:chExt cx="4311360" cy="246060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21400" y="1336680"/>
              <a:ext cx="4311360" cy="2460600"/>
              <a:chOff x="221400" y="1336680"/>
              <a:chExt cx="4311360" cy="246060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641520" y="1336680"/>
                <a:ext cx="3486960" cy="238392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22120" y="3670920"/>
                <a:ext cx="4309560" cy="7560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22120" y="3670920"/>
                <a:ext cx="4309560" cy="12636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21400" y="3747960"/>
                <a:ext cx="4311360" cy="4896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072160" y="3669840"/>
                <a:ext cx="613080" cy="4644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390760" y="1387440"/>
                <a:ext cx="19080" cy="1836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776160" y="1527120"/>
              <a:ext cx="3201840" cy="202392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4584240" y="1336680"/>
            <a:ext cx="4337280" cy="1208160"/>
            <a:chOff x="4584240" y="1336680"/>
            <a:chExt cx="4337280" cy="1208160"/>
          </a:xfrm>
        </p:grpSpPr>
        <p:sp>
          <p:nvSpPr>
            <p:cNvPr id="142" name="矩形 4"/>
            <p:cNvSpPr/>
            <p:nvPr/>
          </p:nvSpPr>
          <p:spPr>
            <a:xfrm>
              <a:off x="4584240" y="1336680"/>
              <a:ext cx="4337280" cy="120816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4750200" y="1603800"/>
              <a:ext cx="673560" cy="67356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4886280" y="1745640"/>
              <a:ext cx="401400" cy="38988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5591160" y="1569600"/>
              <a:ext cx="3153960" cy="742320"/>
              <a:chOff x="5591160" y="1569600"/>
              <a:chExt cx="3153960" cy="74232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5591160" y="1569600"/>
                <a:ext cx="3153960" cy="315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5591160" y="1886400"/>
                <a:ext cx="3153960" cy="425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4584240" y="2597400"/>
            <a:ext cx="4337280" cy="1208160"/>
            <a:chOff x="4584240" y="2597400"/>
            <a:chExt cx="4337280" cy="1208160"/>
          </a:xfrm>
        </p:grpSpPr>
        <p:sp>
          <p:nvSpPr>
            <p:cNvPr id="149" name="矩形 5"/>
            <p:cNvSpPr/>
            <p:nvPr/>
          </p:nvSpPr>
          <p:spPr>
            <a:xfrm>
              <a:off x="4584240" y="2597400"/>
              <a:ext cx="4337280" cy="120816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4750200" y="2864520"/>
              <a:ext cx="673560" cy="67356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4886280" y="3037680"/>
              <a:ext cx="401400" cy="32688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5591160" y="2832480"/>
              <a:ext cx="3153960" cy="742320"/>
              <a:chOff x="5591160" y="2832480"/>
              <a:chExt cx="3153960" cy="74232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5591160" y="2832480"/>
                <a:ext cx="3153960" cy="315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5591160" y="3149280"/>
                <a:ext cx="3153960" cy="425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156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2899080" y="901800"/>
            <a:ext cx="3344400" cy="3338640"/>
            <a:chOff x="2899080" y="901800"/>
            <a:chExt cx="3344400" cy="3338640"/>
          </a:xfrm>
        </p:grpSpPr>
        <p:sp>
          <p:nvSpPr>
            <p:cNvPr id="159" name="椭圆 16"/>
            <p:cNvSpPr/>
            <p:nvPr/>
          </p:nvSpPr>
          <p:spPr>
            <a:xfrm>
              <a:off x="3573000" y="1575000"/>
              <a:ext cx="1996560" cy="199296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030840" y="2170800"/>
              <a:ext cx="1941480" cy="193752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098520" y="2238120"/>
              <a:ext cx="1806480" cy="180180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123720" y="2263680"/>
              <a:ext cx="1754280" cy="175284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244680" y="3187440"/>
              <a:ext cx="709200" cy="70632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170240" y="1033560"/>
              <a:ext cx="1941480" cy="193752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237560" y="1100520"/>
              <a:ext cx="1805040" cy="180432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263120" y="1126440"/>
              <a:ext cx="1755720" cy="175068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188320" y="1246680"/>
              <a:ext cx="707760" cy="70776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170240" y="2170800"/>
              <a:ext cx="1941480" cy="193752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237560" y="2238120"/>
              <a:ext cx="1806480" cy="180180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263120" y="2263680"/>
              <a:ext cx="1755720" cy="175284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188320" y="3187440"/>
              <a:ext cx="707760" cy="70632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030840" y="1033560"/>
              <a:ext cx="1941480" cy="193752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098520" y="1100520"/>
              <a:ext cx="1806480" cy="180432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123720" y="1126440"/>
              <a:ext cx="1754280" cy="175068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3639600" y="1641600"/>
              <a:ext cx="1863360" cy="1859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244680" y="1246680"/>
              <a:ext cx="709200" cy="70776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299400" y="1301400"/>
              <a:ext cx="600480" cy="59976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299400" y="3241080"/>
              <a:ext cx="600480" cy="59796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243040" y="1301400"/>
              <a:ext cx="599040" cy="59976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243040" y="3241080"/>
              <a:ext cx="599040" cy="59796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472560" y="3409920"/>
              <a:ext cx="253800" cy="28836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392440" y="3368520"/>
              <a:ext cx="322200" cy="32148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421600" y="1460160"/>
              <a:ext cx="242280" cy="28152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3708720" y="1710000"/>
              <a:ext cx="828000" cy="82728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3708720" y="2603880"/>
              <a:ext cx="828000" cy="82800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4604040" y="2603880"/>
              <a:ext cx="829800" cy="82800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4604040" y="1710000"/>
              <a:ext cx="829800" cy="82728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459600" y="1473120"/>
              <a:ext cx="279360" cy="25632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2899080" y="2337840"/>
              <a:ext cx="465480" cy="46476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2934360" y="2374560"/>
              <a:ext cx="394920" cy="39276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338280" y="2559600"/>
              <a:ext cx="258480" cy="2232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5778000" y="2337840"/>
              <a:ext cx="465480" cy="46476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5813280" y="2374560"/>
              <a:ext cx="394920" cy="39276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5545800" y="2559600"/>
              <a:ext cx="257760" cy="2232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5918400" y="2522520"/>
              <a:ext cx="183240" cy="9684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048480" y="2489040"/>
              <a:ext cx="165600" cy="16272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337280" y="901800"/>
              <a:ext cx="465480" cy="46476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374360" y="937080"/>
              <a:ext cx="394200" cy="39420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4559040" y="1341000"/>
              <a:ext cx="23040" cy="25776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337280" y="3775680"/>
              <a:ext cx="465480" cy="46476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374360" y="3810600"/>
              <a:ext cx="394200" cy="39420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4559040" y="3543840"/>
              <a:ext cx="23040" cy="25776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484520" y="1059120"/>
              <a:ext cx="171720" cy="13572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484520" y="3942720"/>
              <a:ext cx="171720" cy="14508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217040" y="2217600"/>
              <a:ext cx="707040" cy="70632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270680" y="2271240"/>
              <a:ext cx="601200" cy="59976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437720" y="2422080"/>
              <a:ext cx="266760" cy="28008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182160" y="1536840"/>
            <a:ext cx="2471760" cy="541440"/>
            <a:chOff x="182160" y="1536840"/>
            <a:chExt cx="2471760" cy="541440"/>
          </a:xfrm>
        </p:grpSpPr>
        <p:sp>
          <p:nvSpPr>
            <p:cNvPr id="209" name="文本框 202"/>
            <p:cNvSpPr/>
            <p:nvPr/>
          </p:nvSpPr>
          <p:spPr>
            <a:xfrm>
              <a:off x="182160" y="1721520"/>
              <a:ext cx="2471760" cy="35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182160" y="1536840"/>
              <a:ext cx="2471760" cy="183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6488640" y="1536840"/>
            <a:ext cx="2471760" cy="541440"/>
            <a:chOff x="6488640" y="1536840"/>
            <a:chExt cx="2471760" cy="541440"/>
          </a:xfrm>
        </p:grpSpPr>
        <p:sp>
          <p:nvSpPr>
            <p:cNvPr id="212" name="文本框 205"/>
            <p:cNvSpPr/>
            <p:nvPr/>
          </p:nvSpPr>
          <p:spPr>
            <a:xfrm>
              <a:off x="6488640" y="1721520"/>
              <a:ext cx="2471760" cy="35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6488640" y="1536840"/>
              <a:ext cx="2471760" cy="183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182160" y="3393720"/>
            <a:ext cx="2471760" cy="541440"/>
            <a:chOff x="182160" y="3393720"/>
            <a:chExt cx="2471760" cy="541440"/>
          </a:xfrm>
        </p:grpSpPr>
        <p:sp>
          <p:nvSpPr>
            <p:cNvPr id="215" name="文本框 208"/>
            <p:cNvSpPr/>
            <p:nvPr/>
          </p:nvSpPr>
          <p:spPr>
            <a:xfrm>
              <a:off x="182160" y="3578400"/>
              <a:ext cx="2471760" cy="35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182160" y="3393720"/>
              <a:ext cx="2471760" cy="183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6488640" y="3393720"/>
            <a:ext cx="2471760" cy="541440"/>
            <a:chOff x="6488640" y="3393720"/>
            <a:chExt cx="2471760" cy="541440"/>
          </a:xfrm>
        </p:grpSpPr>
        <p:sp>
          <p:nvSpPr>
            <p:cNvPr id="218" name="文本框 211"/>
            <p:cNvSpPr/>
            <p:nvPr/>
          </p:nvSpPr>
          <p:spPr>
            <a:xfrm>
              <a:off x="6488640" y="3578400"/>
              <a:ext cx="2471760" cy="35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6488640" y="3393720"/>
              <a:ext cx="2471760" cy="183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221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63800" y="1078920"/>
            <a:ext cx="9322920" cy="3367080"/>
            <a:chOff x="-163800" y="1078920"/>
            <a:chExt cx="9322920" cy="3367080"/>
          </a:xfrm>
        </p:grpSpPr>
        <p:sp>
          <p:nvSpPr>
            <p:cNvPr id="224" name="Straight Connector 4"/>
            <p:cNvSpPr/>
            <p:nvPr/>
          </p:nvSpPr>
          <p:spPr>
            <a:xfrm>
              <a:off x="6211080" y="3305520"/>
              <a:ext cx="360" cy="114048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63800" y="1815840"/>
              <a:ext cx="9322920" cy="225972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80808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717640" y="2394720"/>
              <a:ext cx="360" cy="168408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4674240" y="1908720"/>
              <a:ext cx="360" cy="125460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6945840" y="1078920"/>
              <a:ext cx="360" cy="108324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468360" y="1958400"/>
              <a:ext cx="1976400" cy="197280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746640" y="2508120"/>
              <a:ext cx="1487880" cy="1511280"/>
              <a:chOff x="746640" y="2508120"/>
              <a:chExt cx="1487880" cy="151128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1994040" y="3087720"/>
                <a:ext cx="185760" cy="16272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600200" y="2957040"/>
                <a:ext cx="444960" cy="38520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643760" y="2872080"/>
                <a:ext cx="96120" cy="9828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894600" y="3821040"/>
                <a:ext cx="207360" cy="19836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962280" y="3249720"/>
                <a:ext cx="520560" cy="64584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008800" y="2976480"/>
                <a:ext cx="73080" cy="3996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1940040" y="2970720"/>
                <a:ext cx="294480" cy="54360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052360" y="3100320"/>
                <a:ext cx="112320" cy="3060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030760" y="3239280"/>
                <a:ext cx="108720" cy="17424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075400" y="3125520"/>
                <a:ext cx="14760" cy="1116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086920" y="3124440"/>
                <a:ext cx="4320" cy="432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091600" y="3119760"/>
                <a:ext cx="4320" cy="432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005560" y="3091320"/>
                <a:ext cx="112320" cy="8136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313280" y="3670920"/>
                <a:ext cx="133920" cy="20844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297440" y="3264480"/>
                <a:ext cx="409320" cy="49212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251360" y="3213000"/>
                <a:ext cx="263520" cy="26712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313280" y="2886840"/>
                <a:ext cx="411840" cy="44712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647360" y="2593080"/>
                <a:ext cx="332640" cy="40140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618560" y="2508120"/>
                <a:ext cx="421920" cy="29124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978120" y="3058920"/>
                <a:ext cx="149040" cy="16164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074600" y="2898360"/>
                <a:ext cx="573480" cy="25092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961200" y="2988000"/>
                <a:ext cx="84600" cy="4212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746640" y="2977560"/>
                <a:ext cx="426600" cy="66636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973800" y="3137040"/>
                <a:ext cx="121320" cy="4788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01440" y="3305880"/>
                <a:ext cx="136440" cy="19368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053000" y="3125520"/>
                <a:ext cx="73080" cy="10512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491200" y="3857040"/>
              <a:ext cx="451800" cy="424440"/>
              <a:chOff x="2491200" y="3857040"/>
              <a:chExt cx="451800" cy="42444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491200" y="3857040"/>
                <a:ext cx="451800" cy="42444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589840" y="3942360"/>
                <a:ext cx="254160" cy="2541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6708960" y="1953000"/>
              <a:ext cx="486000" cy="456840"/>
              <a:chOff x="6708960" y="1953000"/>
              <a:chExt cx="486000" cy="45684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6708960" y="1953000"/>
                <a:ext cx="486000" cy="45684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6815160" y="2044800"/>
                <a:ext cx="273600" cy="2736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428000" y="2981880"/>
              <a:ext cx="486000" cy="456840"/>
              <a:chOff x="4428000" y="2981880"/>
              <a:chExt cx="486000" cy="45684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428000" y="2981880"/>
                <a:ext cx="486000" cy="45684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534200" y="3073320"/>
                <a:ext cx="273600" cy="27360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5935680" y="3076920"/>
              <a:ext cx="486000" cy="456840"/>
              <a:chOff x="5935680" y="3076920"/>
              <a:chExt cx="486000" cy="45684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5935680" y="3076920"/>
                <a:ext cx="486000" cy="45684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041880" y="3168720"/>
                <a:ext cx="273600" cy="27360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718000" y="2605680"/>
              <a:ext cx="1870200" cy="529560"/>
              <a:chOff x="2718000" y="2605680"/>
              <a:chExt cx="1870200" cy="52956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718000" y="2605680"/>
                <a:ext cx="1401480" cy="183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718000" y="2790360"/>
                <a:ext cx="1870200" cy="344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4674600" y="2198880"/>
              <a:ext cx="1870200" cy="529560"/>
              <a:chOff x="4674600" y="2198880"/>
              <a:chExt cx="1870200" cy="52956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4674600" y="2198880"/>
                <a:ext cx="1401480" cy="183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4674600" y="2383560"/>
                <a:ext cx="1870200" cy="344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6946200" y="1268280"/>
              <a:ext cx="1870200" cy="529560"/>
              <a:chOff x="6946200" y="1268280"/>
              <a:chExt cx="1870200" cy="52956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6946200" y="1268280"/>
                <a:ext cx="1401480" cy="183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6946200" y="1452960"/>
                <a:ext cx="1870200" cy="344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211080" y="3752280"/>
              <a:ext cx="1870200" cy="529560"/>
              <a:chOff x="6211080" y="3752280"/>
              <a:chExt cx="1870200" cy="52956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211080" y="3752280"/>
                <a:ext cx="1401480" cy="183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211080" y="3936960"/>
                <a:ext cx="1870200" cy="344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282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560" cy="257040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467640" y="411480"/>
            <a:ext cx="8207640" cy="43189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727640" y="1420920"/>
            <a:ext cx="1186560" cy="2122200"/>
            <a:chOff x="1727640" y="1420920"/>
            <a:chExt cx="1186560" cy="2122200"/>
          </a:xfrm>
        </p:grpSpPr>
        <p:sp>
          <p:nvSpPr>
            <p:cNvPr id="287" name="矩形: 圆角 4"/>
            <p:cNvSpPr/>
            <p:nvPr/>
          </p:nvSpPr>
          <p:spPr>
            <a:xfrm>
              <a:off x="1727640" y="1492200"/>
              <a:ext cx="1150560" cy="2050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1840680" y="1420920"/>
              <a:ext cx="1073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388320" y="2179800"/>
            <a:ext cx="3563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383280" y="3003840"/>
            <a:ext cx="35632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998280" y="724680"/>
            <a:ext cx="1915560" cy="3780720"/>
            <a:chOff x="998280" y="724680"/>
            <a:chExt cx="1915560" cy="3780720"/>
          </a:xfrm>
        </p:grpSpPr>
        <p:sp>
          <p:nvSpPr>
            <p:cNvPr id="292" name="矩形 20"/>
            <p:cNvSpPr/>
            <p:nvPr/>
          </p:nvSpPr>
          <p:spPr>
            <a:xfrm>
              <a:off x="998280" y="2782080"/>
              <a:ext cx="1915560" cy="4168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998280" y="3200400"/>
              <a:ext cx="1915560" cy="115020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336040" y="4195800"/>
              <a:ext cx="325440" cy="30960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998280" y="2782080"/>
              <a:ext cx="1915560" cy="416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336040" y="4195800"/>
              <a:ext cx="326160" cy="30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998280" y="724680"/>
              <a:ext cx="1915560" cy="205596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998280" y="3485160"/>
              <a:ext cx="1915560" cy="580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613320" y="724320"/>
            <a:ext cx="1915560" cy="3781440"/>
            <a:chOff x="3613320" y="724320"/>
            <a:chExt cx="1915560" cy="3781440"/>
          </a:xfrm>
        </p:grpSpPr>
        <p:sp>
          <p:nvSpPr>
            <p:cNvPr id="300" name="矩形 13"/>
            <p:cNvSpPr/>
            <p:nvPr/>
          </p:nvSpPr>
          <p:spPr>
            <a:xfrm>
              <a:off x="3613320" y="2781720"/>
              <a:ext cx="1915560" cy="4168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613320" y="3200040"/>
              <a:ext cx="1915560" cy="115020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4957920" y="4196160"/>
              <a:ext cx="325440" cy="30960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613320" y="2781720"/>
              <a:ext cx="1915560" cy="416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4957920" y="4196160"/>
              <a:ext cx="326160" cy="30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613320" y="724320"/>
              <a:ext cx="1915560" cy="205596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613320" y="3484800"/>
              <a:ext cx="1915560" cy="580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228360" y="724680"/>
            <a:ext cx="1915560" cy="3780720"/>
            <a:chOff x="6228360" y="724680"/>
            <a:chExt cx="1915560" cy="3780720"/>
          </a:xfrm>
        </p:grpSpPr>
        <p:sp>
          <p:nvSpPr>
            <p:cNvPr id="308" name="矩形 6"/>
            <p:cNvSpPr/>
            <p:nvPr/>
          </p:nvSpPr>
          <p:spPr>
            <a:xfrm>
              <a:off x="6228360" y="2782080"/>
              <a:ext cx="1915560" cy="41688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228360" y="3200400"/>
              <a:ext cx="1915560" cy="115020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7576560" y="4195800"/>
              <a:ext cx="325440" cy="30960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228360" y="2782080"/>
              <a:ext cx="1915560" cy="416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7576560" y="4195800"/>
              <a:ext cx="326160" cy="30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228360" y="724680"/>
              <a:ext cx="1915560" cy="205596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228360" y="3485160"/>
              <a:ext cx="1915560" cy="580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316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2962800" y="1749960"/>
            <a:ext cx="3245400" cy="3392280"/>
            <a:chOff x="2962800" y="1749960"/>
            <a:chExt cx="3245400" cy="3392280"/>
          </a:xfrm>
        </p:grpSpPr>
        <p:sp>
          <p:nvSpPr>
            <p:cNvPr id="319" name="Freeform: Shape 2"/>
            <p:cNvSpPr/>
            <p:nvPr/>
          </p:nvSpPr>
          <p:spPr>
            <a:xfrm>
              <a:off x="3662640" y="2707200"/>
              <a:ext cx="1943640" cy="243504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072960" y="1788840"/>
              <a:ext cx="3071880" cy="2359080"/>
              <a:chOff x="3072960" y="1788840"/>
              <a:chExt cx="3071880" cy="235908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072960" y="2993400"/>
                <a:ext cx="212760" cy="2127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605760" y="3768120"/>
                <a:ext cx="212760" cy="2127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3942720" y="2359440"/>
                <a:ext cx="271800" cy="2718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4679640" y="3189240"/>
                <a:ext cx="271800" cy="2718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3988800" y="2794680"/>
                <a:ext cx="346680" cy="3466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4952880" y="3801240"/>
                <a:ext cx="346680" cy="3466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5598000" y="2514600"/>
                <a:ext cx="346680" cy="3466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5690520" y="3374640"/>
                <a:ext cx="454320" cy="4543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452120" y="1788840"/>
                <a:ext cx="454320" cy="4543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001680" y="1985760"/>
              <a:ext cx="3076920" cy="2397240"/>
              <a:chOff x="3001680" y="1985760"/>
              <a:chExt cx="3076920" cy="239724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001680" y="2531520"/>
                <a:ext cx="387000" cy="3870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4903200" y="2721960"/>
                <a:ext cx="499320" cy="4993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3884400" y="3942000"/>
                <a:ext cx="441000" cy="4410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320080" y="3756600"/>
                <a:ext cx="166320" cy="1663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5912280" y="2999520"/>
                <a:ext cx="166320" cy="1663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398400" y="3109320"/>
                <a:ext cx="166320" cy="1663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4622400" y="2463840"/>
                <a:ext cx="166320" cy="1663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494880" y="1985760"/>
                <a:ext cx="487080" cy="4870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312800" y="3415320"/>
                <a:ext cx="99000" cy="990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5595840" y="3055680"/>
                <a:ext cx="99000" cy="990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411000" y="2199600"/>
              <a:ext cx="2662200" cy="2214720"/>
              <a:chOff x="3411000" y="2199600"/>
              <a:chExt cx="2662200" cy="221472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138200" y="2199600"/>
                <a:ext cx="757440" cy="7574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051520" y="2549160"/>
                <a:ext cx="431640" cy="4316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3724200" y="3503880"/>
                <a:ext cx="390240" cy="3902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220000" y="3436920"/>
                <a:ext cx="390240" cy="3902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411000" y="2432520"/>
                <a:ext cx="352800" cy="3528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551760" y="3068640"/>
                <a:ext cx="294840" cy="2948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5565600" y="2869920"/>
                <a:ext cx="294840" cy="2948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5858280" y="2652480"/>
                <a:ext cx="214920" cy="2149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5844960" y="3775320"/>
                <a:ext cx="214920" cy="2149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190400" y="3882960"/>
                <a:ext cx="531360" cy="5313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352320" y="1749960"/>
              <a:ext cx="2311920" cy="1914840"/>
              <a:chOff x="3352320" y="1749960"/>
              <a:chExt cx="2311920" cy="1914840"/>
            </a:xfrm>
          </p:grpSpPr>
          <p:sp>
            <p:nvSpPr>
              <p:cNvPr id="353" name="Oval 20"/>
              <p:cNvSpPr/>
              <p:nvPr/>
            </p:nvSpPr>
            <p:spPr>
              <a:xfrm rot="9000000">
                <a:off x="5475240" y="2083320"/>
                <a:ext cx="159480" cy="159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9000000">
                <a:off x="4837680" y="1779120"/>
                <a:ext cx="159480" cy="159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9000000">
                <a:off x="5095440" y="2792160"/>
                <a:ext cx="203760" cy="2037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9000000">
                <a:off x="4304160" y="2529360"/>
                <a:ext cx="203760" cy="2037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9000000">
                <a:off x="4835520" y="2487960"/>
                <a:ext cx="259920" cy="2599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9000000">
                <a:off x="3830040" y="2195280"/>
                <a:ext cx="259920" cy="2599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9000000">
                <a:off x="3893760" y="3274920"/>
                <a:ext cx="259920" cy="2599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9000000">
                <a:off x="3414600" y="2694240"/>
                <a:ext cx="340920" cy="3409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9000000">
                <a:off x="4816440" y="3261240"/>
                <a:ext cx="340920" cy="3409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595680" y="1943640"/>
              <a:ext cx="972360" cy="97236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4850640" y="2111040"/>
              <a:ext cx="922680" cy="92268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2962800" y="2954880"/>
              <a:ext cx="922680" cy="92268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285520" y="3090600"/>
              <a:ext cx="922680" cy="92268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164200" y="2408040"/>
              <a:ext cx="320040" cy="300960"/>
              <a:chOff x="5164200" y="2408040"/>
              <a:chExt cx="320040" cy="30096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320080" y="2573280"/>
                <a:ext cx="37080" cy="3780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164200" y="2408040"/>
                <a:ext cx="320040" cy="30096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5605920" y="3386880"/>
              <a:ext cx="310680" cy="31068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271320" y="3269880"/>
              <a:ext cx="311760" cy="271440"/>
              <a:chOff x="3271320" y="3269880"/>
              <a:chExt cx="311760" cy="27144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271320" y="3269880"/>
                <a:ext cx="311760" cy="27144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308040" y="3308760"/>
                <a:ext cx="237960" cy="17460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3934080" y="2323800"/>
              <a:ext cx="310680" cy="23256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6451560" y="1508040"/>
            <a:ext cx="2062080" cy="2595960"/>
            <a:chOff x="6451560" y="1508040"/>
            <a:chExt cx="2062080" cy="2595960"/>
          </a:xfrm>
        </p:grpSpPr>
        <p:grpSp>
          <p:nvGrpSpPr>
            <p:cNvPr id="375" name="Group 59"/>
            <p:cNvGrpSpPr/>
            <p:nvPr/>
          </p:nvGrpSpPr>
          <p:grpSpPr>
            <a:xfrm>
              <a:off x="6451560" y="1508040"/>
              <a:ext cx="1956960" cy="2595960"/>
              <a:chOff x="6451560" y="1508040"/>
              <a:chExt cx="1956960" cy="259596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6451560" y="1508040"/>
                <a:ext cx="1956960" cy="610200"/>
                <a:chOff x="6451560" y="1508040"/>
                <a:chExt cx="1956960" cy="61020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6451560" y="173880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6451560" y="150804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6451560" y="2500920"/>
                <a:ext cx="1956960" cy="610200"/>
                <a:chOff x="6451560" y="2500920"/>
                <a:chExt cx="1956960" cy="61020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6451560" y="273168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6451560" y="250092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6451560" y="3493800"/>
                <a:ext cx="1956960" cy="610200"/>
                <a:chOff x="6451560" y="3493800"/>
                <a:chExt cx="1956960" cy="61020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6451560" y="372456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6451560" y="349380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6677280" y="22672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6677280" y="32716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685440" y="1508040"/>
            <a:ext cx="2034000" cy="2595960"/>
            <a:chOff x="685440" y="1508040"/>
            <a:chExt cx="2034000" cy="2595960"/>
          </a:xfrm>
        </p:grpSpPr>
        <p:grpSp>
          <p:nvGrpSpPr>
            <p:cNvPr id="388" name="Group 72"/>
            <p:cNvGrpSpPr/>
            <p:nvPr/>
          </p:nvGrpSpPr>
          <p:grpSpPr>
            <a:xfrm>
              <a:off x="762480" y="1508040"/>
              <a:ext cx="1956960" cy="2595960"/>
              <a:chOff x="762480" y="1508040"/>
              <a:chExt cx="1956960" cy="259596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762480" y="1508040"/>
                <a:ext cx="1956960" cy="610200"/>
                <a:chOff x="762480" y="1508040"/>
                <a:chExt cx="1956960" cy="61020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762480" y="173880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762480" y="150804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762480" y="2500920"/>
                <a:ext cx="1956960" cy="610200"/>
                <a:chOff x="762480" y="2500920"/>
                <a:chExt cx="1956960" cy="61020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762480" y="273168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762480" y="250092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762480" y="3493800"/>
                <a:ext cx="1956960" cy="610200"/>
                <a:chOff x="762480" y="3493800"/>
                <a:chExt cx="1956960" cy="61020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762480" y="372456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762480" y="349380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685440" y="2267280"/>
              <a:ext cx="1836360" cy="1004760"/>
              <a:chOff x="685440" y="2267280"/>
              <a:chExt cx="1836360" cy="10047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685440" y="22672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685440" y="32716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402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478240" y="938160"/>
            <a:ext cx="4186440" cy="3661200"/>
            <a:chOff x="2478240" y="938160"/>
            <a:chExt cx="4186440" cy="366120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094200" y="2722680"/>
              <a:ext cx="2954160" cy="67572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478240" y="4087440"/>
              <a:ext cx="4186440" cy="51192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3828960" y="938160"/>
              <a:ext cx="1484640" cy="108180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048120" y="3419640"/>
              <a:ext cx="3046320" cy="652680"/>
              <a:chOff x="3048120" y="3419640"/>
              <a:chExt cx="3046320" cy="65268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57408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423960" y="34196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19788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048120" y="3419640"/>
                <a:ext cx="41148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395136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3800160" y="34196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32756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176360" y="34196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470340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4553640" y="34196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07960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4929480" y="34196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545688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305680" y="34196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5833080" y="3447360"/>
                <a:ext cx="116280" cy="1162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5681880" y="34196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3800160" y="2044440"/>
              <a:ext cx="1541880" cy="652680"/>
              <a:chOff x="3800160" y="2044440"/>
              <a:chExt cx="1541880" cy="65268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3951360" y="2073240"/>
                <a:ext cx="116280" cy="11628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3800160" y="20444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327560" y="2073240"/>
                <a:ext cx="116280" cy="11628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176360" y="20444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4703400" y="2073240"/>
                <a:ext cx="116280" cy="11628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4553640" y="20444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079600" y="2073240"/>
                <a:ext cx="116280" cy="11628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4929480" y="2044440"/>
                <a:ext cx="412560" cy="65268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3985560" y="4210200"/>
              <a:ext cx="1175760" cy="27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044600" y="2927160"/>
              <a:ext cx="1175760" cy="27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156560" y="1445760"/>
              <a:ext cx="829440" cy="48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1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128280" y="1500480"/>
            <a:ext cx="2062080" cy="2595960"/>
            <a:chOff x="6128280" y="1500480"/>
            <a:chExt cx="2062080" cy="259596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128280" y="1500480"/>
              <a:ext cx="1956960" cy="2595960"/>
              <a:chOff x="6128280" y="1500480"/>
              <a:chExt cx="1956960" cy="259596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128280" y="1500480"/>
                <a:ext cx="1956960" cy="610200"/>
                <a:chOff x="6128280" y="1500480"/>
                <a:chExt cx="1956960" cy="61020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128280" y="173124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128280" y="150048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128280" y="2493360"/>
                <a:ext cx="1956960" cy="610200"/>
                <a:chOff x="6128280" y="2493360"/>
                <a:chExt cx="1956960" cy="61020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128280" y="272412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128280" y="249336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128280" y="3486240"/>
                <a:ext cx="1956960" cy="610200"/>
                <a:chOff x="6128280" y="3486240"/>
                <a:chExt cx="1956960" cy="61020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128280" y="371700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128280" y="348624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6354000" y="225972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6354000" y="326376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980280" y="1500480"/>
            <a:ext cx="2034360" cy="2595960"/>
            <a:chOff x="980280" y="1500480"/>
            <a:chExt cx="2034360" cy="2595960"/>
          </a:xfrm>
        </p:grpSpPr>
        <p:grpSp>
          <p:nvGrpSpPr>
            <p:cNvPr id="451" name="组合 6"/>
            <p:cNvGrpSpPr/>
            <p:nvPr/>
          </p:nvGrpSpPr>
          <p:grpSpPr>
            <a:xfrm>
              <a:off x="1057680" y="1500480"/>
              <a:ext cx="1956960" cy="2595960"/>
              <a:chOff x="1057680" y="1500480"/>
              <a:chExt cx="1956960" cy="259596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057680" y="1500480"/>
                <a:ext cx="1956960" cy="610200"/>
                <a:chOff x="1057680" y="1500480"/>
                <a:chExt cx="1956960" cy="61020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057680" y="173124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057680" y="150048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057680" y="2493360"/>
                <a:ext cx="1956960" cy="610200"/>
                <a:chOff x="1057680" y="2493360"/>
                <a:chExt cx="1956960" cy="61020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057680" y="272412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057680" y="249336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057680" y="3486240"/>
                <a:ext cx="1956960" cy="610200"/>
                <a:chOff x="1057680" y="3486240"/>
                <a:chExt cx="1956960" cy="61020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057680" y="3717000"/>
                  <a:ext cx="1956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057680" y="3486240"/>
                  <a:ext cx="1956960" cy="229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980280" y="2259720"/>
              <a:ext cx="1836360" cy="1004400"/>
              <a:chOff x="980280" y="2259720"/>
              <a:chExt cx="1836360" cy="100440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980280" y="225972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980280" y="326376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465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220560" y="1339200"/>
            <a:ext cx="2701440" cy="270144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207240" y="1275480"/>
            <a:ext cx="2728080" cy="2827080"/>
            <a:chOff x="3207240" y="1275480"/>
            <a:chExt cx="2728080" cy="2827080"/>
          </a:xfrm>
        </p:grpSpPr>
        <p:grpSp>
          <p:nvGrpSpPr>
            <p:cNvPr id="469" name="组合 4"/>
            <p:cNvGrpSpPr/>
            <p:nvPr/>
          </p:nvGrpSpPr>
          <p:grpSpPr>
            <a:xfrm>
              <a:off x="4162680" y="1275480"/>
              <a:ext cx="817560" cy="818640"/>
              <a:chOff x="4162680" y="1275480"/>
              <a:chExt cx="817560" cy="81864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162680" y="1275480"/>
                <a:ext cx="817560" cy="81864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368600" y="1503360"/>
                <a:ext cx="419040" cy="39168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207240" y="1763640"/>
              <a:ext cx="817560" cy="818640"/>
              <a:chOff x="3207240" y="1763640"/>
              <a:chExt cx="817560" cy="81864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207240" y="1763640"/>
                <a:ext cx="817560" cy="81864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418200" y="1970280"/>
                <a:ext cx="396000" cy="394920"/>
                <a:chOff x="3418200" y="1970280"/>
                <a:chExt cx="396000" cy="39492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476160" y="1972080"/>
                  <a:ext cx="114840" cy="9432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457080" y="2064960"/>
                  <a:ext cx="105480" cy="13464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500640" y="2212560"/>
                  <a:ext cx="132480" cy="6084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607200" y="2124720"/>
                  <a:ext cx="144720" cy="13572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3728160" y="2037960"/>
                  <a:ext cx="48600" cy="11484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581280" y="1970280"/>
                  <a:ext cx="144360" cy="10224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567960" y="2061360"/>
                  <a:ext cx="114840" cy="11700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418200" y="2277360"/>
                  <a:ext cx="396000" cy="8784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162680" y="3283920"/>
              <a:ext cx="817560" cy="818640"/>
              <a:chOff x="4162680" y="3283920"/>
              <a:chExt cx="817560" cy="81864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162680" y="3283920"/>
                <a:ext cx="817560" cy="81864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389840" y="3486600"/>
                <a:ext cx="362880" cy="38052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117760" y="2796120"/>
              <a:ext cx="817560" cy="818640"/>
              <a:chOff x="5117760" y="2796120"/>
              <a:chExt cx="817560" cy="81864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117760" y="2796120"/>
                <a:ext cx="817560" cy="81864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375880" y="2976120"/>
                <a:ext cx="395280" cy="393480"/>
                <a:chOff x="5375880" y="2976120"/>
                <a:chExt cx="395280" cy="39348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375880" y="3172320"/>
                  <a:ext cx="264960" cy="19728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414040" y="2976120"/>
                  <a:ext cx="182160" cy="18108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5557680" y="3247200"/>
                  <a:ext cx="96840" cy="9216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5673960" y="3247200"/>
                  <a:ext cx="97200" cy="9216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5612760" y="3147120"/>
                  <a:ext cx="96840" cy="9252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207240" y="2796120"/>
              <a:ext cx="817560" cy="818640"/>
              <a:chOff x="3207240" y="2796120"/>
              <a:chExt cx="817560" cy="81864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207240" y="2796120"/>
                <a:ext cx="817560" cy="81864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412440" y="3008520"/>
                <a:ext cx="407520" cy="40752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117760" y="1763640"/>
              <a:ext cx="817560" cy="818640"/>
              <a:chOff x="5117760" y="1763640"/>
              <a:chExt cx="817560" cy="81864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117760" y="1763640"/>
                <a:ext cx="817560" cy="81864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329800" y="2026080"/>
                <a:ext cx="393480" cy="29412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786960" y="1463760"/>
            <a:ext cx="7569000" cy="2452320"/>
            <a:chOff x="786960" y="1463760"/>
            <a:chExt cx="7569000" cy="2452320"/>
          </a:xfrm>
        </p:grpSpPr>
        <p:sp>
          <p:nvSpPr>
            <p:cNvPr id="501" name="文本框 68"/>
            <p:cNvSpPr/>
            <p:nvPr/>
          </p:nvSpPr>
          <p:spPr>
            <a:xfrm>
              <a:off x="786960" y="1463760"/>
              <a:ext cx="2221200" cy="15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786960" y="1671120"/>
              <a:ext cx="2221200" cy="282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786960" y="3426480"/>
              <a:ext cx="2221200" cy="15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786960" y="3633840"/>
              <a:ext cx="2221200" cy="282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786960" y="2440440"/>
              <a:ext cx="1763640" cy="15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786960" y="2647800"/>
              <a:ext cx="1763640" cy="282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134760" y="1463760"/>
              <a:ext cx="2221200" cy="15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134760" y="1671120"/>
              <a:ext cx="2221200" cy="282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134760" y="3426480"/>
              <a:ext cx="2221200" cy="15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134760" y="3633840"/>
              <a:ext cx="2221200" cy="282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6592320" y="2440440"/>
              <a:ext cx="1763640" cy="15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6592320" y="2647800"/>
              <a:ext cx="1763640" cy="282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514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844560" y="2174760"/>
            <a:ext cx="1105560" cy="963360"/>
            <a:chOff x="844560" y="2174760"/>
            <a:chExt cx="1105560" cy="963360"/>
          </a:xfrm>
        </p:grpSpPr>
        <p:sp>
          <p:nvSpPr>
            <p:cNvPr id="517" name="TextBox 5"/>
            <p:cNvSpPr/>
            <p:nvPr/>
          </p:nvSpPr>
          <p:spPr>
            <a:xfrm>
              <a:off x="844560" y="2885760"/>
              <a:ext cx="106056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887400" y="2174760"/>
              <a:ext cx="1062720" cy="829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3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127240" y="937800"/>
            <a:ext cx="6474960" cy="3549600"/>
            <a:chOff x="2127240" y="937800"/>
            <a:chExt cx="6474960" cy="3549600"/>
          </a:xfrm>
        </p:grpSpPr>
        <p:sp>
          <p:nvSpPr>
            <p:cNvPr id="520" name="TextBox 7"/>
            <p:cNvSpPr/>
            <p:nvPr/>
          </p:nvSpPr>
          <p:spPr>
            <a:xfrm flipH="1">
              <a:off x="6662520" y="1135440"/>
              <a:ext cx="1939320" cy="38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127240" y="937800"/>
              <a:ext cx="4437720" cy="3549600"/>
              <a:chOff x="2127240" y="937800"/>
              <a:chExt cx="4437720" cy="354960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4761720" y="3627360"/>
                <a:ext cx="1363320" cy="86004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2901600" y="2862360"/>
                <a:ext cx="1033920" cy="12816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3937320" y="2862360"/>
                <a:ext cx="823320" cy="162504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5704560" y="3627360"/>
                <a:ext cx="860040" cy="86004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5798520" y="3723120"/>
                <a:ext cx="672120" cy="67212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4761720" y="2732760"/>
                <a:ext cx="1363320" cy="86004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2901600" y="2718360"/>
                <a:ext cx="1033920" cy="13212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3937320" y="2718360"/>
                <a:ext cx="823320" cy="87444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5704560" y="2733120"/>
                <a:ext cx="860040" cy="8600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5798520" y="2824920"/>
                <a:ext cx="672120" cy="67212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4761720" y="1836360"/>
                <a:ext cx="1363320" cy="85824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2901600" y="2578680"/>
                <a:ext cx="1033920" cy="12816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3937320" y="1836360"/>
                <a:ext cx="823320" cy="87048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5704560" y="1838880"/>
                <a:ext cx="860040" cy="86004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5798520" y="1927800"/>
                <a:ext cx="672120" cy="67212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4761720" y="937800"/>
                <a:ext cx="1363320" cy="86004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2901600" y="2438640"/>
                <a:ext cx="1033920" cy="12816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3937320" y="937800"/>
                <a:ext cx="823320" cy="162936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5704560" y="937800"/>
                <a:ext cx="860040" cy="86004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5798520" y="1029240"/>
                <a:ext cx="672120" cy="67212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4858200" y="1194480"/>
                <a:ext cx="1094040" cy="417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4858200" y="2079360"/>
                <a:ext cx="1078560" cy="417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4858200" y="2972880"/>
                <a:ext cx="1094040" cy="417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4858200" y="3857760"/>
                <a:ext cx="1198800" cy="417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95040" y="2292480"/>
                <a:ext cx="1315440" cy="85104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5940000" y="2047320"/>
                <a:ext cx="405720" cy="42372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5962680" y="3885480"/>
                <a:ext cx="372600" cy="37008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5967720" y="1221480"/>
                <a:ext cx="352800" cy="270720"/>
                <a:chOff x="5967720" y="1221480"/>
                <a:chExt cx="352800" cy="27072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5967720" y="1260720"/>
                  <a:ext cx="333000" cy="23148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072840" y="1221480"/>
                  <a:ext cx="247680" cy="22248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5964480" y="2995920"/>
                <a:ext cx="357120" cy="33480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6662520" y="2081880"/>
              <a:ext cx="1939320" cy="38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6662520" y="2976840"/>
              <a:ext cx="1939320" cy="38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6662520" y="3921840"/>
              <a:ext cx="1939320" cy="38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557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560" cy="257040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467640" y="411480"/>
            <a:ext cx="8207640" cy="43189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727640" y="1420920"/>
            <a:ext cx="1186560" cy="2122200"/>
            <a:chOff x="1727640" y="1420920"/>
            <a:chExt cx="1186560" cy="2122200"/>
          </a:xfrm>
        </p:grpSpPr>
        <p:sp>
          <p:nvSpPr>
            <p:cNvPr id="562" name="矩形: 圆角 4"/>
            <p:cNvSpPr/>
            <p:nvPr/>
          </p:nvSpPr>
          <p:spPr>
            <a:xfrm>
              <a:off x="1727640" y="1492200"/>
              <a:ext cx="1150560" cy="2050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1840680" y="1420920"/>
              <a:ext cx="1073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388320" y="2179800"/>
            <a:ext cx="3563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383280" y="3003840"/>
            <a:ext cx="35632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2837880" y="1016640"/>
            <a:ext cx="3434040" cy="3194640"/>
            <a:chOff x="2837880" y="1016640"/>
            <a:chExt cx="3434040" cy="3194640"/>
          </a:xfrm>
        </p:grpSpPr>
        <p:grpSp>
          <p:nvGrpSpPr>
            <p:cNvPr id="567" name="Group 2"/>
            <p:cNvGrpSpPr/>
            <p:nvPr/>
          </p:nvGrpSpPr>
          <p:grpSpPr>
            <a:xfrm>
              <a:off x="4217400" y="1016640"/>
              <a:ext cx="2054520" cy="1933560"/>
              <a:chOff x="4217400" y="1016640"/>
              <a:chExt cx="2054520" cy="193356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900000">
                <a:off x="4394880" y="1657080"/>
                <a:ext cx="1222560" cy="100872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272200" y="1016640"/>
                <a:ext cx="999720" cy="883800"/>
                <a:chOff x="5272200" y="1016640"/>
                <a:chExt cx="999720" cy="88380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8100000">
                  <a:off x="5538240" y="1355040"/>
                  <a:ext cx="9468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8100000">
                  <a:off x="5567400" y="1751040"/>
                  <a:ext cx="14724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8100000">
                  <a:off x="5291640" y="1470240"/>
                  <a:ext cx="147240" cy="1162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8100000">
                  <a:off x="5695920" y="1427400"/>
                  <a:ext cx="167040" cy="16920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8100000">
                  <a:off x="5822640" y="1248120"/>
                  <a:ext cx="141120" cy="14220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8100000">
                  <a:off x="5659560" y="1295280"/>
                  <a:ext cx="123480" cy="12456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8100000">
                  <a:off x="5952240" y="1161000"/>
                  <a:ext cx="96840" cy="96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8100000">
                  <a:off x="6016680" y="1037160"/>
                  <a:ext cx="9468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8100000">
                  <a:off x="5519520" y="1523880"/>
                  <a:ext cx="132840" cy="122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8100000">
                  <a:off x="5811480" y="1118520"/>
                  <a:ext cx="114120" cy="11412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8100000">
                  <a:off x="6176160" y="1033200"/>
                  <a:ext cx="79200" cy="7920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8100000">
                  <a:off x="5406480" y="1662840"/>
                  <a:ext cx="99720" cy="122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2841120" y="1025280"/>
              <a:ext cx="2051640" cy="1933560"/>
              <a:chOff x="2841120" y="1025280"/>
              <a:chExt cx="2051640" cy="1933560"/>
            </a:xfrm>
          </p:grpSpPr>
          <p:sp>
            <p:nvSpPr>
              <p:cNvPr id="583" name="Arrow: Right 56"/>
              <p:cNvSpPr/>
              <p:nvPr/>
            </p:nvSpPr>
            <p:spPr>
              <a:xfrm rot="2700000">
                <a:off x="3492360" y="1665000"/>
                <a:ext cx="1222200" cy="100908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2841120" y="1025280"/>
                <a:ext cx="1000800" cy="884520"/>
                <a:chOff x="2841120" y="1025280"/>
                <a:chExt cx="1000800" cy="88452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500000">
                  <a:off x="3479040" y="1362960"/>
                  <a:ext cx="9432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500000">
                  <a:off x="3396600" y="1760040"/>
                  <a:ext cx="148320" cy="113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500000">
                  <a:off x="3673800" y="1479240"/>
                  <a:ext cx="148320" cy="1162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500000">
                  <a:off x="3248280" y="143604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500000">
                  <a:off x="3147480" y="1256760"/>
                  <a:ext cx="142200" cy="14220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500000">
                  <a:off x="3329640" y="1303920"/>
                  <a:ext cx="123840" cy="12456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500000">
                  <a:off x="3061800" y="1168920"/>
                  <a:ext cx="97920" cy="96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500000">
                  <a:off x="3000240" y="1045080"/>
                  <a:ext cx="9432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500000">
                  <a:off x="3460320" y="1532520"/>
                  <a:ext cx="133560" cy="122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3500000">
                  <a:off x="3185640" y="1127160"/>
                  <a:ext cx="115200" cy="11376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500000">
                  <a:off x="2857320" y="1041840"/>
                  <a:ext cx="79560" cy="7920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500000">
                  <a:off x="3605400" y="167040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215240" y="2274120"/>
              <a:ext cx="2054520" cy="1937160"/>
              <a:chOff x="4215240" y="2274120"/>
              <a:chExt cx="2054520" cy="193716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2700000">
                <a:off x="4392720" y="2558160"/>
                <a:ext cx="1222560" cy="100872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269320" y="3326400"/>
                <a:ext cx="1000440" cy="884880"/>
                <a:chOff x="5269320" y="3326400"/>
                <a:chExt cx="1000440" cy="88488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500000">
                  <a:off x="5535720" y="3779280"/>
                  <a:ext cx="9432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500000">
                  <a:off x="5564880" y="3361680"/>
                  <a:ext cx="148320" cy="113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500000">
                  <a:off x="5288400" y="3641040"/>
                  <a:ext cx="148320" cy="1162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500000">
                  <a:off x="5692320" y="363132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500000">
                  <a:off x="5819760" y="3835800"/>
                  <a:ext cx="142200" cy="14220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500000">
                  <a:off x="5657400" y="3807360"/>
                  <a:ext cx="123840" cy="12456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500000">
                  <a:off x="5949360" y="3969720"/>
                  <a:ext cx="97920" cy="96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500000">
                  <a:off x="6014160" y="4097160"/>
                  <a:ext cx="9432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500000">
                  <a:off x="5517000" y="3580920"/>
                  <a:ext cx="133560" cy="122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3500000">
                  <a:off x="5808600" y="3994920"/>
                  <a:ext cx="115200" cy="11376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500000">
                  <a:off x="6173640" y="4115520"/>
                  <a:ext cx="79560" cy="7920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500000">
                  <a:off x="5403240" y="344016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2837880" y="2276640"/>
              <a:ext cx="2050200" cy="1934640"/>
              <a:chOff x="2837880" y="2276640"/>
              <a:chExt cx="2050200" cy="193464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8100000">
                <a:off x="3486960" y="2560680"/>
                <a:ext cx="1222560" cy="100872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2837880" y="3326400"/>
                <a:ext cx="999720" cy="884880"/>
                <a:chOff x="2837880" y="3326400"/>
                <a:chExt cx="999720" cy="88488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900000">
                  <a:off x="3476520" y="3778920"/>
                  <a:ext cx="9468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900000">
                  <a:off x="3394440" y="3361320"/>
                  <a:ext cx="14724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900000">
                  <a:off x="3670560" y="3639960"/>
                  <a:ext cx="147240" cy="1162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900000">
                  <a:off x="3246480" y="3629880"/>
                  <a:ext cx="167040" cy="16920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900000">
                  <a:off x="3145680" y="3836160"/>
                  <a:ext cx="141120" cy="14220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900000">
                  <a:off x="3326040" y="3806640"/>
                  <a:ext cx="123480" cy="12456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900000">
                  <a:off x="3060360" y="3969720"/>
                  <a:ext cx="96840" cy="96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900000">
                  <a:off x="2997720" y="4096800"/>
                  <a:ext cx="9468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900000">
                  <a:off x="3457080" y="3580200"/>
                  <a:ext cx="132840" cy="122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900000">
                  <a:off x="3183840" y="3994560"/>
                  <a:ext cx="114120" cy="11412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900000">
                  <a:off x="2854080" y="4115520"/>
                  <a:ext cx="79200" cy="7920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900000">
                  <a:off x="3603240" y="3441240"/>
                  <a:ext cx="99720" cy="122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2700000">
              <a:off x="3575880" y="1892520"/>
              <a:ext cx="743040" cy="18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900000">
              <a:off x="4826880" y="1887480"/>
              <a:ext cx="743040" cy="18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900000">
              <a:off x="3558600" y="3138120"/>
              <a:ext cx="744480" cy="18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2700000">
              <a:off x="4750560" y="3093840"/>
              <a:ext cx="744480" cy="18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4676760" y="2282760"/>
              <a:ext cx="240480" cy="2404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4679280" y="2751120"/>
              <a:ext cx="240480" cy="20520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161240" y="2738160"/>
              <a:ext cx="251640" cy="25164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171320" y="2274480"/>
              <a:ext cx="225360" cy="24048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980280" y="1968480"/>
            <a:ext cx="7210080" cy="1603080"/>
            <a:chOff x="980280" y="1968480"/>
            <a:chExt cx="7210080" cy="1603080"/>
          </a:xfrm>
        </p:grpSpPr>
        <p:grpSp>
          <p:nvGrpSpPr>
            <p:cNvPr id="636" name="Group 89"/>
            <p:cNvGrpSpPr/>
            <p:nvPr/>
          </p:nvGrpSpPr>
          <p:grpSpPr>
            <a:xfrm>
              <a:off x="6128280" y="1968480"/>
              <a:ext cx="2062080" cy="1603080"/>
              <a:chOff x="6128280" y="1968480"/>
              <a:chExt cx="2062080" cy="160308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128280" y="1968480"/>
                <a:ext cx="1956960" cy="1603080"/>
                <a:chOff x="6128280" y="1968480"/>
                <a:chExt cx="1956960" cy="160308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128280" y="1968480"/>
                  <a:ext cx="1956960" cy="610200"/>
                  <a:chOff x="6128280" y="1968480"/>
                  <a:chExt cx="1956960" cy="61020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128280" y="219924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128280" y="196848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128280" y="2961360"/>
                  <a:ext cx="1956960" cy="610200"/>
                  <a:chOff x="6128280" y="2961360"/>
                  <a:chExt cx="1956960" cy="61020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128280" y="319212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128280" y="296136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980280" y="1968480"/>
              <a:ext cx="2034360" cy="1603080"/>
              <a:chOff x="980280" y="1968480"/>
              <a:chExt cx="2034360" cy="160308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057680" y="1968480"/>
                <a:ext cx="1956960" cy="1603080"/>
                <a:chOff x="1057680" y="1968480"/>
                <a:chExt cx="1956960" cy="160308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057680" y="1968480"/>
                  <a:ext cx="1956960" cy="610200"/>
                  <a:chOff x="1057680" y="1968480"/>
                  <a:chExt cx="1956960" cy="61020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057680" y="219924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057680" y="196848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057680" y="2961360"/>
                  <a:ext cx="1956960" cy="610200"/>
                  <a:chOff x="1057680" y="2961360"/>
                  <a:chExt cx="1956960" cy="61020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057680" y="319212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057680" y="296136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655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42160" y="4441320"/>
            <a:ext cx="8076240" cy="36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25600" y="702000"/>
            <a:ext cx="4032360" cy="240804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25600" y="3127320"/>
            <a:ext cx="4032360" cy="11872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4584600" y="702000"/>
            <a:ext cx="4032360" cy="1187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25600" y="702000"/>
            <a:ext cx="4032360" cy="240804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4579560" y="1912320"/>
            <a:ext cx="4032360" cy="240228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266800" y="-299520"/>
            <a:ext cx="266796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207800" y="2125800"/>
            <a:ext cx="266796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666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347640" y="1718280"/>
            <a:ext cx="2452320" cy="2136960"/>
            <a:chOff x="3347640" y="1718280"/>
            <a:chExt cx="2452320" cy="2136960"/>
          </a:xfrm>
        </p:grpSpPr>
        <p:sp>
          <p:nvSpPr>
            <p:cNvPr id="669" name="Freeform: Shape 27"/>
            <p:cNvSpPr/>
            <p:nvPr/>
          </p:nvSpPr>
          <p:spPr>
            <a:xfrm>
              <a:off x="5564160" y="3161880"/>
              <a:ext cx="189000" cy="13068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411160" y="3093480"/>
              <a:ext cx="388800" cy="25272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458600" y="2248200"/>
              <a:ext cx="230400" cy="17496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458600" y="2248200"/>
              <a:ext cx="230400" cy="17496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458600" y="2248200"/>
              <a:ext cx="230400" cy="14112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343040" y="1788120"/>
              <a:ext cx="461160" cy="54540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460320" y="2731680"/>
              <a:ext cx="380880" cy="19440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589920" y="2079720"/>
              <a:ext cx="113760" cy="19044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531600" y="2066760"/>
              <a:ext cx="240840" cy="35100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443560" y="2079720"/>
              <a:ext cx="113760" cy="19044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376240" y="2066760"/>
              <a:ext cx="239760" cy="35100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376240" y="2310480"/>
              <a:ext cx="133200" cy="9720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3638160" y="2310480"/>
              <a:ext cx="134640" cy="9720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3640680" y="2319480"/>
              <a:ext cx="824040" cy="36540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4682520" y="2319480"/>
              <a:ext cx="824040" cy="36540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394440" y="3161880"/>
              <a:ext cx="189000" cy="13068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347640" y="3093480"/>
              <a:ext cx="388800" cy="25272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3661200" y="3197160"/>
              <a:ext cx="36000" cy="14112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3679560" y="2830320"/>
              <a:ext cx="767160" cy="51588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5450040" y="3197160"/>
              <a:ext cx="36000" cy="14112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4700880" y="2830320"/>
              <a:ext cx="767160" cy="51588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455280" y="2731680"/>
              <a:ext cx="382320" cy="19440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310000" y="2731680"/>
              <a:ext cx="382320" cy="19440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255640" y="2810880"/>
              <a:ext cx="154080" cy="16560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3740400" y="2810880"/>
              <a:ext cx="154080" cy="16560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3774240" y="2350800"/>
              <a:ext cx="1603080" cy="99540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458600" y="2344320"/>
              <a:ext cx="115200" cy="46512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458600" y="2344320"/>
              <a:ext cx="115200" cy="46512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4568760" y="2346840"/>
              <a:ext cx="120240" cy="46260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4568760" y="2346840"/>
              <a:ext cx="120240" cy="46260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485600" y="2415600"/>
              <a:ext cx="87840" cy="39384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485600" y="2415600"/>
              <a:ext cx="87840" cy="39384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4568760" y="2415600"/>
              <a:ext cx="94320" cy="39384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4568760" y="2415600"/>
              <a:ext cx="94320" cy="39384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527000" y="2415600"/>
              <a:ext cx="46440" cy="39384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4568760" y="2415600"/>
              <a:ext cx="43920" cy="39384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533480" y="2415600"/>
              <a:ext cx="39960" cy="39384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344480" y="2344320"/>
              <a:ext cx="229320" cy="46512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4572360" y="2346840"/>
              <a:ext cx="227880" cy="46260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310640" y="3097080"/>
              <a:ext cx="141120" cy="3240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4695480" y="3097080"/>
              <a:ext cx="141120" cy="3240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347000" y="1718280"/>
              <a:ext cx="461160" cy="36936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254840" y="3297960"/>
              <a:ext cx="642600" cy="16200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286160" y="3195720"/>
              <a:ext cx="991440" cy="57924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236840" y="3561120"/>
              <a:ext cx="168480" cy="23688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147560" y="3562560"/>
              <a:ext cx="217440" cy="27972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125240" y="3585960"/>
              <a:ext cx="99720" cy="26928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3870000" y="3193200"/>
              <a:ext cx="1002960" cy="59472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4742280" y="3561120"/>
              <a:ext cx="168480" cy="23688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4782600" y="3562560"/>
              <a:ext cx="217440" cy="27972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4922280" y="3585960"/>
              <a:ext cx="99720" cy="26928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512960" y="3297960"/>
              <a:ext cx="121680" cy="2952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277160" y="3291480"/>
              <a:ext cx="296640" cy="6840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4575240" y="3291480"/>
              <a:ext cx="295200" cy="6840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39640" y="1537920"/>
            <a:ext cx="8066160" cy="2429280"/>
            <a:chOff x="539640" y="1537920"/>
            <a:chExt cx="8066160" cy="2429280"/>
          </a:xfrm>
        </p:grpSpPr>
        <p:grpSp>
          <p:nvGrpSpPr>
            <p:cNvPr id="724" name="组合 1"/>
            <p:cNvGrpSpPr/>
            <p:nvPr/>
          </p:nvGrpSpPr>
          <p:grpSpPr>
            <a:xfrm>
              <a:off x="539640" y="1537920"/>
              <a:ext cx="2761560" cy="2429280"/>
              <a:chOff x="539640" y="1537920"/>
              <a:chExt cx="2761560" cy="242928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2764800" y="1537920"/>
                <a:ext cx="536400" cy="536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2901600" y="1662840"/>
                <a:ext cx="262440" cy="26532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765520" y="1536480"/>
                <a:ext cx="532800" cy="53568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39640" y="1544760"/>
                <a:ext cx="2038320" cy="566280"/>
                <a:chOff x="539640" y="1544760"/>
                <a:chExt cx="2038320" cy="56628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656000" y="1544760"/>
                  <a:ext cx="921960" cy="1832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39640" y="1731600"/>
                  <a:ext cx="2037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2764800" y="2469960"/>
                <a:ext cx="536400" cy="536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2916720" y="2602800"/>
                <a:ext cx="246240" cy="25344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765520" y="2473200"/>
                <a:ext cx="532800" cy="53568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2764800" y="3377880"/>
                <a:ext cx="536400" cy="5364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2874960" y="3487680"/>
                <a:ext cx="308880" cy="28944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765520" y="3378240"/>
                <a:ext cx="532800" cy="53568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39640" y="2506680"/>
                <a:ext cx="2038320" cy="566280"/>
                <a:chOff x="539640" y="2506680"/>
                <a:chExt cx="2038320" cy="56628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656000" y="2506680"/>
                  <a:ext cx="921960" cy="1832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39640" y="2693520"/>
                  <a:ext cx="2037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39640" y="3400920"/>
                <a:ext cx="2038320" cy="566280"/>
                <a:chOff x="539640" y="3400920"/>
                <a:chExt cx="2038320" cy="56628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656000" y="3400920"/>
                  <a:ext cx="921960" cy="1832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39640" y="3587760"/>
                  <a:ext cx="2037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5865120" y="1537920"/>
              <a:ext cx="2740680" cy="2377440"/>
              <a:chOff x="5865120" y="1537920"/>
              <a:chExt cx="2740680" cy="237744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5865480" y="1537920"/>
                <a:ext cx="536400" cy="5364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5983920" y="1675440"/>
                <a:ext cx="314280" cy="241560"/>
                <a:chOff x="5983920" y="1675440"/>
                <a:chExt cx="314280" cy="24156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5983920" y="1710360"/>
                  <a:ext cx="297000" cy="20664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077520" y="1675440"/>
                  <a:ext cx="220680" cy="19872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5866560" y="1536480"/>
                <a:ext cx="532800" cy="53568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5865480" y="2469960"/>
                <a:ext cx="536400" cy="5364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5981040" y="2608200"/>
                <a:ext cx="285840" cy="24552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5866560" y="2473200"/>
                <a:ext cx="532800" cy="53568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5865480" y="3377880"/>
                <a:ext cx="536400" cy="5364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5978880" y="3529440"/>
                <a:ext cx="308880" cy="234720"/>
                <a:chOff x="5978880" y="3529440"/>
                <a:chExt cx="308880" cy="23472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096600" y="3694320"/>
                  <a:ext cx="69480" cy="6984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046920" y="3628440"/>
                  <a:ext cx="172800" cy="7128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016320" y="3580200"/>
                  <a:ext cx="234360" cy="8280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5978880" y="3529440"/>
                  <a:ext cx="308880" cy="9684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5866560" y="3380040"/>
                <a:ext cx="532800" cy="53568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6567840" y="1544760"/>
                <a:ext cx="2037960" cy="514440"/>
                <a:chOff x="6567840" y="1544760"/>
                <a:chExt cx="2037960" cy="51444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6567840" y="1544760"/>
                  <a:ext cx="921960" cy="1832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6567840" y="1679760"/>
                  <a:ext cx="2037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6567840" y="2503080"/>
                <a:ext cx="2037960" cy="514080"/>
                <a:chOff x="6567840" y="2503080"/>
                <a:chExt cx="2037960" cy="51408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6567840" y="2503080"/>
                  <a:ext cx="921960" cy="1832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6567840" y="2637720"/>
                  <a:ext cx="2037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6567840" y="3400920"/>
                <a:ext cx="2037960" cy="514440"/>
                <a:chOff x="6567840" y="3400920"/>
                <a:chExt cx="2037960" cy="51444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6567840" y="3400920"/>
                  <a:ext cx="921960" cy="1832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6567840" y="3535920"/>
                  <a:ext cx="2037960" cy="3794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769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2776320" y="987480"/>
            <a:ext cx="4037400" cy="314892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331640" y="1704960"/>
            <a:ext cx="1818000" cy="2684880"/>
            <a:chOff x="1331640" y="1704960"/>
            <a:chExt cx="1818000" cy="2684880"/>
          </a:xfrm>
        </p:grpSpPr>
        <p:sp>
          <p:nvSpPr>
            <p:cNvPr id="773" name="任意多边形 17"/>
            <p:cNvSpPr/>
            <p:nvPr/>
          </p:nvSpPr>
          <p:spPr>
            <a:xfrm>
              <a:off x="2234160" y="2612520"/>
              <a:ext cx="594000" cy="52236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783800" y="2491200"/>
              <a:ext cx="261000" cy="6588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535040" y="1892880"/>
              <a:ext cx="460080" cy="64368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1951920" y="2528640"/>
              <a:ext cx="44280" cy="684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1929240" y="1892880"/>
              <a:ext cx="355320" cy="64260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1895760" y="3369600"/>
              <a:ext cx="237240" cy="95400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695600" y="3369600"/>
              <a:ext cx="236160" cy="95400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675080" y="2612520"/>
              <a:ext cx="470520" cy="45792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1851120" y="2558520"/>
              <a:ext cx="117720" cy="6588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1838880" y="2612520"/>
              <a:ext cx="143640" cy="75564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1948680" y="2558520"/>
              <a:ext cx="134280" cy="9072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737360" y="2558520"/>
              <a:ext cx="134280" cy="9072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331640" y="2612520"/>
              <a:ext cx="283680" cy="85644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390680" y="3459960"/>
              <a:ext cx="165600" cy="12096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1888560" y="2612520"/>
              <a:ext cx="433080" cy="88524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1888560" y="2583360"/>
              <a:ext cx="299520" cy="46440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498680" y="2612520"/>
              <a:ext cx="433080" cy="88524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632600" y="2583360"/>
              <a:ext cx="299520" cy="46440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566000" y="2198880"/>
              <a:ext cx="43200" cy="4428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208960" y="2198880"/>
              <a:ext cx="42120" cy="4428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560960" y="2198880"/>
              <a:ext cx="42120" cy="4428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575360" y="1704960"/>
              <a:ext cx="662400" cy="47556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606680" y="4299120"/>
              <a:ext cx="258840" cy="9072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1963440" y="4299120"/>
              <a:ext cx="258840" cy="9072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1987200" y="3232800"/>
              <a:ext cx="235080" cy="5472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598040" y="3232800"/>
              <a:ext cx="236160" cy="5472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2723760" y="2567880"/>
              <a:ext cx="425880" cy="11484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1846080" y="2269080"/>
              <a:ext cx="79560" cy="7308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695600" y="2075400"/>
              <a:ext cx="114840" cy="2664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704960" y="2145960"/>
              <a:ext cx="110520" cy="11268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008800" y="2075400"/>
              <a:ext cx="114840" cy="2664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003760" y="2145960"/>
              <a:ext cx="110520" cy="11268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733400" y="2171520"/>
              <a:ext cx="63000" cy="6300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043000" y="2175840"/>
              <a:ext cx="14040" cy="1404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022840" y="2171520"/>
              <a:ext cx="63000" cy="6300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607400" y="2110680"/>
              <a:ext cx="605160" cy="18612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092760" y="987480"/>
            <a:ext cx="3720960" cy="2817000"/>
            <a:chOff x="3092760" y="987480"/>
            <a:chExt cx="3720960" cy="2817000"/>
          </a:xfrm>
        </p:grpSpPr>
        <p:sp>
          <p:nvSpPr>
            <p:cNvPr id="810" name="直角三角形 4"/>
            <p:cNvSpPr/>
            <p:nvPr/>
          </p:nvSpPr>
          <p:spPr>
            <a:xfrm>
              <a:off x="6284880" y="987480"/>
              <a:ext cx="528840" cy="52596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092760" y="1846440"/>
              <a:ext cx="3423960" cy="304920"/>
              <a:chOff x="3092760" y="1846440"/>
              <a:chExt cx="3423960" cy="30492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092760" y="1846440"/>
                <a:ext cx="3423960" cy="30492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092760" y="1846440"/>
                <a:ext cx="411840" cy="30492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215160" y="1901160"/>
                <a:ext cx="166680" cy="16668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092760" y="3093840"/>
              <a:ext cx="3423960" cy="304920"/>
              <a:chOff x="3092760" y="3093840"/>
              <a:chExt cx="3423960" cy="30492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092760" y="3093840"/>
                <a:ext cx="3423960" cy="30492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092760" y="3093840"/>
                <a:ext cx="411840" cy="30492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215160" y="3162960"/>
                <a:ext cx="166680" cy="1666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092760" y="2678040"/>
              <a:ext cx="3423960" cy="304920"/>
              <a:chOff x="3092760" y="2678040"/>
              <a:chExt cx="3423960" cy="30492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092760" y="2678040"/>
                <a:ext cx="3423960" cy="30492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092760" y="2678040"/>
                <a:ext cx="411840" cy="30492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220920" y="2733120"/>
                <a:ext cx="166680" cy="1666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092760" y="2262240"/>
              <a:ext cx="3423960" cy="304920"/>
              <a:chOff x="3092760" y="2262240"/>
              <a:chExt cx="3423960" cy="30492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092760" y="2262240"/>
                <a:ext cx="3423960" cy="30492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092760" y="2262240"/>
                <a:ext cx="411840" cy="30492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220920" y="2326680"/>
                <a:ext cx="166680" cy="1666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092760" y="3499560"/>
              <a:ext cx="3423960" cy="304920"/>
              <a:chOff x="3092760" y="3499560"/>
              <a:chExt cx="3423960" cy="30492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092760" y="3499560"/>
                <a:ext cx="3423960" cy="30492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092760" y="3499560"/>
                <a:ext cx="411840" cy="30492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220920" y="3554280"/>
                <a:ext cx="166680" cy="1666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832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731160" y="907920"/>
            <a:ext cx="7533000" cy="1626120"/>
            <a:chOff x="731160" y="907920"/>
            <a:chExt cx="7533000" cy="1626120"/>
          </a:xfrm>
        </p:grpSpPr>
        <p:sp>
          <p:nvSpPr>
            <p:cNvPr id="835" name="Freeform: Shape 2"/>
            <p:cNvSpPr/>
            <p:nvPr/>
          </p:nvSpPr>
          <p:spPr>
            <a:xfrm>
              <a:off x="731160" y="1884600"/>
              <a:ext cx="752040" cy="6451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484640" y="1869840"/>
              <a:ext cx="752040" cy="664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238120" y="1869840"/>
              <a:ext cx="752040" cy="664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2991600" y="1869840"/>
              <a:ext cx="752040" cy="664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3745080" y="1869840"/>
              <a:ext cx="752040" cy="664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498200" y="1869840"/>
              <a:ext cx="752040" cy="664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251680" y="1869840"/>
              <a:ext cx="752040" cy="664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005160" y="1869840"/>
              <a:ext cx="752040" cy="664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957240" y="2035080"/>
              <a:ext cx="5461200" cy="80280"/>
              <a:chOff x="957240" y="2035080"/>
              <a:chExt cx="5461200" cy="8028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957240" y="2035080"/>
                <a:ext cx="126720" cy="802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062720" y="2035080"/>
                <a:ext cx="99000" cy="799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183320" y="2035080"/>
                <a:ext cx="87480" cy="802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7258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8010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18914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198180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0721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1628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25324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3284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4188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50920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5995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6902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27806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1269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2176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30804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3832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4736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56400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36543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392580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0161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10652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1968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28724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3779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45320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45435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463392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496548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0558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14620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3272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4176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54928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55832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567360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576396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585468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594504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02028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11064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20100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291360" y="2050200"/>
                <a:ext cx="3672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6382080" y="2050200"/>
                <a:ext cx="36360" cy="504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6758640" y="1268640"/>
              <a:ext cx="752040" cy="1185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7512120" y="907920"/>
              <a:ext cx="752040" cy="1366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520800" y="2371680"/>
            <a:ext cx="2189160" cy="951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18400" y="2371680"/>
            <a:ext cx="2189160" cy="951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6435000" y="2371680"/>
            <a:ext cx="2189160" cy="951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03360" y="3499560"/>
            <a:ext cx="7936920" cy="734400"/>
            <a:chOff x="603360" y="3499560"/>
            <a:chExt cx="7936920" cy="734400"/>
          </a:xfrm>
        </p:grpSpPr>
        <p:sp>
          <p:nvSpPr>
            <p:cNvPr id="898" name="TextBox 81"/>
            <p:cNvSpPr/>
            <p:nvPr/>
          </p:nvSpPr>
          <p:spPr>
            <a:xfrm>
              <a:off x="1132560" y="3499560"/>
              <a:ext cx="963360" cy="253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6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103640" y="3499560"/>
              <a:ext cx="963360" cy="2538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6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048080" y="3499560"/>
              <a:ext cx="963360" cy="2538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6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03360" y="3804840"/>
              <a:ext cx="2021400" cy="42912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574440" y="3804840"/>
              <a:ext cx="2021400" cy="42912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6518880" y="3804840"/>
              <a:ext cx="2021400" cy="42912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905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0" y="1194480"/>
            <a:ext cx="8604720" cy="3391560"/>
            <a:chOff x="0" y="1194480"/>
            <a:chExt cx="8604720" cy="3391560"/>
          </a:xfrm>
        </p:grpSpPr>
        <p:sp>
          <p:nvSpPr>
            <p:cNvPr id="908" name="Rectangle 1"/>
            <p:cNvSpPr/>
            <p:nvPr/>
          </p:nvSpPr>
          <p:spPr>
            <a:xfrm>
              <a:off x="0" y="1194480"/>
              <a:ext cx="3792240" cy="339156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348000" y="1378800"/>
              <a:ext cx="1861920" cy="46152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498480" y="1491480"/>
              <a:ext cx="208080" cy="15300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4650840" y="3795120"/>
              <a:ext cx="433080" cy="43308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4783320" y="3963240"/>
              <a:ext cx="146520" cy="11340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4754520" y="3934440"/>
              <a:ext cx="232920" cy="17748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4935240" y="3970080"/>
              <a:ext cx="19800" cy="2052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4927680" y="4063680"/>
              <a:ext cx="27360" cy="540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4935240" y="4041720"/>
              <a:ext cx="2736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4935240" y="4020480"/>
              <a:ext cx="27360" cy="540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4813560" y="3991680"/>
              <a:ext cx="41760" cy="2736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4650840" y="2951280"/>
              <a:ext cx="433080" cy="4330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4756320" y="3065040"/>
              <a:ext cx="213120" cy="22824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4784760" y="3093840"/>
              <a:ext cx="155880" cy="14220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4870080" y="3115800"/>
              <a:ext cx="41760" cy="4176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4650840" y="2107080"/>
              <a:ext cx="433080" cy="4330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4806360" y="2271240"/>
              <a:ext cx="112680" cy="11340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4835160" y="2300040"/>
              <a:ext cx="30240" cy="3096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4749120" y="2221200"/>
              <a:ext cx="227520" cy="19188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081760" y="2058120"/>
              <a:ext cx="352296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081760" y="2311920"/>
              <a:ext cx="3522960" cy="207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081760" y="2916720"/>
              <a:ext cx="352296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081760" y="3170520"/>
              <a:ext cx="3522960" cy="207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081760" y="3746160"/>
              <a:ext cx="352296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081760" y="4000320"/>
              <a:ext cx="3522960" cy="207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934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560" cy="257040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467640" y="411480"/>
            <a:ext cx="8207640" cy="43189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727640" y="1420920"/>
            <a:ext cx="1186560" cy="2122200"/>
            <a:chOff x="1727640" y="1420920"/>
            <a:chExt cx="1186560" cy="2122200"/>
          </a:xfrm>
        </p:grpSpPr>
        <p:sp>
          <p:nvSpPr>
            <p:cNvPr id="939" name="矩形: 圆角 4"/>
            <p:cNvSpPr/>
            <p:nvPr/>
          </p:nvSpPr>
          <p:spPr>
            <a:xfrm>
              <a:off x="1727640" y="1492200"/>
              <a:ext cx="1150560" cy="2050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1840680" y="1420920"/>
              <a:ext cx="1073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388320" y="2179800"/>
            <a:ext cx="3563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383280" y="3003840"/>
            <a:ext cx="35632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195000" y="1734480"/>
            <a:ext cx="2611080" cy="3407400"/>
            <a:chOff x="3195000" y="1734480"/>
            <a:chExt cx="2611080" cy="340740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119480" y="2304000"/>
              <a:ext cx="844200" cy="283788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122000" y="1734480"/>
              <a:ext cx="1123200" cy="69264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4838760" y="2989080"/>
              <a:ext cx="967320" cy="59652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195000" y="2597040"/>
              <a:ext cx="967320" cy="59652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500720" y="1899000"/>
              <a:ext cx="366120" cy="36432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136480" y="3096360"/>
              <a:ext cx="371160" cy="36936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466800" y="2660760"/>
              <a:ext cx="423360" cy="42120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3767400" y="3411360"/>
              <a:ext cx="446400" cy="40896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4715280" y="4023720"/>
              <a:ext cx="451440" cy="33480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980280" y="1968480"/>
            <a:ext cx="7210080" cy="1603080"/>
            <a:chOff x="980280" y="1968480"/>
            <a:chExt cx="7210080" cy="1603080"/>
          </a:xfrm>
        </p:grpSpPr>
        <p:grpSp>
          <p:nvGrpSpPr>
            <p:cNvPr id="954" name="组合 5"/>
            <p:cNvGrpSpPr/>
            <p:nvPr/>
          </p:nvGrpSpPr>
          <p:grpSpPr>
            <a:xfrm>
              <a:off x="6128280" y="1968480"/>
              <a:ext cx="2062080" cy="1603080"/>
              <a:chOff x="6128280" y="1968480"/>
              <a:chExt cx="2062080" cy="160308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128280" y="1968480"/>
                <a:ext cx="1956960" cy="1603080"/>
                <a:chOff x="6128280" y="1968480"/>
                <a:chExt cx="1956960" cy="160308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128280" y="1968480"/>
                  <a:ext cx="1956960" cy="610200"/>
                  <a:chOff x="6128280" y="1968480"/>
                  <a:chExt cx="1956960" cy="61020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128280" y="219924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128280" y="196848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128280" y="2961360"/>
                  <a:ext cx="1956960" cy="610200"/>
                  <a:chOff x="6128280" y="2961360"/>
                  <a:chExt cx="1956960" cy="61020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128280" y="319212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128280" y="296136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980280" y="1968480"/>
              <a:ext cx="2034360" cy="1603080"/>
              <a:chOff x="980280" y="1968480"/>
              <a:chExt cx="2034360" cy="160308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057680" y="1968480"/>
                <a:ext cx="1956960" cy="1603080"/>
                <a:chOff x="1057680" y="1968480"/>
                <a:chExt cx="1956960" cy="160308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057680" y="1968480"/>
                  <a:ext cx="1956960" cy="610200"/>
                  <a:chOff x="1057680" y="1968480"/>
                  <a:chExt cx="1956960" cy="61020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057680" y="219924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057680" y="196848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057680" y="2961360"/>
                  <a:ext cx="1956960" cy="610200"/>
                  <a:chOff x="1057680" y="2961360"/>
                  <a:chExt cx="1956960" cy="61020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057680" y="3192120"/>
                    <a:ext cx="1956960" cy="3794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057680" y="2961360"/>
                    <a:ext cx="1956960" cy="2293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973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25320" y="842760"/>
            <a:ext cx="3992760" cy="3390120"/>
            <a:chOff x="625320" y="842760"/>
            <a:chExt cx="3992760" cy="339012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25320" y="842760"/>
              <a:ext cx="3913200" cy="339012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096800" y="3953520"/>
              <a:ext cx="521280" cy="263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17760" y="1256760"/>
            <a:ext cx="3493440" cy="2976120"/>
            <a:chOff x="617760" y="1256760"/>
            <a:chExt cx="3493440" cy="297612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17760" y="1256760"/>
              <a:ext cx="3435120" cy="297612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589920" y="3953520"/>
              <a:ext cx="521280" cy="263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10200" y="1680120"/>
            <a:ext cx="2994120" cy="2552760"/>
            <a:chOff x="610200" y="1680120"/>
            <a:chExt cx="2994120" cy="255276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10200" y="1680120"/>
              <a:ext cx="2946600" cy="255276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083040" y="3953520"/>
              <a:ext cx="521280" cy="263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02640" y="2110680"/>
            <a:ext cx="2494440" cy="2122200"/>
            <a:chOff x="602640" y="2110680"/>
            <a:chExt cx="2494440" cy="212220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02640" y="2110680"/>
              <a:ext cx="2449440" cy="212220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575800" y="3953520"/>
              <a:ext cx="521280" cy="263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182920" y="906120"/>
            <a:ext cx="3368880" cy="37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182920" y="1356480"/>
            <a:ext cx="336888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1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228280" y="2142360"/>
            <a:ext cx="3375000" cy="344880"/>
            <a:chOff x="5228280" y="2142360"/>
            <a:chExt cx="3375000" cy="344880"/>
          </a:xfrm>
        </p:grpSpPr>
        <p:sp>
          <p:nvSpPr>
            <p:cNvPr id="990" name="椭圆 26"/>
            <p:cNvSpPr/>
            <p:nvPr/>
          </p:nvSpPr>
          <p:spPr>
            <a:xfrm>
              <a:off x="5228280" y="2167560"/>
              <a:ext cx="308520" cy="30852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5640120" y="2142360"/>
              <a:ext cx="296316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293080" y="2232360"/>
              <a:ext cx="178920" cy="178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228280" y="3892320"/>
            <a:ext cx="3375000" cy="344880"/>
            <a:chOff x="5228280" y="3892320"/>
            <a:chExt cx="3375000" cy="344880"/>
          </a:xfrm>
        </p:grpSpPr>
        <p:sp>
          <p:nvSpPr>
            <p:cNvPr id="994" name="椭圆 23"/>
            <p:cNvSpPr/>
            <p:nvPr/>
          </p:nvSpPr>
          <p:spPr>
            <a:xfrm>
              <a:off x="5228280" y="3917520"/>
              <a:ext cx="308520" cy="30852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5640120" y="3892320"/>
              <a:ext cx="296316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294880" y="3981960"/>
              <a:ext cx="178920" cy="178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228280" y="3308760"/>
            <a:ext cx="3375000" cy="344880"/>
            <a:chOff x="5228280" y="3308760"/>
            <a:chExt cx="3375000" cy="344880"/>
          </a:xfrm>
        </p:grpSpPr>
        <p:sp>
          <p:nvSpPr>
            <p:cNvPr id="998" name="椭圆 20"/>
            <p:cNvSpPr/>
            <p:nvPr/>
          </p:nvSpPr>
          <p:spPr>
            <a:xfrm>
              <a:off x="5228280" y="3333960"/>
              <a:ext cx="308520" cy="30852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5640120" y="3308760"/>
              <a:ext cx="296316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291280" y="3407040"/>
              <a:ext cx="178920" cy="16272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228280" y="2725560"/>
            <a:ext cx="3375000" cy="344880"/>
            <a:chOff x="5228280" y="2725560"/>
            <a:chExt cx="3375000" cy="344880"/>
          </a:xfrm>
        </p:grpSpPr>
        <p:sp>
          <p:nvSpPr>
            <p:cNvPr id="1002" name="椭圆 17"/>
            <p:cNvSpPr/>
            <p:nvPr/>
          </p:nvSpPr>
          <p:spPr>
            <a:xfrm>
              <a:off x="5228280" y="2750760"/>
              <a:ext cx="308520" cy="3085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5640120" y="2725560"/>
              <a:ext cx="296316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291280" y="2815560"/>
              <a:ext cx="178920" cy="178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1006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488960" y="1101960"/>
            <a:ext cx="2895120" cy="1686240"/>
            <a:chOff x="1488960" y="1101960"/>
            <a:chExt cx="2895120" cy="168624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488960" y="1101960"/>
              <a:ext cx="2895120" cy="1686240"/>
              <a:chOff x="1488960" y="1101960"/>
              <a:chExt cx="2895120" cy="168624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488960" y="1180080"/>
                <a:ext cx="2895120" cy="160812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567440" y="1101960"/>
                <a:ext cx="685440" cy="7974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333160" y="1377000"/>
              <a:ext cx="1990800" cy="1045800"/>
              <a:chOff x="2333160" y="1377000"/>
              <a:chExt cx="1990800" cy="104580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333160" y="1377000"/>
                <a:ext cx="1990800" cy="20376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333160" y="1582200"/>
                <a:ext cx="1990800" cy="84060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4745160" y="1101960"/>
            <a:ext cx="2895120" cy="1686240"/>
            <a:chOff x="4745160" y="1101960"/>
            <a:chExt cx="2895120" cy="1686240"/>
          </a:xfrm>
        </p:grpSpPr>
        <p:sp>
          <p:nvSpPr>
            <p:cNvPr id="1016" name="矩形 18"/>
            <p:cNvSpPr/>
            <p:nvPr/>
          </p:nvSpPr>
          <p:spPr>
            <a:xfrm>
              <a:off x="4745160" y="1180080"/>
              <a:ext cx="2895120" cy="160812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4823640" y="1101960"/>
              <a:ext cx="685440" cy="79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5573520" y="1377000"/>
              <a:ext cx="1990800" cy="1045800"/>
              <a:chOff x="5573520" y="1377000"/>
              <a:chExt cx="1990800" cy="104580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5573520" y="1377000"/>
                <a:ext cx="1990800" cy="20376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5573520" y="1582200"/>
                <a:ext cx="1990800" cy="84060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510920" y="2882520"/>
            <a:ext cx="2895120" cy="1685880"/>
            <a:chOff x="1510920" y="2882520"/>
            <a:chExt cx="2895120" cy="1685880"/>
          </a:xfrm>
        </p:grpSpPr>
        <p:sp>
          <p:nvSpPr>
            <p:cNvPr id="1022" name="矩形 13"/>
            <p:cNvSpPr/>
            <p:nvPr/>
          </p:nvSpPr>
          <p:spPr>
            <a:xfrm>
              <a:off x="1510920" y="2960280"/>
              <a:ext cx="2895120" cy="160812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589760" y="2882520"/>
              <a:ext cx="685440" cy="79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328840" y="3229920"/>
              <a:ext cx="1990800" cy="1045800"/>
              <a:chOff x="2328840" y="3229920"/>
              <a:chExt cx="1990800" cy="104580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328840" y="3229920"/>
                <a:ext cx="1990800" cy="20376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328840" y="3435120"/>
                <a:ext cx="1990800" cy="84060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4758480" y="2882520"/>
            <a:ext cx="2895120" cy="1685880"/>
            <a:chOff x="4758480" y="2882520"/>
            <a:chExt cx="2895120" cy="1685880"/>
          </a:xfrm>
        </p:grpSpPr>
        <p:grpSp>
          <p:nvGrpSpPr>
            <p:cNvPr id="1028" name="组合 7"/>
            <p:cNvGrpSpPr/>
            <p:nvPr/>
          </p:nvGrpSpPr>
          <p:grpSpPr>
            <a:xfrm>
              <a:off x="4758480" y="2960280"/>
              <a:ext cx="2895120" cy="1608120"/>
              <a:chOff x="4758480" y="2960280"/>
              <a:chExt cx="2895120" cy="160812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4758480" y="2960280"/>
                <a:ext cx="2895120" cy="160812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5570640" y="3229920"/>
                <a:ext cx="1990800" cy="1045800"/>
                <a:chOff x="5570640" y="3229920"/>
                <a:chExt cx="1990800" cy="104580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5570640" y="3229920"/>
                  <a:ext cx="1990800" cy="20376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5570640" y="3435120"/>
                  <a:ext cx="1990800" cy="8406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4837320" y="2882520"/>
              <a:ext cx="685440" cy="797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1035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06840" y="2737800"/>
            <a:ext cx="3678480" cy="1343880"/>
            <a:chOff x="906840" y="2737800"/>
            <a:chExt cx="3678480" cy="134388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941760" y="2737080"/>
              <a:ext cx="3643560" cy="134388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06840" y="3188520"/>
              <a:ext cx="2329920" cy="85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06840" y="1409760"/>
            <a:ext cx="3678480" cy="1700280"/>
            <a:chOff x="906840" y="1409760"/>
            <a:chExt cx="3678480" cy="1700280"/>
          </a:xfrm>
        </p:grpSpPr>
        <p:sp>
          <p:nvSpPr>
            <p:cNvPr id="1041" name="Freeform: Shape 5"/>
            <p:cNvSpPr/>
            <p:nvPr/>
          </p:nvSpPr>
          <p:spPr>
            <a:xfrm>
              <a:off x="941760" y="1409760"/>
              <a:ext cx="3643560" cy="134388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06840" y="1858680"/>
              <a:ext cx="2329920" cy="85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06840" y="1550880"/>
              <a:ext cx="97704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06840" y="2880720"/>
              <a:ext cx="134532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4560840" y="1414080"/>
            <a:ext cx="3654720" cy="1343880"/>
            <a:chOff x="4560840" y="1414080"/>
            <a:chExt cx="3654720" cy="134388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4560480" y="1414080"/>
              <a:ext cx="3643560" cy="134388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5846040" y="1858680"/>
              <a:ext cx="2329920" cy="85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121520" y="1550880"/>
              <a:ext cx="109404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4570920" y="2743200"/>
            <a:ext cx="3643560" cy="1343880"/>
            <a:chOff x="4570920" y="2743200"/>
            <a:chExt cx="3643560" cy="134388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4570560" y="2742840"/>
              <a:ext cx="3643560" cy="134388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5878440" y="3188520"/>
              <a:ext cx="2329920" cy="85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6863040" y="2865600"/>
              <a:ext cx="134532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431880" y="1423800"/>
            <a:ext cx="2306880" cy="2690280"/>
            <a:chOff x="3431880" y="1423800"/>
            <a:chExt cx="2306880" cy="269028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431520" y="1423440"/>
              <a:ext cx="1149480" cy="134388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431880" y="1423800"/>
              <a:ext cx="2306880" cy="2690280"/>
              <a:chOff x="3431880" y="1423800"/>
              <a:chExt cx="2306880" cy="269028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431520" y="2770200"/>
                <a:ext cx="1149480" cy="134388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432960" y="1719360"/>
                <a:ext cx="1207080" cy="1175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432960" y="2770560"/>
                <a:ext cx="1207080" cy="1175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4589280" y="2770200"/>
                <a:ext cx="1149480" cy="134388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4589280" y="1423440"/>
                <a:ext cx="1149480" cy="134388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4711680" y="1738080"/>
                <a:ext cx="905040" cy="1175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4601520" y="2770560"/>
                <a:ext cx="1103760" cy="1175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23640" y="0"/>
            <a:ext cx="2086560" cy="576720"/>
            <a:chOff x="323640" y="0"/>
            <a:chExt cx="2086560" cy="576720"/>
          </a:xfrm>
        </p:grpSpPr>
        <p:sp>
          <p:nvSpPr>
            <p:cNvPr id="1064" name="TextBox 86"/>
            <p:cNvSpPr/>
            <p:nvPr/>
          </p:nvSpPr>
          <p:spPr>
            <a:xfrm>
              <a:off x="576360" y="58320"/>
              <a:ext cx="1833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23640" y="0"/>
              <a:ext cx="214560" cy="5767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2560" cy="257040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467640" y="411480"/>
            <a:ext cx="8207640" cy="43189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1069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683640" y="3170880"/>
            <a:ext cx="244800" cy="178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267640" y="1890720"/>
            <a:ext cx="6551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348000" y="2571840"/>
            <a:ext cx="4318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4788000" y="3302640"/>
            <a:ext cx="28789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6444360" y="1236240"/>
            <a:ext cx="2374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6876360" y="4011840"/>
            <a:ext cx="790560" cy="28656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6876360" y="4072680"/>
            <a:ext cx="790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8875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2026-04-18T14:54:30Z</dcterms:modified>
  <cp:revision>995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