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move </a:t>
            </a:r>
            <a:r>
              <a:rPr b="0" lang="en-HK" sz="4400" spc="-1" strike="noStrike">
                <a:solidFill>
                  <a:srgbClr val="000000"/>
                </a:solidFill>
                <a:latin typeface="Calibri Light"/>
              </a:rPr>
              <a:t>the slide</a:t>
            </a:r>
            <a:endParaRPr b="0" lang="en-HK" sz="4400" spc="-1" strike="noStrike">
              <a:solidFill>
                <a:srgbClr val="000000"/>
              </a:solidFill>
              <a:latin typeface="Calibri Light"/>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727510EC-F439-4925-9339-F568EC7DEF80}"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685800" y="1143000"/>
            <a:ext cx="5486040" cy="3085920"/>
          </a:xfrm>
          <a:prstGeom prst="rect">
            <a:avLst/>
          </a:prstGeom>
          <a:ln w="0">
            <a:noFill/>
          </a:ln>
        </p:spPr>
      </p:sp>
      <p:sp>
        <p:nvSpPr>
          <p:cNvPr id="37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71"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E7F80BCA-087A-4268-9F1A-CD5A2A5C797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685800" y="1143000"/>
            <a:ext cx="5486040" cy="3085920"/>
          </a:xfrm>
          <a:prstGeom prst="rect">
            <a:avLst/>
          </a:prstGeom>
          <a:ln w="0">
            <a:noFill/>
          </a:ln>
        </p:spPr>
      </p:sp>
      <p:sp>
        <p:nvSpPr>
          <p:cNvPr id="37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74"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6317D8A0-CCC0-4A15-94FA-FC624C6E7B5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685800" y="1143000"/>
            <a:ext cx="5486040" cy="3085920"/>
          </a:xfrm>
          <a:prstGeom prst="rect">
            <a:avLst/>
          </a:prstGeom>
          <a:ln w="0">
            <a:noFill/>
          </a:ln>
        </p:spPr>
      </p:sp>
      <p:sp>
        <p:nvSpPr>
          <p:cNvPr id="37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77"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C3F7E7D-CECF-41EE-96E0-80D3700FDE3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685800" y="1143000"/>
            <a:ext cx="5486040" cy="3085920"/>
          </a:xfrm>
          <a:prstGeom prst="rect">
            <a:avLst/>
          </a:prstGeom>
          <a:ln w="0">
            <a:noFill/>
          </a:ln>
        </p:spPr>
      </p:sp>
      <p:sp>
        <p:nvSpPr>
          <p:cNvPr id="37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80"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958368A-8EF5-40EF-A140-57DF3201D14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685800" y="1143000"/>
            <a:ext cx="5486040" cy="3085920"/>
          </a:xfrm>
          <a:prstGeom prst="rect">
            <a:avLst/>
          </a:prstGeom>
          <a:ln w="0">
            <a:noFill/>
          </a:ln>
        </p:spPr>
      </p:sp>
      <p:sp>
        <p:nvSpPr>
          <p:cNvPr id="382"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HK" sz="1800" spc="-1" strike="noStrike">
                <a:latin typeface="Arial"/>
              </a:rPr>
              <a:t>Key concept: Nash Equilibrium occurs when no player can improve their payoff by unilaterally changing their strategy, given other players’ strategies remain fixed.</a:t>
            </a:r>
            <a:endParaRPr b="0" lang="en-HK" sz="1800" spc="-1" strike="noStrike">
              <a:latin typeface="Arial"/>
            </a:endParaRPr>
          </a:p>
        </p:txBody>
      </p:sp>
      <p:sp>
        <p:nvSpPr>
          <p:cNvPr id="383"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EB35D1A5-A853-44BB-81B3-4163EC633A6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685800" y="1143000"/>
            <a:ext cx="5486040" cy="3085920"/>
          </a:xfrm>
          <a:prstGeom prst="rect">
            <a:avLst/>
          </a:prstGeom>
          <a:ln w="0">
            <a:noFill/>
          </a:ln>
        </p:spPr>
      </p:sp>
      <p:sp>
        <p:nvSpPr>
          <p:cNvPr id="38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86"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1714BD1-BB1B-4905-B1B0-9A873C41740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685800" y="1143000"/>
            <a:ext cx="5486040" cy="3085920"/>
          </a:xfrm>
          <a:prstGeom prst="rect">
            <a:avLst/>
          </a:prstGeom>
          <a:ln w="0">
            <a:noFill/>
          </a:ln>
        </p:spPr>
      </p:sp>
      <p:sp>
        <p:nvSpPr>
          <p:cNvPr id="38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89"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6343F63-C8BC-456B-8C09-B1475FCC22C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685800" y="1143000"/>
            <a:ext cx="5486040" cy="3085920"/>
          </a:xfrm>
          <a:prstGeom prst="rect">
            <a:avLst/>
          </a:prstGeom>
          <a:ln w="0">
            <a:noFill/>
          </a:ln>
        </p:spPr>
      </p:sp>
      <p:sp>
        <p:nvSpPr>
          <p:cNvPr id="39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92"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B2F176B2-B5AC-48B7-BE5E-FBBAB0DFB3B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685800" y="1143000"/>
            <a:ext cx="5486040" cy="3085920"/>
          </a:xfrm>
          <a:prstGeom prst="rect">
            <a:avLst/>
          </a:prstGeom>
          <a:ln w="0">
            <a:noFill/>
          </a:ln>
        </p:spPr>
      </p:sp>
      <p:sp>
        <p:nvSpPr>
          <p:cNvPr id="39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95"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CA53883-7212-472E-A8AC-11FAA9A3A15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685800" y="1143000"/>
            <a:ext cx="5486040" cy="3085920"/>
          </a:xfrm>
          <a:prstGeom prst="rect">
            <a:avLst/>
          </a:prstGeom>
          <a:ln w="0">
            <a:noFill/>
          </a:ln>
        </p:spPr>
      </p:sp>
      <p:sp>
        <p:nvSpPr>
          <p:cNvPr id="39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398"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9D4EC2E-61A8-4B6E-98B9-1E444B8963E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685800" y="1143000"/>
            <a:ext cx="5486040" cy="3085920"/>
          </a:xfrm>
          <a:prstGeom prst="rect">
            <a:avLst/>
          </a:prstGeom>
          <a:ln w="0">
            <a:noFill/>
          </a:ln>
        </p:spPr>
      </p:sp>
      <p:sp>
        <p:nvSpPr>
          <p:cNvPr id="40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01"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607391C-C41C-42E2-A19D-0197B9CD18F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685800" y="1143000"/>
            <a:ext cx="5486040" cy="3085920"/>
          </a:xfrm>
          <a:prstGeom prst="rect">
            <a:avLst/>
          </a:prstGeom>
          <a:ln w="0">
            <a:noFill/>
          </a:ln>
        </p:spPr>
      </p:sp>
      <p:sp>
        <p:nvSpPr>
          <p:cNvPr id="40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04"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C719D92-8BA3-4E2A-B251-495FE6A1CF9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685800" y="1143000"/>
            <a:ext cx="5486040" cy="3085920"/>
          </a:xfrm>
          <a:prstGeom prst="rect">
            <a:avLst/>
          </a:prstGeom>
          <a:ln w="0">
            <a:noFill/>
          </a:ln>
        </p:spPr>
      </p:sp>
      <p:sp>
        <p:nvSpPr>
          <p:cNvPr id="40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07"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170E68B-9CE1-4C78-B60C-BB9758560F2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685800" y="1143000"/>
            <a:ext cx="5486040" cy="3085920"/>
          </a:xfrm>
          <a:prstGeom prst="rect">
            <a:avLst/>
          </a:prstGeom>
          <a:ln w="0">
            <a:noFill/>
          </a:ln>
        </p:spPr>
      </p:sp>
      <p:sp>
        <p:nvSpPr>
          <p:cNvPr id="40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0" name="PlaceHolder 3"/>
          <p:cNvSpPr>
            <a:spLocks noGrp="1"/>
          </p:cNvSpPr>
          <p:nvPr>
            <p:ph type="sldNum" idx="1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6790425-B85B-43BB-B74B-5011FF4239C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sldImg"/>
          </p:nvPr>
        </p:nvSpPr>
        <p:spPr>
          <a:xfrm>
            <a:off x="685800" y="1143000"/>
            <a:ext cx="5486040" cy="3085920"/>
          </a:xfrm>
          <a:prstGeom prst="rect">
            <a:avLst/>
          </a:prstGeom>
          <a:ln w="0">
            <a:noFill/>
          </a:ln>
        </p:spPr>
      </p:sp>
      <p:sp>
        <p:nvSpPr>
          <p:cNvPr id="41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3" name="PlaceHolder 3"/>
          <p:cNvSpPr>
            <a:spLocks noGrp="1"/>
          </p:cNvSpPr>
          <p:nvPr>
            <p:ph type="sldNum" idx="1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A1655F3-9473-4ED4-BC24-5B19CC42680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sldImg"/>
          </p:nvPr>
        </p:nvSpPr>
        <p:spPr>
          <a:xfrm>
            <a:off x="685800" y="1143000"/>
            <a:ext cx="5486040" cy="3085920"/>
          </a:xfrm>
          <a:prstGeom prst="rect">
            <a:avLst/>
          </a:prstGeom>
          <a:ln w="0">
            <a:noFill/>
          </a:ln>
        </p:spPr>
      </p:sp>
      <p:sp>
        <p:nvSpPr>
          <p:cNvPr id="41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6" name="PlaceHolder 3"/>
          <p:cNvSpPr>
            <a:spLocks noGrp="1"/>
          </p:cNvSpPr>
          <p:nvPr>
            <p:ph type="sldNum" idx="1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4513D2A-7CCA-424A-A111-9D9E176240E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sldImg"/>
          </p:nvPr>
        </p:nvSpPr>
        <p:spPr>
          <a:xfrm>
            <a:off x="685800" y="1143000"/>
            <a:ext cx="5486040" cy="3085920"/>
          </a:xfrm>
          <a:prstGeom prst="rect">
            <a:avLst/>
          </a:prstGeom>
          <a:ln w="0">
            <a:noFill/>
          </a:ln>
        </p:spPr>
      </p:sp>
      <p:sp>
        <p:nvSpPr>
          <p:cNvPr id="41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19" name="PlaceHolder 3"/>
          <p:cNvSpPr>
            <a:spLocks noGrp="1"/>
          </p:cNvSpPr>
          <p:nvPr>
            <p:ph type="sldNum" idx="2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D3AFB5C-C863-4742-8606-002E08E0B6E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685800" y="1143000"/>
            <a:ext cx="5486040" cy="3085920"/>
          </a:xfrm>
          <a:prstGeom prst="rect">
            <a:avLst/>
          </a:prstGeom>
          <a:ln w="0">
            <a:noFill/>
          </a:ln>
        </p:spPr>
      </p:sp>
      <p:sp>
        <p:nvSpPr>
          <p:cNvPr id="42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22" name="PlaceHolder 3"/>
          <p:cNvSpPr>
            <a:spLocks noGrp="1"/>
          </p:cNvSpPr>
          <p:nvPr>
            <p:ph type="sldNum" idx="2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FD25E8CD-6CA1-49D7-B159-CA19ED96AA1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685800" y="1143000"/>
            <a:ext cx="5486040" cy="3085920"/>
          </a:xfrm>
          <a:prstGeom prst="rect">
            <a:avLst/>
          </a:prstGeom>
          <a:ln w="0">
            <a:noFill/>
          </a:ln>
        </p:spPr>
      </p:sp>
      <p:sp>
        <p:nvSpPr>
          <p:cNvPr id="42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425" name="PlaceHolder 3"/>
          <p:cNvSpPr>
            <a:spLocks noGrp="1"/>
          </p:cNvSpPr>
          <p:nvPr>
            <p:ph type="sldNum" idx="2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C984E18-7B04-49AC-BDAD-84FBDEDDB085}"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edit the title text format</a:t>
            </a:r>
            <a:endParaRPr b="0" lang="en-HK" sz="4400" spc="-1" strike="noStrike">
              <a:solidFill>
                <a:srgbClr val="000000"/>
              </a:solidFill>
              <a:latin typeface="Calibri Light"/>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solidFill>
                  <a:srgbClr val="000000"/>
                </a:solidFill>
                <a:latin typeface="Calibri"/>
              </a:rPr>
              <a:t>Click to edit the outline text format</a:t>
            </a:r>
            <a:endParaRPr b="0" lang="en-HK"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HK" sz="2400" spc="-1" strike="noStrike">
                <a:solidFill>
                  <a:srgbClr val="000000"/>
                </a:solidFill>
                <a:latin typeface="Calibri"/>
              </a:rPr>
              <a:t>Second Outline Level</a:t>
            </a:r>
            <a:endParaRPr b="0" lang="en-HK"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HK" sz="2000" spc="-1" strike="noStrike">
                <a:solidFill>
                  <a:srgbClr val="000000"/>
                </a:solidFill>
                <a:latin typeface="Calibri"/>
              </a:rPr>
              <a:t>Third Outline Level</a:t>
            </a:r>
            <a:endParaRPr b="0" lang="en-HK"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HK" sz="2000" spc="-1" strike="noStrike">
                <a:solidFill>
                  <a:srgbClr val="000000"/>
                </a:solidFill>
                <a:latin typeface="Calibri"/>
              </a:rPr>
              <a:t>Fourth Outline Level</a:t>
            </a:r>
            <a:endParaRPr b="0" lang="en-HK"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HK" sz="2000" spc="-1" strike="noStrike">
                <a:solidFill>
                  <a:srgbClr val="000000"/>
                </a:solidFill>
                <a:latin typeface="Calibri"/>
              </a:rPr>
              <a:t>Fifth Outline Level</a:t>
            </a:r>
            <a:endParaRPr b="0" lang="en-HK"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HK" sz="2000" spc="-1" strike="noStrike">
                <a:solidFill>
                  <a:srgbClr val="000000"/>
                </a:solidFill>
                <a:latin typeface="Calibri"/>
              </a:rPr>
              <a:t>Sixth Outline Level</a:t>
            </a:r>
            <a:endParaRPr b="0" lang="en-HK"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HK" sz="2000" spc="-1" strike="noStrike">
                <a:solidFill>
                  <a:srgbClr val="000000"/>
                </a:solidFill>
                <a:latin typeface="Calibri"/>
              </a:rPr>
              <a:t>Seventh Outline Level</a:t>
            </a:r>
            <a:endParaRPr b="0" lang="en-HK"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8680" y="2266920"/>
            <a:ext cx="914040" cy="1872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4080" cy="91404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0" lang="en-US" sz="7200" spc="-182" strike="noStrike">
                <a:solidFill>
                  <a:srgbClr val="000000"/>
                </a:solidFill>
                <a:latin typeface="Oranienbaum"/>
                <a:ea typeface="Oranienbaum"/>
              </a:rPr>
              <a:t>Game Theory</a:t>
            </a:r>
            <a:endParaRPr b="0" lang="en-HK" sz="7200" spc="-1" strike="noStrike">
              <a:solidFill>
                <a:srgbClr val="000000"/>
              </a:solidFill>
              <a:latin typeface="Arial"/>
            </a:endParaRPr>
          </a:p>
        </p:txBody>
      </p:sp>
      <p:sp>
        <p:nvSpPr>
          <p:cNvPr id="46" name="Shape 2"/>
          <p:cNvSpPr/>
          <p:nvPr/>
        </p:nvSpPr>
        <p:spPr>
          <a:xfrm>
            <a:off x="5638680" y="3657600"/>
            <a:ext cx="914040" cy="1872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5440" cy="3045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43" strike="noStrike">
                <a:solidFill>
                  <a:srgbClr val="000000"/>
                </a:solidFill>
                <a:latin typeface="Liter"/>
                <a:ea typeface="Liter"/>
              </a:rPr>
              <a:t>The Mathematics of Strategic Decision-Making</a:t>
            </a:r>
            <a:endParaRPr b="0" lang="en-HK"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760" cy="1872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204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76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96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8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20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3640" cy="56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8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15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308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560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60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764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744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66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824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652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62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760" cy="275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Introduction</a:t>
            </a:r>
            <a:r>
              <a:rPr b="1" lang="en-US" sz="4500" spc="-1" strike="noStrike">
                <a:solidFill>
                  <a:srgbClr val="2d3436"/>
                </a:solidFill>
                <a:latin typeface="Oranienbaum"/>
                <a:ea typeface="Oranienbaum"/>
              </a:rPr>
              <a:t>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92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000000"/>
                </a:solidFill>
                <a:latin typeface="Quattrocento Sans"/>
                <a:ea typeface="Quattrocento Sans"/>
              </a:rPr>
              <a:t>Game theory is a mathematical framework for analyzing strategic interactions among rational decision-makers.</a:t>
            </a:r>
            <a:r>
              <a:rPr b="0" i="1" lang="en-US" sz="1500" spc="-1" strike="noStrike">
                <a:solidFill>
                  <a:srgbClr val="000000"/>
                </a:solidFill>
                <a:latin typeface="Quattrocento Sans"/>
                <a:ea typeface="Quattrocento Sans"/>
              </a:rPr>
              <a:t> It provides a structured approach to understanding how individuals or groups make decisions in situations where the outcome depends on the choices of multiple participants.</a:t>
            </a:r>
            <a:endParaRPr b="0" i="1" lang="en-HK" sz="1500" spc="-1" strike="noStrike">
              <a:solidFill>
                <a:srgbClr val="000000"/>
              </a:solidFill>
              <a:latin typeface="Arial"/>
            </a:endParaRPr>
          </a:p>
        </p:txBody>
      </p:sp>
      <p:sp>
        <p:nvSpPr>
          <p:cNvPr id="75" name="Text 3"/>
          <p:cNvSpPr/>
          <p:nvPr/>
        </p:nvSpPr>
        <p:spPr>
          <a:xfrm>
            <a:off x="380880" y="2838600"/>
            <a:ext cx="6819480" cy="1114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720" cy="136188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800" cy="136188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4120" cy="56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7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840" cy="17100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9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1000" cy="17100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65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1200" cy="149508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1000" cy="17100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700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9060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84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9"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800" cy="388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840" cy="497700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6400" cy="72108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200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72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760" cy="72108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63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808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800" cy="71316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2040" cy="71316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712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84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7320" cy="71316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2040" cy="71316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50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72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6680" cy="71316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50200" cy="2264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920" cy="19404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8080" cy="72108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332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540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9240" cy="12924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90560" cy="304776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1480" cy="114264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800" cy="114264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8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812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82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101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74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8040" cy="83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3280" cy="159984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800" cy="159984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83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9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2640" cy="348588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112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2040" cy="228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6080" cy="140940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tIns="114120" bIns="114120" anchor="ctr">
                      <a:noAutofit/>
                    </a:bodyPr>
                    <a:p>
                      <a:pPr>
                        <a:lnSpc>
                          <a:spcPct val="100000"/>
                        </a:lnSpc>
                        <a:buNone/>
                      </a:pPr>
                      <a:r>
                        <a:rPr b="1" lang="en-US" sz="1200" spc="-1" strike="noStrike">
                          <a:solidFill>
                            <a:srgbClr val="2d3436"/>
                          </a:solidFill>
                          <a:latin typeface="微软雅黑"/>
                          <a:ea typeface="微软雅黑"/>
                        </a:rPr>
                        <a:t>Firm A: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(5, 5)</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(10, 2)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tIns="114120" b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tIns="114120" b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6080" cy="900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20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840" cy="82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8040" cy="83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2360" cy="201888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20020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112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5160" cy="45684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1120" cy="456840"/>
          </a:xfrm>
          <a:prstGeom prst="rect">
            <a:avLst/>
          </a:prstGeom>
          <a:noFill/>
          <a:ln w="0">
            <a:noFill/>
          </a:ln>
        </p:spPr>
        <p:style>
          <a:lnRef idx="0"/>
          <a:fillRef idx="0"/>
          <a:effectRef idx="0"/>
          <a:fontRef idx="minor"/>
        </p:style>
        <p:txBody>
          <a:bodyPr lIns="114480" rIns="114480" tIns="228960" bIns="22896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1120" cy="24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2640" cy="320940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11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6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6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7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7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4560" cy="30456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1160" cy="304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3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3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3280" cy="114264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800" cy="114264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92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92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84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60400" cy="4550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880" cy="466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50120" cy="75852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7440" cy="75852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3520" cy="455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960" cy="303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50240" cy="466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800" cy="739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9200" cy="218196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4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536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9400" cy="45504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5360" cy="455040"/>
          </a:xfrm>
          <a:prstGeom prst="rect">
            <a:avLst/>
          </a:prstGeom>
          <a:noFill/>
          <a:ln w="0">
            <a:noFill/>
          </a:ln>
        </p:spPr>
        <p:style>
          <a:lnRef idx="0"/>
          <a:fillRef idx="0"/>
          <a:effectRef idx="0"/>
          <a:fontRef idx="minor"/>
        </p:style>
        <p:txBody>
          <a:bodyPr lIns="113760" rIns="113760" tIns="113760" bIns="11376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536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50120" cy="79668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7440" cy="79668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3520" cy="492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76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50600" cy="213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55"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800" cy="426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200160" cy="17784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80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1640" cy="92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200160" cy="17784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108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5400" cy="262692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840" cy="17784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904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5400" cy="239544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2120" cy="17784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212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164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7360" cy="239544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960" cy="42696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840" cy="17784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8040" cy="24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648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648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6480" cy="694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6480" cy="46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760" cy="571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740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83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2640" cy="202860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76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360" cy="106632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tIns="75960" b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tIns="75960" b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tIns="75960" b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960" cy="190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2640" cy="160920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744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83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3280" cy="213336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800" cy="213336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83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920" cy="15192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160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920" cy="15192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4120" cy="15192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1000" cy="15192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1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6280" cy="21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55"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9560" cy="429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1320" cy="286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4160" cy="441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532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4680" cy="187344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9400" cy="2505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760" cy="100368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1400" cy="178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5680" cy="75276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5640" cy="75276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76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1320" cy="286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4320" cy="52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5320" cy="698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4680" cy="187344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9400" cy="2505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760" cy="100368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tIns="71640" b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tIns="71640" b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1400" cy="1789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3680" cy="130860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7400" cy="250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8400" cy="698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760" cy="1218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760" cy="1142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960" cy="1872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64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8"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8200" cy="93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5400" cy="172368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61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5400" cy="172368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61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708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4080" cy="163800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800" cy="163800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54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5040" cy="15192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840" cy="15192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920" cy="15192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1000" cy="15192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2040" cy="456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6320" cy="263808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7080" cy="26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2040" cy="133308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8000" cy="4950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5680" cy="163800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80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708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35880" y="335880"/>
            <a:ext cx="1158696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52" strike="noStrike">
                <a:solidFill>
                  <a:srgbClr val="0984e3"/>
                </a:solidFill>
                <a:latin typeface="Quattrocento Sans"/>
                <a:ea typeface="Quattrocento Sans"/>
              </a:rPr>
              <a:t>APPLICATION DOMAIN</a:t>
            </a:r>
            <a:endParaRPr b="0" lang="en-HK" sz="1060" spc="-1" strike="noStrike">
              <a:latin typeface="Arial"/>
            </a:endParaRPr>
          </a:p>
        </p:txBody>
      </p:sp>
      <p:sp>
        <p:nvSpPr>
          <p:cNvPr id="337" name="Text 1"/>
          <p:cNvSpPr/>
          <p:nvPr/>
        </p:nvSpPr>
        <p:spPr>
          <a:xfrm>
            <a:off x="335880" y="604440"/>
            <a:ext cx="11721600" cy="402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38" name="Text 2"/>
          <p:cNvSpPr/>
          <p:nvPr/>
        </p:nvSpPr>
        <p:spPr>
          <a:xfrm>
            <a:off x="335880" y="1251000"/>
            <a:ext cx="5995800" cy="457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39" name="Text 3"/>
          <p:cNvSpPr/>
          <p:nvPr/>
        </p:nvSpPr>
        <p:spPr>
          <a:xfrm>
            <a:off x="335880" y="1889280"/>
            <a:ext cx="6876360" cy="65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40" name="Shape 4"/>
          <p:cNvSpPr/>
          <p:nvPr/>
        </p:nvSpPr>
        <p:spPr>
          <a:xfrm>
            <a:off x="340200" y="2682720"/>
            <a:ext cx="6801120" cy="195624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41" name="Text 5"/>
          <p:cNvSpPr/>
          <p:nvPr/>
        </p:nvSpPr>
        <p:spPr>
          <a:xfrm>
            <a:off x="512280" y="2854800"/>
            <a:ext cx="654084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42" name="Text 6"/>
          <p:cNvSpPr/>
          <p:nvPr/>
        </p:nvSpPr>
        <p:spPr>
          <a:xfrm>
            <a:off x="512280" y="3190680"/>
            <a:ext cx="652392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43" name="Shape 7"/>
          <p:cNvSpPr/>
          <p:nvPr/>
        </p:nvSpPr>
        <p:spPr>
          <a:xfrm>
            <a:off x="512280" y="3509640"/>
            <a:ext cx="6456600" cy="63792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44" name="Text 8"/>
          <p:cNvSpPr/>
          <p:nvPr/>
        </p:nvSpPr>
        <p:spPr>
          <a:xfrm>
            <a:off x="613080" y="3610440"/>
            <a:ext cx="63223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45" name="Text 9"/>
          <p:cNvSpPr/>
          <p:nvPr/>
        </p:nvSpPr>
        <p:spPr>
          <a:xfrm>
            <a:off x="613080" y="3845520"/>
            <a:ext cx="63223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46" name="Text 10"/>
          <p:cNvSpPr/>
          <p:nvPr/>
        </p:nvSpPr>
        <p:spPr>
          <a:xfrm>
            <a:off x="512280" y="4248720"/>
            <a:ext cx="652392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47" name="Shape 11"/>
          <p:cNvSpPr/>
          <p:nvPr/>
        </p:nvSpPr>
        <p:spPr>
          <a:xfrm>
            <a:off x="352800" y="4777560"/>
            <a:ext cx="6792480" cy="152784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48" name="Shape 12"/>
          <p:cNvSpPr/>
          <p:nvPr/>
        </p:nvSpPr>
        <p:spPr>
          <a:xfrm>
            <a:off x="352800" y="4777560"/>
            <a:ext cx="33120" cy="152784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49" name="Text 13"/>
          <p:cNvSpPr/>
          <p:nvPr/>
        </p:nvSpPr>
        <p:spPr>
          <a:xfrm>
            <a:off x="537480" y="4945680"/>
            <a:ext cx="652392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50" name="Text 14"/>
          <p:cNvSpPr/>
          <p:nvPr/>
        </p:nvSpPr>
        <p:spPr>
          <a:xfrm>
            <a:off x="537480" y="5281560"/>
            <a:ext cx="6507000" cy="217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51" name="Text 15"/>
          <p:cNvSpPr/>
          <p:nvPr/>
        </p:nvSpPr>
        <p:spPr>
          <a:xfrm>
            <a:off x="537480" y="560052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52" name="Text 16"/>
          <p:cNvSpPr/>
          <p:nvPr/>
        </p:nvSpPr>
        <p:spPr>
          <a:xfrm>
            <a:off x="3823200" y="560052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53" name="Text 17"/>
          <p:cNvSpPr/>
          <p:nvPr/>
        </p:nvSpPr>
        <p:spPr>
          <a:xfrm>
            <a:off x="537480" y="593640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54" name="Text 18"/>
          <p:cNvSpPr/>
          <p:nvPr/>
        </p:nvSpPr>
        <p:spPr>
          <a:xfrm>
            <a:off x="3823200" y="5936400"/>
            <a:ext cx="3215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55" name="Shape 19"/>
          <p:cNvSpPr/>
          <p:nvPr/>
        </p:nvSpPr>
        <p:spPr>
          <a:xfrm>
            <a:off x="7415640" y="1213200"/>
            <a:ext cx="4441320" cy="350100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56" name="Image 0"/>
          <p:cNvSpPr/>
          <p:nvPr/>
        </p:nvSpPr>
        <p:spPr>
          <a:xfrm>
            <a:off x="7587720" y="1385280"/>
            <a:ext cx="4097160" cy="1679040"/>
          </a:xfrm>
          <a:prstGeom prst="roundRect">
            <a:avLst>
              <a:gd name="adj" fmla="val 0"/>
            </a:avLst>
          </a:prstGeom>
          <a:blipFill rotWithShape="0">
            <a:blip r:embed="rId1"/>
            <a:srcRect/>
            <a:stretch/>
          </a:blipFill>
          <a:ln w="0">
            <a:noFill/>
          </a:ln>
        </p:spPr>
        <p:style>
          <a:lnRef idx="0"/>
          <a:fillRef idx="0"/>
          <a:effectRef idx="0"/>
          <a:fontRef idx="minor"/>
        </p:style>
      </p:sp>
      <p:sp>
        <p:nvSpPr>
          <p:cNvPr id="357" name="Text 20"/>
          <p:cNvSpPr/>
          <p:nvPr/>
        </p:nvSpPr>
        <p:spPr>
          <a:xfrm>
            <a:off x="7545600" y="3199320"/>
            <a:ext cx="4181040" cy="234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58" name="Shape 21"/>
          <p:cNvSpPr/>
          <p:nvPr/>
        </p:nvSpPr>
        <p:spPr>
          <a:xfrm>
            <a:off x="7621200" y="3564360"/>
            <a:ext cx="100440" cy="13392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59" name="Text 22"/>
          <p:cNvSpPr/>
          <p:nvPr/>
        </p:nvSpPr>
        <p:spPr>
          <a:xfrm>
            <a:off x="7800120" y="353484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60" name="Shape 23"/>
          <p:cNvSpPr/>
          <p:nvPr/>
        </p:nvSpPr>
        <p:spPr>
          <a:xfrm>
            <a:off x="7604640" y="3832920"/>
            <a:ext cx="133920" cy="13392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61" name="Text 24"/>
          <p:cNvSpPr/>
          <p:nvPr/>
        </p:nvSpPr>
        <p:spPr>
          <a:xfrm>
            <a:off x="7800120" y="380376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62" name="Shape 25"/>
          <p:cNvSpPr/>
          <p:nvPr/>
        </p:nvSpPr>
        <p:spPr>
          <a:xfrm>
            <a:off x="7604640" y="4101840"/>
            <a:ext cx="133920" cy="13392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63" name="Text 26"/>
          <p:cNvSpPr/>
          <p:nvPr/>
        </p:nvSpPr>
        <p:spPr>
          <a:xfrm>
            <a:off x="7800120" y="407232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64" name="Shape 27"/>
          <p:cNvSpPr/>
          <p:nvPr/>
        </p:nvSpPr>
        <p:spPr>
          <a:xfrm>
            <a:off x="7587720" y="4370400"/>
            <a:ext cx="167400" cy="13392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65" name="Text 28"/>
          <p:cNvSpPr/>
          <p:nvPr/>
        </p:nvSpPr>
        <p:spPr>
          <a:xfrm>
            <a:off x="7800120" y="4341240"/>
            <a:ext cx="395208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66" name="Shape 29"/>
          <p:cNvSpPr/>
          <p:nvPr/>
        </p:nvSpPr>
        <p:spPr>
          <a:xfrm>
            <a:off x="7411320" y="4853160"/>
            <a:ext cx="4449960" cy="129276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67" name="Text 30"/>
          <p:cNvSpPr/>
          <p:nvPr/>
        </p:nvSpPr>
        <p:spPr>
          <a:xfrm>
            <a:off x="7579440" y="5021280"/>
            <a:ext cx="41896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68" name="Text 31"/>
          <p:cNvSpPr/>
          <p:nvPr/>
        </p:nvSpPr>
        <p:spPr>
          <a:xfrm>
            <a:off x="7579440" y="5323680"/>
            <a:ext cx="4181040" cy="654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2026-04-04T03:48:20Z</dcterms:modified>
  <cp:revision>2</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