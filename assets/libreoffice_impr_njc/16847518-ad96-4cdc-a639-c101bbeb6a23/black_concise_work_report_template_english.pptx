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comments/comment4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10080625" cy="7559675"/>
  <p:notesSz cx="6858000" cy="9144000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<Relationship Id="rId31" Type="http://schemas.openxmlformats.org/officeDocument/2006/relationships/commentAuthors" Target="commentAuthors.xml"/>
</Relationships>
</file>

<file path=ppt/comments/comment4.xml><?xml version="1.0" encoding="utf-8"?>
<p:cmLst xmlns:p="http://schemas.openxmlformats.org/presentationml/2006/main">
  <p:cm authorId="0" dt="2026-04-21T03:34:27.000000000" idx="1">
    <p:pos x="0" y="0"/>
    <p:text>Action items: Review budget allocation for Q3, prepare department performance metrics, schedule follow-up meeting with stakeholders.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F5E2BE5-84BB-48A5-AB0C-B943278F4DD3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2000" spc="-1" strike="noStrike">
                <a:latin typeface="Arial"/>
              </a:rPr>
              <a:t>Aaction items: Review budget allocation for Q3, prepare department performance metrics, schedule follow-up meeting with stakeholders..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EFA9335-3CA1-4AF1-913A-426FFA95F20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3F8D77-1F5E-4FF5-91FE-65F64B1B350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92F0862-19F6-4E1B-BDC5-863E2C03866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EEC8CD0-2C2C-4E53-8AD5-1D40CA74553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BBDD94-FD86-4667-9FB5-C5A8B702CB6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4DF945C-5A66-4166-B1C8-D7D160EE84A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2EB247-518A-4F5C-87F1-A4E964D4907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681003-DA19-434A-BE40-53D10818A89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5C1E9A1-BAC0-46B4-96E4-42F61491251C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22B817-3C3D-4AAF-AAB3-155BCA6F3F1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9AC6D4-120A-44D9-B296-3003521F7E0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334371-6008-4FF0-A9C6-FDE7FB97413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4BB9AD9-CAAE-4045-9383-F7F0C05D051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7954E93-3C08-4B51-8041-179FD63AE98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AACD7E-3188-4DC2-9B22-91DE3841879F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B4A167-D9C8-4A3B-8EEA-407A5AC6715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A4CC56D-09DE-453F-9F49-4FAD143F878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24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3000" cy="342612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BE37A4D-DF9B-433E-9EBC-C8264CA0BDC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360" y="0"/>
            <a:ext cx="10075320" cy="7555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360" y="0"/>
            <a:ext cx="10075320" cy="7555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comments" Target="../comments/comment4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515160" y="604080"/>
            <a:ext cx="9045000" cy="6346080"/>
          </a:xfrm>
          <a:prstGeom prst="roundRect">
            <a:avLst>
              <a:gd name="adj" fmla="val 3113"/>
            </a:avLst>
          </a:prstGeom>
          <a:solidFill>
            <a:srgbClr val="003366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8689680" y="922320"/>
            <a:ext cx="555840" cy="529200"/>
            <a:chOff x="8689680" y="922320"/>
            <a:chExt cx="555840" cy="529200"/>
          </a:xfrm>
        </p:grpSpPr>
        <p:sp>
          <p:nvSpPr>
            <p:cNvPr id="87" name="直接连接符 13"/>
            <p:cNvSpPr/>
            <p:nvPr/>
          </p:nvSpPr>
          <p:spPr>
            <a:xfrm>
              <a:off x="8689680" y="1179360"/>
              <a:ext cx="555840" cy="72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9086760" y="922320"/>
              <a:ext cx="360" cy="5292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753840" y="4659840"/>
            <a:ext cx="267840" cy="26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LIVE AND LEARN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2181600" y="2778480"/>
            <a:ext cx="72190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600" spc="-1" strike="noStrike">
                <a:solidFill>
                  <a:srgbClr val="000000"/>
                </a:solidFill>
                <a:latin typeface="Times New Roman"/>
                <a:ea typeface="宋体"/>
              </a:rPr>
              <a:t>Minimal Elegant Work Report Template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3134160" y="3780000"/>
            <a:ext cx="53139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BLACK CONCISE TEMPLATE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7102800" y="4520160"/>
            <a:ext cx="134928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5277240" y="4854240"/>
            <a:ext cx="31712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Lorem ipsum dolor sit amet, consectetuer adipiscing elit. Maecenas porttitor congue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7102800" y="1816560"/>
            <a:ext cx="2615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Times New Roman"/>
                <a:ea typeface="微软雅黑"/>
              </a:rPr>
              <a:t>2019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7578720" y="5895360"/>
            <a:ext cx="869400" cy="41976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7578720" y="5975280"/>
            <a:ext cx="869400" cy="1645560"/>
          </a:xfrm>
          <a:prstGeom prst="rect">
            <a:avLst/>
          </a:prstGeom>
          <a:solidFill>
            <a:srgbClr val="00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   </a:t>
            </a:r>
            <a:r>
              <a:rPr b="1" lang="en-HK" sz="3600" spc="-1" strike="noStrike">
                <a:solidFill>
                  <a:srgbClr val="ffffff"/>
                </a:solidFill>
                <a:latin typeface="Times New Roman"/>
                <a:ea typeface="宋体"/>
              </a:rPr>
              <a:t>YPPPT</a:t>
            </a:r>
            <a:endParaRPr b="0" lang="en-HK" sz="36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04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378000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514800" y="604440"/>
            <a:ext cx="9045000" cy="6345720"/>
          </a:xfrm>
          <a:prstGeom prst="roundRect">
            <a:avLst>
              <a:gd name="adj" fmla="val 3113"/>
            </a:avLst>
          </a:prstGeom>
          <a:solidFill>
            <a:srgbClr val="404040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407600" y="498240"/>
            <a:ext cx="1504440" cy="630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261160" y="1530000"/>
            <a:ext cx="7304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261160" y="2702880"/>
            <a:ext cx="730440" cy="19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Times New Roman"/>
                <a:ea typeface="宋体"/>
              </a:rPr>
              <a:t>ONTENTS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2023200" y="1663200"/>
            <a:ext cx="720" cy="52848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445400" y="1666800"/>
            <a:ext cx="336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CONTENTS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107000" y="498960"/>
            <a:ext cx="293400" cy="10872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959720" y="1662480"/>
            <a:ext cx="2853720" cy="956160"/>
            <a:chOff x="4959720" y="1662480"/>
            <a:chExt cx="2853720" cy="956160"/>
          </a:xfrm>
        </p:grpSpPr>
        <p:sp>
          <p:nvSpPr>
            <p:cNvPr id="106" name="矩形: 圆角 14"/>
            <p:cNvSpPr/>
            <p:nvPr/>
          </p:nvSpPr>
          <p:spPr>
            <a:xfrm>
              <a:off x="4959720" y="1662480"/>
              <a:ext cx="551880" cy="736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5118120" y="1670400"/>
              <a:ext cx="2347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832360" y="1662480"/>
              <a:ext cx="18226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832360" y="2192760"/>
              <a:ext cx="19810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959720" y="2705760"/>
            <a:ext cx="2853720" cy="955440"/>
            <a:chOff x="4959720" y="2705760"/>
            <a:chExt cx="2853720" cy="955440"/>
          </a:xfrm>
        </p:grpSpPr>
        <p:sp>
          <p:nvSpPr>
            <p:cNvPr id="111" name="矩形: 圆角 20"/>
            <p:cNvSpPr/>
            <p:nvPr/>
          </p:nvSpPr>
          <p:spPr>
            <a:xfrm>
              <a:off x="4959720" y="2705760"/>
              <a:ext cx="551880" cy="736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5118120" y="2713680"/>
              <a:ext cx="2347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832360" y="2705760"/>
              <a:ext cx="18226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832360" y="3235320"/>
              <a:ext cx="19810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959720" y="3747960"/>
            <a:ext cx="2853720" cy="955440"/>
            <a:chOff x="4959720" y="3747960"/>
            <a:chExt cx="2853720" cy="955440"/>
          </a:xfrm>
        </p:grpSpPr>
        <p:sp>
          <p:nvSpPr>
            <p:cNvPr id="116" name="矩形: 圆角 25"/>
            <p:cNvSpPr/>
            <p:nvPr/>
          </p:nvSpPr>
          <p:spPr>
            <a:xfrm>
              <a:off x="4959720" y="3747960"/>
              <a:ext cx="551880" cy="736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5118120" y="3755880"/>
              <a:ext cx="2347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832360" y="3747960"/>
              <a:ext cx="18226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832360" y="4277520"/>
              <a:ext cx="19810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959720" y="4790160"/>
            <a:ext cx="2853720" cy="956160"/>
            <a:chOff x="4959720" y="4790160"/>
            <a:chExt cx="2853720" cy="956160"/>
          </a:xfrm>
        </p:grpSpPr>
        <p:sp>
          <p:nvSpPr>
            <p:cNvPr id="121" name="矩形: 圆角 30"/>
            <p:cNvSpPr/>
            <p:nvPr/>
          </p:nvSpPr>
          <p:spPr>
            <a:xfrm>
              <a:off x="4959720" y="4790160"/>
              <a:ext cx="551880" cy="736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5118120" y="4798080"/>
              <a:ext cx="23472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832360" y="4790160"/>
              <a:ext cx="182268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832360" y="5320440"/>
              <a:ext cx="198108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378000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514800" y="604440"/>
            <a:ext cx="9045000" cy="63457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903680" y="2088000"/>
            <a:ext cx="1305720" cy="3117600"/>
            <a:chOff x="1903680" y="2088000"/>
            <a:chExt cx="1305720" cy="3117600"/>
          </a:xfrm>
        </p:grpSpPr>
        <p:sp>
          <p:nvSpPr>
            <p:cNvPr id="128" name="矩形: 圆角 4"/>
            <p:cNvSpPr/>
            <p:nvPr/>
          </p:nvSpPr>
          <p:spPr>
            <a:xfrm>
              <a:off x="1903680" y="2192760"/>
              <a:ext cx="1266120" cy="30128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2027880" y="2088000"/>
              <a:ext cx="1181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734640" y="3203640"/>
            <a:ext cx="39258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729240" y="4414320"/>
            <a:ext cx="39254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2b2b2"/>
                </a:solidFill>
                <a:latin typeface="Calibri"/>
                <a:ea typeface="宋体"/>
              </a:rPr>
              <a:t>AN</a:t>
            </a:r>
            <a:r>
              <a:rPr b="1" i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NUAL</a:t>
            </a:r>
            <a:r>
              <a:rPr b="0" i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 </a:t>
            </a:r>
            <a:r>
              <a:rPr b="1" i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WORK</a:t>
            </a:r>
            <a:r>
              <a:rPr b="0" i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 </a:t>
            </a:r>
            <a:r>
              <a:rPr b="1" i="1" lang="en-US" sz="1400" spc="-1" strike="noStrike">
                <a:solidFill>
                  <a:srgbClr val="cccccc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43360" y="1964520"/>
            <a:ext cx="4750560" cy="3614400"/>
            <a:chOff x="243360" y="1964520"/>
            <a:chExt cx="4750560" cy="361440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43360" y="1964520"/>
              <a:ext cx="4750560" cy="3614400"/>
              <a:chOff x="243360" y="1964520"/>
              <a:chExt cx="4750560" cy="361440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707040" y="1964520"/>
                <a:ext cx="3841200" cy="350172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44440" y="5394960"/>
                <a:ext cx="4748400" cy="10980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44440" y="5394960"/>
                <a:ext cx="4748400" cy="18396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43360" y="5508360"/>
                <a:ext cx="4750560" cy="7020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283840" y="5393880"/>
                <a:ext cx="673560" cy="6588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634840" y="2038680"/>
                <a:ext cx="19080" cy="2556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855360" y="2244240"/>
              <a:ext cx="3527280" cy="297324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5052240" y="1964520"/>
            <a:ext cx="4779000" cy="1773360"/>
            <a:chOff x="5052240" y="1964520"/>
            <a:chExt cx="4779000" cy="1773360"/>
          </a:xfrm>
        </p:grpSpPr>
        <p:sp>
          <p:nvSpPr>
            <p:cNvPr id="142" name="矩形 4"/>
            <p:cNvSpPr/>
            <p:nvPr/>
          </p:nvSpPr>
          <p:spPr>
            <a:xfrm>
              <a:off x="5052240" y="1964520"/>
              <a:ext cx="4779000" cy="177336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5235120" y="2356920"/>
              <a:ext cx="740520" cy="98784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5385240" y="2565720"/>
              <a:ext cx="440280" cy="57096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6162120" y="2306880"/>
              <a:ext cx="3474720" cy="1089000"/>
              <a:chOff x="6162120" y="2306880"/>
              <a:chExt cx="3474720" cy="108900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6162120" y="2306880"/>
                <a:ext cx="3474720" cy="461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462240" bIns="462240" anchor="b">
                <a:norm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6162120" y="2772000"/>
                <a:ext cx="3474720" cy="623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79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5052240" y="3817080"/>
            <a:ext cx="4779000" cy="1773360"/>
            <a:chOff x="5052240" y="3817080"/>
            <a:chExt cx="4779000" cy="1773360"/>
          </a:xfrm>
        </p:grpSpPr>
        <p:sp>
          <p:nvSpPr>
            <p:cNvPr id="149" name="矩形 5"/>
            <p:cNvSpPr/>
            <p:nvPr/>
          </p:nvSpPr>
          <p:spPr>
            <a:xfrm>
              <a:off x="5052240" y="3817080"/>
              <a:ext cx="4779000" cy="177336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5235120" y="4209480"/>
              <a:ext cx="740520" cy="98784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5385240" y="4464360"/>
              <a:ext cx="440280" cy="47844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6162120" y="4162320"/>
              <a:ext cx="3474720" cy="1089000"/>
              <a:chOff x="6162120" y="4162320"/>
              <a:chExt cx="3474720" cy="108900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6162120" y="4162320"/>
                <a:ext cx="3474720" cy="4615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462240" bIns="462240" anchor="b">
                <a:norm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6162120" y="4628160"/>
                <a:ext cx="3474720" cy="623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79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156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3195000" y="1325160"/>
            <a:ext cx="3684600" cy="4905000"/>
            <a:chOff x="3195000" y="1325160"/>
            <a:chExt cx="3684600" cy="4905000"/>
          </a:xfrm>
        </p:grpSpPr>
        <p:sp>
          <p:nvSpPr>
            <p:cNvPr id="159" name="椭圆 16"/>
            <p:cNvSpPr/>
            <p:nvPr/>
          </p:nvSpPr>
          <p:spPr>
            <a:xfrm>
              <a:off x="3938400" y="2314080"/>
              <a:ext cx="2198520" cy="292752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340800" y="3189960"/>
              <a:ext cx="2137680" cy="28458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415320" y="3288960"/>
              <a:ext cx="1989360" cy="264636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442680" y="3326760"/>
              <a:ext cx="1932480" cy="257436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576240" y="4684680"/>
              <a:ext cx="779760" cy="103608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596120" y="1518840"/>
              <a:ext cx="2138400" cy="28458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670640" y="1617120"/>
              <a:ext cx="1987920" cy="264960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698720" y="1655280"/>
              <a:ext cx="1933560" cy="257076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718600" y="1832040"/>
              <a:ext cx="778320" cy="103788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596120" y="3189960"/>
              <a:ext cx="2138400" cy="28458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670640" y="3288960"/>
              <a:ext cx="1989360" cy="264636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698720" y="3326760"/>
              <a:ext cx="1933560" cy="257436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718600" y="4684680"/>
              <a:ext cx="778320" cy="103608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340800" y="1518840"/>
              <a:ext cx="2137680" cy="284580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415320" y="1617120"/>
              <a:ext cx="1989360" cy="264960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442680" y="1655280"/>
              <a:ext cx="1932480" cy="257076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4011840" y="2412360"/>
              <a:ext cx="2051640" cy="27309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576240" y="1832040"/>
              <a:ext cx="779760" cy="103788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636720" y="1912320"/>
              <a:ext cx="659880" cy="87984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636720" y="4763160"/>
              <a:ext cx="659880" cy="87732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778720" y="1912320"/>
              <a:ext cx="658440" cy="87984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778720" y="4763160"/>
              <a:ext cx="658440" cy="87732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827160" y="5011560"/>
              <a:ext cx="278280" cy="42192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943600" y="4950360"/>
              <a:ext cx="353160" cy="47088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975640" y="2145600"/>
              <a:ext cx="265320" cy="41220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4087800" y="2513160"/>
              <a:ext cx="910800" cy="121392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4087800" y="3826800"/>
              <a:ext cx="910800" cy="121536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5074560" y="3826800"/>
              <a:ext cx="912960" cy="121536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5074560" y="2513160"/>
              <a:ext cx="912960" cy="121392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812760" y="2164680"/>
              <a:ext cx="306360" cy="37512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3195000" y="3435480"/>
              <a:ext cx="511560" cy="681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3233880" y="3489480"/>
              <a:ext cx="433800" cy="57564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679200" y="3761640"/>
              <a:ext cx="282960" cy="3060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6368760" y="3435480"/>
              <a:ext cx="510840" cy="681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6407640" y="3489480"/>
              <a:ext cx="433080" cy="57564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6112440" y="3761640"/>
              <a:ext cx="282600" cy="3060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6523200" y="3706920"/>
              <a:ext cx="200520" cy="14076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359880" y="3658320"/>
              <a:ext cx="180720" cy="23688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780440" y="1325160"/>
              <a:ext cx="511200" cy="68112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821480" y="1376640"/>
              <a:ext cx="432360" cy="57816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5025240" y="1970640"/>
              <a:ext cx="23400" cy="3772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780440" y="5548680"/>
              <a:ext cx="511200" cy="68148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821480" y="5600520"/>
              <a:ext cx="432360" cy="57744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5025240" y="5208120"/>
              <a:ext cx="23400" cy="37728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942800" y="1556640"/>
              <a:ext cx="187200" cy="19728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942800" y="5794560"/>
              <a:ext cx="187200" cy="21096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647600" y="3259080"/>
              <a:ext cx="777960" cy="103644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707000" y="3337560"/>
              <a:ext cx="660960" cy="87984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891320" y="3559320"/>
              <a:ext cx="291960" cy="40968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200160" y="2258640"/>
            <a:ext cx="2722680" cy="793440"/>
            <a:chOff x="200160" y="2258640"/>
            <a:chExt cx="2722680" cy="793440"/>
          </a:xfrm>
        </p:grpSpPr>
        <p:sp>
          <p:nvSpPr>
            <p:cNvPr id="209" name="文本框 202"/>
            <p:cNvSpPr/>
            <p:nvPr/>
          </p:nvSpPr>
          <p:spPr>
            <a:xfrm>
              <a:off x="200160" y="2530080"/>
              <a:ext cx="2722680" cy="52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200160" y="2258640"/>
              <a:ext cx="2722680" cy="26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7151400" y="2258640"/>
            <a:ext cx="2722680" cy="793440"/>
            <a:chOff x="7151400" y="2258640"/>
            <a:chExt cx="2722680" cy="793440"/>
          </a:xfrm>
        </p:grpSpPr>
        <p:sp>
          <p:nvSpPr>
            <p:cNvPr id="212" name="文本框 205"/>
            <p:cNvSpPr/>
            <p:nvPr/>
          </p:nvSpPr>
          <p:spPr>
            <a:xfrm>
              <a:off x="7151400" y="2530080"/>
              <a:ext cx="2722680" cy="52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7151400" y="2258640"/>
              <a:ext cx="2722680" cy="26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200160" y="4987800"/>
            <a:ext cx="2722680" cy="793440"/>
            <a:chOff x="200160" y="4987800"/>
            <a:chExt cx="2722680" cy="793440"/>
          </a:xfrm>
        </p:grpSpPr>
        <p:sp>
          <p:nvSpPr>
            <p:cNvPr id="215" name="文本框 208"/>
            <p:cNvSpPr/>
            <p:nvPr/>
          </p:nvSpPr>
          <p:spPr>
            <a:xfrm>
              <a:off x="200160" y="5259240"/>
              <a:ext cx="2722680" cy="52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200160" y="4987800"/>
              <a:ext cx="2722680" cy="26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7151400" y="4987800"/>
            <a:ext cx="2722680" cy="793440"/>
            <a:chOff x="7151400" y="4987800"/>
            <a:chExt cx="2722680" cy="793440"/>
          </a:xfrm>
        </p:grpSpPr>
        <p:sp>
          <p:nvSpPr>
            <p:cNvPr id="218" name="文本框 211"/>
            <p:cNvSpPr/>
            <p:nvPr/>
          </p:nvSpPr>
          <p:spPr>
            <a:xfrm>
              <a:off x="7151400" y="5259240"/>
              <a:ext cx="2722680" cy="52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7151400" y="4987800"/>
              <a:ext cx="2722680" cy="26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221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80000" y="1585800"/>
            <a:ext cx="10274400" cy="4948920"/>
            <a:chOff x="-180000" y="1585800"/>
            <a:chExt cx="10274400" cy="4948920"/>
          </a:xfrm>
        </p:grpSpPr>
        <p:sp>
          <p:nvSpPr>
            <p:cNvPr id="224" name="Straight Connector 4"/>
            <p:cNvSpPr/>
            <p:nvPr/>
          </p:nvSpPr>
          <p:spPr>
            <a:xfrm>
              <a:off x="6846480" y="4858200"/>
              <a:ext cx="360" cy="167652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80000" y="2668680"/>
              <a:ext cx="10274400" cy="331920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995920" y="3519360"/>
              <a:ext cx="720" cy="247572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5152680" y="2805120"/>
              <a:ext cx="360" cy="184428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7656480" y="1585800"/>
              <a:ext cx="360" cy="159228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516960" y="2878560"/>
              <a:ext cx="2176560" cy="289764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823680" y="3686400"/>
              <a:ext cx="1638000" cy="2219400"/>
              <a:chOff x="823680" y="3686400"/>
              <a:chExt cx="1638000" cy="221940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2198520" y="4538160"/>
                <a:ext cx="202320" cy="23724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764000" y="4346280"/>
                <a:ext cx="488520" cy="56412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812240" y="4221360"/>
                <a:ext cx="104040" cy="14220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986400" y="5616000"/>
                <a:ext cx="227160" cy="28980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1060920" y="4776120"/>
                <a:ext cx="572040" cy="94788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214360" y="4374720"/>
                <a:ext cx="78840" cy="5688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2138760" y="4366080"/>
                <a:ext cx="322920" cy="79704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262600" y="4556880"/>
                <a:ext cx="122040" cy="4284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239200" y="4761000"/>
                <a:ext cx="117360" cy="25416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287800" y="4593600"/>
                <a:ext cx="14760" cy="1476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300760" y="4592520"/>
                <a:ext cx="2880" cy="432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305800" y="4585320"/>
                <a:ext cx="3240" cy="468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211120" y="4543560"/>
                <a:ext cx="122040" cy="11772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447920" y="5395320"/>
                <a:ext cx="145800" cy="30456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430640" y="4798080"/>
                <a:ext cx="449280" cy="72108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379520" y="4722120"/>
                <a:ext cx="288720" cy="39132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447920" y="4242960"/>
                <a:ext cx="451800" cy="65520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816200" y="3811320"/>
                <a:ext cx="364680" cy="58788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784520" y="3686400"/>
                <a:ext cx="462960" cy="42588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1078200" y="4495680"/>
                <a:ext cx="162720" cy="23616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184760" y="4259880"/>
                <a:ext cx="630000" cy="36648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1059840" y="4391640"/>
                <a:ext cx="91800" cy="5976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823680" y="4376160"/>
                <a:ext cx="468000" cy="97776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1073880" y="4610520"/>
                <a:ext cx="131760" cy="6840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93960" y="4858560"/>
                <a:ext cx="148680" cy="28332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161000" y="4593600"/>
                <a:ext cx="78840" cy="15264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746440" y="5668920"/>
              <a:ext cx="496080" cy="622080"/>
              <a:chOff x="2746440" y="5668920"/>
              <a:chExt cx="496080" cy="62208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746440" y="5668920"/>
                <a:ext cx="496080" cy="62208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855160" y="5794560"/>
                <a:ext cx="278280" cy="3711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7393320" y="2870280"/>
              <a:ext cx="533880" cy="669960"/>
              <a:chOff x="7393320" y="2870280"/>
              <a:chExt cx="533880" cy="66996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7392960" y="2870280"/>
                <a:ext cx="533880" cy="6699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7510680" y="3005280"/>
                <a:ext cx="299520" cy="39996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879080" y="4382280"/>
              <a:ext cx="533880" cy="669960"/>
              <a:chOff x="4879080" y="4382280"/>
              <a:chExt cx="533880" cy="66996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878720" y="4382280"/>
                <a:ext cx="533880" cy="66996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996080" y="4516920"/>
                <a:ext cx="299880" cy="40032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6541200" y="4522680"/>
              <a:ext cx="533880" cy="669240"/>
              <a:chOff x="6541200" y="4522680"/>
              <a:chExt cx="533880" cy="66924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6540840" y="4522680"/>
                <a:ext cx="533880" cy="66924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658200" y="4657320"/>
                <a:ext cx="299520" cy="39996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995920" y="3830040"/>
              <a:ext cx="2060280" cy="776160"/>
              <a:chOff x="2995920" y="3830040"/>
              <a:chExt cx="2060280" cy="77616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995920" y="3830040"/>
                <a:ext cx="1543680" cy="2671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995920" y="4101120"/>
                <a:ext cx="2060280" cy="5050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92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5153040" y="3231720"/>
              <a:ext cx="2059560" cy="776520"/>
              <a:chOff x="5153040" y="3231720"/>
              <a:chExt cx="2059560" cy="77652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5153040" y="3231720"/>
                <a:ext cx="1542960" cy="2678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5153040" y="3503160"/>
                <a:ext cx="2059560" cy="5050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92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7656840" y="1863720"/>
              <a:ext cx="2059560" cy="776880"/>
              <a:chOff x="7656840" y="1863720"/>
              <a:chExt cx="2059560" cy="77688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7656840" y="1863720"/>
                <a:ext cx="1542960" cy="2678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7656840" y="2135520"/>
                <a:ext cx="2059560" cy="5050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92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846480" y="5514840"/>
              <a:ext cx="2059920" cy="776520"/>
              <a:chOff x="6846480" y="5514840"/>
              <a:chExt cx="2059920" cy="77652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846480" y="5514840"/>
                <a:ext cx="1542600" cy="26784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846480" y="5786280"/>
                <a:ext cx="2059920" cy="5050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92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282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378000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514800" y="604440"/>
            <a:ext cx="9045000" cy="63457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903680" y="2088000"/>
            <a:ext cx="1305720" cy="3117600"/>
            <a:chOff x="1903680" y="2088000"/>
            <a:chExt cx="1305720" cy="3117600"/>
          </a:xfrm>
        </p:grpSpPr>
        <p:sp>
          <p:nvSpPr>
            <p:cNvPr id="287" name="矩形: 圆角 4"/>
            <p:cNvSpPr/>
            <p:nvPr/>
          </p:nvSpPr>
          <p:spPr>
            <a:xfrm>
              <a:off x="1903680" y="2192760"/>
              <a:ext cx="1266120" cy="30128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2027880" y="2088000"/>
              <a:ext cx="1181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734640" y="3203640"/>
            <a:ext cx="39258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729240" y="4414320"/>
            <a:ext cx="39254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1099800" y="1064520"/>
            <a:ext cx="2109240" cy="5554800"/>
            <a:chOff x="1099800" y="1064520"/>
            <a:chExt cx="2109240" cy="5554800"/>
          </a:xfrm>
        </p:grpSpPr>
        <p:sp>
          <p:nvSpPr>
            <p:cNvPr id="292" name="矩形 20"/>
            <p:cNvSpPr/>
            <p:nvPr/>
          </p:nvSpPr>
          <p:spPr>
            <a:xfrm>
              <a:off x="1099800" y="4088520"/>
              <a:ext cx="2109240" cy="610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1099800" y="4703040"/>
              <a:ext cx="2109240" cy="168876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574360" y="6166440"/>
              <a:ext cx="356760" cy="45288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1099800" y="4088520"/>
              <a:ext cx="2109240" cy="61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574360" y="6166440"/>
              <a:ext cx="357480" cy="45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1099800" y="1064520"/>
              <a:ext cx="2109240" cy="301968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1099800" y="5122080"/>
              <a:ext cx="2109240" cy="85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982680" y="1064160"/>
            <a:ext cx="2109240" cy="5555880"/>
            <a:chOff x="3982680" y="1064160"/>
            <a:chExt cx="2109240" cy="5555880"/>
          </a:xfrm>
        </p:grpSpPr>
        <p:sp>
          <p:nvSpPr>
            <p:cNvPr id="300" name="矩形 13"/>
            <p:cNvSpPr/>
            <p:nvPr/>
          </p:nvSpPr>
          <p:spPr>
            <a:xfrm>
              <a:off x="3982680" y="4088160"/>
              <a:ext cx="2109240" cy="6105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982680" y="4702680"/>
              <a:ext cx="2109240" cy="168876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5464440" y="6167160"/>
              <a:ext cx="356760" cy="45288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982680" y="4088160"/>
              <a:ext cx="2109240" cy="61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5464440" y="6167160"/>
              <a:ext cx="357840" cy="45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982680" y="1064160"/>
              <a:ext cx="2109240" cy="301968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982680" y="5121720"/>
              <a:ext cx="2109240" cy="85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865200" y="1064520"/>
            <a:ext cx="2109240" cy="5554800"/>
            <a:chOff x="6865200" y="1064520"/>
            <a:chExt cx="2109240" cy="5554800"/>
          </a:xfrm>
        </p:grpSpPr>
        <p:sp>
          <p:nvSpPr>
            <p:cNvPr id="308" name="矩形 6"/>
            <p:cNvSpPr/>
            <p:nvPr/>
          </p:nvSpPr>
          <p:spPr>
            <a:xfrm>
              <a:off x="6865200" y="4088520"/>
              <a:ext cx="2109240" cy="61056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865200" y="4703040"/>
              <a:ext cx="2109240" cy="168876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8351280" y="6166440"/>
              <a:ext cx="356760" cy="45288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865200" y="4088520"/>
              <a:ext cx="2109240" cy="61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8351280" y="6166440"/>
              <a:ext cx="357480" cy="45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865200" y="1064520"/>
              <a:ext cx="2109240" cy="301968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865200" y="5122080"/>
              <a:ext cx="2109240" cy="851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316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3265560" y="2605680"/>
            <a:ext cx="3575160" cy="4950000"/>
            <a:chOff x="3265560" y="2605680"/>
            <a:chExt cx="3575160" cy="4950000"/>
          </a:xfrm>
        </p:grpSpPr>
        <p:sp>
          <p:nvSpPr>
            <p:cNvPr id="319" name="Freeform: Shape 2"/>
            <p:cNvSpPr/>
            <p:nvPr/>
          </p:nvSpPr>
          <p:spPr>
            <a:xfrm>
              <a:off x="4036680" y="3978720"/>
              <a:ext cx="2140560" cy="357696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386520" y="2629080"/>
              <a:ext cx="3384720" cy="3465000"/>
              <a:chOff x="3386520" y="2629080"/>
              <a:chExt cx="3384720" cy="346500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386520" y="4399200"/>
                <a:ext cx="233280" cy="311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974400" y="5537880"/>
                <a:ext cx="232560" cy="3110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4345920" y="3467520"/>
                <a:ext cx="297000" cy="3978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5157720" y="4686840"/>
                <a:ext cx="297720" cy="3978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4396320" y="4107240"/>
                <a:ext cx="380520" cy="5076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5458680" y="5586480"/>
                <a:ext cx="380520" cy="5076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6169680" y="3695400"/>
                <a:ext cx="380520" cy="5076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6272280" y="4959000"/>
                <a:ext cx="498960" cy="6663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907160" y="2629080"/>
                <a:ext cx="498960" cy="6656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308400" y="2917800"/>
              <a:ext cx="3389400" cy="3521880"/>
              <a:chOff x="3308400" y="2917800"/>
              <a:chExt cx="3389400" cy="352188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308400" y="3720600"/>
                <a:ext cx="424800" cy="5666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5403960" y="4000320"/>
                <a:ext cx="548640" cy="7318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4281120" y="5793120"/>
                <a:ext cx="484560" cy="6465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863680" y="5520960"/>
                <a:ext cx="181800" cy="2422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6516720" y="4407840"/>
                <a:ext cx="181080" cy="24300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745440" y="4569480"/>
                <a:ext cx="181800" cy="2422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5094720" y="3620880"/>
                <a:ext cx="181440" cy="2426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851640" y="2917800"/>
                <a:ext cx="535680" cy="7142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753440" y="5019120"/>
                <a:ext cx="106920" cy="14328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6167520" y="4490280"/>
                <a:ext cx="107280" cy="1443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759480" y="3232440"/>
              <a:ext cx="2932560" cy="3252960"/>
              <a:chOff x="3759480" y="3232440"/>
              <a:chExt cx="2932560" cy="325296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561200" y="3232440"/>
                <a:ext cx="832680" cy="11113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567760" y="3746160"/>
                <a:ext cx="473760" cy="6325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4104720" y="5149440"/>
                <a:ext cx="428040" cy="5713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753520" y="5051160"/>
                <a:ext cx="428040" cy="5713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759480" y="3574440"/>
                <a:ext cx="387360" cy="5169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914640" y="4509720"/>
                <a:ext cx="322920" cy="4312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6134040" y="4217760"/>
                <a:ext cx="323280" cy="4312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6456960" y="3897720"/>
                <a:ext cx="235080" cy="3139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6442200" y="5548320"/>
                <a:ext cx="235080" cy="31392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618440" y="5706360"/>
                <a:ext cx="583920" cy="7790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604680" y="2605680"/>
              <a:ext cx="2637720" cy="2778480"/>
              <a:chOff x="3604680" y="2605680"/>
              <a:chExt cx="2637720" cy="2778480"/>
            </a:xfrm>
          </p:grpSpPr>
          <p:sp>
            <p:nvSpPr>
              <p:cNvPr id="353" name="Oval 20"/>
              <p:cNvSpPr/>
              <p:nvPr/>
            </p:nvSpPr>
            <p:spPr>
              <a:xfrm rot="8545200">
                <a:off x="6006600" y="3088800"/>
                <a:ext cx="190440" cy="212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8539800">
                <a:off x="5303520" y="2641680"/>
                <a:ext cx="190800" cy="212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8535000">
                <a:off x="5578560" y="4138200"/>
                <a:ext cx="243360" cy="2714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8538000">
                <a:off x="4706640" y="3751560"/>
                <a:ext cx="243720" cy="2718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8539200">
                <a:off x="5283000" y="3700800"/>
                <a:ext cx="310680" cy="347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8538600">
                <a:off x="4174200" y="3270600"/>
                <a:ext cx="311400" cy="34668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8536800">
                <a:off x="4245120" y="4857840"/>
                <a:ext cx="310680" cy="3470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8545200">
                <a:off x="3701520" y="4016160"/>
                <a:ext cx="409320" cy="4568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8543400">
                <a:off x="5246280" y="4849560"/>
                <a:ext cx="409320" cy="45684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962880" y="2856240"/>
              <a:ext cx="1070280" cy="142704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5346360" y="3102480"/>
              <a:ext cx="1014840" cy="135396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3265560" y="4342680"/>
              <a:ext cx="1014840" cy="135432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825880" y="4542120"/>
              <a:ext cx="1014840" cy="135432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691600" y="3539160"/>
              <a:ext cx="351000" cy="439920"/>
              <a:chOff x="5691600" y="3539160"/>
              <a:chExt cx="351000" cy="43992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863680" y="3781440"/>
                <a:ext cx="39240" cy="5400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691600" y="3539160"/>
                <a:ext cx="351000" cy="43992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6178680" y="4977360"/>
              <a:ext cx="340920" cy="45504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605760" y="4805640"/>
              <a:ext cx="341640" cy="397080"/>
              <a:chOff x="3605760" y="4805640"/>
              <a:chExt cx="341640" cy="39708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605760" y="4805640"/>
                <a:ext cx="341640" cy="39708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645720" y="4862520"/>
                <a:ext cx="260640" cy="25452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4335840" y="3415320"/>
              <a:ext cx="340560" cy="33948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7111080" y="2216160"/>
            <a:ext cx="2272680" cy="3813480"/>
            <a:chOff x="7111080" y="2216160"/>
            <a:chExt cx="2272680" cy="3813480"/>
          </a:xfrm>
        </p:grpSpPr>
        <p:grpSp>
          <p:nvGrpSpPr>
            <p:cNvPr id="375" name="Group 59"/>
            <p:cNvGrpSpPr/>
            <p:nvPr/>
          </p:nvGrpSpPr>
          <p:grpSpPr>
            <a:xfrm>
              <a:off x="7111080" y="2216160"/>
              <a:ext cx="2155320" cy="3813480"/>
              <a:chOff x="7111080" y="2216160"/>
              <a:chExt cx="2155320" cy="381348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7111080" y="2216160"/>
                <a:ext cx="2155320" cy="894600"/>
                <a:chOff x="7111080" y="2216160"/>
                <a:chExt cx="2155320" cy="89460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7111080" y="255492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7111080" y="221616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7111080" y="3675240"/>
                <a:ext cx="2155320" cy="894600"/>
                <a:chOff x="7111080" y="3675240"/>
                <a:chExt cx="2155320" cy="89460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7111080" y="4014720"/>
                  <a:ext cx="2155320" cy="555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7111080" y="3675240"/>
                  <a:ext cx="2155320" cy="335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7111080" y="5134680"/>
                <a:ext cx="2155320" cy="894960"/>
                <a:chOff x="7111080" y="5134680"/>
                <a:chExt cx="2155320" cy="89496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7111080" y="547380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7111080" y="513468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7359840" y="3332160"/>
              <a:ext cx="202392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7359840" y="4807800"/>
              <a:ext cx="2023920" cy="72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754560" y="2216160"/>
            <a:ext cx="2240280" cy="3813480"/>
            <a:chOff x="754560" y="2216160"/>
            <a:chExt cx="2240280" cy="3813480"/>
          </a:xfrm>
        </p:grpSpPr>
        <p:grpSp>
          <p:nvGrpSpPr>
            <p:cNvPr id="388" name="Group 72"/>
            <p:cNvGrpSpPr/>
            <p:nvPr/>
          </p:nvGrpSpPr>
          <p:grpSpPr>
            <a:xfrm>
              <a:off x="839520" y="2216160"/>
              <a:ext cx="2155320" cy="3813480"/>
              <a:chOff x="839520" y="2216160"/>
              <a:chExt cx="2155320" cy="381348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839520" y="2216160"/>
                <a:ext cx="2155320" cy="894600"/>
                <a:chOff x="839520" y="2216160"/>
                <a:chExt cx="2155320" cy="89460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839520" y="255492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839520" y="221616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839520" y="3675240"/>
                <a:ext cx="2155320" cy="894600"/>
                <a:chOff x="839520" y="3675240"/>
                <a:chExt cx="2155320" cy="89460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839520" y="4014720"/>
                  <a:ext cx="2155320" cy="555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839520" y="3675240"/>
                  <a:ext cx="2155320" cy="335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839520" y="5134680"/>
                <a:ext cx="2155320" cy="894960"/>
                <a:chOff x="839520" y="5134680"/>
                <a:chExt cx="2155320" cy="89496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839520" y="547380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839520" y="513468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754560" y="3332160"/>
              <a:ext cx="2024640" cy="1476360"/>
              <a:chOff x="754560" y="3332160"/>
              <a:chExt cx="2024640" cy="14763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754560" y="3332160"/>
                <a:ext cx="202464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754560" y="4807800"/>
                <a:ext cx="2024640" cy="72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402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731680" y="1378800"/>
            <a:ext cx="4612680" cy="5379120"/>
            <a:chOff x="2731680" y="1378800"/>
            <a:chExt cx="4612680" cy="537912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410280" y="4001400"/>
              <a:ext cx="3254760" cy="99144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731680" y="6006960"/>
              <a:ext cx="4612680" cy="75096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4220640" y="1378800"/>
              <a:ext cx="1634400" cy="158796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359520" y="5025960"/>
              <a:ext cx="3355920" cy="957240"/>
              <a:chOff x="3359520" y="5025960"/>
              <a:chExt cx="3355920" cy="95724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93948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774240" y="5025960"/>
                <a:ext cx="45252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52476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359520" y="5025960"/>
                <a:ext cx="45180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435528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4188600" y="50259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77000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603320" y="50259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518400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5019120" y="50259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59872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5433120" y="50259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601452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847840" y="50259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6429240" y="5066640"/>
                <a:ext cx="126360" cy="16848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6262560" y="50259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4188600" y="3004560"/>
              <a:ext cx="1697400" cy="957240"/>
              <a:chOff x="4188600" y="3004560"/>
              <a:chExt cx="1697400" cy="95724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4355280" y="3047040"/>
                <a:ext cx="126360" cy="1692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4188600" y="30045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770000" y="3047040"/>
                <a:ext cx="126360" cy="1692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603320" y="30045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5184000" y="3047040"/>
                <a:ext cx="126360" cy="1692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5019120" y="30045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598720" y="3047040"/>
                <a:ext cx="126360" cy="16920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5433120" y="3004560"/>
                <a:ext cx="452880" cy="95724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4393080" y="6188040"/>
              <a:ext cx="1294200" cy="4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458240" y="4302000"/>
              <a:ext cx="1294200" cy="402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581360" y="2124720"/>
              <a:ext cx="912600" cy="708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754320" y="2205000"/>
            <a:ext cx="2272680" cy="3813480"/>
            <a:chOff x="6754320" y="2205000"/>
            <a:chExt cx="2272680" cy="381348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754320" y="2205000"/>
              <a:ext cx="2155320" cy="3813480"/>
              <a:chOff x="6754320" y="2205000"/>
              <a:chExt cx="2155320" cy="381348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754320" y="2205000"/>
                <a:ext cx="2155320" cy="894600"/>
                <a:chOff x="6754320" y="2205000"/>
                <a:chExt cx="2155320" cy="89460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754320" y="254376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754320" y="220500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754320" y="3664080"/>
                <a:ext cx="2155320" cy="894600"/>
                <a:chOff x="6754320" y="3664080"/>
                <a:chExt cx="2155320" cy="89460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754320" y="4003560"/>
                  <a:ext cx="2155320" cy="555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754320" y="3664080"/>
                  <a:ext cx="2155320" cy="335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754320" y="5123520"/>
                <a:ext cx="2155320" cy="894960"/>
                <a:chOff x="6754320" y="5123520"/>
                <a:chExt cx="2155320" cy="89496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754320" y="546264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754320" y="512352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7003080" y="3321000"/>
              <a:ext cx="202392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7003080" y="4796280"/>
              <a:ext cx="202392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1080000" y="2205000"/>
            <a:ext cx="2240640" cy="3813480"/>
            <a:chOff x="1080000" y="2205000"/>
            <a:chExt cx="2240640" cy="3813480"/>
          </a:xfrm>
        </p:grpSpPr>
        <p:grpSp>
          <p:nvGrpSpPr>
            <p:cNvPr id="451" name="组合 6"/>
            <p:cNvGrpSpPr/>
            <p:nvPr/>
          </p:nvGrpSpPr>
          <p:grpSpPr>
            <a:xfrm>
              <a:off x="1165320" y="2205000"/>
              <a:ext cx="2155320" cy="3813480"/>
              <a:chOff x="1165320" y="2205000"/>
              <a:chExt cx="2155320" cy="381348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165320" y="2205000"/>
                <a:ext cx="2155320" cy="894600"/>
                <a:chOff x="1165320" y="2205000"/>
                <a:chExt cx="2155320" cy="89460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165320" y="254376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165320" y="220500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165320" y="3664080"/>
                <a:ext cx="2155320" cy="894600"/>
                <a:chOff x="1165320" y="3664080"/>
                <a:chExt cx="2155320" cy="89460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165320" y="4003560"/>
                  <a:ext cx="2155320" cy="555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165320" y="3664080"/>
                  <a:ext cx="2155320" cy="335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165320" y="5123520"/>
                <a:ext cx="2155320" cy="894960"/>
                <a:chOff x="1165320" y="5123520"/>
                <a:chExt cx="2155320" cy="89496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165320" y="5462640"/>
                  <a:ext cx="215532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165320" y="5123520"/>
                  <a:ext cx="2155320" cy="3348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1080000" y="3321000"/>
              <a:ext cx="2024640" cy="1475640"/>
              <a:chOff x="1080000" y="3321000"/>
              <a:chExt cx="2024640" cy="147564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1080000" y="3321000"/>
                <a:ext cx="202464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1080000" y="4796280"/>
                <a:ext cx="202464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465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549240" y="1967760"/>
            <a:ext cx="2975760" cy="39682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534480" y="1874160"/>
            <a:ext cx="3005640" cy="4151520"/>
            <a:chOff x="3534480" y="1874160"/>
            <a:chExt cx="3005640" cy="4151520"/>
          </a:xfrm>
        </p:grpSpPr>
        <p:grpSp>
          <p:nvGrpSpPr>
            <p:cNvPr id="469" name="组合 4"/>
            <p:cNvGrpSpPr/>
            <p:nvPr/>
          </p:nvGrpSpPr>
          <p:grpSpPr>
            <a:xfrm>
              <a:off x="4587840" y="1874160"/>
              <a:ext cx="899280" cy="1201320"/>
              <a:chOff x="4587840" y="1874160"/>
              <a:chExt cx="899280" cy="120132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587840" y="1874160"/>
                <a:ext cx="899280" cy="120132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814640" y="2209320"/>
                <a:ext cx="460080" cy="57384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534480" y="2592000"/>
              <a:ext cx="899280" cy="1201320"/>
              <a:chOff x="3534480" y="2592000"/>
              <a:chExt cx="899280" cy="120132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534480" y="2592000"/>
                <a:ext cx="899280" cy="120132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767400" y="2895480"/>
                <a:ext cx="434160" cy="578520"/>
                <a:chOff x="3767400" y="2895480"/>
                <a:chExt cx="434160" cy="57852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830760" y="2898360"/>
                  <a:ext cx="124920" cy="13644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810240" y="3034440"/>
                  <a:ext cx="114120" cy="19656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858120" y="3251160"/>
                  <a:ext cx="144000" cy="8784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975480" y="3122280"/>
                  <a:ext cx="157680" cy="19764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4108680" y="2994840"/>
                  <a:ext cx="51840" cy="16668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947040" y="2895480"/>
                  <a:ext cx="156960" cy="14868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932280" y="3029040"/>
                  <a:ext cx="124560" cy="17028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767400" y="3346560"/>
                  <a:ext cx="434160" cy="12744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587840" y="4824360"/>
              <a:ext cx="899280" cy="1201320"/>
              <a:chOff x="4587840" y="4824360"/>
              <a:chExt cx="899280" cy="120132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587840" y="4824000"/>
                <a:ext cx="899280" cy="120132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838400" y="5123880"/>
                <a:ext cx="397800" cy="55764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640840" y="4107240"/>
              <a:ext cx="899280" cy="1201320"/>
              <a:chOff x="5640840" y="4107240"/>
              <a:chExt cx="899280" cy="120132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640840" y="4106880"/>
                <a:ext cx="899280" cy="120132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924880" y="4373640"/>
                <a:ext cx="433800" cy="576720"/>
                <a:chOff x="5924880" y="4373640"/>
                <a:chExt cx="433800" cy="57672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924880" y="4662000"/>
                  <a:ext cx="290160" cy="28836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967000" y="4373640"/>
                  <a:ext cx="198720" cy="26460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6125400" y="4772160"/>
                  <a:ext cx="105120" cy="13356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6253560" y="4772160"/>
                  <a:ext cx="105120" cy="13356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6186240" y="4624920"/>
                  <a:ext cx="104400" cy="13428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534480" y="4107240"/>
              <a:ext cx="899280" cy="1201320"/>
              <a:chOff x="3534480" y="4107240"/>
              <a:chExt cx="899280" cy="120132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534480" y="4106880"/>
                <a:ext cx="899280" cy="120132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760920" y="4421520"/>
                <a:ext cx="447120" cy="59688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640840" y="2592000"/>
              <a:ext cx="899280" cy="1201320"/>
              <a:chOff x="5640840" y="2592000"/>
              <a:chExt cx="899280" cy="120132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640840" y="2592000"/>
                <a:ext cx="899280" cy="120132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874120" y="2977560"/>
                <a:ext cx="432000" cy="43056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867240" y="2151000"/>
            <a:ext cx="8340480" cy="3602520"/>
            <a:chOff x="867240" y="2151000"/>
            <a:chExt cx="8340480" cy="3602520"/>
          </a:xfrm>
        </p:grpSpPr>
        <p:sp>
          <p:nvSpPr>
            <p:cNvPr id="501" name="文本框 68"/>
            <p:cNvSpPr/>
            <p:nvPr/>
          </p:nvSpPr>
          <p:spPr>
            <a:xfrm>
              <a:off x="867240" y="2151000"/>
              <a:ext cx="2445840" cy="23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867240" y="2455560"/>
              <a:ext cx="2445840" cy="41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867240" y="5035320"/>
              <a:ext cx="2445840" cy="23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867240" y="5340600"/>
              <a:ext cx="2445840" cy="41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867240" y="3585960"/>
              <a:ext cx="1942200" cy="23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867240" y="3890880"/>
              <a:ext cx="1942200" cy="41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761520" y="2151000"/>
              <a:ext cx="2446200" cy="23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761520" y="2455560"/>
              <a:ext cx="2446200" cy="41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761520" y="5035320"/>
              <a:ext cx="2446200" cy="23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761520" y="5340600"/>
              <a:ext cx="2446200" cy="41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7266240" y="3585960"/>
              <a:ext cx="1941480" cy="23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7266240" y="3890880"/>
              <a:ext cx="1941480" cy="41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514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930600" y="3196080"/>
            <a:ext cx="1216800" cy="1414080"/>
            <a:chOff x="930600" y="3196080"/>
            <a:chExt cx="1216800" cy="1414080"/>
          </a:xfrm>
        </p:grpSpPr>
        <p:sp>
          <p:nvSpPr>
            <p:cNvPr id="517" name="TextBox 5"/>
            <p:cNvSpPr/>
            <p:nvPr/>
          </p:nvSpPr>
          <p:spPr>
            <a:xfrm>
              <a:off x="930600" y="4241160"/>
              <a:ext cx="116712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977760" y="3196080"/>
              <a:ext cx="1169640" cy="121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341440" y="1378080"/>
            <a:ext cx="7135920" cy="5214960"/>
            <a:chOff x="2341440" y="1378080"/>
            <a:chExt cx="7135920" cy="5214960"/>
          </a:xfrm>
        </p:grpSpPr>
        <p:sp>
          <p:nvSpPr>
            <p:cNvPr id="520" name="TextBox 7"/>
            <p:cNvSpPr/>
            <p:nvPr/>
          </p:nvSpPr>
          <p:spPr>
            <a:xfrm flipH="1">
              <a:off x="7341840" y="1668240"/>
              <a:ext cx="2135520" cy="570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341440" y="1378080"/>
              <a:ext cx="4890600" cy="5214960"/>
              <a:chOff x="2341440" y="1378080"/>
              <a:chExt cx="4890600" cy="521496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5247720" y="5330520"/>
                <a:ext cx="1500840" cy="126252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3197520" y="4206600"/>
                <a:ext cx="1137600" cy="1864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4339080" y="4206600"/>
                <a:ext cx="905760" cy="238644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6285240" y="5330520"/>
                <a:ext cx="946440" cy="126252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6389280" y="5471280"/>
                <a:ext cx="738720" cy="9864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5247720" y="4015800"/>
                <a:ext cx="1500840" cy="126252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3197520" y="3994920"/>
                <a:ext cx="1137600" cy="19224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4339080" y="3994920"/>
                <a:ext cx="905760" cy="128340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6285240" y="4016520"/>
                <a:ext cx="946440" cy="12621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6389280" y="4151160"/>
                <a:ext cx="738720" cy="9864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5247720" y="2698560"/>
                <a:ext cx="1500840" cy="125964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3197520" y="3789720"/>
                <a:ext cx="1137600" cy="1864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4339080" y="2698560"/>
                <a:ext cx="905760" cy="127764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6285240" y="2702160"/>
                <a:ext cx="946440" cy="126216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6389280" y="2832840"/>
                <a:ext cx="738720" cy="9864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5247720" y="1378080"/>
                <a:ext cx="1500840" cy="126216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3197520" y="3583800"/>
                <a:ext cx="1137600" cy="1864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4339080" y="1378080"/>
                <a:ext cx="905760" cy="239292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6285240" y="1378080"/>
                <a:ext cx="946440" cy="126216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6389280" y="1512360"/>
                <a:ext cx="738720" cy="98604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5352840" y="1755360"/>
                <a:ext cx="1203840" cy="6109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5352480" y="3055680"/>
                <a:ext cx="1186560" cy="6116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5352840" y="4368960"/>
                <a:ext cx="1203840" cy="6116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5352120" y="5669640"/>
                <a:ext cx="1319400" cy="6112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43200" y="3527280"/>
                <a:ext cx="1931040" cy="93564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6546600" y="3008520"/>
                <a:ext cx="445320" cy="62100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6571800" y="5710320"/>
                <a:ext cx="408600" cy="54180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6577200" y="1794960"/>
                <a:ext cx="387360" cy="396000"/>
                <a:chOff x="6577200" y="1794960"/>
                <a:chExt cx="387360" cy="39600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6577200" y="1852560"/>
                  <a:ext cx="365400" cy="33840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692760" y="1794960"/>
                  <a:ext cx="271800" cy="32472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6573600" y="4403160"/>
                <a:ext cx="392040" cy="48996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7341840" y="3059280"/>
              <a:ext cx="2135520" cy="570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7341840" y="4374720"/>
              <a:ext cx="2135520" cy="570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7341840" y="5763960"/>
              <a:ext cx="2135520" cy="570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557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378000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514800" y="604440"/>
            <a:ext cx="9045000" cy="63457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903680" y="2088000"/>
            <a:ext cx="1305720" cy="3117600"/>
            <a:chOff x="1903680" y="2088000"/>
            <a:chExt cx="1305720" cy="3117600"/>
          </a:xfrm>
        </p:grpSpPr>
        <p:sp>
          <p:nvSpPr>
            <p:cNvPr id="562" name="矩形: 圆角 4"/>
            <p:cNvSpPr/>
            <p:nvPr/>
          </p:nvSpPr>
          <p:spPr>
            <a:xfrm>
              <a:off x="1903680" y="2192760"/>
              <a:ext cx="1266120" cy="30128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2027880" y="2088000"/>
              <a:ext cx="1181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734640" y="3203640"/>
            <a:ext cx="39258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729240" y="4414320"/>
            <a:ext cx="39254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3114000" y="1517040"/>
            <a:ext cx="3797280" cy="4667760"/>
            <a:chOff x="3114000" y="1517040"/>
            <a:chExt cx="3797280" cy="4667760"/>
          </a:xfrm>
        </p:grpSpPr>
        <p:grpSp>
          <p:nvGrpSpPr>
            <p:cNvPr id="567" name="Group 2"/>
            <p:cNvGrpSpPr/>
            <p:nvPr/>
          </p:nvGrpSpPr>
          <p:grpSpPr>
            <a:xfrm>
              <a:off x="4427280" y="1517040"/>
              <a:ext cx="2484000" cy="2522520"/>
              <a:chOff x="4427280" y="1517040"/>
              <a:chExt cx="2484000" cy="252252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411000">
                <a:off x="4611960" y="2399040"/>
                <a:ext cx="1586520" cy="125712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787720" y="1517040"/>
                <a:ext cx="1123560" cy="1273680"/>
                <a:chOff x="5787720" y="1517040"/>
                <a:chExt cx="1123560" cy="127368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7602000">
                  <a:off x="6085800" y="2014560"/>
                  <a:ext cx="12096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7612200">
                  <a:off x="6109200" y="2601720"/>
                  <a:ext cx="190080" cy="141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7609800">
                  <a:off x="5806800" y="2190600"/>
                  <a:ext cx="189000" cy="1432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7607400">
                  <a:off x="6244200" y="2141640"/>
                  <a:ext cx="214920" cy="20880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7623000">
                  <a:off x="6390000" y="1869840"/>
                  <a:ext cx="181440" cy="17532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7610400">
                  <a:off x="6212520" y="1935360"/>
                  <a:ext cx="159120" cy="15372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7614000">
                  <a:off x="6541920" y="1731240"/>
                  <a:ext cx="123840" cy="1188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7624200">
                  <a:off x="6612480" y="1547280"/>
                  <a:ext cx="12096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7619400">
                  <a:off x="6058080" y="2270520"/>
                  <a:ext cx="171000" cy="150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7629000">
                  <a:off x="6382440" y="1671840"/>
                  <a:ext cx="146520" cy="14076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7607400">
                  <a:off x="6791760" y="1537920"/>
                  <a:ext cx="100800" cy="9720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7608600">
                  <a:off x="5936040" y="2475720"/>
                  <a:ext cx="127800" cy="150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3114000" y="1530000"/>
              <a:ext cx="2275920" cy="2521080"/>
              <a:chOff x="3114000" y="1530000"/>
              <a:chExt cx="2275920" cy="2521080"/>
            </a:xfrm>
          </p:grpSpPr>
          <p:sp>
            <p:nvSpPr>
              <p:cNvPr id="583" name="Arrow: Right 56"/>
              <p:cNvSpPr/>
              <p:nvPr/>
            </p:nvSpPr>
            <p:spPr>
              <a:xfrm rot="3188400">
                <a:off x="3618000" y="2410920"/>
                <a:ext cx="1586520" cy="12564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3114000" y="1530000"/>
                <a:ext cx="1116000" cy="1274040"/>
                <a:chOff x="3114000" y="1530000"/>
                <a:chExt cx="1116000" cy="127404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987800">
                  <a:off x="3815280" y="2026080"/>
                  <a:ext cx="11988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991400">
                  <a:off x="3716280" y="2615400"/>
                  <a:ext cx="190440" cy="140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973400">
                  <a:off x="4020840" y="2204280"/>
                  <a:ext cx="190080" cy="142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986600">
                  <a:off x="3544200" y="2153520"/>
                  <a:ext cx="217440" cy="21024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985400">
                  <a:off x="3438720" y="1882800"/>
                  <a:ext cx="183600" cy="1749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992000">
                  <a:off x="3643200" y="1948320"/>
                  <a:ext cx="159840" cy="15300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995600">
                  <a:off x="3353400" y="1741680"/>
                  <a:ext cx="124920" cy="119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987800">
                  <a:off x="3287160" y="1559160"/>
                  <a:ext cx="11988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981800">
                  <a:off x="3785040" y="2284200"/>
                  <a:ext cx="172440" cy="150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4002800">
                  <a:off x="3487680" y="1686240"/>
                  <a:ext cx="147600" cy="1386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992000">
                  <a:off x="3132360" y="1550520"/>
                  <a:ext cx="100800" cy="9720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976400">
                  <a:off x="3949200" y="2486160"/>
                  <a:ext cx="128160" cy="151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423680" y="3338280"/>
              <a:ext cx="2485800" cy="2846520"/>
              <a:chOff x="4423680" y="3338280"/>
              <a:chExt cx="2485800" cy="284652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3187200">
                <a:off x="4609080" y="3720960"/>
                <a:ext cx="1586160" cy="12564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784120" y="4921920"/>
                <a:ext cx="1125360" cy="1262880"/>
                <a:chOff x="5784120" y="4921920"/>
                <a:chExt cx="1125360" cy="126288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998000">
                  <a:off x="6082560" y="5577480"/>
                  <a:ext cx="120960" cy="1126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990200">
                  <a:off x="6107760" y="4970160"/>
                  <a:ext cx="190800" cy="1393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988400">
                  <a:off x="5802480" y="5380560"/>
                  <a:ext cx="191520" cy="142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986600">
                  <a:off x="6239160" y="5379120"/>
                  <a:ext cx="217440" cy="21024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983600">
                  <a:off x="6386400" y="5671080"/>
                  <a:ext cx="182520" cy="1749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986000">
                  <a:off x="6210000" y="5625360"/>
                  <a:ext cx="159840" cy="15336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987800">
                  <a:off x="6537960" y="5856120"/>
                  <a:ext cx="125280" cy="1188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987800">
                  <a:off x="6610320" y="6041160"/>
                  <a:ext cx="119880" cy="114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988400">
                  <a:off x="6054840" y="5291280"/>
                  <a:ext cx="171720" cy="1508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4002800">
                  <a:off x="6379920" y="5898240"/>
                  <a:ext cx="147600" cy="1386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992000">
                  <a:off x="6789600" y="6066000"/>
                  <a:ext cx="100800" cy="9756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999200">
                  <a:off x="5932800" y="5086080"/>
                  <a:ext cx="128520" cy="151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3126960" y="3641040"/>
              <a:ext cx="2476080" cy="2522880"/>
              <a:chOff x="3126960" y="3641040"/>
              <a:chExt cx="2476080" cy="252288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7611000">
                <a:off x="3831480" y="4024440"/>
                <a:ext cx="1586520" cy="125532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3126960" y="4890600"/>
                <a:ext cx="1123560" cy="1273320"/>
                <a:chOff x="3126960" y="4890600"/>
                <a:chExt cx="1123560" cy="127332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418200">
                  <a:off x="3830760" y="5550840"/>
                  <a:ext cx="121320" cy="113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418800">
                  <a:off x="3737160" y="4937760"/>
                  <a:ext cx="189000" cy="140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409800">
                  <a:off x="4042080" y="5345640"/>
                  <a:ext cx="189000" cy="1422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408600">
                  <a:off x="3577680" y="5328360"/>
                  <a:ext cx="215640" cy="20880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403800">
                  <a:off x="3466440" y="5632560"/>
                  <a:ext cx="181800" cy="17496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410400">
                  <a:off x="3664440" y="5590080"/>
                  <a:ext cx="159120" cy="15300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427800">
                  <a:off x="3372480" y="5831640"/>
                  <a:ext cx="123840" cy="1188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402000">
                  <a:off x="3303360" y="6017400"/>
                  <a:ext cx="120960" cy="113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405000">
                  <a:off x="3808080" y="5257440"/>
                  <a:ext cx="171360" cy="150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408600">
                  <a:off x="3509640" y="5866920"/>
                  <a:ext cx="145800" cy="1404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400200">
                  <a:off x="3145680" y="6045120"/>
                  <a:ext cx="101160" cy="9756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400800">
                  <a:off x="3973680" y="5053320"/>
                  <a:ext cx="127800" cy="150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3187200">
              <a:off x="3847320" y="2773800"/>
              <a:ext cx="963360" cy="23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34000" bIns="234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412800">
              <a:off x="5266440" y="2767320"/>
              <a:ext cx="963360" cy="233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34000" bIns="234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409800">
              <a:off x="3826440" y="4603320"/>
              <a:ext cx="964800" cy="23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34000" bIns="234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3187800">
              <a:off x="5179320" y="4541040"/>
              <a:ext cx="964440" cy="23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234000" bIns="234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5154480" y="3354480"/>
              <a:ext cx="263160" cy="3517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5157000" y="4043160"/>
              <a:ext cx="263520" cy="29916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585680" y="4024080"/>
              <a:ext cx="276120" cy="36792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597200" y="3342240"/>
              <a:ext cx="246240" cy="35172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1080000" y="2892960"/>
            <a:ext cx="7947360" cy="2353680"/>
            <a:chOff x="1080000" y="2892960"/>
            <a:chExt cx="7947360" cy="2353680"/>
          </a:xfrm>
        </p:grpSpPr>
        <p:grpSp>
          <p:nvGrpSpPr>
            <p:cNvPr id="636" name="Group 89"/>
            <p:cNvGrpSpPr/>
            <p:nvPr/>
          </p:nvGrpSpPr>
          <p:grpSpPr>
            <a:xfrm>
              <a:off x="6754320" y="2892960"/>
              <a:ext cx="2273040" cy="2353680"/>
              <a:chOff x="6754320" y="2892960"/>
              <a:chExt cx="2273040" cy="235368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754320" y="2892960"/>
                <a:ext cx="2155320" cy="2353680"/>
                <a:chOff x="6754320" y="2892960"/>
                <a:chExt cx="2155320" cy="235368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754320" y="2892960"/>
                  <a:ext cx="2155320" cy="894600"/>
                  <a:chOff x="6754320" y="2892960"/>
                  <a:chExt cx="2155320" cy="89460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754320" y="3231720"/>
                    <a:ext cx="2155320" cy="5558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754320" y="2892960"/>
                    <a:ext cx="2155320" cy="334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754320" y="4352040"/>
                  <a:ext cx="2155320" cy="894600"/>
                  <a:chOff x="6754320" y="4352040"/>
                  <a:chExt cx="2155320" cy="89460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754320" y="4691520"/>
                    <a:ext cx="2155320" cy="5551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754320" y="4352040"/>
                    <a:ext cx="2155320" cy="335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7003440" y="4009320"/>
                <a:ext cx="2023920" cy="72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1080000" y="2892960"/>
              <a:ext cx="2240640" cy="2353680"/>
              <a:chOff x="1080000" y="2892960"/>
              <a:chExt cx="2240640" cy="235368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165320" y="2892960"/>
                <a:ext cx="2155320" cy="2353680"/>
                <a:chOff x="1165320" y="2892960"/>
                <a:chExt cx="2155320" cy="235368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165320" y="2892960"/>
                  <a:ext cx="2155320" cy="894600"/>
                  <a:chOff x="1165320" y="2892960"/>
                  <a:chExt cx="2155320" cy="89460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165320" y="3231720"/>
                    <a:ext cx="2155320" cy="5558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165320" y="2892960"/>
                    <a:ext cx="2155320" cy="334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165320" y="4352040"/>
                  <a:ext cx="2155320" cy="894600"/>
                  <a:chOff x="1165320" y="4352040"/>
                  <a:chExt cx="2155320" cy="89460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165320" y="4691520"/>
                    <a:ext cx="2155320" cy="5551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165320" y="4352040"/>
                    <a:ext cx="2155320" cy="335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1080000" y="4009320"/>
                <a:ext cx="2024640" cy="72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655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97600" y="6527160"/>
            <a:ext cx="8901720" cy="72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78880" y="1031400"/>
            <a:ext cx="4442760" cy="353736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78880" y="4595760"/>
            <a:ext cx="4442760" cy="174312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5052960" y="1031760"/>
            <a:ext cx="4442760" cy="17431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78880" y="1031400"/>
            <a:ext cx="4442760" cy="353736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5047560" y="2810520"/>
            <a:ext cx="4442760" cy="352836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805000" y="-3425760"/>
            <a:ext cx="2938680" cy="59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330920" y="4614840"/>
            <a:ext cx="293868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666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689640" y="2525760"/>
            <a:ext cx="2700720" cy="3138120"/>
            <a:chOff x="3689640" y="2525760"/>
            <a:chExt cx="2700720" cy="3138120"/>
          </a:xfrm>
        </p:grpSpPr>
        <p:sp>
          <p:nvSpPr>
            <p:cNvPr id="669" name="Freeform: Shape 27"/>
            <p:cNvSpPr/>
            <p:nvPr/>
          </p:nvSpPr>
          <p:spPr>
            <a:xfrm>
              <a:off x="6132600" y="4646880"/>
              <a:ext cx="206280" cy="19008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963760" y="4546440"/>
              <a:ext cx="426600" cy="36972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914000" y="3304440"/>
              <a:ext cx="252360" cy="2548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914000" y="3304440"/>
              <a:ext cx="252360" cy="25488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914000" y="3304440"/>
              <a:ext cx="252360" cy="20556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786920" y="2628000"/>
              <a:ext cx="506520" cy="79956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813480" y="4015080"/>
              <a:ext cx="418320" cy="2833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956400" y="3056400"/>
              <a:ext cx="123480" cy="27792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892320" y="3037320"/>
              <a:ext cx="263160" cy="51408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999400" y="3056400"/>
              <a:ext cx="123840" cy="27792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925600" y="3037320"/>
              <a:ext cx="262080" cy="51408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925600" y="3395520"/>
              <a:ext cx="145080" cy="14112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4009680" y="3395520"/>
              <a:ext cx="146520" cy="14112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4012200" y="3408840"/>
              <a:ext cx="906480" cy="53568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5160960" y="3408840"/>
              <a:ext cx="906480" cy="53568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741120" y="4646880"/>
              <a:ext cx="206280" cy="19008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689640" y="4546440"/>
              <a:ext cx="426600" cy="36972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4035240" y="4698720"/>
              <a:ext cx="37800" cy="20592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4055400" y="4159800"/>
              <a:ext cx="843480" cy="75636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6006600" y="4698720"/>
              <a:ext cx="38160" cy="20592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5181120" y="4159800"/>
              <a:ext cx="843480" cy="75636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808080" y="4015080"/>
              <a:ext cx="419760" cy="2833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852160" y="4015080"/>
              <a:ext cx="420120" cy="28332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792400" y="4131360"/>
              <a:ext cx="168120" cy="24120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4122360" y="4131360"/>
              <a:ext cx="168120" cy="24120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4159440" y="3454920"/>
              <a:ext cx="1765440" cy="146124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914000" y="3445560"/>
              <a:ext cx="125280" cy="68148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914000" y="3445560"/>
              <a:ext cx="125280" cy="68148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5035320" y="3449160"/>
              <a:ext cx="131040" cy="67788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5035320" y="3449160"/>
              <a:ext cx="131040" cy="67788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943880" y="3550320"/>
              <a:ext cx="94680" cy="57672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943880" y="3550320"/>
              <a:ext cx="94680" cy="57672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5035320" y="3550320"/>
              <a:ext cx="102240" cy="57672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5035320" y="3550320"/>
              <a:ext cx="102240" cy="57672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989600" y="3550320"/>
              <a:ext cx="48960" cy="57672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5035320" y="3550320"/>
              <a:ext cx="46440" cy="57672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996440" y="3550320"/>
              <a:ext cx="42120" cy="57672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788360" y="3445560"/>
              <a:ext cx="250920" cy="68148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5039280" y="3449160"/>
              <a:ext cx="249480" cy="67788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750560" y="4551840"/>
              <a:ext cx="153720" cy="457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5175000" y="4551840"/>
              <a:ext cx="154080" cy="4572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791240" y="2525760"/>
              <a:ext cx="506520" cy="54036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689360" y="4847040"/>
              <a:ext cx="706320" cy="23616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723920" y="4696920"/>
              <a:ext cx="1090800" cy="84960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669560" y="5233680"/>
              <a:ext cx="183960" cy="34668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570920" y="5236200"/>
              <a:ext cx="238320" cy="40932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546440" y="5270400"/>
              <a:ext cx="108000" cy="39348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4265280" y="4692960"/>
              <a:ext cx="1103760" cy="87228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5226480" y="5233680"/>
              <a:ext cx="183960" cy="34668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5271120" y="5236200"/>
              <a:ext cx="237960" cy="40932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5424840" y="5270400"/>
              <a:ext cx="108360" cy="39348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974120" y="4847040"/>
              <a:ext cx="131760" cy="4176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713840" y="4837680"/>
              <a:ext cx="325440" cy="9828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5042520" y="4837680"/>
              <a:ext cx="323640" cy="9828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94720" y="2259720"/>
            <a:ext cx="8888760" cy="3568680"/>
            <a:chOff x="594720" y="2259720"/>
            <a:chExt cx="8888760" cy="3568680"/>
          </a:xfrm>
        </p:grpSpPr>
        <p:grpSp>
          <p:nvGrpSpPr>
            <p:cNvPr id="724" name="组合 1"/>
            <p:cNvGrpSpPr/>
            <p:nvPr/>
          </p:nvGrpSpPr>
          <p:grpSpPr>
            <a:xfrm>
              <a:off x="594720" y="2259720"/>
              <a:ext cx="3042000" cy="3568680"/>
              <a:chOff x="594720" y="2259720"/>
              <a:chExt cx="3042000" cy="356868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3047040" y="2259720"/>
                <a:ext cx="589680" cy="786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3198240" y="2443320"/>
                <a:ext cx="287280" cy="38772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951640" y="2355840"/>
                <a:ext cx="781200" cy="5886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94720" y="2269440"/>
                <a:ext cx="2244240" cy="830160"/>
                <a:chOff x="594720" y="2269440"/>
                <a:chExt cx="2244240" cy="83016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824840" y="2269440"/>
                  <a:ext cx="1014120" cy="2674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94720" y="2544480"/>
                  <a:ext cx="2244240" cy="555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3047040" y="3629520"/>
                <a:ext cx="589680" cy="78624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3214440" y="3824640"/>
                <a:ext cx="269280" cy="37080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951640" y="3732480"/>
                <a:ext cx="781560" cy="5886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3047040" y="4963680"/>
                <a:ext cx="589680" cy="786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3168360" y="5125320"/>
                <a:ext cx="339120" cy="42336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952000" y="5062680"/>
                <a:ext cx="780840" cy="5886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94720" y="3683160"/>
                <a:ext cx="2244240" cy="830880"/>
                <a:chOff x="594720" y="3683160"/>
                <a:chExt cx="2244240" cy="83088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824840" y="3683160"/>
                  <a:ext cx="1014120" cy="267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94720" y="3958200"/>
                  <a:ext cx="224424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94720" y="4997520"/>
                <a:ext cx="2244240" cy="830880"/>
                <a:chOff x="594720" y="4997520"/>
                <a:chExt cx="2244240" cy="83088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824840" y="4997520"/>
                  <a:ext cx="1014120" cy="267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94720" y="5272560"/>
                  <a:ext cx="224424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6464880" y="2259720"/>
              <a:ext cx="3018600" cy="3492360"/>
              <a:chOff x="6464880" y="2259720"/>
              <a:chExt cx="3018600" cy="349236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6464880" y="2259720"/>
                <a:ext cx="589320" cy="786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6595200" y="2462040"/>
                <a:ext cx="344520" cy="352800"/>
                <a:chOff x="6595200" y="2462040"/>
                <a:chExt cx="344520" cy="35280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6595200" y="2513160"/>
                  <a:ext cx="325800" cy="30168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698160" y="2462040"/>
                  <a:ext cx="241560" cy="28980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6369840" y="2355840"/>
                <a:ext cx="781200" cy="5886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6464880" y="3629520"/>
                <a:ext cx="589320" cy="78624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6591960" y="3832560"/>
                <a:ext cx="313200" cy="35928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6369840" y="3732480"/>
                <a:ext cx="781560" cy="5886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6464880" y="4963680"/>
                <a:ext cx="589320" cy="786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6589800" y="5186520"/>
                <a:ext cx="338400" cy="343440"/>
                <a:chOff x="6589800" y="5186520"/>
                <a:chExt cx="338400" cy="34344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719760" y="5428800"/>
                  <a:ext cx="74880" cy="10116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665040" y="5332320"/>
                  <a:ext cx="188280" cy="10296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630840" y="5261400"/>
                  <a:ext cx="256680" cy="11988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6589800" y="5186520"/>
                  <a:ext cx="338400" cy="14040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6369840" y="5065200"/>
                <a:ext cx="781200" cy="58860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7238880" y="2269440"/>
                <a:ext cx="2244600" cy="754200"/>
                <a:chOff x="7238880" y="2269440"/>
                <a:chExt cx="2244600" cy="75420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7238880" y="2269440"/>
                  <a:ext cx="1014480" cy="2674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7238880" y="2467800"/>
                  <a:ext cx="224460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7238880" y="3678120"/>
                <a:ext cx="2244600" cy="753840"/>
                <a:chOff x="7238880" y="3678120"/>
                <a:chExt cx="2244600" cy="75384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7238880" y="3678120"/>
                  <a:ext cx="1014480" cy="2671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7238880" y="3876120"/>
                  <a:ext cx="224460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7238880" y="4997520"/>
                <a:ext cx="2244600" cy="754560"/>
                <a:chOff x="7238880" y="4997520"/>
                <a:chExt cx="2244600" cy="75456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7238880" y="4997520"/>
                  <a:ext cx="1014480" cy="267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7238880" y="5196240"/>
                  <a:ext cx="2244600" cy="55584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769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3059640" y="1450800"/>
            <a:ext cx="4448160" cy="462600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467360" y="2505960"/>
            <a:ext cx="2001960" cy="3943800"/>
            <a:chOff x="1467360" y="2505960"/>
            <a:chExt cx="2001960" cy="3943800"/>
          </a:xfrm>
        </p:grpSpPr>
        <p:sp>
          <p:nvSpPr>
            <p:cNvPr id="773" name="任意多边形 17"/>
            <p:cNvSpPr/>
            <p:nvPr/>
          </p:nvSpPr>
          <p:spPr>
            <a:xfrm>
              <a:off x="2462040" y="3839400"/>
              <a:ext cx="653040" cy="76608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965960" y="3661200"/>
              <a:ext cx="285840" cy="9468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691640" y="2782080"/>
              <a:ext cx="505080" cy="94356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2151000" y="3715920"/>
              <a:ext cx="46800" cy="864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2125800" y="2782080"/>
              <a:ext cx="389880" cy="94248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2089080" y="4952520"/>
              <a:ext cx="259560" cy="140004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868400" y="4952520"/>
              <a:ext cx="258480" cy="140004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846080" y="3839400"/>
              <a:ext cx="516600" cy="67140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2039760" y="3760200"/>
              <a:ext cx="128160" cy="9468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2026080" y="3839400"/>
              <a:ext cx="156600" cy="110880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2147040" y="3760200"/>
              <a:ext cx="146880" cy="13140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914480" y="3760200"/>
              <a:ext cx="146160" cy="13140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467360" y="3839400"/>
              <a:ext cx="311040" cy="125712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532520" y="5085000"/>
              <a:ext cx="180720" cy="17604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2080800" y="3839400"/>
              <a:ext cx="475920" cy="129960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2080800" y="3796920"/>
              <a:ext cx="328680" cy="68004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651320" y="3839400"/>
              <a:ext cx="475560" cy="129960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798920" y="3796920"/>
              <a:ext cx="328320" cy="68004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725480" y="3231720"/>
              <a:ext cx="45720" cy="6300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434320" y="3231720"/>
              <a:ext cx="44640" cy="63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720080" y="3231720"/>
              <a:ext cx="44640" cy="6300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735920" y="2505960"/>
              <a:ext cx="728280" cy="69696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770480" y="6318360"/>
              <a:ext cx="283320" cy="13140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2163600" y="6318360"/>
              <a:ext cx="283680" cy="13140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2189880" y="4751280"/>
              <a:ext cx="257400" cy="7812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761120" y="4751280"/>
              <a:ext cx="258120" cy="7812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3001680" y="3774240"/>
              <a:ext cx="467640" cy="16668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2034360" y="3334680"/>
              <a:ext cx="85680" cy="10548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868400" y="3050280"/>
              <a:ext cx="124560" cy="3708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878840" y="3153600"/>
              <a:ext cx="119880" cy="1638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213640" y="3050280"/>
              <a:ext cx="124560" cy="3708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207880" y="3153600"/>
              <a:ext cx="120600" cy="16380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910160" y="3191400"/>
              <a:ext cx="67680" cy="90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251440" y="3197880"/>
              <a:ext cx="13320" cy="183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229480" y="3191400"/>
              <a:ext cx="66960" cy="9072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771560" y="3101760"/>
              <a:ext cx="664560" cy="27144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408120" y="1450800"/>
            <a:ext cx="4099680" cy="4138560"/>
            <a:chOff x="3408120" y="1450800"/>
            <a:chExt cx="4099680" cy="4138560"/>
          </a:xfrm>
        </p:grpSpPr>
        <p:sp>
          <p:nvSpPr>
            <p:cNvPr id="810" name="直角三角形 4"/>
            <p:cNvSpPr/>
            <p:nvPr/>
          </p:nvSpPr>
          <p:spPr>
            <a:xfrm>
              <a:off x="6926760" y="1450800"/>
              <a:ext cx="581040" cy="77076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408120" y="2713320"/>
              <a:ext cx="3772080" cy="445680"/>
              <a:chOff x="3408120" y="2713320"/>
              <a:chExt cx="3772080" cy="44568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408120" y="2713320"/>
                <a:ext cx="3772080" cy="44568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88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408120" y="2713320"/>
                <a:ext cx="452160" cy="44568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543120" y="2793600"/>
                <a:ext cx="181800" cy="24264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408120" y="4546080"/>
              <a:ext cx="3772080" cy="446760"/>
              <a:chOff x="3408120" y="4546080"/>
              <a:chExt cx="3772080" cy="44676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408120" y="4546080"/>
                <a:ext cx="3772080" cy="44676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88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408120" y="4546080"/>
                <a:ext cx="452160" cy="44676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543120" y="4647960"/>
                <a:ext cx="181800" cy="2430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408120" y="3935520"/>
              <a:ext cx="3772080" cy="446040"/>
              <a:chOff x="3408120" y="3935520"/>
              <a:chExt cx="3772080" cy="44604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408120" y="3935520"/>
                <a:ext cx="3772080" cy="4460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88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408120" y="3935520"/>
                <a:ext cx="452160" cy="4460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549240" y="4016520"/>
                <a:ext cx="182160" cy="2430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408120" y="3324240"/>
              <a:ext cx="3772080" cy="446040"/>
              <a:chOff x="3408120" y="3324240"/>
              <a:chExt cx="3772080" cy="44604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408120" y="3324240"/>
                <a:ext cx="3772080" cy="44604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88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408120" y="3324240"/>
                <a:ext cx="452160" cy="44604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549240" y="3419280"/>
                <a:ext cx="182160" cy="2430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408120" y="5142960"/>
              <a:ext cx="3772080" cy="446400"/>
              <a:chOff x="3408120" y="5142960"/>
              <a:chExt cx="3772080" cy="44640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408120" y="5142960"/>
                <a:ext cx="3772080" cy="44640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88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408120" y="5142960"/>
                <a:ext cx="452160" cy="44640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549240" y="5223240"/>
                <a:ext cx="182160" cy="2426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832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805680" y="1333800"/>
            <a:ext cx="8301600" cy="2388240"/>
            <a:chOff x="805680" y="1333800"/>
            <a:chExt cx="8301600" cy="2388240"/>
          </a:xfrm>
        </p:grpSpPr>
        <p:sp>
          <p:nvSpPr>
            <p:cNvPr id="835" name="Freeform: Shape 2"/>
            <p:cNvSpPr/>
            <p:nvPr/>
          </p:nvSpPr>
          <p:spPr>
            <a:xfrm>
              <a:off x="805680" y="2769120"/>
              <a:ext cx="827280" cy="9464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635840" y="2747520"/>
              <a:ext cx="82764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467080" y="2747520"/>
              <a:ext cx="82692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3297240" y="2747520"/>
              <a:ext cx="82692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4127760" y="2747520"/>
              <a:ext cx="82692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957560" y="2747520"/>
              <a:ext cx="82764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788440" y="2747520"/>
              <a:ext cx="82728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618960" y="2747520"/>
              <a:ext cx="826920" cy="9745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1054800" y="2990520"/>
              <a:ext cx="6017760" cy="116280"/>
              <a:chOff x="1054800" y="2990520"/>
              <a:chExt cx="6017760" cy="11628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1054800" y="2990520"/>
                <a:ext cx="137880" cy="1162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171080" y="2990520"/>
                <a:ext cx="107640" cy="1155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303920" y="2990520"/>
                <a:ext cx="94680" cy="11628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9022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9850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208476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218412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2838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38356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48328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56608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66580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76552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8652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96496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306468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44628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54672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6464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72888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82860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92832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402768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432720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42620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52592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6256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72536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82580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90824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500796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510768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547308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57280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67180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87196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97168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605412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615384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625356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635292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6453000" y="3012840"/>
                <a:ext cx="3888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655272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63552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73524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83496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934680" y="3012840"/>
                <a:ext cx="3852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7034400" y="3012840"/>
                <a:ext cx="38160" cy="7200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7449480" y="1864080"/>
              <a:ext cx="826920" cy="17409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8280000" y="1333800"/>
              <a:ext cx="827280" cy="20062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880800" y="3485520"/>
            <a:ext cx="2410920" cy="13960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71320" y="3485520"/>
            <a:ext cx="2410920" cy="13960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7093080" y="3485520"/>
            <a:ext cx="2410920" cy="13960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64920" y="5142960"/>
            <a:ext cx="8746560" cy="1077480"/>
            <a:chOff x="664920" y="5142960"/>
            <a:chExt cx="8746560" cy="1077480"/>
          </a:xfrm>
        </p:grpSpPr>
        <p:sp>
          <p:nvSpPr>
            <p:cNvPr id="898" name="TextBox 81"/>
            <p:cNvSpPr/>
            <p:nvPr/>
          </p:nvSpPr>
          <p:spPr>
            <a:xfrm>
              <a:off x="1248120" y="5142960"/>
              <a:ext cx="1059840" cy="370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522680" y="5142960"/>
              <a:ext cx="1060200" cy="3708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768080" y="5142960"/>
              <a:ext cx="1060560" cy="3708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64920" y="5591520"/>
              <a:ext cx="2225880" cy="62892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939120" y="5591520"/>
              <a:ext cx="2226600" cy="62892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7184880" y="5591520"/>
              <a:ext cx="2226600" cy="62892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905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360" y="1755000"/>
            <a:ext cx="9482760" cy="4983120"/>
            <a:chOff x="360" y="1755000"/>
            <a:chExt cx="9482760" cy="4983120"/>
          </a:xfrm>
        </p:grpSpPr>
        <p:sp>
          <p:nvSpPr>
            <p:cNvPr id="908" name="Rectangle 1"/>
            <p:cNvSpPr/>
            <p:nvPr/>
          </p:nvSpPr>
          <p:spPr>
            <a:xfrm>
              <a:off x="360" y="1755000"/>
              <a:ext cx="4178160" cy="498312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690360" y="2026080"/>
              <a:ext cx="2050920" cy="67608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856320" y="2191680"/>
              <a:ext cx="227880" cy="22248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5126760" y="5577480"/>
              <a:ext cx="475200" cy="63432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5272560" y="5824440"/>
              <a:ext cx="159480" cy="16452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5240520" y="5782320"/>
              <a:ext cx="255240" cy="25848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5439960" y="5834520"/>
              <a:ext cx="20160" cy="2844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5431680" y="5971680"/>
              <a:ext cx="28440" cy="648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5439960" y="5939640"/>
              <a:ext cx="28440" cy="684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5439960" y="5908320"/>
              <a:ext cx="28440" cy="612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5305680" y="5865840"/>
              <a:ext cx="44280" cy="3888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5126760" y="4336920"/>
              <a:ext cx="475200" cy="6350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5243040" y="4504680"/>
              <a:ext cx="232920" cy="33300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5274000" y="4546440"/>
              <a:ext cx="170280" cy="20736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5368320" y="4578840"/>
              <a:ext cx="44280" cy="5940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5126760" y="3096000"/>
              <a:ext cx="475200" cy="63504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5298120" y="3337200"/>
              <a:ext cx="122040" cy="16524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5329800" y="3379680"/>
              <a:ext cx="31320" cy="4356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5234760" y="3264120"/>
              <a:ext cx="249120" cy="28008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601600" y="3024360"/>
              <a:ext cx="3881520" cy="36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601600" y="3397320"/>
              <a:ext cx="3881520" cy="302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601600" y="4286520"/>
              <a:ext cx="3881520" cy="36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601600" y="4659120"/>
              <a:ext cx="3881520" cy="3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601600" y="5505480"/>
              <a:ext cx="3881520" cy="36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601600" y="5878800"/>
              <a:ext cx="3881520" cy="302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934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378000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514800" y="604440"/>
            <a:ext cx="9045000" cy="63457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903680" y="2088000"/>
            <a:ext cx="1305720" cy="3117600"/>
            <a:chOff x="1903680" y="2088000"/>
            <a:chExt cx="1305720" cy="3117600"/>
          </a:xfrm>
        </p:grpSpPr>
        <p:sp>
          <p:nvSpPr>
            <p:cNvPr id="939" name="矩形: 圆角 4"/>
            <p:cNvSpPr/>
            <p:nvPr/>
          </p:nvSpPr>
          <p:spPr>
            <a:xfrm>
              <a:off x="1903680" y="2192760"/>
              <a:ext cx="1266120" cy="301284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2027880" y="2088000"/>
              <a:ext cx="118152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734640" y="3203640"/>
            <a:ext cx="3925800" cy="97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729240" y="4414320"/>
            <a:ext cx="39254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521520" y="2548800"/>
            <a:ext cx="2876040" cy="5006160"/>
            <a:chOff x="3521520" y="2548800"/>
            <a:chExt cx="2876040" cy="500616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540320" y="3385440"/>
              <a:ext cx="928800" cy="416952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542840" y="2548800"/>
              <a:ext cx="1236240" cy="10155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5332680" y="4392720"/>
              <a:ext cx="1064880" cy="87444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521520" y="3816360"/>
              <a:ext cx="1063800" cy="87516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960440" y="2790720"/>
              <a:ext cx="401760" cy="53316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661000" y="4550400"/>
              <a:ext cx="407160" cy="54072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821040" y="3909960"/>
              <a:ext cx="464760" cy="61704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4152240" y="5013360"/>
              <a:ext cx="490320" cy="59940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5196960" y="5913360"/>
              <a:ext cx="495720" cy="49032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1080000" y="2892960"/>
            <a:ext cx="7947360" cy="2353680"/>
            <a:chOff x="1080000" y="2892960"/>
            <a:chExt cx="7947360" cy="2353680"/>
          </a:xfrm>
        </p:grpSpPr>
        <p:grpSp>
          <p:nvGrpSpPr>
            <p:cNvPr id="954" name="组合 5"/>
            <p:cNvGrpSpPr/>
            <p:nvPr/>
          </p:nvGrpSpPr>
          <p:grpSpPr>
            <a:xfrm>
              <a:off x="6754320" y="2892960"/>
              <a:ext cx="2273040" cy="2353680"/>
              <a:chOff x="6754320" y="2892960"/>
              <a:chExt cx="2273040" cy="235368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754320" y="2892960"/>
                <a:ext cx="2155320" cy="2353680"/>
                <a:chOff x="6754320" y="2892960"/>
                <a:chExt cx="2155320" cy="235368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754320" y="2892960"/>
                  <a:ext cx="2155320" cy="894600"/>
                  <a:chOff x="6754320" y="2892960"/>
                  <a:chExt cx="2155320" cy="89460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754320" y="3231720"/>
                    <a:ext cx="2155320" cy="5558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754320" y="2892960"/>
                    <a:ext cx="2155320" cy="334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754320" y="4352040"/>
                  <a:ext cx="2155320" cy="894600"/>
                  <a:chOff x="6754320" y="4352040"/>
                  <a:chExt cx="2155320" cy="89460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754320" y="4691520"/>
                    <a:ext cx="2155320" cy="5551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754320" y="4352040"/>
                    <a:ext cx="2155320" cy="335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7003440" y="4009320"/>
                <a:ext cx="2023920" cy="72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1080000" y="2892960"/>
              <a:ext cx="2240640" cy="2353680"/>
              <a:chOff x="1080000" y="2892960"/>
              <a:chExt cx="2240640" cy="235368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165320" y="2892960"/>
                <a:ext cx="2155320" cy="2353680"/>
                <a:chOff x="1165320" y="2892960"/>
                <a:chExt cx="2155320" cy="235368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165320" y="2892960"/>
                  <a:ext cx="2155320" cy="894600"/>
                  <a:chOff x="1165320" y="2892960"/>
                  <a:chExt cx="2155320" cy="89460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165320" y="3231720"/>
                    <a:ext cx="2155320" cy="55584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165320" y="2892960"/>
                    <a:ext cx="2155320" cy="33480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165320" y="4352040"/>
                  <a:ext cx="2155320" cy="894600"/>
                  <a:chOff x="1165320" y="4352040"/>
                  <a:chExt cx="2155320" cy="89460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165320" y="4691520"/>
                    <a:ext cx="2155320" cy="5551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165320" y="4352040"/>
                    <a:ext cx="2155320" cy="3351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1080000" y="4009320"/>
                <a:ext cx="2024640" cy="72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973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89040" y="1238760"/>
            <a:ext cx="4398840" cy="4980600"/>
            <a:chOff x="689040" y="1238760"/>
            <a:chExt cx="4398840" cy="498060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89040" y="1238760"/>
              <a:ext cx="4311000" cy="498060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515120" y="5810760"/>
              <a:ext cx="572760" cy="3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80760" y="1846800"/>
            <a:ext cx="3849120" cy="4371840"/>
            <a:chOff x="680760" y="1846800"/>
            <a:chExt cx="3849120" cy="437184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80760" y="1846800"/>
              <a:ext cx="3784320" cy="4371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957120" y="5810040"/>
              <a:ext cx="572760" cy="3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71760" y="2468520"/>
            <a:ext cx="3298320" cy="3750120"/>
            <a:chOff x="671760" y="2468520"/>
            <a:chExt cx="3298320" cy="375012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71760" y="2468520"/>
              <a:ext cx="3245760" cy="375012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397320" y="5810040"/>
              <a:ext cx="572760" cy="3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63840" y="3101760"/>
            <a:ext cx="2747880" cy="3117600"/>
            <a:chOff x="663840" y="3101760"/>
            <a:chExt cx="2747880" cy="311760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63840" y="3101760"/>
              <a:ext cx="2698200" cy="311760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838960" y="5810400"/>
              <a:ext cx="572760" cy="385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712480" y="1331640"/>
            <a:ext cx="371124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 fontScale="94000"/>
          </a:bodyPr>
          <a:p>
            <a:pPr>
              <a:lnSpc>
                <a:spcPct val="100000"/>
              </a:lnSpc>
              <a:buNone/>
            </a:pPr>
            <a:r>
              <a:rPr b="1" lang="en-HK" sz="32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712480" y="1993320"/>
            <a:ext cx="3711240" cy="93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7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762520" y="3148200"/>
            <a:ext cx="3717720" cy="505080"/>
            <a:chOff x="5762520" y="3148200"/>
            <a:chExt cx="3717720" cy="505080"/>
          </a:xfrm>
        </p:grpSpPr>
        <p:sp>
          <p:nvSpPr>
            <p:cNvPr id="990" name="椭圆 26"/>
            <p:cNvSpPr/>
            <p:nvPr/>
          </p:nvSpPr>
          <p:spPr>
            <a:xfrm>
              <a:off x="5762520" y="3185280"/>
              <a:ext cx="338040" cy="45144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6215760" y="3148200"/>
              <a:ext cx="3264480" cy="50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84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833440" y="3280320"/>
              <a:ext cx="195480" cy="261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762520" y="5720400"/>
            <a:ext cx="3717720" cy="505080"/>
            <a:chOff x="5762520" y="5720400"/>
            <a:chExt cx="3717720" cy="505080"/>
          </a:xfrm>
        </p:grpSpPr>
        <p:sp>
          <p:nvSpPr>
            <p:cNvPr id="994" name="椭圆 23"/>
            <p:cNvSpPr/>
            <p:nvPr/>
          </p:nvSpPr>
          <p:spPr>
            <a:xfrm>
              <a:off x="5762520" y="5757480"/>
              <a:ext cx="338040" cy="4514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6215760" y="5720400"/>
              <a:ext cx="3264480" cy="50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84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835600" y="5852520"/>
              <a:ext cx="195480" cy="26100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762520" y="4862520"/>
            <a:ext cx="3717720" cy="505080"/>
            <a:chOff x="5762520" y="4862520"/>
            <a:chExt cx="3717720" cy="505080"/>
          </a:xfrm>
        </p:grpSpPr>
        <p:sp>
          <p:nvSpPr>
            <p:cNvPr id="998" name="椭圆 20"/>
            <p:cNvSpPr/>
            <p:nvPr/>
          </p:nvSpPr>
          <p:spPr>
            <a:xfrm>
              <a:off x="5762520" y="4899600"/>
              <a:ext cx="338040" cy="45144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6215760" y="4862520"/>
              <a:ext cx="3264480" cy="50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84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831280" y="5006880"/>
              <a:ext cx="195840" cy="23760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762520" y="4005360"/>
            <a:ext cx="3717720" cy="505080"/>
            <a:chOff x="5762520" y="4005360"/>
            <a:chExt cx="3717720" cy="505080"/>
          </a:xfrm>
        </p:grpSpPr>
        <p:sp>
          <p:nvSpPr>
            <p:cNvPr id="1002" name="椭圆 17"/>
            <p:cNvSpPr/>
            <p:nvPr/>
          </p:nvSpPr>
          <p:spPr>
            <a:xfrm>
              <a:off x="5762520" y="4042440"/>
              <a:ext cx="338040" cy="4514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6215760" y="4005360"/>
              <a:ext cx="3264480" cy="50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84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831280" y="4137480"/>
              <a:ext cx="195840" cy="261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1006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641240" y="1619640"/>
            <a:ext cx="3189240" cy="2475720"/>
            <a:chOff x="1641240" y="1619640"/>
            <a:chExt cx="3189240" cy="247572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641240" y="1619640"/>
              <a:ext cx="3189240" cy="2475720"/>
              <a:chOff x="1641240" y="1619640"/>
              <a:chExt cx="3189240" cy="247572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641240" y="1734120"/>
                <a:ext cx="3189240" cy="236124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727640" y="1619640"/>
                <a:ext cx="753480" cy="116964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571840" y="2023560"/>
              <a:ext cx="2192400" cy="1535040"/>
              <a:chOff x="2571840" y="2023560"/>
              <a:chExt cx="2192400" cy="153504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571840" y="2023560"/>
                <a:ext cx="2192400" cy="2977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571840" y="2324880"/>
                <a:ext cx="2192400" cy="12337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5230080" y="1619640"/>
            <a:ext cx="3189240" cy="2475720"/>
            <a:chOff x="5230080" y="1619640"/>
            <a:chExt cx="3189240" cy="2475720"/>
          </a:xfrm>
        </p:grpSpPr>
        <p:sp>
          <p:nvSpPr>
            <p:cNvPr id="1016" name="矩形 18"/>
            <p:cNvSpPr/>
            <p:nvPr/>
          </p:nvSpPr>
          <p:spPr>
            <a:xfrm>
              <a:off x="5230080" y="1734120"/>
              <a:ext cx="3189240" cy="236124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5316480" y="1619640"/>
              <a:ext cx="753480" cy="11696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6143040" y="2023560"/>
              <a:ext cx="2192400" cy="1535040"/>
              <a:chOff x="6143040" y="2023560"/>
              <a:chExt cx="2192400" cy="153504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6143040" y="2023560"/>
                <a:ext cx="2192400" cy="2977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6143040" y="2324880"/>
                <a:ext cx="2192400" cy="12337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665000" y="4236480"/>
            <a:ext cx="3189240" cy="2475720"/>
            <a:chOff x="1665000" y="4236480"/>
            <a:chExt cx="3189240" cy="2475720"/>
          </a:xfrm>
        </p:grpSpPr>
        <p:sp>
          <p:nvSpPr>
            <p:cNvPr id="1022" name="矩形 13"/>
            <p:cNvSpPr/>
            <p:nvPr/>
          </p:nvSpPr>
          <p:spPr>
            <a:xfrm>
              <a:off x="1665000" y="4350240"/>
              <a:ext cx="3189240" cy="236196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752120" y="4236480"/>
              <a:ext cx="753480" cy="116964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566440" y="4746960"/>
              <a:ext cx="2192400" cy="1535040"/>
              <a:chOff x="2566440" y="4746960"/>
              <a:chExt cx="2192400" cy="153504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566440" y="4746960"/>
                <a:ext cx="2192400" cy="2977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566440" y="5048280"/>
                <a:ext cx="2192400" cy="123372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5244840" y="4236480"/>
            <a:ext cx="3189240" cy="2475720"/>
            <a:chOff x="5244840" y="4236480"/>
            <a:chExt cx="3189240" cy="2475720"/>
          </a:xfrm>
        </p:grpSpPr>
        <p:grpSp>
          <p:nvGrpSpPr>
            <p:cNvPr id="1028" name="组合 7"/>
            <p:cNvGrpSpPr/>
            <p:nvPr/>
          </p:nvGrpSpPr>
          <p:grpSpPr>
            <a:xfrm>
              <a:off x="5244840" y="4350240"/>
              <a:ext cx="3189240" cy="2361960"/>
              <a:chOff x="5244840" y="4350240"/>
              <a:chExt cx="3189240" cy="236196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5244840" y="4350240"/>
                <a:ext cx="3189240" cy="236196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6139800" y="4746960"/>
                <a:ext cx="2192400" cy="1535040"/>
                <a:chOff x="6139800" y="4746960"/>
                <a:chExt cx="2192400" cy="153504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6139800" y="4746960"/>
                  <a:ext cx="2192400" cy="29772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6139800" y="5048280"/>
                  <a:ext cx="2192400" cy="123372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5331960" y="4236480"/>
              <a:ext cx="753480" cy="11696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1035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99000" y="4021920"/>
            <a:ext cx="4052880" cy="1972800"/>
            <a:chOff x="999000" y="4021920"/>
            <a:chExt cx="4052880" cy="197280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1037520" y="4021920"/>
              <a:ext cx="4014360" cy="19728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99000" y="4686120"/>
              <a:ext cx="2566080" cy="125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99720" y="2071800"/>
            <a:ext cx="4052520" cy="2496960"/>
            <a:chOff x="999720" y="2071800"/>
            <a:chExt cx="4052520" cy="2496960"/>
          </a:xfrm>
        </p:grpSpPr>
        <p:sp>
          <p:nvSpPr>
            <p:cNvPr id="1041" name="Freeform: Shape 5"/>
            <p:cNvSpPr/>
            <p:nvPr/>
          </p:nvSpPr>
          <p:spPr>
            <a:xfrm>
              <a:off x="1037880" y="2071800"/>
              <a:ext cx="4014360" cy="197316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99720" y="2731320"/>
              <a:ext cx="2566080" cy="1260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99720" y="2279520"/>
              <a:ext cx="107496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8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99720" y="4233960"/>
              <a:ext cx="148068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0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5024880" y="2077560"/>
            <a:ext cx="4028040" cy="1973160"/>
            <a:chOff x="5024880" y="2077560"/>
            <a:chExt cx="4028040" cy="197316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5024520" y="2077560"/>
              <a:ext cx="4014360" cy="197316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6442920" y="2731320"/>
              <a:ext cx="2566800" cy="1259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849080" y="2278800"/>
              <a:ext cx="1203840" cy="33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0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5036040" y="4029840"/>
            <a:ext cx="4014360" cy="1972800"/>
            <a:chOff x="5036040" y="4029840"/>
            <a:chExt cx="4014360" cy="197280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5035680" y="4029840"/>
              <a:ext cx="4014360" cy="197280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6478920" y="4685760"/>
              <a:ext cx="2566080" cy="125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7563960" y="4211280"/>
              <a:ext cx="1481040" cy="33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780720" y="2090160"/>
            <a:ext cx="2543040" cy="3954600"/>
            <a:chOff x="3780720" y="2090160"/>
            <a:chExt cx="2543040" cy="395460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780360" y="2090160"/>
              <a:ext cx="1265400" cy="197352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780720" y="2090160"/>
              <a:ext cx="2543040" cy="3954600"/>
              <a:chOff x="3780720" y="2090160"/>
              <a:chExt cx="2543040" cy="395460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780360" y="4071240"/>
                <a:ext cx="1265400" cy="197352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783600" y="2526480"/>
                <a:ext cx="1328760" cy="1726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783600" y="4071600"/>
                <a:ext cx="1328760" cy="1726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5058360" y="4071240"/>
                <a:ext cx="1265400" cy="197352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5058360" y="2090160"/>
                <a:ext cx="1265400" cy="197352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5193000" y="2554560"/>
                <a:ext cx="995760" cy="17258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5071680" y="4071600"/>
                <a:ext cx="1214640" cy="1726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56400" y="0"/>
            <a:ext cx="2298240" cy="846000"/>
            <a:chOff x="356400" y="0"/>
            <a:chExt cx="2298240" cy="846000"/>
          </a:xfrm>
        </p:grpSpPr>
        <p:sp>
          <p:nvSpPr>
            <p:cNvPr id="1064" name="TextBox 86"/>
            <p:cNvSpPr/>
            <p:nvPr/>
          </p:nvSpPr>
          <p:spPr>
            <a:xfrm>
              <a:off x="635040" y="85320"/>
              <a:ext cx="20196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56400" y="0"/>
              <a:ext cx="234720" cy="846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l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10075320" cy="377568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514800" y="604440"/>
            <a:ext cx="9045000" cy="634572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8689680" y="922320"/>
            <a:ext cx="555840" cy="529200"/>
            <a:chOff x="8689680" y="922320"/>
            <a:chExt cx="555840" cy="529200"/>
          </a:xfrm>
        </p:grpSpPr>
        <p:sp>
          <p:nvSpPr>
            <p:cNvPr id="1069" name="直接连接符 13"/>
            <p:cNvSpPr/>
            <p:nvPr/>
          </p:nvSpPr>
          <p:spPr>
            <a:xfrm>
              <a:off x="8689680" y="1179360"/>
              <a:ext cx="555840" cy="72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9086760" y="922320"/>
              <a:ext cx="360" cy="5292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753840" y="4659840"/>
            <a:ext cx="268200" cy="26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2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498760" y="2778480"/>
            <a:ext cx="7219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690000" y="3780000"/>
            <a:ext cx="475812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7102800" y="4520160"/>
            <a:ext cx="134928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5277240" y="4854240"/>
            <a:ext cx="31712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7102800" y="1816560"/>
            <a:ext cx="26157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7578720" y="5895360"/>
            <a:ext cx="869400" cy="41976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7578720" y="5985720"/>
            <a:ext cx="869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8912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2026-04-27T00:36:56Z</dcterms:modified>
  <cp:revision>1000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