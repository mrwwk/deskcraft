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44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F289BF3-15BE-441C-BD01-379A686E012D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HK" sz="2000" spc="-1" strike="noStrike">
                <a:latin typeface="Arial"/>
              </a:rPr>
              <a:t>Action items: Review budget allocation for Q3, prepare department performance metrics, schedule follow-up meeting with stakeholders.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B01E059-5FCA-47FE-9020-A633040FBDB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3377A6-26DE-4CBD-89E6-BE2653523504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293DE0-5B36-45FC-B947-85D410444E3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5F8FA8-0E1B-4345-8035-8CD4C9BB3AF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0881DD-D158-4107-9189-999C1A23EB4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8FBF346-098B-4129-83FE-EFF0C83CA97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102DAC8-98EF-4CBF-AC0C-2D18506A8EA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45146E0-0907-4B21-A1C8-D01E4A35267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9BAF86-95B2-4518-8FAB-F4D6F529EDA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42664FD-94F3-41B5-A064-3DCAFCB39D8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914C79D-A1C3-498A-BB51-8413E1EEF63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F527BA-FE03-4D28-900D-DA0E3BAD5C6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5BA6E08-7DAD-419D-85A6-C00F96D0BEF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68B88C9-9563-4786-90F1-6C7AF87B0EF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3CC608E-8FB5-4D5A-AF05-26AD72D7587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BF2AE0-DACE-4AA3-AD11-A1C2E00AD6D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80D6844-7257-4DAC-A8DE-EAF45BD0A19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346B456-D052-43AC-B15A-3D57C6C9707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44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solidFill>
                  <a:srgbClr val="000000"/>
                </a:solidFill>
                <a:latin typeface="微软雅黑"/>
              </a:rPr>
              <a:t>Click to edit the outline text format</a:t>
            </a:r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400" spc="-1" strike="noStrike">
                <a:solidFill>
                  <a:srgbClr val="000000"/>
                </a:solidFill>
                <a:latin typeface="微软雅黑"/>
              </a:rPr>
              <a:t>Second Outline Level</a:t>
            </a:r>
            <a:endParaRPr b="0" lang="en-HK" sz="2400" spc="-1" strike="noStrike">
              <a:solidFill>
                <a:srgbClr val="000000"/>
              </a:solidFill>
              <a:latin typeface="微软雅黑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Third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Fourth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44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HK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solidFill>
                  <a:srgbClr val="000000"/>
                </a:solidFill>
                <a:latin typeface="微软雅黑"/>
              </a:rPr>
              <a:t>Click to edit the outline text format</a:t>
            </a:r>
            <a:endParaRPr b="0" lang="en-HK" sz="3200" spc="-1" strike="noStrike">
              <a:solidFill>
                <a:srgbClr val="000000"/>
              </a:solidFill>
              <a:latin typeface="微软雅黑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400" spc="-1" strike="noStrike">
                <a:solidFill>
                  <a:srgbClr val="000000"/>
                </a:solidFill>
                <a:latin typeface="微软雅黑"/>
              </a:rPr>
              <a:t>Second Outline Level</a:t>
            </a:r>
            <a:endParaRPr b="0" lang="en-HK" sz="2400" spc="-1" strike="noStrike">
              <a:solidFill>
                <a:srgbClr val="000000"/>
              </a:solidFill>
              <a:latin typeface="微软雅黑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Third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Fourth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Fifth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Sixth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solidFill>
                  <a:srgbClr val="000000"/>
                </a:solidFill>
                <a:latin typeface="微软雅黑"/>
              </a:rPr>
              <a:t>Seventh Outline Level</a:t>
            </a:r>
            <a:endParaRPr b="0" lang="en-HK" sz="2000" spc="-1" strike="noStrike">
              <a:solidFill>
                <a:srgbClr val="000000"/>
              </a:solidFill>
              <a:latin typeface="微软雅黑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rgbClr val="003366"/>
          </a:solidFill>
          <a:ln w="3175">
            <a:solidFill>
              <a:srgbClr val="000000">
                <a:lumMod val="50000"/>
                <a:lumOff val="50000"/>
              </a:srgbClr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000000">
                  <a:lumMod val="50000"/>
                  <a:lumOff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000000">
                  <a:lumMod val="50000"/>
                  <a:lumOff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5880" cy="17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LIVE AND LEARN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2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40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BLACK CONCISE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800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600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2019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1640" cy="28764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000000">
                <a:lumMod val="50000"/>
                <a:lumOff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16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   </a:t>
            </a: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YPPPT</a:t>
            </a:r>
            <a:endParaRPr b="0" lang="en-HK" sz="36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04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rgbClr val="404040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7640" cy="43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56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564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744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7640" y="339480"/>
            <a:ext cx="269280" cy="7632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2000" cy="786600"/>
            <a:chOff x="4500000" y="1131480"/>
            <a:chExt cx="259200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3640" cy="503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5640" cy="48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6000" cy="305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80000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2000" cy="786240"/>
            <a:chOff x="4500000" y="1841040"/>
            <a:chExt cx="259200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3640" cy="503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5640" cy="48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6000" cy="305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80000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2000" cy="786240"/>
            <a:chOff x="4500000" y="2550240"/>
            <a:chExt cx="259200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3640" cy="503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5640" cy="48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6000" cy="305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80000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2000" cy="786600"/>
            <a:chOff x="4500000" y="3259440"/>
            <a:chExt cx="259200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3640" cy="503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5640" cy="487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6000" cy="305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80000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7640" cy="2123280"/>
            <a:chOff x="1727640" y="1420920"/>
            <a:chExt cx="1187640" cy="212328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1640" cy="20520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4600" cy="21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436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4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i="1" lang="en-US" sz="1400" spc="-1" strike="noStrike">
                <a:solidFill>
                  <a:srgbClr val="d3d3d3"/>
                </a:solidFill>
                <a:latin typeface="Calibri"/>
                <a:ea typeface="宋体"/>
              </a:rPr>
              <a:t>ANNUAL</a:t>
            </a:r>
            <a:r>
              <a:rPr b="0" i="1" lang="en-US" sz="1400" spc="-1" strike="noStrike">
                <a:solidFill>
                  <a:srgbClr val="d3d3d3"/>
                </a:solidFill>
                <a:latin typeface="Calibri"/>
                <a:ea typeface="宋体"/>
              </a:rPr>
              <a:t> </a:t>
            </a:r>
            <a:r>
              <a:rPr b="1" i="1" lang="en-US" sz="1400" spc="-1" strike="noStrike">
                <a:solidFill>
                  <a:srgbClr val="d3d3d3"/>
                </a:solidFill>
                <a:latin typeface="Calibri"/>
                <a:ea typeface="宋体"/>
              </a:rPr>
              <a:t>WORK</a:t>
            </a:r>
            <a:r>
              <a:rPr b="0" i="1" lang="en-US" sz="1400" spc="-1" strike="noStrike">
                <a:solidFill>
                  <a:srgbClr val="d3d3d3"/>
                </a:solidFill>
                <a:latin typeface="Calibri"/>
                <a:ea typeface="宋体"/>
              </a:rPr>
              <a:t> </a:t>
            </a:r>
            <a:r>
              <a:rPr b="1" i="1" lang="en-US" sz="1400" spc="-1" strike="noStrike">
                <a:solidFill>
                  <a:srgbClr val="d3d3d3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2440" cy="2461680"/>
            <a:chOff x="221400" y="1336680"/>
            <a:chExt cx="4312440" cy="246168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2440" cy="2461680"/>
              <a:chOff x="221400" y="1336680"/>
              <a:chExt cx="4312440" cy="246168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8040" cy="238500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10640" cy="7668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10640" cy="12744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2440" cy="5004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4160" cy="4752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20160" cy="1944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2920" cy="202500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8360" cy="1209240"/>
            <a:chOff x="4584240" y="1336680"/>
            <a:chExt cx="4338360" cy="120924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8360" cy="120924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4640" cy="67464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2480" cy="39096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5040" cy="743400"/>
              <a:chOff x="5591160" y="1569600"/>
              <a:chExt cx="3155040" cy="74340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5040" cy="316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3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5040" cy="426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8360" cy="1209240"/>
            <a:chOff x="4584240" y="2597400"/>
            <a:chExt cx="4338360" cy="120924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8360" cy="120924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4640" cy="67464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2480" cy="32796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5040" cy="743400"/>
              <a:chOff x="5591160" y="2832480"/>
              <a:chExt cx="3155040" cy="74340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5040" cy="316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3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5040" cy="426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5480" cy="3339720"/>
            <a:chOff x="2899080" y="901800"/>
            <a:chExt cx="3345480" cy="333972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7640" cy="199404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2560" cy="19386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7560" cy="180288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5360" cy="175392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10280" cy="70740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2560" cy="19386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6120" cy="180540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6800" cy="175176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8840" cy="70884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2560" cy="19386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7560" cy="180288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6800" cy="175392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8840" cy="70740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2560" cy="19386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7560" cy="180540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5360" cy="175176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4440" cy="18604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10280" cy="70884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1560" cy="60084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1560" cy="59904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600120" cy="60084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600120" cy="59904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4880" cy="28944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3280" cy="32256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3360" cy="28260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9080" cy="82836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9080" cy="82908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30880" cy="82908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30880" cy="82836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80440" cy="25740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6560" cy="46584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6000" cy="39384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9560" cy="2340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6560" cy="46584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6000" cy="39384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8840" cy="2340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4320" cy="9792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6680" cy="16380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6560" cy="46584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5280" cy="39528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4120" cy="25884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6560" cy="46584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5280" cy="39528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4120" cy="25884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2800" cy="13680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2800" cy="14616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8120" cy="70740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2280" cy="60084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7840" cy="28116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2840" cy="542520"/>
            <a:chOff x="182160" y="1536840"/>
            <a:chExt cx="2472840" cy="54252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2840" cy="357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2840" cy="18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2840" cy="542520"/>
            <a:chOff x="6488640" y="1536840"/>
            <a:chExt cx="2472840" cy="54252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2840" cy="357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2840" cy="18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2840" cy="542520"/>
            <a:chOff x="182160" y="3393720"/>
            <a:chExt cx="2472840" cy="54252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2840" cy="357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2840" cy="18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2840" cy="542520"/>
            <a:chOff x="6488640" y="3393720"/>
            <a:chExt cx="2472840" cy="54252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2840" cy="357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2840" cy="18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4000" cy="3367080"/>
            <a:chOff x="-163800" y="1078920"/>
            <a:chExt cx="932400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4000" cy="226080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ffffff">
                  <a:lumMod val="50000"/>
                </a:srgbClr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7480" cy="197388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8960" cy="1512360"/>
              <a:chOff x="746640" y="2508120"/>
              <a:chExt cx="1488960" cy="151236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6840" cy="16380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6040" cy="38628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7200" cy="9936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8440" cy="19944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1640" cy="64692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4160" cy="4104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5560" cy="54468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3400" cy="3168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9800" cy="17532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5840" cy="1224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5400" cy="540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5400" cy="540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3400" cy="8244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5000" cy="20952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10400" cy="49320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4600" cy="26820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2920" cy="44820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3720" cy="40248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3000" cy="29232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50120" cy="16272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4560" cy="25200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5680" cy="4320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7680" cy="66744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2400" cy="4896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7520" cy="19476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4160" cy="10620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2880" cy="425520"/>
              <a:chOff x="2491200" y="3857040"/>
              <a:chExt cx="452880" cy="42552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2880" cy="42552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5240" cy="2552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10040" y="1953000"/>
              <a:ext cx="487080" cy="457920"/>
              <a:chOff x="6710040" y="1953000"/>
              <a:chExt cx="487080" cy="45792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9680" y="1953000"/>
                <a:ext cx="487080" cy="45792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880" y="2044800"/>
                <a:ext cx="274680" cy="2746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9080" y="2981880"/>
              <a:ext cx="487080" cy="457920"/>
              <a:chOff x="4429080" y="2981880"/>
              <a:chExt cx="487080" cy="45792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720" y="2981880"/>
                <a:ext cx="487080" cy="45792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920" y="3073320"/>
                <a:ext cx="274680" cy="27468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6760" y="3076920"/>
              <a:ext cx="487080" cy="457920"/>
              <a:chOff x="5936760" y="3076920"/>
              <a:chExt cx="487080" cy="45792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6400" y="3076920"/>
                <a:ext cx="487080" cy="45792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2600" y="3168720"/>
                <a:ext cx="274680" cy="27468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1280" cy="530640"/>
              <a:chOff x="2718000" y="2605680"/>
              <a:chExt cx="1871280" cy="53064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2560" cy="1843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1280" cy="345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1280" cy="530640"/>
              <a:chOff x="4674600" y="2198880"/>
              <a:chExt cx="1871280" cy="53064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2560" cy="1843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1280" cy="345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1280" cy="530640"/>
              <a:chOff x="6946200" y="1268280"/>
              <a:chExt cx="1871280" cy="53064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2560" cy="1843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1280" cy="345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1280" cy="530640"/>
              <a:chOff x="6211080" y="3752280"/>
              <a:chExt cx="1871280" cy="53064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2560" cy="1843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1280" cy="345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7640" cy="2123280"/>
            <a:chOff x="1727640" y="1420920"/>
            <a:chExt cx="1187640" cy="212328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1640" cy="20520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4600" cy="21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4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4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6640" cy="3781800"/>
            <a:chOff x="998280" y="724680"/>
            <a:chExt cx="1916640" cy="378180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6640" cy="4179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6640" cy="115128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6520" cy="3106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6640" cy="41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7240" cy="31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6640" cy="20570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6640" cy="58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6640" cy="3782520"/>
            <a:chOff x="3613320" y="724320"/>
            <a:chExt cx="1916640" cy="378252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6640" cy="4179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6640" cy="115128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6520" cy="3106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6640" cy="41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7240" cy="31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6640" cy="205704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6640" cy="58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6640" cy="3781800"/>
            <a:chOff x="6228360" y="724680"/>
            <a:chExt cx="1916640" cy="378180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6640" cy="41796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6640" cy="115128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6520" cy="3106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6640" cy="41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7240" cy="310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6640" cy="205704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6640" cy="58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600"/>
            <a:ext cx="3246480" cy="3393720"/>
            <a:chOff x="2962800" y="1749600"/>
            <a:chExt cx="3246480" cy="339372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4720" cy="243612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2960" cy="2360160"/>
              <a:chOff x="3072960" y="1788840"/>
              <a:chExt cx="3072960" cy="236016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3840" cy="2138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3840" cy="2138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2880" cy="2728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2880" cy="2728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7760" cy="3477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7760" cy="3477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7760" cy="3477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5400" cy="455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5400" cy="455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8000" cy="2398320"/>
              <a:chOff x="3001680" y="1985760"/>
              <a:chExt cx="3078000" cy="239832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8080" cy="3880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500400" cy="5004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2080" cy="4420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7400" cy="1674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7400" cy="1674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7400" cy="1674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7400" cy="1674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8160" cy="4881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100080" cy="1000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100080" cy="1000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3280" cy="2215800"/>
              <a:chOff x="3411000" y="2199600"/>
              <a:chExt cx="2663280" cy="221580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8520" cy="7585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2720" cy="4327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1320" cy="3913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1320" cy="3913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3880" cy="3538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5920" cy="295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5920" cy="295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6000" cy="2160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6000" cy="2160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2440" cy="5324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1240" y="1749600"/>
              <a:ext cx="2313720" cy="1916280"/>
              <a:chOff x="3351240" y="1749600"/>
              <a:chExt cx="2313720" cy="191628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4880" y="2082960"/>
                <a:ext cx="160560" cy="160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320" y="1778760"/>
                <a:ext cx="160560" cy="160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4360" y="2791800"/>
                <a:ext cx="204840" cy="204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3080" y="2529000"/>
                <a:ext cx="204840" cy="204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4800" y="2487600"/>
                <a:ext cx="261000" cy="2610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29320" y="2194920"/>
                <a:ext cx="261000" cy="2610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040" y="3274560"/>
                <a:ext cx="261000" cy="2610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3880" y="2694240"/>
                <a:ext cx="342000" cy="3420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5720" y="3261240"/>
                <a:ext cx="342000" cy="3420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3440" cy="97344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3760" cy="92376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3760" cy="92376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3760" cy="92376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1120" cy="302040"/>
              <a:chOff x="5164200" y="2408040"/>
              <a:chExt cx="321120" cy="30204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8160" cy="3888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1120" cy="30204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1760" cy="31176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2840" cy="272520"/>
              <a:chOff x="3271320" y="3269880"/>
              <a:chExt cx="312840" cy="27252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2840" cy="27252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9040" cy="17568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1760" cy="23364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7040"/>
            <a:chOff x="6451560" y="1508040"/>
            <a:chExt cx="2062080" cy="259704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8040" cy="2597040"/>
              <a:chOff x="6451560" y="1508040"/>
              <a:chExt cx="1958040" cy="259704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8040" cy="611280"/>
                <a:chOff x="6451560" y="1508040"/>
                <a:chExt cx="1958040" cy="61128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8040" cy="611280"/>
                <a:chOff x="6451560" y="2500920"/>
                <a:chExt cx="1958040" cy="61128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8040" cy="611280"/>
                <a:chOff x="6451560" y="3493800"/>
                <a:chExt cx="1958040" cy="61128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000000">
                  <a:lumMod val="20000"/>
                  <a:lumOff val="8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000000">
                  <a:lumMod val="20000"/>
                  <a:lumOff val="8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5080" cy="2597040"/>
            <a:chOff x="685440" y="1508040"/>
            <a:chExt cx="2035080" cy="259704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8040" cy="2597040"/>
              <a:chOff x="762480" y="1508040"/>
              <a:chExt cx="1958040" cy="259704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8040" cy="611280"/>
                <a:chOff x="762480" y="1508040"/>
                <a:chExt cx="1958040" cy="61128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8040" cy="611280"/>
                <a:chOff x="762480" y="2500920"/>
                <a:chExt cx="1958040" cy="61128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8040" cy="611280"/>
                <a:chOff x="762480" y="3493800"/>
                <a:chExt cx="1958040" cy="61128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7520" cy="3662280"/>
            <a:chOff x="2478240" y="938160"/>
            <a:chExt cx="4187520" cy="366228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5240" cy="67680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7520" cy="51300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5720" cy="108288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7400" cy="653760"/>
              <a:chOff x="3048120" y="3419640"/>
              <a:chExt cx="3047400" cy="65376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256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7360" cy="11736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2960" cy="653760"/>
              <a:chOff x="3800160" y="2044440"/>
              <a:chExt cx="1542960" cy="65376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7360" cy="1173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7360" cy="1173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7360" cy="1173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7360" cy="1173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3640" cy="65376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6840" cy="27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6840" cy="276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30520" cy="48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2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7040"/>
            <a:chOff x="6128280" y="1500480"/>
            <a:chExt cx="2062080" cy="259704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8040" cy="2597040"/>
              <a:chOff x="6128280" y="1500480"/>
              <a:chExt cx="1958040" cy="259704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8040" cy="611280"/>
                <a:chOff x="6128280" y="1500480"/>
                <a:chExt cx="1958040" cy="61128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8040" cy="611280"/>
                <a:chOff x="6128280" y="2493360"/>
                <a:chExt cx="1958040" cy="61128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8040" cy="611280"/>
                <a:chOff x="6128280" y="3486240"/>
                <a:chExt cx="1958040" cy="61128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000000">
                  <a:lumMod val="20000"/>
                  <a:lumOff val="8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000000">
                  <a:lumMod val="20000"/>
                  <a:lumOff val="8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5440" cy="2597040"/>
            <a:chOff x="980280" y="1500480"/>
            <a:chExt cx="2035440" cy="259704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8040" cy="2597040"/>
              <a:chOff x="1057680" y="1500480"/>
              <a:chExt cx="1958040" cy="259704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8040" cy="611280"/>
                <a:chOff x="1057680" y="1500480"/>
                <a:chExt cx="1958040" cy="61128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8040" cy="611280"/>
                <a:chOff x="1057680" y="2493360"/>
                <a:chExt cx="1958040" cy="61128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8040" cy="611280"/>
                <a:chOff x="1057680" y="3486240"/>
                <a:chExt cx="1958040" cy="61128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8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8040" cy="2304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2520" cy="27025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9160" cy="2829240"/>
            <a:chOff x="3207240" y="1275480"/>
            <a:chExt cx="2729160" cy="282924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8640" cy="819720"/>
              <a:chOff x="4162680" y="1275480"/>
              <a:chExt cx="818640" cy="81972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8640" cy="8197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20120" cy="39276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8640" cy="819720"/>
              <a:chOff x="3207240" y="1763640"/>
              <a:chExt cx="818640" cy="81972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8640" cy="8197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7080" cy="396000"/>
                <a:chOff x="3418200" y="1970280"/>
                <a:chExt cx="397080" cy="39600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5920" cy="9540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6560" cy="13572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3560" cy="6192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5800" cy="13680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9680" cy="11592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5440" cy="10332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5920" cy="11808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7080" cy="8892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5000"/>
              <a:ext cx="818640" cy="819720"/>
              <a:chOff x="4162680" y="3285000"/>
              <a:chExt cx="818640" cy="81972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4640"/>
                <a:ext cx="818640" cy="8197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3960" cy="38160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7200"/>
              <a:ext cx="818640" cy="819720"/>
              <a:chOff x="5117760" y="2797200"/>
              <a:chExt cx="818640" cy="81972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840"/>
                <a:ext cx="818640" cy="8197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6360" cy="394560"/>
                <a:chOff x="5375880" y="2976120"/>
                <a:chExt cx="396360" cy="39456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6040" cy="19836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3240" cy="18216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7920" cy="9324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8280" cy="9324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7920" cy="9360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7200"/>
              <a:ext cx="818640" cy="819720"/>
              <a:chOff x="3207240" y="2797200"/>
              <a:chExt cx="818640" cy="81972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840"/>
                <a:ext cx="818640" cy="8197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8600" cy="40860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8640" cy="819720"/>
              <a:chOff x="5117760" y="1763640"/>
              <a:chExt cx="818640" cy="81972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8640" cy="8197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4560" cy="29520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70080" cy="2453400"/>
            <a:chOff x="786960" y="1463760"/>
            <a:chExt cx="7570080" cy="245340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228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228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228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228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472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472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228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228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228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228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4720" cy="16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4720" cy="28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6640" cy="964440"/>
            <a:chOff x="844560" y="2174760"/>
            <a:chExt cx="1106640" cy="96444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1640" cy="25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3800" cy="83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8320" y="937800"/>
            <a:ext cx="6476040" cy="3550680"/>
            <a:chOff x="2128320" y="937800"/>
            <a:chExt cx="6476040" cy="3550680"/>
          </a:xfrm>
        </p:grpSpPr>
        <p:sp>
          <p:nvSpPr>
            <p:cNvPr id="520" name="TextBox 7"/>
            <p:cNvSpPr/>
            <p:nvPr/>
          </p:nvSpPr>
          <p:spPr>
            <a:xfrm flipH="1">
              <a:off x="6663960" y="1135440"/>
              <a:ext cx="1940400" cy="3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8320" y="937800"/>
              <a:ext cx="4438800" cy="3550680"/>
              <a:chOff x="2128320" y="937800"/>
              <a:chExt cx="4438800" cy="355068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4400" cy="86112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5000" cy="12924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4400" cy="162612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6000" y="3627360"/>
                <a:ext cx="861120" cy="86112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9960" y="3723120"/>
                <a:ext cx="673200" cy="6732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4400" cy="86112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5000" cy="13320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4400" cy="87552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6000" y="2733120"/>
                <a:ext cx="861120" cy="86112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9960" y="2824920"/>
                <a:ext cx="673200" cy="6732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4400" cy="85932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5000" cy="12924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4400" cy="87156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6000" y="1838880"/>
                <a:ext cx="861120" cy="86112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9960" y="1927800"/>
                <a:ext cx="673200" cy="6732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4400" cy="86112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5000" cy="12924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4400" cy="163044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6000" y="937800"/>
                <a:ext cx="861120" cy="86112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9960" y="1029240"/>
                <a:ext cx="673200" cy="6732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9640" y="1194480"/>
                <a:ext cx="1095120" cy="418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920" y="2079360"/>
                <a:ext cx="1079640" cy="418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9640" y="2972880"/>
                <a:ext cx="1095120" cy="418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920" y="3857760"/>
                <a:ext cx="1199880" cy="418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760" y="2291400"/>
                <a:ext cx="1316520" cy="85212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6800" cy="42480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3680" cy="37116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3880" cy="271800"/>
                <a:chOff x="5967720" y="1221480"/>
                <a:chExt cx="353880" cy="27180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4080" cy="23256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8760" cy="22356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8200" cy="33588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3960" y="2081880"/>
              <a:ext cx="1940400" cy="3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3960" y="2976840"/>
              <a:ext cx="1940400" cy="3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3960" y="3921840"/>
              <a:ext cx="1940400" cy="390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7640" cy="2123280"/>
            <a:chOff x="1727640" y="1420920"/>
            <a:chExt cx="1187640" cy="212328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1640" cy="20520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4600" cy="21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436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4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8600" y="1015920"/>
            <a:ext cx="3433680" cy="3196440"/>
            <a:chOff x="2838600" y="1015920"/>
            <a:chExt cx="3433680" cy="319644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8480" y="1015920"/>
              <a:ext cx="2053800" cy="1936080"/>
              <a:chOff x="4218480" y="1015920"/>
              <a:chExt cx="2053800" cy="193608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5960" y="1657080"/>
                <a:ext cx="1223280" cy="10101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0760" y="1015920"/>
                <a:ext cx="1001520" cy="885960"/>
                <a:chOff x="5270760" y="1015920"/>
                <a:chExt cx="1001520" cy="88596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7160" y="135504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6680" y="1751040"/>
                  <a:ext cx="148320" cy="115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0560" y="1470240"/>
                  <a:ext cx="148320" cy="1173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200" y="1427400"/>
                  <a:ext cx="168120" cy="17028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1920" y="1248120"/>
                  <a:ext cx="142200" cy="14328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8840" y="1295280"/>
                  <a:ext cx="124560" cy="1256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1520" y="1160640"/>
                  <a:ext cx="97920" cy="97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5600" y="103716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8800" y="1523880"/>
                  <a:ext cx="13392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0760" y="1118160"/>
                  <a:ext cx="115200" cy="1152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5080" y="1032480"/>
                  <a:ext cx="80280" cy="802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5760" y="1662840"/>
                  <a:ext cx="10080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0760" y="1024920"/>
              <a:ext cx="2053080" cy="1935360"/>
              <a:chOff x="2840760" y="1024920"/>
              <a:chExt cx="2053080" cy="193536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360"/>
                <a:ext cx="1223280" cy="10101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0760" y="1024920"/>
                <a:ext cx="1001880" cy="885240"/>
                <a:chOff x="2840760" y="1024920"/>
                <a:chExt cx="1001880" cy="88524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80480" y="136332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7320" y="1759320"/>
                  <a:ext cx="148320" cy="115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4520" y="1478520"/>
                  <a:ext cx="148320" cy="1173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9000" y="1435680"/>
                  <a:ext cx="168120" cy="17028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8200" y="1256760"/>
                  <a:ext cx="142200" cy="14328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29640" y="1303560"/>
                  <a:ext cx="124560" cy="1256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2520" y="1168920"/>
                  <a:ext cx="97920" cy="97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1680" y="104544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0680" y="1532160"/>
                  <a:ext cx="13392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6360" y="1126800"/>
                  <a:ext cx="115200" cy="1152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320" y="1041120"/>
                  <a:ext cx="80280" cy="802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5760" y="1670760"/>
                  <a:ext cx="100800" cy="123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6320" y="2276280"/>
              <a:ext cx="2053800" cy="1936080"/>
              <a:chOff x="4216320" y="2276280"/>
              <a:chExt cx="2053800" cy="193608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3800" y="2560320"/>
                <a:ext cx="1223280" cy="10101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108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8600" y="3326760"/>
                <a:ext cx="1001520" cy="885600"/>
                <a:chOff x="5268600" y="3326760"/>
                <a:chExt cx="1001520" cy="88560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000" y="378036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2400"/>
                  <a:ext cx="148320" cy="115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1040"/>
                  <a:ext cx="148320" cy="1173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3040" y="3630960"/>
                  <a:ext cx="168120" cy="17028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6520"/>
                  <a:ext cx="142200" cy="14328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6680" y="3807000"/>
                  <a:ext cx="124560" cy="1256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70440"/>
                  <a:ext cx="97920" cy="97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3440" y="409824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6640" y="3581280"/>
                  <a:ext cx="13392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5280"/>
                  <a:ext cx="115200" cy="1152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2920" y="4114800"/>
                  <a:ext cx="80280" cy="802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600" y="3441240"/>
                  <a:ext cx="100800" cy="123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8600" y="2275920"/>
              <a:ext cx="2053080" cy="1936080"/>
              <a:chOff x="2838600" y="2275920"/>
              <a:chExt cx="2053080" cy="193608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9840" y="2560320"/>
                <a:ext cx="1223280" cy="10101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8600" y="3326040"/>
                <a:ext cx="1001520" cy="885960"/>
                <a:chOff x="2838600" y="3326040"/>
                <a:chExt cx="1001520" cy="88596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7600" y="377892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5160" y="3361320"/>
                  <a:ext cx="148320" cy="115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1640" y="3639960"/>
                  <a:ext cx="148320" cy="1173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7200" y="3629880"/>
                  <a:ext cx="168120" cy="17028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6400" y="3836160"/>
                  <a:ext cx="142200" cy="14328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760" y="3806640"/>
                  <a:ext cx="124560" cy="1256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1080" y="3969360"/>
                  <a:ext cx="97920" cy="97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8800" y="4096800"/>
                  <a:ext cx="9576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800" y="3580200"/>
                  <a:ext cx="13392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4560" y="3994200"/>
                  <a:ext cx="115200" cy="1152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5160" y="4114800"/>
                  <a:ext cx="80280" cy="802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960" y="3441240"/>
                  <a:ext cx="10080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880"/>
              <a:ext cx="744120" cy="19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7960" y="1887480"/>
              <a:ext cx="744120" cy="19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9320" y="3138480"/>
              <a:ext cx="744480" cy="19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2720" y="3094920"/>
              <a:ext cx="744480" cy="19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1560" cy="241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1560" cy="20628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2720" cy="25272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6440" cy="24156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4160"/>
            <a:chOff x="980280" y="1968480"/>
            <a:chExt cx="7210080" cy="160416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4160"/>
              <a:chOff x="6128280" y="1968480"/>
              <a:chExt cx="2062080" cy="160416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8040" cy="1604160"/>
                <a:chOff x="6128280" y="1968480"/>
                <a:chExt cx="1958040" cy="160416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8040" cy="611280"/>
                  <a:chOff x="6128280" y="1968480"/>
                  <a:chExt cx="1958040" cy="61128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8040" cy="611280"/>
                  <a:chOff x="6128280" y="2961360"/>
                  <a:chExt cx="1958040" cy="61128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5440" cy="1604160"/>
              <a:chOff x="980280" y="1968480"/>
              <a:chExt cx="2035440" cy="160416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8040" cy="1604160"/>
                <a:chOff x="1057680" y="1968480"/>
                <a:chExt cx="1958040" cy="160416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8040" cy="611280"/>
                  <a:chOff x="1057680" y="1968480"/>
                  <a:chExt cx="1958040" cy="61128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8040" cy="611280"/>
                  <a:chOff x="1057680" y="2961360"/>
                  <a:chExt cx="1958040" cy="61128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3440" cy="240912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3440" cy="118836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3440" cy="11883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3440" cy="240912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3440" cy="240336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5689800"/>
            <a:ext cx="2669040" cy="74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6880"/>
            <a:ext cx="266904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3400" cy="2138040"/>
            <a:chOff x="3347640" y="1718280"/>
            <a:chExt cx="2453400" cy="213804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90080" cy="13176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9880" cy="25380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1480" cy="17604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1480" cy="17604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1480" cy="14220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2240" cy="54648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1960" cy="19548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4840" cy="19152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1920" cy="35208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4840" cy="19152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40840" cy="35208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4280" cy="9828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5720" cy="9828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5120" cy="36648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5120" cy="36648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90080" cy="13176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9880" cy="25380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7080" cy="14220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8240" cy="51696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7080" cy="14220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8240" cy="51696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3400" cy="19548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3400" cy="19548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5160" cy="16668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5160" cy="16668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4160" cy="99648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6280" cy="46620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6280" cy="46620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1320" cy="46368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1320" cy="46368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8920" cy="39492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8920" cy="39492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5400" cy="39492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5400" cy="39492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7520" cy="39492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5000" cy="39492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41040" cy="39492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30400" cy="46620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8960" cy="46368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2200" cy="3348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2200" cy="3348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2240" cy="37044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3680" cy="16308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2520" cy="58032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9560" cy="23796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8520" cy="28080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100800" cy="27036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4040" cy="59580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9560" cy="23796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8520" cy="28080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100800" cy="27036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2760" cy="3060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7720" cy="6948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6280" cy="6948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7240" cy="2430360"/>
            <a:chOff x="539640" y="1537920"/>
            <a:chExt cx="8067240" cy="243036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2640" cy="2430360"/>
              <a:chOff x="539640" y="1537920"/>
              <a:chExt cx="2762640" cy="243036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7480" cy="53748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3520" cy="26640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4440" y="153648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9400" cy="567360"/>
                <a:chOff x="539640" y="1544760"/>
                <a:chExt cx="2039400" cy="56736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7480" cy="53748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7320" cy="25452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4440" y="247320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7480" cy="53748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9960" cy="29052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4440" y="337824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9400" cy="567360"/>
                <a:chOff x="539640" y="2506680"/>
                <a:chExt cx="2039400" cy="56736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9400" cy="567360"/>
                <a:chOff x="539640" y="3400920"/>
                <a:chExt cx="2039400" cy="56736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4040" y="1537920"/>
              <a:ext cx="2742840" cy="2378520"/>
              <a:chOff x="5864040" y="1537920"/>
              <a:chExt cx="2742840" cy="237852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7480" cy="53748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5360" cy="242640"/>
                <a:chOff x="5983920" y="1675440"/>
                <a:chExt cx="315360" cy="24264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8080" cy="20772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1760" cy="19980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5480" y="153648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7480" cy="53748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6920" cy="24660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5480" y="247320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7480" cy="53748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9960" cy="235800"/>
                <a:chOff x="5978880" y="3529440"/>
                <a:chExt cx="309960" cy="23580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70560" cy="7092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3880" cy="7236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5440" cy="8388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9960" cy="9792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5480" y="3380040"/>
                <a:ext cx="533880" cy="53676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9040" cy="515520"/>
                <a:chOff x="6567840" y="1544760"/>
                <a:chExt cx="2039040" cy="51552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9040" cy="515160"/>
                <a:chOff x="6567840" y="2503080"/>
                <a:chExt cx="2039040" cy="51516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9040" cy="515520"/>
                <a:chOff x="6567840" y="3400920"/>
                <a:chExt cx="2039040" cy="51552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3040" cy="1843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9040" cy="3805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8480" cy="315000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9080" cy="2685960"/>
            <a:chOff x="1331640" y="1704960"/>
            <a:chExt cx="1819080" cy="268596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5080" cy="52344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2080" cy="6696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1160" cy="64476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5360" cy="792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6400" cy="64368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8320" cy="95508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7240" cy="95508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1600" cy="45900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8800" cy="6696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4720" cy="75672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5360" cy="9180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5360" cy="9180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4760" cy="85752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6680" cy="12204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4160" cy="88632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300600" cy="46548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4160" cy="88632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300600" cy="46548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4280" cy="4536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3200" cy="4536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3200" cy="4536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3480" cy="47664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9920" cy="9180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9920" cy="9180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6160" cy="5580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7240" cy="5580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6960" cy="11592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80640" cy="7416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5920" cy="2772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1600" cy="113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5920" cy="2772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1600" cy="113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4080" cy="6408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5120" cy="151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4080" cy="6408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6240" cy="18720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2040" cy="2818080"/>
            <a:chOff x="3092760" y="987480"/>
            <a:chExt cx="3722040" cy="281808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9920" cy="52704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5040" cy="306000"/>
              <a:chOff x="3092760" y="1846440"/>
              <a:chExt cx="3425040" cy="30600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5040" cy="3060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2920" cy="3060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7760" cy="16776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5040" cy="306000"/>
              <a:chOff x="3092760" y="3093840"/>
              <a:chExt cx="3425040" cy="30600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5040" cy="3060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2920" cy="3060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7760" cy="1677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5040" cy="306000"/>
              <a:chOff x="3092760" y="2678040"/>
              <a:chExt cx="3425040" cy="30600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5040" cy="3060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2920" cy="3060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7760" cy="1677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5040" cy="306000"/>
              <a:chOff x="3092760" y="2262240"/>
              <a:chExt cx="3425040" cy="30600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5040" cy="3060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2920" cy="3060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7760" cy="1677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5040" cy="306000"/>
              <a:chOff x="3092760" y="3499560"/>
              <a:chExt cx="3425040" cy="30600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5040" cy="3060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2920" cy="3060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7760" cy="1677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4080" cy="1627200"/>
            <a:chOff x="731160" y="907920"/>
            <a:chExt cx="7534080" cy="162720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3120" cy="646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3120" cy="665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2280" cy="81360"/>
              <a:chOff x="957240" y="2035080"/>
              <a:chExt cx="5462280" cy="8136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7800" cy="81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10008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8560" cy="81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780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7440" cy="514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3120" cy="1186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3120" cy="1367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90240" cy="952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90240" cy="952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90240" cy="952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8000" cy="735480"/>
            <a:chOff x="603360" y="3499560"/>
            <a:chExt cx="7938000" cy="73548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4440" cy="25488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4440" cy="25488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4440" cy="25488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2480" cy="4302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2480" cy="4302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2480" cy="43020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5800" cy="3392640"/>
            <a:chOff x="0" y="1194480"/>
            <a:chExt cx="8605800" cy="339264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3320" cy="33926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3000" cy="462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9160" cy="15408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4160" cy="43416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7600" cy="11448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4000" cy="17856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20880" cy="2160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8440" cy="648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8440" cy="720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8440" cy="648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2840" cy="2844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4160" cy="4341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4200" cy="22932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6960" cy="14328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2840" cy="4284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4160" cy="43416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3760" cy="11448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1320" cy="3204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8600" cy="19296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4040" cy="25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4040" cy="208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4040" cy="25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4040" cy="208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4040" cy="25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4040" cy="208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7640" cy="2123280"/>
            <a:chOff x="1727640" y="1420920"/>
            <a:chExt cx="1187640" cy="212328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1640" cy="20520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4600" cy="21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436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43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2160" cy="3408480"/>
            <a:chOff x="3195000" y="1734480"/>
            <a:chExt cx="2612160" cy="340848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5280" cy="283896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4280" cy="69372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8400" cy="59760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8400" cy="59760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7200" cy="36540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2240" cy="3704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4440" cy="42228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7480" cy="41004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2520" cy="33588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4160"/>
            <a:chOff x="980280" y="1968480"/>
            <a:chExt cx="7210080" cy="160416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4160"/>
              <a:chOff x="6128280" y="1968480"/>
              <a:chExt cx="2062080" cy="160416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8040" cy="1604160"/>
                <a:chOff x="6128280" y="1968480"/>
                <a:chExt cx="1958040" cy="160416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8040" cy="611280"/>
                  <a:chOff x="6128280" y="1968480"/>
                  <a:chExt cx="1958040" cy="61128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8040" cy="611280"/>
                  <a:chOff x="6128280" y="2961360"/>
                  <a:chExt cx="1958040" cy="61128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5440" cy="1604160"/>
              <a:chOff x="980280" y="1968480"/>
              <a:chExt cx="2035440" cy="160416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8040" cy="1604160"/>
                <a:chOff x="1057680" y="1968480"/>
                <a:chExt cx="1958040" cy="160416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8040" cy="611280"/>
                  <a:chOff x="1057680" y="1968480"/>
                  <a:chExt cx="1958040" cy="61128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8040" cy="611280"/>
                  <a:chOff x="1057680" y="2961360"/>
                  <a:chExt cx="1958040" cy="61128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8040" cy="3805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8040" cy="2304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000000">
                    <a:lumMod val="20000"/>
                    <a:lumOff val="80000"/>
                  </a:srgb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3840" cy="3391200"/>
            <a:chOff x="625320" y="842760"/>
            <a:chExt cx="3993840" cy="339120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4280" cy="33912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2360" cy="26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8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4520" cy="2977200"/>
            <a:chOff x="617760" y="1256760"/>
            <a:chExt cx="3494520" cy="297720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6200" cy="29772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2360" cy="26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8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5200" cy="2553840"/>
            <a:chOff x="610200" y="1680120"/>
            <a:chExt cx="2995200" cy="255384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7680" cy="2553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2360" cy="26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8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5520" cy="2123280"/>
            <a:chOff x="602640" y="2110680"/>
            <a:chExt cx="2495520" cy="212328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50520" cy="21232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2360" cy="26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8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99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 fontScale="58000"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99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6080" cy="345960"/>
            <a:chOff x="5228280" y="2142360"/>
            <a:chExt cx="3376080" cy="34596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9600" cy="30960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4240" cy="34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80000" cy="1800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6080" cy="345960"/>
            <a:chOff x="5228280" y="3892320"/>
            <a:chExt cx="3376080" cy="34596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9600" cy="309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4240" cy="34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80000" cy="1800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6080" cy="345960"/>
            <a:chOff x="5228280" y="3308760"/>
            <a:chExt cx="3376080" cy="34596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9600" cy="3096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4240" cy="34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80000" cy="16380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6080" cy="345960"/>
            <a:chOff x="5228280" y="2725560"/>
            <a:chExt cx="3376080" cy="34596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9600" cy="30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4240" cy="34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80000" cy="1800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6200" cy="1687320"/>
            <a:chOff x="1488960" y="1101960"/>
            <a:chExt cx="2896200" cy="168732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6200" cy="1687320"/>
              <a:chOff x="1488960" y="1101960"/>
              <a:chExt cx="2896200" cy="168732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6200" cy="160920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6520" cy="79848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1880" cy="1046880"/>
              <a:chOff x="2333160" y="1377000"/>
              <a:chExt cx="1991880" cy="104688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1880" cy="204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6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1880" cy="8416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6200" cy="1687320"/>
            <a:chOff x="4745160" y="1101960"/>
            <a:chExt cx="2896200" cy="168732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6200" cy="160920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6520" cy="7984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1880" cy="1046880"/>
              <a:chOff x="5573520" y="1377000"/>
              <a:chExt cx="1991880" cy="104688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1880" cy="204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6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1880" cy="8416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6200" cy="1686960"/>
            <a:chOff x="1510920" y="2882520"/>
            <a:chExt cx="2896200" cy="168696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6200" cy="160920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6520" cy="7984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1880" cy="1046880"/>
              <a:chOff x="2328840" y="3229920"/>
              <a:chExt cx="1991880" cy="104688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1880" cy="2048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6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1880" cy="8416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6200" cy="1686960"/>
            <a:chOff x="4758480" y="2882520"/>
            <a:chExt cx="2896200" cy="168696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6200" cy="1609200"/>
              <a:chOff x="4758480" y="2960280"/>
              <a:chExt cx="2896200" cy="160920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6200" cy="160920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1880" cy="1046880"/>
                <a:chOff x="5570640" y="3229920"/>
                <a:chExt cx="1991880" cy="104688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1880" cy="20484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1880" cy="84168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6520" cy="79848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9960"/>
            <a:ext cx="3679560" cy="1344960"/>
            <a:chOff x="906840" y="2739960"/>
            <a:chExt cx="3679560" cy="134496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9600"/>
              <a:ext cx="3644640" cy="13449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31000" cy="85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9560" cy="1701360"/>
            <a:chOff x="906840" y="1409760"/>
            <a:chExt cx="3679560" cy="170136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4640" cy="13449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31000" cy="85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8120" cy="23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6400" cy="23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1920" y="1414080"/>
            <a:ext cx="3654720" cy="1344960"/>
            <a:chOff x="4561920" y="1414080"/>
            <a:chExt cx="3654720" cy="134496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1920" y="1414080"/>
              <a:ext cx="3644640" cy="13449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31000" cy="85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5120" cy="23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2000" y="2744280"/>
            <a:ext cx="3644640" cy="1344960"/>
            <a:chOff x="4572000" y="2744280"/>
            <a:chExt cx="3644640" cy="134496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2000" y="2744280"/>
              <a:ext cx="3644640" cy="13449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31000" cy="85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6400" cy="23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2960" y="1424880"/>
            <a:ext cx="2306880" cy="2690280"/>
            <a:chOff x="3432960" y="142488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2960" y="1424880"/>
              <a:ext cx="1150560" cy="134496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2960" y="1424880"/>
              <a:ext cx="2306880" cy="2690280"/>
              <a:chOff x="3432960" y="142488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2960" y="2770200"/>
                <a:ext cx="1150560" cy="134496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8160" cy="1176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8160" cy="1176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50560" cy="134496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4880"/>
                <a:ext cx="1150560" cy="134496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6120" cy="1176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4840" cy="1176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7640" cy="577800"/>
            <a:chOff x="323640" y="0"/>
            <a:chExt cx="2087640" cy="57780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49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5640" cy="577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640" cy="257148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8720" cy="432000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000000">
                  <a:lumMod val="50000"/>
                  <a:lumOff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000000">
                  <a:lumMod val="50000"/>
                  <a:lumOff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5880" cy="17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2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200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8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60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1640" cy="28764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000000">
                <a:lumMod val="50000"/>
                <a:lumOff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1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8861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2026-04-07T20:38:48Z</dcterms:modified>
  <cp:revision>992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