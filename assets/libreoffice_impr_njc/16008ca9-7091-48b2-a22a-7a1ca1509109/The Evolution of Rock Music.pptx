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Override PartName="/_rels/.rels" ContentType="application/vnd.openxmlformats-package.relationship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_rels/slideMaster1.xml.rels" ContentType="application/vnd.openxmlformats-package.relationships+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notesSlides/_rels/notesSlide2.xml.rels" ContentType="application/vnd.openxmlformats-package.relationships+xml"/>
  <Override PartName="/ppt/notesSlides/_rels/notesSlide11.xml.rels" ContentType="application/vnd.openxmlformats-package.relationships+xml"/>
  <Override PartName="/ppt/notesSlides/_rels/notesSlide5.xml.rels" ContentType="application/vnd.openxmlformats-package.relationships+xml"/>
  <Override PartName="/ppt/notesSlides/_rels/notesSlide14.xml.rels" ContentType="application/vnd.openxmlformats-package.relationships+xml"/>
  <Override PartName="/ppt/notesSlides/_rels/notesSlide1.xml.rels" ContentType="application/vnd.openxmlformats-package.relationships+xml"/>
  <Override PartName="/ppt/notesSlides/_rels/notesSlide10.xml.rels" ContentType="application/vnd.openxmlformats-package.relationships+xml"/>
  <Override PartName="/ppt/notesSlides/_rels/notesSlide6.xml.rels" ContentType="application/vnd.openxmlformats-package.relationships+xml"/>
  <Override PartName="/ppt/notesSlides/_rels/notesSlide15.xml.rels" ContentType="application/vnd.openxmlformats-package.relationships+xml"/>
  <Override PartName="/ppt/notesSlides/_rels/notesSlide19.xml.rels" ContentType="application/vnd.openxmlformats-package.relationships+xml"/>
  <Override PartName="/ppt/notesSlides/_rels/notesSlide20.xml.rels" ContentType="application/vnd.openxmlformats-package.relationships+xml"/>
  <Override PartName="/ppt/notesSlides/_rels/notesSlide21.xml.rels" ContentType="application/vnd.openxmlformats-package.relationships+xml"/>
  <Override PartName="/ppt/notesSlides/_rels/notesSlide9.xml.rels" ContentType="application/vnd.openxmlformats-package.relationships+xml"/>
  <Override PartName="/ppt/notesSlides/_rels/notesSlide13.xml.rels" ContentType="application/vnd.openxmlformats-package.relationships+xml"/>
  <Override PartName="/ppt/notesSlides/_rels/notesSlide18.xml.rels" ContentType="application/vnd.openxmlformats-package.relationships+xml"/>
  <Override PartName="/ppt/notesSlides/_rels/notesSlide12.xml.rels" ContentType="application/vnd.openxmlformats-package.relationships+xml"/>
  <Override PartName="/ppt/notesSlides/_rels/notesSlide8.xml.rels" ContentType="application/vnd.openxmlformats-package.relationships+xml"/>
  <Override PartName="/ppt/notesSlides/_rels/notesSlide17.xml.rels" ContentType="application/vnd.openxmlformats-package.relationships+xml"/>
  <Override PartName="/ppt/notesSlides/_rels/notesSlide4.xml.rels" ContentType="application/vnd.openxmlformats-package.relationships+xml"/>
  <Override PartName="/ppt/notesSlides/_rels/notesSlide24.xml.rels" ContentType="application/vnd.openxmlformats-package.relationships+xml"/>
  <Override PartName="/ppt/notesSlides/_rels/notesSlide7.xml.rels" ContentType="application/vnd.openxmlformats-package.relationships+xml"/>
  <Override PartName="/ppt/notesSlides/_rels/notesSlide16.xml.rels" ContentType="application/vnd.openxmlformats-package.relationships+xml"/>
  <Override PartName="/ppt/notesSlides/_rels/notesSlide3.xml.rels" ContentType="application/vnd.openxmlformats-package.relationships+xml"/>
  <Override PartName="/ppt/notesSlides/_rels/notesSlide23.xml.rels" ContentType="application/vnd.openxmlformats-package.relationships+xml"/>
  <Override PartName="/ppt/notesSlides/_rels/notesSlide22.xml.rels" ContentType="application/vnd.openxmlformats-package.relationships+xml"/>
  <Override PartName="/ppt/notesSlides/notesSlide9.xml" ContentType="application/vnd.openxmlformats-officedocument.presentationml.notesSlide+xml"/>
  <Override PartName="/ppt/notesSlides/notesSlide18.xml" ContentType="application/vnd.openxmlformats-officedocument.presentationml.notesSlide+xml"/>
  <Override PartName="/ppt/notesSlides/notesSlide20.xml" ContentType="application/vnd.openxmlformats-officedocument.presentationml.notesSlide+xml"/>
  <Override PartName="/ppt/notesSlides/notesSlide8.xml" ContentType="application/vnd.openxmlformats-officedocument.presentationml.notesSlide+xml"/>
  <Override PartName="/ppt/notesSlides/notesSlide17.xml" ContentType="application/vnd.openxmlformats-officedocument.presentationml.notesSlide+xml"/>
  <Override PartName="/ppt/notesSlides/notesSlide13.xml" ContentType="application/vnd.openxmlformats-officedocument.presentationml.notesSlide+xml"/>
  <Override PartName="/ppt/notesSlides/notesSlide4.xml" ContentType="application/vnd.openxmlformats-officedocument.presentationml.notesSlide+xml"/>
  <Override PartName="/ppt/notesSlides/notesSlide7.xml" ContentType="application/vnd.openxmlformats-officedocument.presentationml.notesSlide+xml"/>
  <Override PartName="/ppt/notesSlides/notesSlide16.xml" ContentType="application/vnd.openxmlformats-officedocument.presentationml.notesSlide+xml"/>
  <Override PartName="/ppt/notesSlides/notesSlide12.xml" ContentType="application/vnd.openxmlformats-officedocument.presentationml.notesSlide+xml"/>
  <Override PartName="/ppt/notesSlides/notesSlide3.xml" ContentType="application/vnd.openxmlformats-officedocument.presentationml.notesSlide+xml"/>
  <Override PartName="/ppt/notesSlides/notesSlide24.xml" ContentType="application/vnd.openxmlformats-officedocument.presentationml.notesSlide+xml"/>
  <Override PartName="/ppt/notesSlides/notesSlide23.xml" ContentType="application/vnd.openxmlformats-officedocument.presentationml.notesSlide+xml"/>
  <Override PartName="/ppt/notesSlides/notesSlide22.xml" ContentType="application/vnd.openxmlformats-officedocument.presentationml.notesSlide+xml"/>
  <Override PartName="/ppt/notesSlides/notesSlide21.xml" ContentType="application/vnd.openxmlformats-officedocument.presentationml.notesSlide+xml"/>
  <Override PartName="/ppt/notesSlides/notesSlide19.xml" ContentType="application/vnd.openxmlformats-officedocument.presentationml.notesSlide+xml"/>
  <Override PartName="/ppt/notesSlides/notesSlide10.xml" ContentType="application/vnd.openxmlformats-officedocument.presentationml.notesSlide+xml"/>
  <Override PartName="/ppt/notesSlides/notesSlide1.xml" ContentType="application/vnd.openxmlformats-officedocument.presentationml.notesSlide+xml"/>
  <Override PartName="/ppt/notesSlides/notesSlide5.xml" ContentType="application/vnd.openxmlformats-officedocument.presentationml.notesSlide+xml"/>
  <Override PartName="/ppt/notesSlides/notesSlide14.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6.xml" ContentType="application/vnd.openxmlformats-officedocument.presentationml.notesSlide+xml"/>
  <Override PartName="/ppt/notesSlides/notesSlide15.xml" ContentType="application/vnd.openxmlformats-officedocument.presentationml.notesSlide+xml"/>
  <Override PartName="/ppt/_rels/presentation.xml.rels" ContentType="application/vnd.openxmlformats-package.relationship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10.xml" ContentType="application/vnd.openxmlformats-officedocument.presentationml.slideLayout+xml"/>
  <Override PartName="/ppt/slideLayouts/_rels/slideLayout12.xml.rels" ContentType="application/vnd.openxmlformats-package.relationships+xml"/>
  <Override PartName="/ppt/slideLayouts/_rels/slideLayout11.xml.rels" ContentType="application/vnd.openxmlformats-package.relationships+xml"/>
  <Override PartName="/ppt/slideLayouts/_rels/slideLayout9.xml.rels" ContentType="application/vnd.openxmlformats-package.relationships+xml"/>
  <Override PartName="/ppt/slideLayouts/_rels/slideLayout10.xml.rels" ContentType="application/vnd.openxmlformats-package.relationships+xml"/>
  <Override PartName="/ppt/slideLayouts/_rels/slideLayout8.xml.rels" ContentType="application/vnd.openxmlformats-package.relationships+xml"/>
  <Override PartName="/ppt/slideLayouts/_rels/slideLayout5.xml.rels" ContentType="application/vnd.openxmlformats-package.relationships+xml"/>
  <Override PartName="/ppt/slideLayouts/_rels/slideLayout7.xml.rels" ContentType="application/vnd.openxmlformats-package.relationships+xml"/>
  <Override PartName="/ppt/slideLayouts/_rels/slideLayout4.xml.rels" ContentType="application/vnd.openxmlformats-package.relationships+xml"/>
  <Override PartName="/ppt/slideLayouts/_rels/slideLayout6.xml.rels" ContentType="application/vnd.openxmlformats-package.relationships+xml"/>
  <Override PartName="/ppt/slideLayouts/_rels/slideLayout3.xml.rels" ContentType="application/vnd.openxmlformats-package.relationships+xml"/>
  <Override PartName="/ppt/slideLayouts/_rels/slideLayout2.xml.rels" ContentType="application/vnd.openxmlformats-package.relationships+xml"/>
  <Override PartName="/ppt/slideLayouts/_rels/slideLayout1.xml.rels" ContentType="application/vnd.openxmlformats-package.relationships+xml"/>
  <Override PartName="/ppt/slideLayouts/slideLayout9.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media/image9.png" ContentType="image/png"/>
  <Override PartName="/ppt/media/image13.png" ContentType="image/png"/>
  <Override PartName="/ppt/media/image12.jpeg" ContentType="image/jpeg"/>
  <Override PartName="/ppt/media/image8.png" ContentType="image/png"/>
  <Override PartName="/ppt/media/image17.png" ContentType="image/png"/>
  <Override PartName="/ppt/media/image16.png" ContentType="image/png"/>
  <Override PartName="/ppt/media/image15.png" ContentType="image/png"/>
  <Override PartName="/ppt/media/image14.png" ContentType="image/png"/>
  <Override PartName="/ppt/media/image1.png" ContentType="image/png"/>
  <Override PartName="/ppt/media/image2.png" ContentType="image/png"/>
  <Override PartName="/ppt/media/image3.png" ContentType="image/png"/>
  <Override PartName="/ppt/media/image4.png" ContentType="image/png"/>
  <Override PartName="/ppt/media/image5.png" ContentType="image/png"/>
  <Override PartName="/ppt/media/image10.png" ContentType="image/png"/>
  <Override PartName="/ppt/media/image6.png" ContentType="image/png"/>
  <Override PartName="/ppt/media/image11.png" ContentType="image/png"/>
  <Override PartName="/ppt/media/image7.png" ContentType="image/png"/>
  <Override PartName="/ppt/presProps.xml" ContentType="application/vnd.openxmlformats-officedocument.presentationml.presProps+xml"/>
  <Override PartName="/ppt/notesMasters/_rels/notesMaster1.xml.rels" ContentType="application/vnd.openxmlformats-package.relationships+xml"/>
  <Override PartName="/ppt/notesMasters/notesMaster1.xml" ContentType="application/vnd.openxmlformats-officedocument.presentationml.notesMaster+xml"/>
  <Override PartName="/ppt/slides/slide13.xml" ContentType="application/vnd.openxmlformats-officedocument.presentationml.slide+xml"/>
  <Override PartName="/ppt/slides/slide12.xml" ContentType="application/vnd.openxmlformats-officedocument.presentationml.slide+xml"/>
  <Override PartName="/ppt/slides/slide9.xml" ContentType="application/vnd.openxmlformats-officedocument.presentationml.slide+xml"/>
  <Override PartName="/ppt/slides/slide11.xml" ContentType="application/vnd.openxmlformats-officedocument.presentationml.slide+xml"/>
  <Override PartName="/ppt/slides/slide8.xml" ContentType="application/vnd.openxmlformats-officedocument.presentationml.slide+xml"/>
  <Override PartName="/ppt/slides/slide10.xml" ContentType="application/vnd.openxmlformats-officedocument.presentationml.slide+xml"/>
  <Override PartName="/ppt/slides/slide7.xml" ContentType="application/vnd.openxmlformats-officedocument.presentationml.slide+xml"/>
  <Override PartName="/ppt/slides/slide6.xml" ContentType="application/vnd.openxmlformats-officedocument.presentationml.slide+xml"/>
  <Override PartName="/ppt/slides/slide5.xml" ContentType="application/vnd.openxmlformats-officedocument.presentationml.slide+xml"/>
  <Override PartName="/ppt/slides/slide4.xml" ContentType="application/vnd.openxmlformats-officedocument.presentationml.slide+xml"/>
  <Override PartName="/ppt/slides/slide3.xml" ContentType="application/vnd.openxmlformats-officedocument.presentationml.slide+xml"/>
  <Override PartName="/ppt/slides/slide24.xml" ContentType="application/vnd.openxmlformats-officedocument.presentationml.slide+xml"/>
  <Override PartName="/ppt/slides/slide23.xml" ContentType="application/vnd.openxmlformats-officedocument.presentationml.slide+xml"/>
  <Override PartName="/ppt/slides/slide22.xml" ContentType="application/vnd.openxmlformats-officedocument.presentationml.slide+xml"/>
  <Override PartName="/ppt/slides/slide21.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18.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_rels/slide2.xml.rels" ContentType="application/vnd.openxmlformats-package.relationships+xml"/>
  <Override PartName="/ppt/slides/_rels/slide20.xml.rels" ContentType="application/vnd.openxmlformats-package.relationships+xml"/>
  <Override PartName="/ppt/slides/_rels/slide1.xml.rels" ContentType="application/vnd.openxmlformats-package.relationships+xml"/>
  <Override PartName="/ppt/slides/_rels/slide15.xml.rels" ContentType="application/vnd.openxmlformats-package.relationships+xml"/>
  <Override PartName="/ppt/slides/_rels/slide16.xml.rels" ContentType="application/vnd.openxmlformats-package.relationships+xml"/>
  <Override PartName="/ppt/slides/_rels/slide17.xml.rels" ContentType="application/vnd.openxmlformats-package.relationships+xml"/>
  <Override PartName="/ppt/slides/_rels/slide18.xml.rels" ContentType="application/vnd.openxmlformats-package.relationships+xml"/>
  <Override PartName="/ppt/slides/_rels/slide19.xml.rels" ContentType="application/vnd.openxmlformats-package.relationships+xml"/>
  <Override PartName="/ppt/slides/_rels/slide21.xml.rels" ContentType="application/vnd.openxmlformats-package.relationships+xml"/>
  <Override PartName="/ppt/slides/_rels/slide3.xml.rels" ContentType="application/vnd.openxmlformats-package.relationships+xml"/>
  <Override PartName="/ppt/slides/_rels/slide22.xml.rels" ContentType="application/vnd.openxmlformats-package.relationships+xml"/>
  <Override PartName="/ppt/slides/_rels/slide13.xml.rels" ContentType="application/vnd.openxmlformats-package.relationships+xml"/>
  <Override PartName="/ppt/slides/_rels/slide12.xml.rels" ContentType="application/vnd.openxmlformats-package.relationships+xml"/>
  <Override PartName="/ppt/slides/_rels/slide9.xml.rels" ContentType="application/vnd.openxmlformats-package.relationships+xml"/>
  <Override PartName="/ppt/slides/_rels/slide10.xml.rels" ContentType="application/vnd.openxmlformats-package.relationships+xml"/>
  <Override PartName="/ppt/slides/_rels/slide23.xml.rels" ContentType="application/vnd.openxmlformats-package.relationships+xml"/>
  <Override PartName="/ppt/slides/_rels/slide11.xml.rels" ContentType="application/vnd.openxmlformats-package.relationships+xml"/>
  <Override PartName="/ppt/slides/_rels/slide24.xml.rels" ContentType="application/vnd.openxmlformats-package.relationships+xml"/>
  <Override PartName="/ppt/slides/_rels/slide14.xml.rels" ContentType="application/vnd.openxmlformats-package.relationships+xml"/>
  <Override PartName="/ppt/slides/_rels/slide8.xml.rels" ContentType="application/vnd.openxmlformats-package.relationships+xml"/>
  <Override PartName="/ppt/slides/_rels/slide7.xml.rels" ContentType="application/vnd.openxmlformats-package.relationships+xml"/>
  <Override PartName="/ppt/slides/_rels/slide6.xml.rels" ContentType="application/vnd.openxmlformats-package.relationships+xml"/>
  <Override PartName="/ppt/slides/_rels/slide5.xml.rels" ContentType="application/vnd.openxmlformats-package.relationships+xml"/>
  <Override PartName="/ppt/slides/_rels/slide4.xml.rels" ContentType="application/vnd.openxmlformats-package.relationships+xml"/>
  <Override PartName="/ppt/slides/slide16.xml" ContentType="application/vnd.openxmlformats-officedocument.presentationml.slide+xml"/>
  <Override PartName="/ppt/slides/slide1.xml" ContentType="application/vnd.openxmlformats-officedocument.presentationml.slide+xml"/>
  <Override PartName="/ppt/slides/slide15.xml" ContentType="application/vnd.openxmlformats-officedocument.presentationml.slide+xml"/>
  <Override PartName="/ppt/slides/slide14.xml" ContentType="application/vnd.openxmlformats-officedocument.presentationml.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Lst>
  <p:notesMasterIdLst>
    <p:notesMasterId r:id="rId3"/>
  </p:notesMasterIdLst>
  <p:sldIdLst>
    <p:sldId id="256" r:id="rId4"/>
    <p:sldId id="257" r:id="rId5"/>
    <p:sldId id="258" r:id="rId6"/>
    <p:sldId id="259" r:id="rId7"/>
    <p:sldId id="260" r:id="rId8"/>
    <p:sldId id="261" r:id="rId9"/>
    <p:sldId id="262" r:id="rId10"/>
    <p:sldId id="263" r:id="rId11"/>
    <p:sldId id="264" r:id="rId12"/>
    <p:sldId id="265" r:id="rId13"/>
    <p:sldId id="266" r:id="rId14"/>
    <p:sldId id="267" r:id="rId15"/>
    <p:sldId id="268" r:id="rId16"/>
    <p:sldId id="269" r:id="rId17"/>
    <p:sldId id="270" r:id="rId18"/>
    <p:sldId id="271" r:id="rId19"/>
    <p:sldId id="272" r:id="rId20"/>
    <p:sldId id="273" r:id="rId21"/>
    <p:sldId id="274" r:id="rId22"/>
    <p:sldId id="275" r:id="rId23"/>
    <p:sldId id="276" r:id="rId24"/>
    <p:sldId id="277" r:id="rId25"/>
    <p:sldId id="278" r:id="rId26"/>
    <p:sldId id="279" r:id="rId27"/>
  </p:sldIdLst>
  <p:sldSz cx="12192000" cy="6858000"/>
  <p:notesSz cx="6858000" cy="12192000"/>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notesMaster" Target="notesMasters/notesMaster1.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slide" Target="slides/slide14.xml"/><Relationship Id="rId18" Type="http://schemas.openxmlformats.org/officeDocument/2006/relationships/slide" Target="slides/slide15.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slide" Target="slides/slide20.xml"/><Relationship Id="rId24" Type="http://schemas.openxmlformats.org/officeDocument/2006/relationships/slide" Target="slides/slide21.xml"/><Relationship Id="rId25" Type="http://schemas.openxmlformats.org/officeDocument/2006/relationships/slide" Target="slides/slide22.xml"/><Relationship Id="rId26" Type="http://schemas.openxmlformats.org/officeDocument/2006/relationships/slide" Target="slides/slide23.xml"/><Relationship Id="rId27" Type="http://schemas.openxmlformats.org/officeDocument/2006/relationships/slide" Target="slides/slide24.xml"/><Relationship Id="rId28" Type="http://schemas.openxmlformats.org/officeDocument/2006/relationships/presProps" Target="presProps.xml"/>
</Relationships>
</file>

<file path=ppt/notesMasters/_rels/notesMaster1.xml.rels><?xml version="1.0" encoding="UTF-8"?>
<Relationships xmlns="http://schemas.openxmlformats.org/package/2006/relationships"><Relationship Id="rId1" Type="http://schemas.openxmlformats.org/officeDocument/2006/relationships/theme" Target="../theme/theme2.xml"/>
</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8" name="PlaceHolder 1"/>
          <p:cNvSpPr>
            <a:spLocks noGrp="1"/>
          </p:cNvSpPr>
          <p:nvPr>
            <p:ph type="sldImg"/>
          </p:nvPr>
        </p:nvSpPr>
        <p:spPr>
          <a:xfrm>
            <a:off x="216000" y="812520"/>
            <a:ext cx="7127280" cy="4008960"/>
          </a:xfrm>
          <a:prstGeom prst="rect">
            <a:avLst/>
          </a:prstGeom>
          <a:noFill/>
          <a:ln w="0">
            <a:noFill/>
          </a:ln>
        </p:spPr>
        <p:txBody>
          <a:bodyPr lIns="0" rIns="0" tIns="0" bIns="0" anchor="ctr">
            <a:noAutofit/>
          </a:bodyPr>
          <a:p>
            <a:pPr algn="ctr">
              <a:buNone/>
            </a:pPr>
            <a:r>
              <a:rPr b="0" lang="en-HK" sz="3600" spc="-1" strike="noStrike">
                <a:latin typeface="Arial"/>
              </a:rPr>
              <a:t>Click to move the slide</a:t>
            </a:r>
            <a:endParaRPr b="0" lang="en-HK" sz="3600" spc="-1" strike="noStrike">
              <a:latin typeface="Arial"/>
            </a:endParaRPr>
          </a:p>
        </p:txBody>
      </p:sp>
      <p:sp>
        <p:nvSpPr>
          <p:cNvPr id="39" name="PlaceHolder 2"/>
          <p:cNvSpPr>
            <a:spLocks noGrp="1"/>
          </p:cNvSpPr>
          <p:nvPr>
            <p:ph type="body"/>
          </p:nvPr>
        </p:nvSpPr>
        <p:spPr>
          <a:xfrm>
            <a:off x="756000" y="5078520"/>
            <a:ext cx="6047640" cy="4811040"/>
          </a:xfrm>
          <a:prstGeom prst="rect">
            <a:avLst/>
          </a:prstGeom>
          <a:noFill/>
          <a:ln w="0">
            <a:noFill/>
          </a:ln>
        </p:spPr>
        <p:txBody>
          <a:bodyPr lIns="0" rIns="0" tIns="0" bIns="0" anchor="t">
            <a:noAutofit/>
          </a:bodyPr>
          <a:p>
            <a:r>
              <a:rPr b="0" lang="en-HK" sz="2000" spc="-1" strike="noStrike">
                <a:latin typeface="Arial"/>
              </a:rPr>
              <a:t>Click to edit the notes format</a:t>
            </a:r>
            <a:endParaRPr b="0" lang="en-HK" sz="2000" spc="-1" strike="noStrike">
              <a:latin typeface="Arial"/>
            </a:endParaRPr>
          </a:p>
        </p:txBody>
      </p:sp>
      <p:sp>
        <p:nvSpPr>
          <p:cNvPr id="40" name="PlaceHolder 3"/>
          <p:cNvSpPr>
            <a:spLocks noGrp="1"/>
          </p:cNvSpPr>
          <p:nvPr>
            <p:ph type="hdr"/>
          </p:nvPr>
        </p:nvSpPr>
        <p:spPr>
          <a:xfrm>
            <a:off x="0" y="0"/>
            <a:ext cx="3280680" cy="534240"/>
          </a:xfrm>
          <a:prstGeom prst="rect">
            <a:avLst/>
          </a:prstGeom>
          <a:noFill/>
          <a:ln w="0">
            <a:noFill/>
          </a:ln>
        </p:spPr>
        <p:txBody>
          <a:bodyPr lIns="0" rIns="0" tIns="0" bIns="0" anchor="t">
            <a:noAutofit/>
          </a:bodyPr>
          <a:p>
            <a:r>
              <a:rPr b="0" lang="en-HK" sz="1400" spc="-1" strike="noStrike">
                <a:latin typeface="Times New Roman"/>
              </a:rPr>
              <a:t>&lt;header&gt;</a:t>
            </a:r>
            <a:endParaRPr b="0" lang="en-HK" sz="1400" spc="-1" strike="noStrike">
              <a:latin typeface="Times New Roman"/>
            </a:endParaRPr>
          </a:p>
        </p:txBody>
      </p:sp>
      <p:sp>
        <p:nvSpPr>
          <p:cNvPr id="41" name="PlaceHolder 4"/>
          <p:cNvSpPr>
            <a:spLocks noGrp="1"/>
          </p:cNvSpPr>
          <p:nvPr>
            <p:ph type="dt" idx="1"/>
          </p:nvPr>
        </p:nvSpPr>
        <p:spPr>
          <a:xfrm>
            <a:off x="4278960" y="0"/>
            <a:ext cx="3280680" cy="534240"/>
          </a:xfrm>
          <a:prstGeom prst="rect">
            <a:avLst/>
          </a:prstGeom>
          <a:noFill/>
          <a:ln w="0">
            <a:noFill/>
          </a:ln>
        </p:spPr>
        <p:txBody>
          <a:bodyPr lIns="0" rIns="0" tIns="0" bIns="0" anchor="t">
            <a:noAutofit/>
          </a:bodyPr>
          <a:lstStyle>
            <a:lvl1pPr algn="r">
              <a:buNone/>
              <a:defRPr b="0" lang="en-HK" sz="1400" spc="-1" strike="noStrike">
                <a:latin typeface="Times New Roman"/>
              </a:defRPr>
            </a:lvl1pPr>
          </a:lstStyle>
          <a:p>
            <a:pPr algn="r">
              <a:buNone/>
            </a:pPr>
            <a:r>
              <a:rPr b="0" lang="en-HK" sz="1400" spc="-1" strike="noStrike">
                <a:latin typeface="Times New Roman"/>
              </a:rPr>
              <a:t>&lt;date/time&gt;</a:t>
            </a:r>
            <a:endParaRPr b="0" lang="en-HK" sz="1400" spc="-1" strike="noStrike">
              <a:latin typeface="Times New Roman"/>
            </a:endParaRPr>
          </a:p>
        </p:txBody>
      </p:sp>
      <p:sp>
        <p:nvSpPr>
          <p:cNvPr id="42" name="PlaceHolder 5"/>
          <p:cNvSpPr>
            <a:spLocks noGrp="1"/>
          </p:cNvSpPr>
          <p:nvPr>
            <p:ph type="ftr" idx="2"/>
          </p:nvPr>
        </p:nvSpPr>
        <p:spPr>
          <a:xfrm>
            <a:off x="0" y="10157400"/>
            <a:ext cx="3280680" cy="534240"/>
          </a:xfrm>
          <a:prstGeom prst="rect">
            <a:avLst/>
          </a:prstGeom>
          <a:noFill/>
          <a:ln w="0">
            <a:noFill/>
          </a:ln>
        </p:spPr>
        <p:txBody>
          <a:bodyPr lIns="0" rIns="0" tIns="0" bIns="0" anchor="b">
            <a:noAutofit/>
          </a:bodyPr>
          <a:lstStyle>
            <a:lvl1pPr>
              <a:defRPr b="0" lang="en-HK" sz="1400" spc="-1" strike="noStrike">
                <a:latin typeface="Times New Roman"/>
              </a:defRPr>
            </a:lvl1pPr>
          </a:lstStyle>
          <a:p>
            <a:r>
              <a:rPr b="0" lang="en-HK" sz="1400" spc="-1" strike="noStrike">
                <a:latin typeface="Times New Roman"/>
              </a:rPr>
              <a:t>&lt;footer&gt;</a:t>
            </a:r>
            <a:endParaRPr b="0" lang="en-HK" sz="1400" spc="-1" strike="noStrike">
              <a:latin typeface="Times New Roman"/>
            </a:endParaRPr>
          </a:p>
        </p:txBody>
      </p:sp>
      <p:sp>
        <p:nvSpPr>
          <p:cNvPr id="43" name="PlaceHolder 6"/>
          <p:cNvSpPr>
            <a:spLocks noGrp="1"/>
          </p:cNvSpPr>
          <p:nvPr>
            <p:ph type="sldNum" idx="3"/>
          </p:nvPr>
        </p:nvSpPr>
        <p:spPr>
          <a:xfrm>
            <a:off x="4278960" y="10157400"/>
            <a:ext cx="3280680" cy="534240"/>
          </a:xfrm>
          <a:prstGeom prst="rect">
            <a:avLst/>
          </a:prstGeom>
          <a:noFill/>
          <a:ln w="0">
            <a:noFill/>
          </a:ln>
        </p:spPr>
        <p:txBody>
          <a:bodyPr lIns="0" rIns="0" tIns="0" bIns="0" anchor="b">
            <a:noAutofit/>
          </a:bodyPr>
          <a:lstStyle>
            <a:lvl1pPr algn="r">
              <a:buNone/>
              <a:defRPr b="0" lang="en-HK" sz="1400" spc="-1" strike="noStrike">
                <a:latin typeface="Times New Roman"/>
              </a:defRPr>
            </a:lvl1pPr>
          </a:lstStyle>
          <a:p>
            <a:pPr algn="r">
              <a:buNone/>
            </a:pPr>
            <a:fld id="{32A9981A-7D16-4288-B11E-32E0D90CEA3A}" type="slidenum">
              <a:rPr b="0" lang="en-HK" sz="1400" spc="-1" strike="noStrike">
                <a:latin typeface="Times New Roman"/>
              </a:rPr>
              <a:t>&lt;number&gt;</a:t>
            </a:fld>
            <a:endParaRPr b="0" lang="en-HK" sz="1400" spc="-1" strike="noStrike">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1.xml.rels><?xml version="1.0" encoding="UTF-8"?>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
</Relationships>
</file>

<file path=ppt/notesSlides/_rels/notesSlide2.xml.rels><?xml version="1.0" encoding="UTF-8"?>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
</Relationships>
</file>

<file path=ppt/notesSlides/_rels/notesSlide3.xml.rels><?xml version="1.0" encoding="UTF-8"?>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
</Relationships>
</file>

<file path=ppt/notesSlides/_rels/notesSlide4.xml.rels><?xml version="1.0" encoding="UTF-8"?>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
</Relationships>
</file>

<file path=ppt/notesSlides/_rels/notesSlide5.xml.rels><?xml version="1.0" encoding="UTF-8"?>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
</Relationships>
</file>

<file path=ppt/notesSlides/_rels/notesSlide6.xml.rels><?xml version="1.0" encoding="UTF-8"?>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
</Relationships>
</file>

<file path=ppt/notesSlides/_rels/notesSlide7.xml.rels><?xml version="1.0" encoding="UTF-8"?>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
</Relationships>
</file>

<file path=ppt/notesSlides/_rels/notesSlide8.xml.rels><?xml version="1.0" encoding="UTF-8"?>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
</Relationships>
</file>

<file path=ppt/notesSlides/_rels/notesSlide9.xml.rels><?xml version="1.0" encoding="UTF-8"?>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
</Relationships>
</file>

<file path=ppt/notesSlides/_rels/notesSlide10.xml.rels><?xml version="1.0" encoding="UTF-8"?>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
</Relationships>
</file>

<file path=ppt/notesSlides/_rels/notesSlide11.xml.rels><?xml version="1.0" encoding="UTF-8"?>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
</Relationships>
</file>

<file path=ppt/notesSlides/_rels/notesSlide12.xml.rels><?xml version="1.0" encoding="UTF-8"?>
<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
</Relationships>
</file>

<file path=ppt/notesSlides/_rels/notesSlide13.xml.rels><?xml version="1.0" encoding="UTF-8"?>
<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
</Relationships>
</file>

<file path=ppt/notesSlides/_rels/notesSlide14.xml.rels><?xml version="1.0" encoding="UTF-8"?>
<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
</Relationships>
</file>

<file path=ppt/notesSlides/_rels/notesSlide15.xml.rels><?xml version="1.0" encoding="UTF-8"?>
<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
</Relationships>
</file>

<file path=ppt/notesSlides/_rels/notesSlide16.xml.rels><?xml version="1.0" encoding="UTF-8"?>
<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
</Relationships>
</file>

<file path=ppt/notesSlides/_rels/notesSlide17.xml.rels><?xml version="1.0" encoding="UTF-8"?>
<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
</Relationships>
</file>

<file path=ppt/notesSlides/_rels/notesSlide18.xml.rels><?xml version="1.0" encoding="UTF-8"?>
<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
</Relationships>
</file>

<file path=ppt/notesSlides/_rels/notesSlide19.xml.rels><?xml version="1.0" encoding="UTF-8"?>
<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
</Relationships>
</file>

<file path=ppt/notesSlides/_rels/notesSlide20.xml.rels><?xml version="1.0" encoding="UTF-8"?>
<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
</Relationships>
</file>

<file path=ppt/notesSlides/_rels/notesSlide21.xml.rels><?xml version="1.0" encoding="UTF-8"?>
<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
</Relationships>
</file>

<file path=ppt/notesSlides/_rels/notesSlide22.xml.rels><?xml version="1.0" encoding="UTF-8"?>
<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
</Relationships>
</file>

<file path=ppt/notesSlides/_rels/notesSlide23.xml.rels><?xml version="1.0" encoding="UTF-8"?>
<Relationships xmlns="http://schemas.openxmlformats.org/package/2006/relationships"><Relationship Id="rId1" Type="http://schemas.openxmlformats.org/officeDocument/2006/relationships/slide" Target="../slides/slide23.xml"/><Relationship Id="rId2" Type="http://schemas.openxmlformats.org/officeDocument/2006/relationships/notesMaster" Target="../notesMasters/notesMaster1.xml"/>
</Relationships>
</file>

<file path=ppt/notesSlides/_rels/notesSlide24.xml.rels><?xml version="1.0" encoding="UTF-8"?>
<Relationships xmlns="http://schemas.openxmlformats.org/package/2006/relationships"><Relationship Id="rId1" Type="http://schemas.openxmlformats.org/officeDocument/2006/relationships/slide" Target="../slides/slide24.xml"/><Relationship Id="rId2" Type="http://schemas.openxmlformats.org/officeDocument/2006/relationships/notesMaster" Target="../notesMasters/notesMaster1.xml"/>
</Relationships>
</file>

<file path=ppt/notesSlides/notesSlide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63" name="PlaceHolder 1"/>
          <p:cNvSpPr>
            <a:spLocks noGrp="1"/>
          </p:cNvSpPr>
          <p:nvPr>
            <p:ph type="sldImg"/>
          </p:nvPr>
        </p:nvSpPr>
        <p:spPr>
          <a:xfrm>
            <a:off x="685800" y="1143000"/>
            <a:ext cx="5485680" cy="3085560"/>
          </a:xfrm>
          <a:prstGeom prst="rect">
            <a:avLst/>
          </a:prstGeom>
          <a:ln w="0">
            <a:noFill/>
          </a:ln>
        </p:spPr>
      </p:sp>
      <p:sp>
        <p:nvSpPr>
          <p:cNvPr id="864" name="PlaceHolder 2"/>
          <p:cNvSpPr>
            <a:spLocks noGrp="1"/>
          </p:cNvSpPr>
          <p:nvPr>
            <p:ph type="body"/>
          </p:nvPr>
        </p:nvSpPr>
        <p:spPr>
          <a:xfrm>
            <a:off x="685800" y="4400640"/>
            <a:ext cx="5485680" cy="3599640"/>
          </a:xfrm>
          <a:prstGeom prst="rect">
            <a:avLst/>
          </a:prstGeom>
          <a:noFill/>
          <a:ln w="0">
            <a:noFill/>
          </a:ln>
        </p:spPr>
        <p:txBody>
          <a:bodyPr lIns="0" rIns="0" tIns="0" bIns="0" anchor="t">
            <a:noAutofit/>
          </a:bodyPr>
          <a:p>
            <a:endParaRPr b="0" lang="en-HK" sz="2000" spc="-1" strike="noStrike">
              <a:latin typeface="Arial"/>
            </a:endParaRPr>
          </a:p>
        </p:txBody>
      </p:sp>
      <p:sp>
        <p:nvSpPr>
          <p:cNvPr id="865" name="PlaceHolder 3"/>
          <p:cNvSpPr>
            <a:spLocks noGrp="1"/>
          </p:cNvSpPr>
          <p:nvPr>
            <p:ph type="sldNum" idx="4"/>
          </p:nvPr>
        </p:nvSpPr>
        <p:spPr>
          <a:xfrm>
            <a:off x="3884760" y="8685360"/>
            <a:ext cx="2971080" cy="4579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830D9BF7-A241-40F0-8E89-99B6C21C23A0}"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66" name="PlaceHolder 1"/>
          <p:cNvSpPr>
            <a:spLocks noGrp="1"/>
          </p:cNvSpPr>
          <p:nvPr>
            <p:ph type="sldImg"/>
          </p:nvPr>
        </p:nvSpPr>
        <p:spPr>
          <a:xfrm>
            <a:off x="685800" y="1143000"/>
            <a:ext cx="5485680" cy="3085560"/>
          </a:xfrm>
          <a:prstGeom prst="rect">
            <a:avLst/>
          </a:prstGeom>
          <a:ln w="0">
            <a:noFill/>
          </a:ln>
        </p:spPr>
      </p:sp>
      <p:sp>
        <p:nvSpPr>
          <p:cNvPr id="867" name="PlaceHolder 2"/>
          <p:cNvSpPr>
            <a:spLocks noGrp="1"/>
          </p:cNvSpPr>
          <p:nvPr>
            <p:ph type="body"/>
          </p:nvPr>
        </p:nvSpPr>
        <p:spPr>
          <a:xfrm>
            <a:off x="685800" y="4400640"/>
            <a:ext cx="5485680" cy="3599640"/>
          </a:xfrm>
          <a:prstGeom prst="rect">
            <a:avLst/>
          </a:prstGeom>
          <a:noFill/>
          <a:ln w="0">
            <a:noFill/>
          </a:ln>
        </p:spPr>
        <p:txBody>
          <a:bodyPr lIns="0" rIns="0" tIns="0" bIns="0" anchor="t">
            <a:noAutofit/>
          </a:bodyPr>
          <a:p>
            <a:endParaRPr b="0" lang="en-HK" sz="2000" spc="-1" strike="noStrike">
              <a:latin typeface="Arial"/>
            </a:endParaRPr>
          </a:p>
        </p:txBody>
      </p:sp>
      <p:sp>
        <p:nvSpPr>
          <p:cNvPr id="868" name="PlaceHolder 3"/>
          <p:cNvSpPr>
            <a:spLocks noGrp="1"/>
          </p:cNvSpPr>
          <p:nvPr>
            <p:ph type="sldNum" idx="5"/>
          </p:nvPr>
        </p:nvSpPr>
        <p:spPr>
          <a:xfrm>
            <a:off x="3884760" y="8685360"/>
            <a:ext cx="2971080" cy="4579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2510F0C4-3856-4689-B18C-591FFC4C8C55}"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69" name="PlaceHolder 1"/>
          <p:cNvSpPr>
            <a:spLocks noGrp="1"/>
          </p:cNvSpPr>
          <p:nvPr>
            <p:ph type="sldImg"/>
          </p:nvPr>
        </p:nvSpPr>
        <p:spPr>
          <a:xfrm>
            <a:off x="685800" y="1143000"/>
            <a:ext cx="5485680" cy="3085560"/>
          </a:xfrm>
          <a:prstGeom prst="rect">
            <a:avLst/>
          </a:prstGeom>
          <a:ln w="0">
            <a:noFill/>
          </a:ln>
        </p:spPr>
      </p:sp>
      <p:sp>
        <p:nvSpPr>
          <p:cNvPr id="870" name="PlaceHolder 2"/>
          <p:cNvSpPr>
            <a:spLocks noGrp="1"/>
          </p:cNvSpPr>
          <p:nvPr>
            <p:ph type="body"/>
          </p:nvPr>
        </p:nvSpPr>
        <p:spPr>
          <a:xfrm>
            <a:off x="685800" y="4400640"/>
            <a:ext cx="5485680" cy="3599640"/>
          </a:xfrm>
          <a:prstGeom prst="rect">
            <a:avLst/>
          </a:prstGeom>
          <a:noFill/>
          <a:ln w="0">
            <a:noFill/>
          </a:ln>
        </p:spPr>
        <p:txBody>
          <a:bodyPr lIns="0" rIns="0" tIns="0" bIns="0" anchor="t">
            <a:noAutofit/>
          </a:bodyPr>
          <a:p>
            <a:endParaRPr b="0" lang="en-HK" sz="2000" spc="-1" strike="noStrike">
              <a:latin typeface="Arial"/>
            </a:endParaRPr>
          </a:p>
        </p:txBody>
      </p:sp>
      <p:sp>
        <p:nvSpPr>
          <p:cNvPr id="871" name="PlaceHolder 3"/>
          <p:cNvSpPr>
            <a:spLocks noGrp="1"/>
          </p:cNvSpPr>
          <p:nvPr>
            <p:ph type="sldNum" idx="6"/>
          </p:nvPr>
        </p:nvSpPr>
        <p:spPr>
          <a:xfrm>
            <a:off x="3884760" y="8685360"/>
            <a:ext cx="2971080" cy="4579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D474DC12-B538-4778-B9FE-24B6C1E4A15A}"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72" name="PlaceHolder 1"/>
          <p:cNvSpPr>
            <a:spLocks noGrp="1"/>
          </p:cNvSpPr>
          <p:nvPr>
            <p:ph type="sldImg"/>
          </p:nvPr>
        </p:nvSpPr>
        <p:spPr>
          <a:xfrm>
            <a:off x="685800" y="1143000"/>
            <a:ext cx="5485680" cy="3085560"/>
          </a:xfrm>
          <a:prstGeom prst="rect">
            <a:avLst/>
          </a:prstGeom>
          <a:ln w="0">
            <a:noFill/>
          </a:ln>
        </p:spPr>
      </p:sp>
      <p:sp>
        <p:nvSpPr>
          <p:cNvPr id="873" name="PlaceHolder 2"/>
          <p:cNvSpPr>
            <a:spLocks noGrp="1"/>
          </p:cNvSpPr>
          <p:nvPr>
            <p:ph type="body"/>
          </p:nvPr>
        </p:nvSpPr>
        <p:spPr>
          <a:xfrm>
            <a:off x="685800" y="4400640"/>
            <a:ext cx="5485680" cy="3599640"/>
          </a:xfrm>
          <a:prstGeom prst="rect">
            <a:avLst/>
          </a:prstGeom>
          <a:noFill/>
          <a:ln w="0">
            <a:noFill/>
          </a:ln>
        </p:spPr>
        <p:txBody>
          <a:bodyPr lIns="0" rIns="0" tIns="0" bIns="0" anchor="t">
            <a:noAutofit/>
          </a:bodyPr>
          <a:p>
            <a:endParaRPr b="0" lang="en-HK" sz="2000" spc="-1" strike="noStrike">
              <a:latin typeface="Arial"/>
            </a:endParaRPr>
          </a:p>
        </p:txBody>
      </p:sp>
      <p:sp>
        <p:nvSpPr>
          <p:cNvPr id="874" name="PlaceHolder 3"/>
          <p:cNvSpPr>
            <a:spLocks noGrp="1"/>
          </p:cNvSpPr>
          <p:nvPr>
            <p:ph type="sldNum" idx="7"/>
          </p:nvPr>
        </p:nvSpPr>
        <p:spPr>
          <a:xfrm>
            <a:off x="3884760" y="8685360"/>
            <a:ext cx="2971080" cy="4579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7DDD9B48-E4F5-48FC-A41E-FDBE953F1D38}"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75" name="PlaceHolder 1"/>
          <p:cNvSpPr>
            <a:spLocks noGrp="1"/>
          </p:cNvSpPr>
          <p:nvPr>
            <p:ph type="sldImg"/>
          </p:nvPr>
        </p:nvSpPr>
        <p:spPr>
          <a:xfrm>
            <a:off x="685800" y="1143000"/>
            <a:ext cx="5485680" cy="3085560"/>
          </a:xfrm>
          <a:prstGeom prst="rect">
            <a:avLst/>
          </a:prstGeom>
          <a:ln w="0">
            <a:noFill/>
          </a:ln>
        </p:spPr>
      </p:sp>
      <p:sp>
        <p:nvSpPr>
          <p:cNvPr id="876" name="PlaceHolder 2"/>
          <p:cNvSpPr>
            <a:spLocks noGrp="1"/>
          </p:cNvSpPr>
          <p:nvPr>
            <p:ph type="body"/>
          </p:nvPr>
        </p:nvSpPr>
        <p:spPr>
          <a:xfrm>
            <a:off x="685800" y="4400640"/>
            <a:ext cx="5485680" cy="3599640"/>
          </a:xfrm>
          <a:prstGeom prst="rect">
            <a:avLst/>
          </a:prstGeom>
          <a:noFill/>
          <a:ln w="0">
            <a:noFill/>
          </a:ln>
        </p:spPr>
        <p:txBody>
          <a:bodyPr lIns="0" rIns="0" tIns="0" bIns="0" anchor="t">
            <a:noAutofit/>
          </a:bodyPr>
          <a:p>
            <a:endParaRPr b="0" lang="en-HK" sz="2000" spc="-1" strike="noStrike">
              <a:latin typeface="Arial"/>
            </a:endParaRPr>
          </a:p>
        </p:txBody>
      </p:sp>
      <p:sp>
        <p:nvSpPr>
          <p:cNvPr id="877" name="PlaceHolder 3"/>
          <p:cNvSpPr>
            <a:spLocks noGrp="1"/>
          </p:cNvSpPr>
          <p:nvPr>
            <p:ph type="sldNum" idx="8"/>
          </p:nvPr>
        </p:nvSpPr>
        <p:spPr>
          <a:xfrm>
            <a:off x="3884760" y="8685360"/>
            <a:ext cx="2971080" cy="4579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930D6BC2-AC27-4709-8D92-835B7D91DB57}"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78" name="PlaceHolder 1"/>
          <p:cNvSpPr>
            <a:spLocks noGrp="1"/>
          </p:cNvSpPr>
          <p:nvPr>
            <p:ph type="sldImg"/>
          </p:nvPr>
        </p:nvSpPr>
        <p:spPr>
          <a:xfrm>
            <a:off x="685800" y="1143000"/>
            <a:ext cx="5485680" cy="3085560"/>
          </a:xfrm>
          <a:prstGeom prst="rect">
            <a:avLst/>
          </a:prstGeom>
          <a:ln w="0">
            <a:noFill/>
          </a:ln>
        </p:spPr>
      </p:sp>
      <p:sp>
        <p:nvSpPr>
          <p:cNvPr id="879" name="PlaceHolder 2"/>
          <p:cNvSpPr>
            <a:spLocks noGrp="1"/>
          </p:cNvSpPr>
          <p:nvPr>
            <p:ph type="body"/>
          </p:nvPr>
        </p:nvSpPr>
        <p:spPr>
          <a:xfrm>
            <a:off x="685800" y="4400640"/>
            <a:ext cx="5485680" cy="3599640"/>
          </a:xfrm>
          <a:prstGeom prst="rect">
            <a:avLst/>
          </a:prstGeom>
          <a:noFill/>
          <a:ln w="0">
            <a:noFill/>
          </a:ln>
        </p:spPr>
        <p:txBody>
          <a:bodyPr lIns="0" rIns="0" tIns="0" bIns="0" anchor="t">
            <a:noAutofit/>
          </a:bodyPr>
          <a:p>
            <a:endParaRPr b="0" lang="en-HK" sz="2000" spc="-1" strike="noStrike">
              <a:latin typeface="Arial"/>
            </a:endParaRPr>
          </a:p>
        </p:txBody>
      </p:sp>
      <p:sp>
        <p:nvSpPr>
          <p:cNvPr id="880" name="PlaceHolder 3"/>
          <p:cNvSpPr>
            <a:spLocks noGrp="1"/>
          </p:cNvSpPr>
          <p:nvPr>
            <p:ph type="sldNum" idx="9"/>
          </p:nvPr>
        </p:nvSpPr>
        <p:spPr>
          <a:xfrm>
            <a:off x="3884760" y="8685360"/>
            <a:ext cx="2971080" cy="4579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801F41AE-E4B2-4956-BF4A-22B86B05E1DA}"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81" name="PlaceHolder 1"/>
          <p:cNvSpPr>
            <a:spLocks noGrp="1"/>
          </p:cNvSpPr>
          <p:nvPr>
            <p:ph type="sldImg"/>
          </p:nvPr>
        </p:nvSpPr>
        <p:spPr>
          <a:xfrm>
            <a:off x="685800" y="1143000"/>
            <a:ext cx="5485680" cy="3085560"/>
          </a:xfrm>
          <a:prstGeom prst="rect">
            <a:avLst/>
          </a:prstGeom>
          <a:ln w="0">
            <a:noFill/>
          </a:ln>
        </p:spPr>
      </p:sp>
      <p:sp>
        <p:nvSpPr>
          <p:cNvPr id="882" name="PlaceHolder 2"/>
          <p:cNvSpPr>
            <a:spLocks noGrp="1"/>
          </p:cNvSpPr>
          <p:nvPr>
            <p:ph type="body"/>
          </p:nvPr>
        </p:nvSpPr>
        <p:spPr>
          <a:xfrm>
            <a:off x="685800" y="4400640"/>
            <a:ext cx="5485680" cy="3599640"/>
          </a:xfrm>
          <a:prstGeom prst="rect">
            <a:avLst/>
          </a:prstGeom>
          <a:noFill/>
          <a:ln w="0">
            <a:noFill/>
          </a:ln>
        </p:spPr>
        <p:txBody>
          <a:bodyPr lIns="0" rIns="0" tIns="0" bIns="0" anchor="t">
            <a:noAutofit/>
          </a:bodyPr>
          <a:p>
            <a:endParaRPr b="0" lang="en-HK" sz="2000" spc="-1" strike="noStrike">
              <a:latin typeface="Arial"/>
            </a:endParaRPr>
          </a:p>
        </p:txBody>
      </p:sp>
      <p:sp>
        <p:nvSpPr>
          <p:cNvPr id="883" name="PlaceHolder 3"/>
          <p:cNvSpPr>
            <a:spLocks noGrp="1"/>
          </p:cNvSpPr>
          <p:nvPr>
            <p:ph type="sldNum" idx="10"/>
          </p:nvPr>
        </p:nvSpPr>
        <p:spPr>
          <a:xfrm>
            <a:off x="3884760" y="8685360"/>
            <a:ext cx="2971080" cy="4579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53639B13-451D-4766-85FF-9CD29EC028A6}"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84" name="PlaceHolder 1"/>
          <p:cNvSpPr>
            <a:spLocks noGrp="1"/>
          </p:cNvSpPr>
          <p:nvPr>
            <p:ph type="sldImg"/>
          </p:nvPr>
        </p:nvSpPr>
        <p:spPr>
          <a:xfrm>
            <a:off x="685800" y="1143000"/>
            <a:ext cx="5485680" cy="3085560"/>
          </a:xfrm>
          <a:prstGeom prst="rect">
            <a:avLst/>
          </a:prstGeom>
          <a:ln w="0">
            <a:noFill/>
          </a:ln>
        </p:spPr>
      </p:sp>
      <p:sp>
        <p:nvSpPr>
          <p:cNvPr id="885" name="PlaceHolder 2"/>
          <p:cNvSpPr>
            <a:spLocks noGrp="1"/>
          </p:cNvSpPr>
          <p:nvPr>
            <p:ph type="body"/>
          </p:nvPr>
        </p:nvSpPr>
        <p:spPr>
          <a:xfrm>
            <a:off x="685800" y="4400640"/>
            <a:ext cx="5485680" cy="3599640"/>
          </a:xfrm>
          <a:prstGeom prst="rect">
            <a:avLst/>
          </a:prstGeom>
          <a:noFill/>
          <a:ln w="0">
            <a:noFill/>
          </a:ln>
        </p:spPr>
        <p:txBody>
          <a:bodyPr lIns="0" rIns="0" tIns="0" bIns="0" anchor="t">
            <a:noAutofit/>
          </a:bodyPr>
          <a:p>
            <a:endParaRPr b="0" lang="en-HK" sz="2000" spc="-1" strike="noStrike">
              <a:latin typeface="Arial"/>
            </a:endParaRPr>
          </a:p>
        </p:txBody>
      </p:sp>
      <p:sp>
        <p:nvSpPr>
          <p:cNvPr id="886" name="PlaceHolder 3"/>
          <p:cNvSpPr>
            <a:spLocks noGrp="1"/>
          </p:cNvSpPr>
          <p:nvPr>
            <p:ph type="sldNum" idx="11"/>
          </p:nvPr>
        </p:nvSpPr>
        <p:spPr>
          <a:xfrm>
            <a:off x="3884760" y="8685360"/>
            <a:ext cx="2971080" cy="4579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C27B7DC5-7C4F-4CFF-BECF-948BB207C96A}"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87" name="PlaceHolder 1"/>
          <p:cNvSpPr>
            <a:spLocks noGrp="1"/>
          </p:cNvSpPr>
          <p:nvPr>
            <p:ph type="sldImg"/>
          </p:nvPr>
        </p:nvSpPr>
        <p:spPr>
          <a:xfrm>
            <a:off x="685800" y="1143000"/>
            <a:ext cx="5485680" cy="3085560"/>
          </a:xfrm>
          <a:prstGeom prst="rect">
            <a:avLst/>
          </a:prstGeom>
          <a:ln w="0">
            <a:noFill/>
          </a:ln>
        </p:spPr>
      </p:sp>
      <p:sp>
        <p:nvSpPr>
          <p:cNvPr id="888" name="PlaceHolder 2"/>
          <p:cNvSpPr>
            <a:spLocks noGrp="1"/>
          </p:cNvSpPr>
          <p:nvPr>
            <p:ph type="body"/>
          </p:nvPr>
        </p:nvSpPr>
        <p:spPr>
          <a:xfrm>
            <a:off x="685800" y="4400640"/>
            <a:ext cx="5485680" cy="3599640"/>
          </a:xfrm>
          <a:prstGeom prst="rect">
            <a:avLst/>
          </a:prstGeom>
          <a:noFill/>
          <a:ln w="0">
            <a:noFill/>
          </a:ln>
        </p:spPr>
        <p:txBody>
          <a:bodyPr lIns="0" rIns="0" tIns="0" bIns="0" anchor="t">
            <a:noAutofit/>
          </a:bodyPr>
          <a:p>
            <a:endParaRPr b="0" lang="en-HK" sz="2000" spc="-1" strike="noStrike">
              <a:latin typeface="Arial"/>
            </a:endParaRPr>
          </a:p>
        </p:txBody>
      </p:sp>
      <p:sp>
        <p:nvSpPr>
          <p:cNvPr id="889" name="PlaceHolder 3"/>
          <p:cNvSpPr>
            <a:spLocks noGrp="1"/>
          </p:cNvSpPr>
          <p:nvPr>
            <p:ph type="sldNum" idx="12"/>
          </p:nvPr>
        </p:nvSpPr>
        <p:spPr>
          <a:xfrm>
            <a:off x="3884760" y="8685360"/>
            <a:ext cx="2971080" cy="4579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C071B3B7-9B26-4E63-B91D-A97B89B9E58E}"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90" name="PlaceHolder 1"/>
          <p:cNvSpPr>
            <a:spLocks noGrp="1"/>
          </p:cNvSpPr>
          <p:nvPr>
            <p:ph type="sldImg"/>
          </p:nvPr>
        </p:nvSpPr>
        <p:spPr>
          <a:xfrm>
            <a:off x="685800" y="1143000"/>
            <a:ext cx="5485680" cy="3085560"/>
          </a:xfrm>
          <a:prstGeom prst="rect">
            <a:avLst/>
          </a:prstGeom>
          <a:ln w="0">
            <a:noFill/>
          </a:ln>
        </p:spPr>
      </p:sp>
      <p:sp>
        <p:nvSpPr>
          <p:cNvPr id="891" name="PlaceHolder 2"/>
          <p:cNvSpPr>
            <a:spLocks noGrp="1"/>
          </p:cNvSpPr>
          <p:nvPr>
            <p:ph type="body"/>
          </p:nvPr>
        </p:nvSpPr>
        <p:spPr>
          <a:xfrm>
            <a:off x="685800" y="4400640"/>
            <a:ext cx="5485680" cy="3599640"/>
          </a:xfrm>
          <a:prstGeom prst="rect">
            <a:avLst/>
          </a:prstGeom>
          <a:noFill/>
          <a:ln w="0">
            <a:noFill/>
          </a:ln>
        </p:spPr>
        <p:txBody>
          <a:bodyPr lIns="0" rIns="0" tIns="0" bIns="0" anchor="t">
            <a:noAutofit/>
          </a:bodyPr>
          <a:p>
            <a:endParaRPr b="0" lang="en-HK" sz="2000" spc="-1" strike="noStrike">
              <a:latin typeface="Arial"/>
            </a:endParaRPr>
          </a:p>
        </p:txBody>
      </p:sp>
      <p:sp>
        <p:nvSpPr>
          <p:cNvPr id="892" name="PlaceHolder 3"/>
          <p:cNvSpPr>
            <a:spLocks noGrp="1"/>
          </p:cNvSpPr>
          <p:nvPr>
            <p:ph type="sldNum" idx="13"/>
          </p:nvPr>
        </p:nvSpPr>
        <p:spPr>
          <a:xfrm>
            <a:off x="3884760" y="8685360"/>
            <a:ext cx="2971080" cy="4579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75EE3227-50D3-4753-A273-96E02374BDFF}"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93" name="PlaceHolder 1"/>
          <p:cNvSpPr>
            <a:spLocks noGrp="1"/>
          </p:cNvSpPr>
          <p:nvPr>
            <p:ph type="sldImg"/>
          </p:nvPr>
        </p:nvSpPr>
        <p:spPr>
          <a:xfrm>
            <a:off x="685800" y="1143000"/>
            <a:ext cx="5485680" cy="3085560"/>
          </a:xfrm>
          <a:prstGeom prst="rect">
            <a:avLst/>
          </a:prstGeom>
          <a:ln w="0">
            <a:noFill/>
          </a:ln>
        </p:spPr>
      </p:sp>
      <p:sp>
        <p:nvSpPr>
          <p:cNvPr id="894" name="PlaceHolder 2"/>
          <p:cNvSpPr>
            <a:spLocks noGrp="1"/>
          </p:cNvSpPr>
          <p:nvPr>
            <p:ph type="body"/>
          </p:nvPr>
        </p:nvSpPr>
        <p:spPr>
          <a:xfrm>
            <a:off x="685800" y="4400640"/>
            <a:ext cx="5485680" cy="3599640"/>
          </a:xfrm>
          <a:prstGeom prst="rect">
            <a:avLst/>
          </a:prstGeom>
          <a:noFill/>
          <a:ln w="0">
            <a:noFill/>
          </a:ln>
        </p:spPr>
        <p:txBody>
          <a:bodyPr lIns="0" rIns="0" tIns="0" bIns="0" anchor="t">
            <a:noAutofit/>
          </a:bodyPr>
          <a:p>
            <a:endParaRPr b="0" lang="en-HK" sz="2000" spc="-1" strike="noStrike">
              <a:latin typeface="Arial"/>
            </a:endParaRPr>
          </a:p>
        </p:txBody>
      </p:sp>
      <p:sp>
        <p:nvSpPr>
          <p:cNvPr id="895" name="PlaceHolder 3"/>
          <p:cNvSpPr>
            <a:spLocks noGrp="1"/>
          </p:cNvSpPr>
          <p:nvPr>
            <p:ph type="sldNum" idx="14"/>
          </p:nvPr>
        </p:nvSpPr>
        <p:spPr>
          <a:xfrm>
            <a:off x="3884760" y="8685360"/>
            <a:ext cx="2971080" cy="4579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76F3B028-8575-40EF-B288-54FD76DF241B}"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96" name="PlaceHolder 1"/>
          <p:cNvSpPr>
            <a:spLocks noGrp="1"/>
          </p:cNvSpPr>
          <p:nvPr>
            <p:ph type="sldImg"/>
          </p:nvPr>
        </p:nvSpPr>
        <p:spPr>
          <a:xfrm>
            <a:off x="685800" y="1143000"/>
            <a:ext cx="5485680" cy="3085560"/>
          </a:xfrm>
          <a:prstGeom prst="rect">
            <a:avLst/>
          </a:prstGeom>
          <a:ln w="0">
            <a:noFill/>
          </a:ln>
        </p:spPr>
      </p:sp>
      <p:sp>
        <p:nvSpPr>
          <p:cNvPr id="897" name="PlaceHolder 2"/>
          <p:cNvSpPr>
            <a:spLocks noGrp="1"/>
          </p:cNvSpPr>
          <p:nvPr>
            <p:ph type="body"/>
          </p:nvPr>
        </p:nvSpPr>
        <p:spPr>
          <a:xfrm>
            <a:off x="685800" y="4400640"/>
            <a:ext cx="5485680" cy="3599640"/>
          </a:xfrm>
          <a:prstGeom prst="rect">
            <a:avLst/>
          </a:prstGeom>
          <a:noFill/>
          <a:ln w="0">
            <a:noFill/>
          </a:ln>
        </p:spPr>
        <p:txBody>
          <a:bodyPr lIns="0" rIns="0" tIns="0" bIns="0" anchor="t">
            <a:noAutofit/>
          </a:bodyPr>
          <a:p>
            <a:endParaRPr b="0" lang="en-HK" sz="2000" spc="-1" strike="noStrike">
              <a:latin typeface="Arial"/>
            </a:endParaRPr>
          </a:p>
        </p:txBody>
      </p:sp>
      <p:sp>
        <p:nvSpPr>
          <p:cNvPr id="898" name="PlaceHolder 3"/>
          <p:cNvSpPr>
            <a:spLocks noGrp="1"/>
          </p:cNvSpPr>
          <p:nvPr>
            <p:ph type="sldNum" idx="15"/>
          </p:nvPr>
        </p:nvSpPr>
        <p:spPr>
          <a:xfrm>
            <a:off x="3884760" y="8685360"/>
            <a:ext cx="2971080" cy="4579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AFEDE0AE-880E-4634-842D-81D8C5D9C269}"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99" name="PlaceHolder 1"/>
          <p:cNvSpPr>
            <a:spLocks noGrp="1"/>
          </p:cNvSpPr>
          <p:nvPr>
            <p:ph type="sldImg"/>
          </p:nvPr>
        </p:nvSpPr>
        <p:spPr>
          <a:xfrm>
            <a:off x="685800" y="1143000"/>
            <a:ext cx="5485680" cy="3085560"/>
          </a:xfrm>
          <a:prstGeom prst="rect">
            <a:avLst/>
          </a:prstGeom>
          <a:ln w="0">
            <a:noFill/>
          </a:ln>
        </p:spPr>
      </p:sp>
      <p:sp>
        <p:nvSpPr>
          <p:cNvPr id="900" name="PlaceHolder 2"/>
          <p:cNvSpPr>
            <a:spLocks noGrp="1"/>
          </p:cNvSpPr>
          <p:nvPr>
            <p:ph type="body"/>
          </p:nvPr>
        </p:nvSpPr>
        <p:spPr>
          <a:xfrm>
            <a:off x="685800" y="4400640"/>
            <a:ext cx="5485680" cy="3599640"/>
          </a:xfrm>
          <a:prstGeom prst="rect">
            <a:avLst/>
          </a:prstGeom>
          <a:noFill/>
          <a:ln w="0">
            <a:noFill/>
          </a:ln>
        </p:spPr>
        <p:txBody>
          <a:bodyPr lIns="0" rIns="0" tIns="0" bIns="0" anchor="t">
            <a:noAutofit/>
          </a:bodyPr>
          <a:p>
            <a:endParaRPr b="0" lang="en-HK" sz="2000" spc="-1" strike="noStrike">
              <a:latin typeface="Arial"/>
            </a:endParaRPr>
          </a:p>
        </p:txBody>
      </p:sp>
      <p:sp>
        <p:nvSpPr>
          <p:cNvPr id="901" name="PlaceHolder 3"/>
          <p:cNvSpPr>
            <a:spLocks noGrp="1"/>
          </p:cNvSpPr>
          <p:nvPr>
            <p:ph type="sldNum" idx="16"/>
          </p:nvPr>
        </p:nvSpPr>
        <p:spPr>
          <a:xfrm>
            <a:off x="3884760" y="8685360"/>
            <a:ext cx="2971080" cy="4579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B6230A9B-00D6-41C0-95EE-2C6125B77401}"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02" name="PlaceHolder 1"/>
          <p:cNvSpPr>
            <a:spLocks noGrp="1"/>
          </p:cNvSpPr>
          <p:nvPr>
            <p:ph type="sldImg"/>
          </p:nvPr>
        </p:nvSpPr>
        <p:spPr>
          <a:xfrm>
            <a:off x="685800" y="1143000"/>
            <a:ext cx="5485680" cy="3085560"/>
          </a:xfrm>
          <a:prstGeom prst="rect">
            <a:avLst/>
          </a:prstGeom>
          <a:ln w="0">
            <a:noFill/>
          </a:ln>
        </p:spPr>
      </p:sp>
      <p:sp>
        <p:nvSpPr>
          <p:cNvPr id="903" name="PlaceHolder 2"/>
          <p:cNvSpPr>
            <a:spLocks noGrp="1"/>
          </p:cNvSpPr>
          <p:nvPr>
            <p:ph type="body"/>
          </p:nvPr>
        </p:nvSpPr>
        <p:spPr>
          <a:xfrm>
            <a:off x="685800" y="4400640"/>
            <a:ext cx="5485680" cy="3599640"/>
          </a:xfrm>
          <a:prstGeom prst="rect">
            <a:avLst/>
          </a:prstGeom>
          <a:noFill/>
          <a:ln w="0">
            <a:noFill/>
          </a:ln>
        </p:spPr>
        <p:txBody>
          <a:bodyPr lIns="0" rIns="0" tIns="0" bIns="0" anchor="t">
            <a:noAutofit/>
          </a:bodyPr>
          <a:p>
            <a:endParaRPr b="0" lang="en-HK" sz="2000" spc="-1" strike="noStrike">
              <a:latin typeface="Arial"/>
            </a:endParaRPr>
          </a:p>
        </p:txBody>
      </p:sp>
      <p:sp>
        <p:nvSpPr>
          <p:cNvPr id="904" name="PlaceHolder 3"/>
          <p:cNvSpPr>
            <a:spLocks noGrp="1"/>
          </p:cNvSpPr>
          <p:nvPr>
            <p:ph type="sldNum" idx="17"/>
          </p:nvPr>
        </p:nvSpPr>
        <p:spPr>
          <a:xfrm>
            <a:off x="3884760" y="8685360"/>
            <a:ext cx="2971080" cy="4579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99AB067D-41DF-47C2-BBE5-3E35B1378E74}"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05" name="PlaceHolder 1"/>
          <p:cNvSpPr>
            <a:spLocks noGrp="1"/>
          </p:cNvSpPr>
          <p:nvPr>
            <p:ph type="sldImg"/>
          </p:nvPr>
        </p:nvSpPr>
        <p:spPr>
          <a:xfrm>
            <a:off x="685800" y="1143000"/>
            <a:ext cx="5485680" cy="3085560"/>
          </a:xfrm>
          <a:prstGeom prst="rect">
            <a:avLst/>
          </a:prstGeom>
          <a:ln w="0">
            <a:noFill/>
          </a:ln>
        </p:spPr>
      </p:sp>
      <p:sp>
        <p:nvSpPr>
          <p:cNvPr id="906" name="PlaceHolder 2"/>
          <p:cNvSpPr>
            <a:spLocks noGrp="1"/>
          </p:cNvSpPr>
          <p:nvPr>
            <p:ph type="body"/>
          </p:nvPr>
        </p:nvSpPr>
        <p:spPr>
          <a:xfrm>
            <a:off x="685800" y="4400640"/>
            <a:ext cx="5485680" cy="3599640"/>
          </a:xfrm>
          <a:prstGeom prst="rect">
            <a:avLst/>
          </a:prstGeom>
          <a:noFill/>
          <a:ln w="0">
            <a:noFill/>
          </a:ln>
        </p:spPr>
        <p:txBody>
          <a:bodyPr lIns="0" rIns="0" tIns="0" bIns="0" anchor="t">
            <a:noAutofit/>
          </a:bodyPr>
          <a:p>
            <a:endParaRPr b="0" lang="en-HK" sz="2000" spc="-1" strike="noStrike">
              <a:latin typeface="Arial"/>
            </a:endParaRPr>
          </a:p>
        </p:txBody>
      </p:sp>
      <p:sp>
        <p:nvSpPr>
          <p:cNvPr id="907" name="PlaceHolder 3"/>
          <p:cNvSpPr>
            <a:spLocks noGrp="1"/>
          </p:cNvSpPr>
          <p:nvPr>
            <p:ph type="sldNum" idx="18"/>
          </p:nvPr>
        </p:nvSpPr>
        <p:spPr>
          <a:xfrm>
            <a:off x="3884760" y="8685360"/>
            <a:ext cx="2971080" cy="4579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662B41AB-713F-476A-ADAC-705520C880C0}"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08" name="PlaceHolder 1"/>
          <p:cNvSpPr>
            <a:spLocks noGrp="1"/>
          </p:cNvSpPr>
          <p:nvPr>
            <p:ph type="sldImg"/>
          </p:nvPr>
        </p:nvSpPr>
        <p:spPr>
          <a:xfrm>
            <a:off x="685800" y="1143000"/>
            <a:ext cx="5485680" cy="3085560"/>
          </a:xfrm>
          <a:prstGeom prst="rect">
            <a:avLst/>
          </a:prstGeom>
          <a:ln w="0">
            <a:noFill/>
          </a:ln>
        </p:spPr>
      </p:sp>
      <p:sp>
        <p:nvSpPr>
          <p:cNvPr id="909" name="PlaceHolder 2"/>
          <p:cNvSpPr>
            <a:spLocks noGrp="1"/>
          </p:cNvSpPr>
          <p:nvPr>
            <p:ph type="body"/>
          </p:nvPr>
        </p:nvSpPr>
        <p:spPr>
          <a:xfrm>
            <a:off x="685800" y="4400640"/>
            <a:ext cx="5485680" cy="3599640"/>
          </a:xfrm>
          <a:prstGeom prst="rect">
            <a:avLst/>
          </a:prstGeom>
          <a:noFill/>
          <a:ln w="0">
            <a:noFill/>
          </a:ln>
        </p:spPr>
        <p:txBody>
          <a:bodyPr lIns="0" rIns="0" tIns="0" bIns="0" anchor="t">
            <a:noAutofit/>
          </a:bodyPr>
          <a:p>
            <a:endParaRPr b="0" lang="en-HK" sz="2000" spc="-1" strike="noStrike">
              <a:latin typeface="Arial"/>
            </a:endParaRPr>
          </a:p>
        </p:txBody>
      </p:sp>
      <p:sp>
        <p:nvSpPr>
          <p:cNvPr id="910" name="PlaceHolder 3"/>
          <p:cNvSpPr>
            <a:spLocks noGrp="1"/>
          </p:cNvSpPr>
          <p:nvPr>
            <p:ph type="sldNum" idx="19"/>
          </p:nvPr>
        </p:nvSpPr>
        <p:spPr>
          <a:xfrm>
            <a:off x="3884760" y="8685360"/>
            <a:ext cx="2971080" cy="4579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74802357-1D89-44FA-A35A-EB78285ECE26}"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11" name="PlaceHolder 1"/>
          <p:cNvSpPr>
            <a:spLocks noGrp="1"/>
          </p:cNvSpPr>
          <p:nvPr>
            <p:ph type="sldImg"/>
          </p:nvPr>
        </p:nvSpPr>
        <p:spPr>
          <a:xfrm>
            <a:off x="685800" y="1143000"/>
            <a:ext cx="5485680" cy="3085560"/>
          </a:xfrm>
          <a:prstGeom prst="rect">
            <a:avLst/>
          </a:prstGeom>
          <a:ln w="0">
            <a:noFill/>
          </a:ln>
        </p:spPr>
      </p:sp>
      <p:sp>
        <p:nvSpPr>
          <p:cNvPr id="912" name="PlaceHolder 2"/>
          <p:cNvSpPr>
            <a:spLocks noGrp="1"/>
          </p:cNvSpPr>
          <p:nvPr>
            <p:ph type="body"/>
          </p:nvPr>
        </p:nvSpPr>
        <p:spPr>
          <a:xfrm>
            <a:off x="685800" y="4400640"/>
            <a:ext cx="5485680" cy="3599640"/>
          </a:xfrm>
          <a:prstGeom prst="rect">
            <a:avLst/>
          </a:prstGeom>
          <a:noFill/>
          <a:ln w="0">
            <a:noFill/>
          </a:ln>
        </p:spPr>
        <p:txBody>
          <a:bodyPr lIns="0" rIns="0" tIns="0" bIns="0" anchor="t">
            <a:noAutofit/>
          </a:bodyPr>
          <a:p>
            <a:endParaRPr b="0" lang="en-HK" sz="2000" spc="-1" strike="noStrike">
              <a:latin typeface="Arial"/>
            </a:endParaRPr>
          </a:p>
        </p:txBody>
      </p:sp>
      <p:sp>
        <p:nvSpPr>
          <p:cNvPr id="913" name="PlaceHolder 3"/>
          <p:cNvSpPr>
            <a:spLocks noGrp="1"/>
          </p:cNvSpPr>
          <p:nvPr>
            <p:ph type="sldNum" idx="20"/>
          </p:nvPr>
        </p:nvSpPr>
        <p:spPr>
          <a:xfrm>
            <a:off x="3884760" y="8685360"/>
            <a:ext cx="2971080" cy="4579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B798A057-F1B3-49E7-BF39-795BB797682D}"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14" name="PlaceHolder 1"/>
          <p:cNvSpPr>
            <a:spLocks noGrp="1"/>
          </p:cNvSpPr>
          <p:nvPr>
            <p:ph type="sldImg"/>
          </p:nvPr>
        </p:nvSpPr>
        <p:spPr>
          <a:xfrm>
            <a:off x="685800" y="1143000"/>
            <a:ext cx="5485680" cy="3085560"/>
          </a:xfrm>
          <a:prstGeom prst="rect">
            <a:avLst/>
          </a:prstGeom>
          <a:ln w="0">
            <a:noFill/>
          </a:ln>
        </p:spPr>
      </p:sp>
      <p:sp>
        <p:nvSpPr>
          <p:cNvPr id="915" name="PlaceHolder 2"/>
          <p:cNvSpPr>
            <a:spLocks noGrp="1"/>
          </p:cNvSpPr>
          <p:nvPr>
            <p:ph type="body"/>
          </p:nvPr>
        </p:nvSpPr>
        <p:spPr>
          <a:xfrm>
            <a:off x="685800" y="4400640"/>
            <a:ext cx="5485680" cy="3599640"/>
          </a:xfrm>
          <a:prstGeom prst="rect">
            <a:avLst/>
          </a:prstGeom>
          <a:noFill/>
          <a:ln w="0">
            <a:noFill/>
          </a:ln>
        </p:spPr>
        <p:txBody>
          <a:bodyPr lIns="0" rIns="0" tIns="0" bIns="0" anchor="t">
            <a:noAutofit/>
          </a:bodyPr>
          <a:p>
            <a:endParaRPr b="0" lang="en-HK" sz="2000" spc="-1" strike="noStrike">
              <a:latin typeface="Arial"/>
            </a:endParaRPr>
          </a:p>
        </p:txBody>
      </p:sp>
      <p:sp>
        <p:nvSpPr>
          <p:cNvPr id="916" name="PlaceHolder 3"/>
          <p:cNvSpPr>
            <a:spLocks noGrp="1"/>
          </p:cNvSpPr>
          <p:nvPr>
            <p:ph type="sldNum" idx="21"/>
          </p:nvPr>
        </p:nvSpPr>
        <p:spPr>
          <a:xfrm>
            <a:off x="3884760" y="8685360"/>
            <a:ext cx="2971080" cy="4579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B35C38CC-0549-4AE0-B7B3-169BBD9C5572}"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17" name="PlaceHolder 1"/>
          <p:cNvSpPr>
            <a:spLocks noGrp="1"/>
          </p:cNvSpPr>
          <p:nvPr>
            <p:ph type="sldImg"/>
          </p:nvPr>
        </p:nvSpPr>
        <p:spPr>
          <a:xfrm>
            <a:off x="685800" y="1143000"/>
            <a:ext cx="5485680" cy="3085560"/>
          </a:xfrm>
          <a:prstGeom prst="rect">
            <a:avLst/>
          </a:prstGeom>
          <a:ln w="0">
            <a:noFill/>
          </a:ln>
        </p:spPr>
      </p:sp>
      <p:sp>
        <p:nvSpPr>
          <p:cNvPr id="918" name="PlaceHolder 2"/>
          <p:cNvSpPr>
            <a:spLocks noGrp="1"/>
          </p:cNvSpPr>
          <p:nvPr>
            <p:ph type="body"/>
          </p:nvPr>
        </p:nvSpPr>
        <p:spPr>
          <a:xfrm>
            <a:off x="685800" y="4400640"/>
            <a:ext cx="5485680" cy="3599640"/>
          </a:xfrm>
          <a:prstGeom prst="rect">
            <a:avLst/>
          </a:prstGeom>
          <a:noFill/>
          <a:ln w="0">
            <a:noFill/>
          </a:ln>
        </p:spPr>
        <p:txBody>
          <a:bodyPr lIns="0" rIns="0" tIns="0" bIns="0" anchor="t">
            <a:noAutofit/>
          </a:bodyPr>
          <a:p>
            <a:endParaRPr b="0" lang="en-HK" sz="2000" spc="-1" strike="noStrike">
              <a:latin typeface="Arial"/>
            </a:endParaRPr>
          </a:p>
        </p:txBody>
      </p:sp>
      <p:sp>
        <p:nvSpPr>
          <p:cNvPr id="919" name="PlaceHolder 3"/>
          <p:cNvSpPr>
            <a:spLocks noGrp="1"/>
          </p:cNvSpPr>
          <p:nvPr>
            <p:ph type="sldNum" idx="22"/>
          </p:nvPr>
        </p:nvSpPr>
        <p:spPr>
          <a:xfrm>
            <a:off x="3884760" y="8685360"/>
            <a:ext cx="2971080" cy="4579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CB5206CD-31F1-4FBF-A6A5-73C5E1295D8D}"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2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20" name="PlaceHolder 1"/>
          <p:cNvSpPr>
            <a:spLocks noGrp="1"/>
          </p:cNvSpPr>
          <p:nvPr>
            <p:ph type="sldImg"/>
          </p:nvPr>
        </p:nvSpPr>
        <p:spPr>
          <a:xfrm>
            <a:off x="685800" y="1143000"/>
            <a:ext cx="5485680" cy="3085560"/>
          </a:xfrm>
          <a:prstGeom prst="rect">
            <a:avLst/>
          </a:prstGeom>
          <a:ln w="0">
            <a:noFill/>
          </a:ln>
        </p:spPr>
      </p:sp>
      <p:sp>
        <p:nvSpPr>
          <p:cNvPr id="921" name="PlaceHolder 2"/>
          <p:cNvSpPr>
            <a:spLocks noGrp="1"/>
          </p:cNvSpPr>
          <p:nvPr>
            <p:ph type="body"/>
          </p:nvPr>
        </p:nvSpPr>
        <p:spPr>
          <a:xfrm>
            <a:off x="685800" y="4400640"/>
            <a:ext cx="5485680" cy="3599640"/>
          </a:xfrm>
          <a:prstGeom prst="rect">
            <a:avLst/>
          </a:prstGeom>
          <a:noFill/>
          <a:ln w="0">
            <a:noFill/>
          </a:ln>
        </p:spPr>
        <p:txBody>
          <a:bodyPr lIns="0" rIns="0" tIns="0" bIns="0" anchor="t">
            <a:noAutofit/>
          </a:bodyPr>
          <a:p>
            <a:endParaRPr b="0" lang="en-HK" sz="2000" spc="-1" strike="noStrike">
              <a:latin typeface="Arial"/>
            </a:endParaRPr>
          </a:p>
        </p:txBody>
      </p:sp>
      <p:sp>
        <p:nvSpPr>
          <p:cNvPr id="922" name="PlaceHolder 3"/>
          <p:cNvSpPr>
            <a:spLocks noGrp="1"/>
          </p:cNvSpPr>
          <p:nvPr>
            <p:ph type="sldNum" idx="23"/>
          </p:nvPr>
        </p:nvSpPr>
        <p:spPr>
          <a:xfrm>
            <a:off x="3884760" y="8685360"/>
            <a:ext cx="2971080" cy="4579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056D5ED8-C986-49A0-8A84-384C7D5907AF}"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2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23" name="PlaceHolder 1"/>
          <p:cNvSpPr>
            <a:spLocks noGrp="1"/>
          </p:cNvSpPr>
          <p:nvPr>
            <p:ph type="sldImg"/>
          </p:nvPr>
        </p:nvSpPr>
        <p:spPr>
          <a:xfrm>
            <a:off x="685800" y="1143000"/>
            <a:ext cx="5485680" cy="3085560"/>
          </a:xfrm>
          <a:prstGeom prst="rect">
            <a:avLst/>
          </a:prstGeom>
          <a:ln w="0">
            <a:noFill/>
          </a:ln>
        </p:spPr>
      </p:sp>
      <p:sp>
        <p:nvSpPr>
          <p:cNvPr id="924" name="PlaceHolder 2"/>
          <p:cNvSpPr>
            <a:spLocks noGrp="1"/>
          </p:cNvSpPr>
          <p:nvPr>
            <p:ph type="body"/>
          </p:nvPr>
        </p:nvSpPr>
        <p:spPr>
          <a:xfrm>
            <a:off x="685800" y="4400640"/>
            <a:ext cx="5485680" cy="3599640"/>
          </a:xfrm>
          <a:prstGeom prst="rect">
            <a:avLst/>
          </a:prstGeom>
          <a:noFill/>
          <a:ln w="0">
            <a:noFill/>
          </a:ln>
        </p:spPr>
        <p:txBody>
          <a:bodyPr lIns="0" rIns="0" tIns="0" bIns="0" anchor="t">
            <a:noAutofit/>
          </a:bodyPr>
          <a:p>
            <a:endParaRPr b="0" lang="en-HK" sz="2000" spc="-1" strike="noStrike">
              <a:latin typeface="Arial"/>
            </a:endParaRPr>
          </a:p>
        </p:txBody>
      </p:sp>
      <p:sp>
        <p:nvSpPr>
          <p:cNvPr id="925" name="PlaceHolder 3"/>
          <p:cNvSpPr>
            <a:spLocks noGrp="1"/>
          </p:cNvSpPr>
          <p:nvPr>
            <p:ph type="sldNum" idx="24"/>
          </p:nvPr>
        </p:nvSpPr>
        <p:spPr>
          <a:xfrm>
            <a:off x="3884760" y="8685360"/>
            <a:ext cx="2971080" cy="4579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41922376-2E89-44FA-8565-29B5922FD80F}"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2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26" name="PlaceHolder 1"/>
          <p:cNvSpPr>
            <a:spLocks noGrp="1"/>
          </p:cNvSpPr>
          <p:nvPr>
            <p:ph type="sldImg"/>
          </p:nvPr>
        </p:nvSpPr>
        <p:spPr>
          <a:xfrm>
            <a:off x="685800" y="1143000"/>
            <a:ext cx="5485680" cy="3085560"/>
          </a:xfrm>
          <a:prstGeom prst="rect">
            <a:avLst/>
          </a:prstGeom>
          <a:ln w="0">
            <a:noFill/>
          </a:ln>
        </p:spPr>
      </p:sp>
      <p:sp>
        <p:nvSpPr>
          <p:cNvPr id="927" name="PlaceHolder 2"/>
          <p:cNvSpPr>
            <a:spLocks noGrp="1"/>
          </p:cNvSpPr>
          <p:nvPr>
            <p:ph type="body"/>
          </p:nvPr>
        </p:nvSpPr>
        <p:spPr>
          <a:xfrm>
            <a:off x="685800" y="4400640"/>
            <a:ext cx="5485680" cy="3599640"/>
          </a:xfrm>
          <a:prstGeom prst="rect">
            <a:avLst/>
          </a:prstGeom>
          <a:noFill/>
          <a:ln w="0">
            <a:noFill/>
          </a:ln>
        </p:spPr>
        <p:txBody>
          <a:bodyPr lIns="0" rIns="0" tIns="0" bIns="0" anchor="t">
            <a:noAutofit/>
          </a:bodyPr>
          <a:p>
            <a:endParaRPr b="0" lang="en-HK" sz="2000" spc="-1" strike="noStrike">
              <a:latin typeface="Arial"/>
            </a:endParaRPr>
          </a:p>
        </p:txBody>
      </p:sp>
      <p:sp>
        <p:nvSpPr>
          <p:cNvPr id="928" name="PlaceHolder 3"/>
          <p:cNvSpPr>
            <a:spLocks noGrp="1"/>
          </p:cNvSpPr>
          <p:nvPr>
            <p:ph type="sldNum" idx="25"/>
          </p:nvPr>
        </p:nvSpPr>
        <p:spPr>
          <a:xfrm>
            <a:off x="3884760" y="8685360"/>
            <a:ext cx="2971080" cy="4579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6E59750C-6A09-44EF-8B53-6ABB957A7CB6}"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2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29" name="PlaceHolder 1"/>
          <p:cNvSpPr>
            <a:spLocks noGrp="1"/>
          </p:cNvSpPr>
          <p:nvPr>
            <p:ph type="sldImg"/>
          </p:nvPr>
        </p:nvSpPr>
        <p:spPr>
          <a:xfrm>
            <a:off x="685800" y="1143000"/>
            <a:ext cx="5485680" cy="3085560"/>
          </a:xfrm>
          <a:prstGeom prst="rect">
            <a:avLst/>
          </a:prstGeom>
          <a:ln w="0">
            <a:noFill/>
          </a:ln>
        </p:spPr>
      </p:sp>
      <p:sp>
        <p:nvSpPr>
          <p:cNvPr id="930" name="PlaceHolder 2"/>
          <p:cNvSpPr>
            <a:spLocks noGrp="1"/>
          </p:cNvSpPr>
          <p:nvPr>
            <p:ph type="body"/>
          </p:nvPr>
        </p:nvSpPr>
        <p:spPr>
          <a:xfrm>
            <a:off x="685800" y="4400640"/>
            <a:ext cx="5485680" cy="3599640"/>
          </a:xfrm>
          <a:prstGeom prst="rect">
            <a:avLst/>
          </a:prstGeom>
          <a:noFill/>
          <a:ln w="0">
            <a:noFill/>
          </a:ln>
        </p:spPr>
        <p:txBody>
          <a:bodyPr lIns="0" rIns="0" tIns="0" bIns="0" anchor="t">
            <a:noAutofit/>
          </a:bodyPr>
          <a:p>
            <a:endParaRPr b="0" lang="en-HK" sz="2000" spc="-1" strike="noStrike">
              <a:latin typeface="Arial"/>
            </a:endParaRPr>
          </a:p>
        </p:txBody>
      </p:sp>
      <p:sp>
        <p:nvSpPr>
          <p:cNvPr id="931" name="PlaceHolder 3"/>
          <p:cNvSpPr>
            <a:spLocks noGrp="1"/>
          </p:cNvSpPr>
          <p:nvPr>
            <p:ph type="sldNum" idx="26"/>
          </p:nvPr>
        </p:nvSpPr>
        <p:spPr>
          <a:xfrm>
            <a:off x="3884760" y="8685360"/>
            <a:ext cx="2971080" cy="4579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3885FBD0-AC0B-49F2-AD77-77AD3604F251}"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2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32" name="PlaceHolder 1"/>
          <p:cNvSpPr>
            <a:spLocks noGrp="1"/>
          </p:cNvSpPr>
          <p:nvPr>
            <p:ph type="sldImg"/>
          </p:nvPr>
        </p:nvSpPr>
        <p:spPr>
          <a:xfrm>
            <a:off x="685800" y="1143000"/>
            <a:ext cx="5485680" cy="3085560"/>
          </a:xfrm>
          <a:prstGeom prst="rect">
            <a:avLst/>
          </a:prstGeom>
          <a:ln w="0">
            <a:noFill/>
          </a:ln>
        </p:spPr>
      </p:sp>
      <p:sp>
        <p:nvSpPr>
          <p:cNvPr id="933" name="PlaceHolder 2"/>
          <p:cNvSpPr>
            <a:spLocks noGrp="1"/>
          </p:cNvSpPr>
          <p:nvPr>
            <p:ph type="body"/>
          </p:nvPr>
        </p:nvSpPr>
        <p:spPr>
          <a:xfrm>
            <a:off x="685800" y="4400640"/>
            <a:ext cx="5485680" cy="3599640"/>
          </a:xfrm>
          <a:prstGeom prst="rect">
            <a:avLst/>
          </a:prstGeom>
          <a:noFill/>
          <a:ln w="0">
            <a:noFill/>
          </a:ln>
        </p:spPr>
        <p:txBody>
          <a:bodyPr lIns="0" rIns="0" tIns="0" bIns="0" anchor="t">
            <a:noAutofit/>
          </a:bodyPr>
          <a:p>
            <a:endParaRPr b="0" lang="en-HK" sz="2000" spc="-1" strike="noStrike">
              <a:latin typeface="Arial"/>
            </a:endParaRPr>
          </a:p>
        </p:txBody>
      </p:sp>
      <p:sp>
        <p:nvSpPr>
          <p:cNvPr id="934" name="PlaceHolder 3"/>
          <p:cNvSpPr>
            <a:spLocks noGrp="1"/>
          </p:cNvSpPr>
          <p:nvPr>
            <p:ph type="sldNum" idx="27"/>
          </p:nvPr>
        </p:nvSpPr>
        <p:spPr>
          <a:xfrm>
            <a:off x="3884760" y="8685360"/>
            <a:ext cx="2971080" cy="4579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CA98A552-6149-42A4-B045-A19094794956}" type="slidenum">
              <a:rPr b="0" lang="en-US" sz="1200" spc="-1" strike="noStrike">
                <a:latin typeface="Times New Roman"/>
              </a:rPr>
              <a:t>&lt;number&gt;</a:t>
            </a:fld>
            <a:endParaRPr b="0" lang="en-HK" sz="1200" spc="-1" strike="noStrike">
              <a:latin typeface="Times New Roman"/>
            </a:endParaRPr>
          </a:p>
        </p:txBody>
      </p:sp>
    </p:spTree>
  </p:cSld>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2"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HK" sz="3600" spc="-1" strike="noStrike">
              <a:latin typeface="Arial"/>
            </a:endParaRPr>
          </a:p>
        </p:txBody>
      </p:sp>
      <p:sp>
        <p:nvSpPr>
          <p:cNvPr id="3" name="PlaceHolder 2"/>
          <p:cNvSpPr>
            <a:spLocks noGrp="1"/>
          </p:cNvSpPr>
          <p:nvPr>
            <p:ph type="subTitle"/>
          </p:nvPr>
        </p:nvSpPr>
        <p:spPr>
          <a:xfrm>
            <a:off x="609480" y="1604520"/>
            <a:ext cx="10972440" cy="3977280"/>
          </a:xfrm>
          <a:prstGeom prst="rect">
            <a:avLst/>
          </a:prstGeom>
          <a:noFill/>
          <a:ln w="0">
            <a:noFill/>
          </a:ln>
        </p:spPr>
        <p:txBody>
          <a:bodyPr lIns="0" rIns="0" tIns="0" bIns="0" anchor="ctr">
            <a:noAutofit/>
          </a:bodyPr>
          <a:p>
            <a:pPr algn="ctr">
              <a:buNone/>
            </a:pPr>
            <a:endParaRPr b="0" lang="en-HK" sz="3200" spc="-1" strike="noStrike">
              <a:latin typeface="Arial"/>
            </a:endParaRP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4"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HK" sz="3600" spc="-1" strike="noStrike">
              <a:latin typeface="Arial"/>
            </a:endParaRPr>
          </a:p>
        </p:txBody>
      </p:sp>
      <p:sp>
        <p:nvSpPr>
          <p:cNvPr id="5" name="PlaceHolder 2"/>
          <p:cNvSpPr>
            <a:spLocks noGrp="1"/>
          </p:cNvSpPr>
          <p:nvPr>
            <p:ph/>
          </p:nvPr>
        </p:nvSpPr>
        <p:spPr>
          <a:xfrm>
            <a:off x="609480" y="1604520"/>
            <a:ext cx="10972440" cy="397728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6"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HK" sz="3600" spc="-1" strike="noStrike">
              <a:latin typeface="Arial"/>
            </a:endParaRPr>
          </a:p>
        </p:txBody>
      </p:sp>
      <p:sp>
        <p:nvSpPr>
          <p:cNvPr id="7" name="PlaceHolder 2"/>
          <p:cNvSpPr>
            <a:spLocks noGrp="1"/>
          </p:cNvSpPr>
          <p:nvPr>
            <p:ph/>
          </p:nvPr>
        </p:nvSpPr>
        <p:spPr>
          <a:xfrm>
            <a:off x="609480" y="1604520"/>
            <a:ext cx="5354280" cy="3977280"/>
          </a:xfrm>
          <a:prstGeom prst="rect">
            <a:avLst/>
          </a:prstGeom>
          <a:noFill/>
          <a:ln w="0">
            <a:noFill/>
          </a:ln>
        </p:spPr>
        <p:txBody>
          <a:bodyPr lIns="0" rIns="0" tIns="0" bIns="0" anchor="t">
            <a:normAutofit/>
          </a:bodyPr>
          <a:p>
            <a:endParaRPr b="0" lang="en-HK" sz="3200" spc="-1" strike="noStrike">
              <a:latin typeface="Arial"/>
            </a:endParaRPr>
          </a:p>
        </p:txBody>
      </p:sp>
      <p:sp>
        <p:nvSpPr>
          <p:cNvPr id="8" name="PlaceHolder 3"/>
          <p:cNvSpPr>
            <a:spLocks noGrp="1"/>
          </p:cNvSpPr>
          <p:nvPr>
            <p:ph/>
          </p:nvPr>
        </p:nvSpPr>
        <p:spPr>
          <a:xfrm>
            <a:off x="6231960" y="1604520"/>
            <a:ext cx="5354280" cy="397728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9"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HK" sz="3600" spc="-1" strike="noStrike">
              <a:latin typeface="Arial"/>
            </a:endParaRP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10" name="PlaceHolder 1"/>
          <p:cNvSpPr>
            <a:spLocks noGrp="1"/>
          </p:cNvSpPr>
          <p:nvPr>
            <p:ph type="subTitle"/>
          </p:nvPr>
        </p:nvSpPr>
        <p:spPr>
          <a:xfrm>
            <a:off x="609480" y="273600"/>
            <a:ext cx="10972440" cy="5307840"/>
          </a:xfrm>
          <a:prstGeom prst="rect">
            <a:avLst/>
          </a:prstGeom>
          <a:noFill/>
          <a:ln w="0">
            <a:noFill/>
          </a:ln>
        </p:spPr>
        <p:txBody>
          <a:bodyPr lIns="0" rIns="0" tIns="0" bIns="0" anchor="ctr">
            <a:noAutofit/>
          </a:bodyPr>
          <a:p>
            <a:pPr algn="ctr">
              <a:buNone/>
            </a:pPr>
            <a:endParaRPr b="0" lang="en-HK" sz="3200" spc="-1" strike="noStrike">
              <a:latin typeface="Arial"/>
            </a:endParaRP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11"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HK" sz="3600" spc="-1" strike="noStrike">
              <a:latin typeface="Arial"/>
            </a:endParaRPr>
          </a:p>
        </p:txBody>
      </p:sp>
      <p:sp>
        <p:nvSpPr>
          <p:cNvPr id="12"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endParaRPr b="0" lang="en-HK" sz="3200" spc="-1" strike="noStrike">
              <a:latin typeface="Arial"/>
            </a:endParaRPr>
          </a:p>
        </p:txBody>
      </p:sp>
      <p:sp>
        <p:nvSpPr>
          <p:cNvPr id="13" name="PlaceHolder 3"/>
          <p:cNvSpPr>
            <a:spLocks noGrp="1"/>
          </p:cNvSpPr>
          <p:nvPr>
            <p:ph/>
          </p:nvPr>
        </p:nvSpPr>
        <p:spPr>
          <a:xfrm>
            <a:off x="6231960" y="1604520"/>
            <a:ext cx="5354280" cy="3977280"/>
          </a:xfrm>
          <a:prstGeom prst="rect">
            <a:avLst/>
          </a:prstGeom>
          <a:noFill/>
          <a:ln w="0">
            <a:noFill/>
          </a:ln>
        </p:spPr>
        <p:txBody>
          <a:bodyPr lIns="0" rIns="0" tIns="0" bIns="0" anchor="t">
            <a:normAutofit/>
          </a:bodyPr>
          <a:p>
            <a:endParaRPr b="0" lang="en-HK" sz="3200" spc="-1" strike="noStrike">
              <a:latin typeface="Arial"/>
            </a:endParaRPr>
          </a:p>
        </p:txBody>
      </p:sp>
      <p:sp>
        <p:nvSpPr>
          <p:cNvPr id="14" name="PlaceHolder 4"/>
          <p:cNvSpPr>
            <a:spLocks noGrp="1"/>
          </p:cNvSpPr>
          <p:nvPr>
            <p:ph/>
          </p:nvPr>
        </p:nvSpPr>
        <p:spPr>
          <a:xfrm>
            <a:off x="609480" y="3682080"/>
            <a:ext cx="5354280" cy="189684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15"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HK" sz="3600" spc="-1" strike="noStrike">
              <a:latin typeface="Arial"/>
            </a:endParaRPr>
          </a:p>
        </p:txBody>
      </p:sp>
      <p:sp>
        <p:nvSpPr>
          <p:cNvPr id="16" name="PlaceHolder 2"/>
          <p:cNvSpPr>
            <a:spLocks noGrp="1"/>
          </p:cNvSpPr>
          <p:nvPr>
            <p:ph/>
          </p:nvPr>
        </p:nvSpPr>
        <p:spPr>
          <a:xfrm>
            <a:off x="609480" y="1604520"/>
            <a:ext cx="5354280" cy="3977280"/>
          </a:xfrm>
          <a:prstGeom prst="rect">
            <a:avLst/>
          </a:prstGeom>
          <a:noFill/>
          <a:ln w="0">
            <a:noFill/>
          </a:ln>
        </p:spPr>
        <p:txBody>
          <a:bodyPr lIns="0" rIns="0" tIns="0" bIns="0" anchor="t">
            <a:normAutofit/>
          </a:bodyPr>
          <a:p>
            <a:endParaRPr b="0" lang="en-HK" sz="3200" spc="-1" strike="noStrike">
              <a:latin typeface="Arial"/>
            </a:endParaRPr>
          </a:p>
        </p:txBody>
      </p:sp>
      <p:sp>
        <p:nvSpPr>
          <p:cNvPr id="17"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endParaRPr b="0" lang="en-HK" sz="3200" spc="-1" strike="noStrike">
              <a:latin typeface="Arial"/>
            </a:endParaRPr>
          </a:p>
        </p:txBody>
      </p:sp>
      <p:sp>
        <p:nvSpPr>
          <p:cNvPr id="18" name="PlaceHolder 4"/>
          <p:cNvSpPr>
            <a:spLocks noGrp="1"/>
          </p:cNvSpPr>
          <p:nvPr>
            <p:ph/>
          </p:nvPr>
        </p:nvSpPr>
        <p:spPr>
          <a:xfrm>
            <a:off x="6231960" y="3682080"/>
            <a:ext cx="5354280" cy="189684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19"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HK" sz="3600" spc="-1" strike="noStrike">
              <a:latin typeface="Arial"/>
            </a:endParaRPr>
          </a:p>
        </p:txBody>
      </p:sp>
      <p:sp>
        <p:nvSpPr>
          <p:cNvPr id="20"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endParaRPr b="0" lang="en-HK" sz="3200" spc="-1" strike="noStrike">
              <a:latin typeface="Arial"/>
            </a:endParaRPr>
          </a:p>
        </p:txBody>
      </p:sp>
      <p:sp>
        <p:nvSpPr>
          <p:cNvPr id="21"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endParaRPr b="0" lang="en-HK" sz="3200" spc="-1" strike="noStrike">
              <a:latin typeface="Arial"/>
            </a:endParaRPr>
          </a:p>
        </p:txBody>
      </p:sp>
      <p:sp>
        <p:nvSpPr>
          <p:cNvPr id="22" name="PlaceHolder 4"/>
          <p:cNvSpPr>
            <a:spLocks noGrp="1"/>
          </p:cNvSpPr>
          <p:nvPr>
            <p:ph/>
          </p:nvPr>
        </p:nvSpPr>
        <p:spPr>
          <a:xfrm>
            <a:off x="609480" y="3682080"/>
            <a:ext cx="10972440" cy="189684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23"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HK" sz="3600" spc="-1" strike="noStrike">
              <a:latin typeface="Arial"/>
            </a:endParaRPr>
          </a:p>
        </p:txBody>
      </p:sp>
      <p:sp>
        <p:nvSpPr>
          <p:cNvPr id="24" name="PlaceHolder 2"/>
          <p:cNvSpPr>
            <a:spLocks noGrp="1"/>
          </p:cNvSpPr>
          <p:nvPr>
            <p:ph/>
          </p:nvPr>
        </p:nvSpPr>
        <p:spPr>
          <a:xfrm>
            <a:off x="609480" y="1604520"/>
            <a:ext cx="10972440" cy="1896840"/>
          </a:xfrm>
          <a:prstGeom prst="rect">
            <a:avLst/>
          </a:prstGeom>
          <a:noFill/>
          <a:ln w="0">
            <a:noFill/>
          </a:ln>
        </p:spPr>
        <p:txBody>
          <a:bodyPr lIns="0" rIns="0" tIns="0" bIns="0" anchor="t">
            <a:normAutofit/>
          </a:bodyPr>
          <a:p>
            <a:endParaRPr b="0" lang="en-HK" sz="3200" spc="-1" strike="noStrike">
              <a:latin typeface="Arial"/>
            </a:endParaRPr>
          </a:p>
        </p:txBody>
      </p:sp>
      <p:sp>
        <p:nvSpPr>
          <p:cNvPr id="25" name="PlaceHolder 3"/>
          <p:cNvSpPr>
            <a:spLocks noGrp="1"/>
          </p:cNvSpPr>
          <p:nvPr>
            <p:ph/>
          </p:nvPr>
        </p:nvSpPr>
        <p:spPr>
          <a:xfrm>
            <a:off x="609480" y="3682080"/>
            <a:ext cx="10972440" cy="189684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26"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HK" sz="3600" spc="-1" strike="noStrike">
              <a:latin typeface="Arial"/>
            </a:endParaRPr>
          </a:p>
        </p:txBody>
      </p:sp>
      <p:sp>
        <p:nvSpPr>
          <p:cNvPr id="27"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endParaRPr b="0" lang="en-HK" sz="3200" spc="-1" strike="noStrike">
              <a:latin typeface="Arial"/>
            </a:endParaRPr>
          </a:p>
        </p:txBody>
      </p:sp>
      <p:sp>
        <p:nvSpPr>
          <p:cNvPr id="28"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endParaRPr b="0" lang="en-HK" sz="3200" spc="-1" strike="noStrike">
              <a:latin typeface="Arial"/>
            </a:endParaRPr>
          </a:p>
        </p:txBody>
      </p:sp>
      <p:sp>
        <p:nvSpPr>
          <p:cNvPr id="29" name="PlaceHolder 4"/>
          <p:cNvSpPr>
            <a:spLocks noGrp="1"/>
          </p:cNvSpPr>
          <p:nvPr>
            <p:ph/>
          </p:nvPr>
        </p:nvSpPr>
        <p:spPr>
          <a:xfrm>
            <a:off x="609480" y="3682080"/>
            <a:ext cx="5354280" cy="1896840"/>
          </a:xfrm>
          <a:prstGeom prst="rect">
            <a:avLst/>
          </a:prstGeom>
          <a:noFill/>
          <a:ln w="0">
            <a:noFill/>
          </a:ln>
        </p:spPr>
        <p:txBody>
          <a:bodyPr lIns="0" rIns="0" tIns="0" bIns="0" anchor="t">
            <a:normAutofit/>
          </a:bodyPr>
          <a:p>
            <a:endParaRPr b="0" lang="en-HK" sz="3200" spc="-1" strike="noStrike">
              <a:latin typeface="Arial"/>
            </a:endParaRPr>
          </a:p>
        </p:txBody>
      </p:sp>
      <p:sp>
        <p:nvSpPr>
          <p:cNvPr id="30" name="PlaceHolder 5"/>
          <p:cNvSpPr>
            <a:spLocks noGrp="1"/>
          </p:cNvSpPr>
          <p:nvPr>
            <p:ph/>
          </p:nvPr>
        </p:nvSpPr>
        <p:spPr>
          <a:xfrm>
            <a:off x="6231960" y="3682080"/>
            <a:ext cx="5354280" cy="189684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Layouts/slideLayout1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31"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HK" sz="3600" spc="-1" strike="noStrike">
              <a:latin typeface="Arial"/>
            </a:endParaRPr>
          </a:p>
        </p:txBody>
      </p:sp>
      <p:sp>
        <p:nvSpPr>
          <p:cNvPr id="32" name="PlaceHolder 2"/>
          <p:cNvSpPr>
            <a:spLocks noGrp="1"/>
          </p:cNvSpPr>
          <p:nvPr>
            <p:ph/>
          </p:nvPr>
        </p:nvSpPr>
        <p:spPr>
          <a:xfrm>
            <a:off x="609480" y="1604520"/>
            <a:ext cx="3533040" cy="1896840"/>
          </a:xfrm>
          <a:prstGeom prst="rect">
            <a:avLst/>
          </a:prstGeom>
          <a:noFill/>
          <a:ln w="0">
            <a:noFill/>
          </a:ln>
        </p:spPr>
        <p:txBody>
          <a:bodyPr lIns="0" rIns="0" tIns="0" bIns="0" anchor="t">
            <a:normAutofit/>
          </a:bodyPr>
          <a:p>
            <a:endParaRPr b="0" lang="en-HK" sz="3200" spc="-1" strike="noStrike">
              <a:latin typeface="Arial"/>
            </a:endParaRPr>
          </a:p>
        </p:txBody>
      </p:sp>
      <p:sp>
        <p:nvSpPr>
          <p:cNvPr id="33" name="PlaceHolder 3"/>
          <p:cNvSpPr>
            <a:spLocks noGrp="1"/>
          </p:cNvSpPr>
          <p:nvPr>
            <p:ph/>
          </p:nvPr>
        </p:nvSpPr>
        <p:spPr>
          <a:xfrm>
            <a:off x="4319640" y="1604520"/>
            <a:ext cx="3533040" cy="1896840"/>
          </a:xfrm>
          <a:prstGeom prst="rect">
            <a:avLst/>
          </a:prstGeom>
          <a:noFill/>
          <a:ln w="0">
            <a:noFill/>
          </a:ln>
        </p:spPr>
        <p:txBody>
          <a:bodyPr lIns="0" rIns="0" tIns="0" bIns="0" anchor="t">
            <a:normAutofit/>
          </a:bodyPr>
          <a:p>
            <a:endParaRPr b="0" lang="en-HK" sz="3200" spc="-1" strike="noStrike">
              <a:latin typeface="Arial"/>
            </a:endParaRPr>
          </a:p>
        </p:txBody>
      </p:sp>
      <p:sp>
        <p:nvSpPr>
          <p:cNvPr id="34" name="PlaceHolder 4"/>
          <p:cNvSpPr>
            <a:spLocks noGrp="1"/>
          </p:cNvSpPr>
          <p:nvPr>
            <p:ph/>
          </p:nvPr>
        </p:nvSpPr>
        <p:spPr>
          <a:xfrm>
            <a:off x="8029800" y="1604520"/>
            <a:ext cx="3533040" cy="1896840"/>
          </a:xfrm>
          <a:prstGeom prst="rect">
            <a:avLst/>
          </a:prstGeom>
          <a:noFill/>
          <a:ln w="0">
            <a:noFill/>
          </a:ln>
        </p:spPr>
        <p:txBody>
          <a:bodyPr lIns="0" rIns="0" tIns="0" bIns="0" anchor="t">
            <a:normAutofit/>
          </a:bodyPr>
          <a:p>
            <a:endParaRPr b="0" lang="en-HK" sz="3200" spc="-1" strike="noStrike">
              <a:latin typeface="Arial"/>
            </a:endParaRPr>
          </a:p>
        </p:txBody>
      </p:sp>
      <p:sp>
        <p:nvSpPr>
          <p:cNvPr id="35" name="PlaceHolder 5"/>
          <p:cNvSpPr>
            <a:spLocks noGrp="1"/>
          </p:cNvSpPr>
          <p:nvPr>
            <p:ph/>
          </p:nvPr>
        </p:nvSpPr>
        <p:spPr>
          <a:xfrm>
            <a:off x="609480" y="3682080"/>
            <a:ext cx="3533040" cy="1896840"/>
          </a:xfrm>
          <a:prstGeom prst="rect">
            <a:avLst/>
          </a:prstGeom>
          <a:noFill/>
          <a:ln w="0">
            <a:noFill/>
          </a:ln>
        </p:spPr>
        <p:txBody>
          <a:bodyPr lIns="0" rIns="0" tIns="0" bIns="0" anchor="t">
            <a:normAutofit/>
          </a:bodyPr>
          <a:p>
            <a:endParaRPr b="0" lang="en-HK" sz="3200" spc="-1" strike="noStrike">
              <a:latin typeface="Arial"/>
            </a:endParaRPr>
          </a:p>
        </p:txBody>
      </p:sp>
      <p:sp>
        <p:nvSpPr>
          <p:cNvPr id="36" name="PlaceHolder 6"/>
          <p:cNvSpPr>
            <a:spLocks noGrp="1"/>
          </p:cNvSpPr>
          <p:nvPr>
            <p:ph/>
          </p:nvPr>
        </p:nvSpPr>
        <p:spPr>
          <a:xfrm>
            <a:off x="4319640" y="3682080"/>
            <a:ext cx="3533040" cy="1896840"/>
          </a:xfrm>
          <a:prstGeom prst="rect">
            <a:avLst/>
          </a:prstGeom>
          <a:noFill/>
          <a:ln w="0">
            <a:noFill/>
          </a:ln>
        </p:spPr>
        <p:txBody>
          <a:bodyPr lIns="0" rIns="0" tIns="0" bIns="0" anchor="t">
            <a:normAutofit/>
          </a:bodyPr>
          <a:p>
            <a:endParaRPr b="0" lang="en-HK" sz="3200" spc="-1" strike="noStrike">
              <a:latin typeface="Arial"/>
            </a:endParaRPr>
          </a:p>
        </p:txBody>
      </p:sp>
      <p:sp>
        <p:nvSpPr>
          <p:cNvPr id="37" name="PlaceHolder 7"/>
          <p:cNvSpPr>
            <a:spLocks noGrp="1"/>
          </p:cNvSpPr>
          <p:nvPr>
            <p:ph/>
          </p:nvPr>
        </p:nvSpPr>
        <p:spPr>
          <a:xfrm>
            <a:off x="8029800" y="3682080"/>
            <a:ext cx="3533040" cy="189684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0"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r>
              <a:rPr b="0" lang="en-HK" sz="3600" spc="-1" strike="noStrike">
                <a:latin typeface="Arial"/>
              </a:rPr>
              <a:t>Click to edit </a:t>
            </a:r>
            <a:r>
              <a:rPr b="0" lang="en-HK" sz="3600" spc="-1" strike="noStrike">
                <a:latin typeface="Arial"/>
              </a:rPr>
              <a:t>the title text </a:t>
            </a:r>
            <a:r>
              <a:rPr b="0" lang="en-HK" sz="3600" spc="-1" strike="noStrike">
                <a:latin typeface="Arial"/>
              </a:rPr>
              <a:t>format</a:t>
            </a:r>
            <a:endParaRPr b="0" lang="en-HK" sz="3600" spc="-1" strike="noStrike">
              <a:latin typeface="Arial"/>
            </a:endParaRPr>
          </a:p>
        </p:txBody>
      </p:sp>
      <p:sp>
        <p:nvSpPr>
          <p:cNvPr id="1" name="PlaceHolder 2"/>
          <p:cNvSpPr>
            <a:spLocks noGrp="1"/>
          </p:cNvSpPr>
          <p:nvPr>
            <p:ph type="body"/>
          </p:nvPr>
        </p:nvSpPr>
        <p:spPr>
          <a:xfrm>
            <a:off x="609480" y="1604520"/>
            <a:ext cx="109724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HK" sz="3200" spc="-1" strike="noStrike">
                <a:latin typeface="Arial"/>
              </a:rPr>
              <a:t>Click to edit the outline text format</a:t>
            </a:r>
            <a:endParaRPr b="0" lang="en-HK" sz="3200" spc="-1" strike="noStrike">
              <a:latin typeface="Arial"/>
            </a:endParaRPr>
          </a:p>
          <a:p>
            <a:pPr lvl="1" marL="864000" indent="-324000">
              <a:spcBef>
                <a:spcPts val="1134"/>
              </a:spcBef>
              <a:buClr>
                <a:srgbClr val="000000"/>
              </a:buClr>
              <a:buSzPct val="75000"/>
              <a:buFont typeface="Symbol" charset="2"/>
              <a:buChar char=""/>
            </a:pPr>
            <a:r>
              <a:rPr b="0" lang="en-HK" sz="2800" spc="-1" strike="noStrike">
                <a:latin typeface="Arial"/>
              </a:rPr>
              <a:t>Second Outline Level</a:t>
            </a:r>
            <a:endParaRPr b="0" lang="en-HK" sz="2800" spc="-1" strike="noStrike">
              <a:latin typeface="Arial"/>
            </a:endParaRPr>
          </a:p>
          <a:p>
            <a:pPr lvl="2" marL="1296000" indent="-288000">
              <a:spcBef>
                <a:spcPts val="850"/>
              </a:spcBef>
              <a:buClr>
                <a:srgbClr val="000000"/>
              </a:buClr>
              <a:buSzPct val="45000"/>
              <a:buFont typeface="Wingdings" charset="2"/>
              <a:buChar char=""/>
            </a:pPr>
            <a:r>
              <a:rPr b="0" lang="en-HK" sz="2400" spc="-1" strike="noStrike">
                <a:latin typeface="Arial"/>
              </a:rPr>
              <a:t>Third Outline Level</a:t>
            </a:r>
            <a:endParaRPr b="0" lang="en-HK" sz="2400" spc="-1" strike="noStrike">
              <a:latin typeface="Arial"/>
            </a:endParaRPr>
          </a:p>
          <a:p>
            <a:pPr lvl="3" marL="1728000" indent="-216000">
              <a:spcBef>
                <a:spcPts val="567"/>
              </a:spcBef>
              <a:buClr>
                <a:srgbClr val="000000"/>
              </a:buClr>
              <a:buSzPct val="75000"/>
              <a:buFont typeface="Symbol" charset="2"/>
              <a:buChar char=""/>
            </a:pPr>
            <a:r>
              <a:rPr b="0" lang="en-HK" sz="2000" spc="-1" strike="noStrike">
                <a:latin typeface="Arial"/>
              </a:rPr>
              <a:t>Fourth Outline Level</a:t>
            </a:r>
            <a:endParaRPr b="0" lang="en-HK" sz="2000" spc="-1" strike="noStrike">
              <a:latin typeface="Arial"/>
            </a:endParaRPr>
          </a:p>
          <a:p>
            <a:pPr lvl="4" marL="2160000" indent="-216000">
              <a:spcBef>
                <a:spcPts val="283"/>
              </a:spcBef>
              <a:buClr>
                <a:srgbClr val="000000"/>
              </a:buClr>
              <a:buSzPct val="45000"/>
              <a:buFont typeface="Wingdings" charset="2"/>
              <a:buChar char=""/>
            </a:pPr>
            <a:r>
              <a:rPr b="0" lang="en-HK" sz="2000" spc="-1" strike="noStrike">
                <a:latin typeface="Arial"/>
              </a:rPr>
              <a:t>Fifth Outline Level</a:t>
            </a:r>
            <a:endParaRPr b="0" lang="en-HK" sz="2000" spc="-1" strike="noStrike">
              <a:latin typeface="Arial"/>
            </a:endParaRPr>
          </a:p>
          <a:p>
            <a:pPr lvl="5" marL="2592000" indent="-216000">
              <a:spcBef>
                <a:spcPts val="283"/>
              </a:spcBef>
              <a:buClr>
                <a:srgbClr val="000000"/>
              </a:buClr>
              <a:buSzPct val="45000"/>
              <a:buFont typeface="Wingdings" charset="2"/>
              <a:buChar char=""/>
            </a:pPr>
            <a:r>
              <a:rPr b="0" lang="en-HK" sz="2000" spc="-1" strike="noStrike">
                <a:latin typeface="Arial"/>
              </a:rPr>
              <a:t>Sixth Outline Level</a:t>
            </a:r>
            <a:endParaRPr b="0" lang="en-HK" sz="2000" spc="-1" strike="noStrike">
              <a:latin typeface="Arial"/>
            </a:endParaRPr>
          </a:p>
          <a:p>
            <a:pPr lvl="6" marL="3024000" indent="-216000">
              <a:spcBef>
                <a:spcPts val="283"/>
              </a:spcBef>
              <a:buClr>
                <a:srgbClr val="000000"/>
              </a:buClr>
              <a:buSzPct val="45000"/>
              <a:buFont typeface="Wingdings" charset="2"/>
              <a:buChar char=""/>
            </a:pPr>
            <a:r>
              <a:rPr b="0" lang="en-HK" sz="2000" spc="-1" strike="noStrike">
                <a:latin typeface="Arial"/>
              </a:rPr>
              <a:t>Seventh Outline Level</a:t>
            </a:r>
            <a:endParaRPr b="0" lang="en-HK" sz="2000" spc="-1" strike="noStrike">
              <a:latin typeface="Arial"/>
            </a:endParaRPr>
          </a:p>
        </p:txBody>
      </p:sp>
    </p:spTree>
  </p:cSld>
  <p:clrMap bg1="lt1" bg2="lt2" tx1="dk1"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Lst>
</p:sldMaster>
</file>

<file path=ppt/slides/_rels/slide1.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xml"/><Relationship Id="rId3" Type="http://schemas.openxmlformats.org/officeDocument/2006/relationships/notesSlide" Target="../notesSlides/notesSlide1.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
</Relationships>
</file>

<file path=ppt/slides/_rels/slide3.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1.xml"/><Relationship Id="rId3" Type="http://schemas.openxmlformats.org/officeDocument/2006/relationships/notesSlide" Target="../notesSlides/notesSlide3.xml"/>
</Relationships>
</file>

<file path=ppt/slides/_rels/slide4.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
</Relationships>
</file>

<file path=ppt/slides/_rels/slide5.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slideLayout" Target="../slideLayouts/slideLayout1.xml"/><Relationship Id="rId3" Type="http://schemas.openxmlformats.org/officeDocument/2006/relationships/notesSlide" Target="../notesSlides/notesSlide5.xml"/>
</Relationships>
</file>

<file path=ppt/slides/_rels/slide6.xml.rels><?xml version="1.0" encoding="UTF-8"?>
<Relationships xmlns="http://schemas.openxmlformats.org/package/2006/relationships"><Relationship Id="rId1" Type="http://schemas.openxmlformats.org/officeDocument/2006/relationships/image" Target="../media/image4.png"/><Relationship Id="rId2" Type="http://schemas.openxmlformats.org/officeDocument/2006/relationships/slideLayout" Target="../slideLayouts/slideLayout1.xml"/><Relationship Id="rId3" Type="http://schemas.openxmlformats.org/officeDocument/2006/relationships/notesSlide" Target="../notesSlides/notesSlide6.xml"/>
</Relationships>
</file>

<file path=ppt/slides/_rels/slide7.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slideLayout" Target="../slideLayouts/slideLayout1.xml"/><Relationship Id="rId3" Type="http://schemas.openxmlformats.org/officeDocument/2006/relationships/notesSlide" Target="../notesSlides/notesSlide7.xml"/>
</Relationships>
</file>

<file path=ppt/slides/_rels/slide8.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
</Relationships>
</file>

<file path=ppt/slides/_rels/slide9.xml.rels><?xml version="1.0" encoding="UTF-8"?>
<Relationships xmlns="http://schemas.openxmlformats.org/package/2006/relationships"><Relationship Id="rId1" Type="http://schemas.openxmlformats.org/officeDocument/2006/relationships/image" Target="../media/image6.png"/><Relationship Id="rId2" Type="http://schemas.openxmlformats.org/officeDocument/2006/relationships/slideLayout" Target="../slideLayouts/slideLayout1.xml"/><Relationship Id="rId3" Type="http://schemas.openxmlformats.org/officeDocument/2006/relationships/notesSlide" Target="../notesSlides/notesSlide9.xml"/>
</Relationships>
</file>

<file path=ppt/slides/_rels/slide10.xml.rels><?xml version="1.0" encoding="UTF-8"?>
<Relationships xmlns="http://schemas.openxmlformats.org/package/2006/relationships"><Relationship Id="rId1" Type="http://schemas.openxmlformats.org/officeDocument/2006/relationships/image" Target="../media/image7.png"/><Relationship Id="rId2" Type="http://schemas.openxmlformats.org/officeDocument/2006/relationships/slideLayout" Target="../slideLayouts/slideLayout1.xml"/><Relationship Id="rId3" Type="http://schemas.openxmlformats.org/officeDocument/2006/relationships/notesSlide" Target="../notesSlides/notesSlide10.xml"/>
</Relationships>
</file>

<file path=ppt/slides/_rels/slide11.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
</Relationships>
</file>

<file path=ppt/slides/_rels/slide12.xml.rels><?xml version="1.0" encoding="UTF-8"?>
<Relationships xmlns="http://schemas.openxmlformats.org/package/2006/relationships"><Relationship Id="rId1" Type="http://schemas.openxmlformats.org/officeDocument/2006/relationships/image" Target="../media/image8.png"/><Relationship Id="rId2" Type="http://schemas.openxmlformats.org/officeDocument/2006/relationships/slideLayout" Target="../slideLayouts/slideLayout1.xml"/><Relationship Id="rId3" Type="http://schemas.openxmlformats.org/officeDocument/2006/relationships/notesSlide" Target="../notesSlides/notesSlide12.xml"/>
</Relationships>
</file>

<file path=ppt/slides/_rels/slide13.xml.rels><?xml version="1.0" encoding="UTF-8"?>
<Relationships xmlns="http://schemas.openxmlformats.org/package/2006/relationships"><Relationship Id="rId1" Type="http://schemas.openxmlformats.org/officeDocument/2006/relationships/image" Target="../media/image9.png"/><Relationship Id="rId2" Type="http://schemas.openxmlformats.org/officeDocument/2006/relationships/slideLayout" Target="../slideLayouts/slideLayout1.xml"/><Relationship Id="rId3" Type="http://schemas.openxmlformats.org/officeDocument/2006/relationships/notesSlide" Target="../notesSlides/notesSlide13.xml"/>
</Relationships>
</file>

<file path=ppt/slides/_rels/slide14.xml.rels><?xml version="1.0" encoding="UTF-8"?>
<Relationships xmlns="http://schemas.openxmlformats.org/package/2006/relationships"><Relationship Id="rId1" Type="http://schemas.openxmlformats.org/officeDocument/2006/relationships/image" Target="../media/image10.png"/><Relationship Id="rId2" Type="http://schemas.openxmlformats.org/officeDocument/2006/relationships/slideLayout" Target="../slideLayouts/slideLayout1.xml"/><Relationship Id="rId3" Type="http://schemas.openxmlformats.org/officeDocument/2006/relationships/notesSlide" Target="../notesSlides/notesSlide14.xml"/>
</Relationships>
</file>

<file path=ppt/slides/_rels/slide15.xml.rels><?xml version="1.0" encoding="UTF-8"?>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5.xml"/>
</Relationships>
</file>

<file path=ppt/slides/_rels/slide16.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
</Relationships>
</file>

<file path=ppt/slides/_rels/slide17.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
</Relationships>
</file>

<file path=ppt/slides/_rels/slide18.xml.rels><?xml version="1.0" encoding="UTF-8"?>
<Relationships xmlns="http://schemas.openxmlformats.org/package/2006/relationships"><Relationship Id="rId1" Type="http://schemas.openxmlformats.org/officeDocument/2006/relationships/image" Target="../media/image12.jpeg"/><Relationship Id="rId2" Type="http://schemas.openxmlformats.org/officeDocument/2006/relationships/slideLayout" Target="../slideLayouts/slideLayout1.xml"/><Relationship Id="rId3" Type="http://schemas.openxmlformats.org/officeDocument/2006/relationships/notesSlide" Target="../notesSlides/notesSlide18.xml"/>
</Relationships>
</file>

<file path=ppt/slides/_rels/slide19.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
</Relationships>
</file>

<file path=ppt/slides/_rels/slide20.xml.rels><?xml version="1.0" encoding="UTF-8"?>
<Relationships xmlns="http://schemas.openxmlformats.org/package/2006/relationships"><Relationship Id="rId1" Type="http://schemas.openxmlformats.org/officeDocument/2006/relationships/image" Target="../media/image13.png"/><Relationship Id="rId2" Type="http://schemas.openxmlformats.org/officeDocument/2006/relationships/slideLayout" Target="../slideLayouts/slideLayout1.xml"/><Relationship Id="rId3" Type="http://schemas.openxmlformats.org/officeDocument/2006/relationships/notesSlide" Target="../notesSlides/notesSlide20.xml"/>
</Relationships>
</file>

<file path=ppt/slides/_rels/slide21.xml.rels><?xml version="1.0" encoding="UTF-8"?>
<Relationships xmlns="http://schemas.openxmlformats.org/package/2006/relationships"><Relationship Id="rId1" Type="http://schemas.openxmlformats.org/officeDocument/2006/relationships/image" Target="../media/image14.png"/><Relationship Id="rId2" Type="http://schemas.openxmlformats.org/officeDocument/2006/relationships/slideLayout" Target="../slideLayouts/slideLayout1.xml"/><Relationship Id="rId3" Type="http://schemas.openxmlformats.org/officeDocument/2006/relationships/notesSlide" Target="../notesSlides/notesSlide21.xml"/>
</Relationships>
</file>

<file path=ppt/slides/_rels/slide22.xml.rels><?xml version="1.0" encoding="UTF-8"?>
<Relationships xmlns="http://schemas.openxmlformats.org/package/2006/relationships"><Relationship Id="rId1" Type="http://schemas.openxmlformats.org/officeDocument/2006/relationships/image" Target="../media/image15.png"/><Relationship Id="rId2" Type="http://schemas.openxmlformats.org/officeDocument/2006/relationships/slideLayout" Target="../slideLayouts/slideLayout1.xml"/><Relationship Id="rId3" Type="http://schemas.openxmlformats.org/officeDocument/2006/relationships/notesSlide" Target="../notesSlides/notesSlide22.xml"/>
</Relationships>
</file>

<file path=ppt/slides/_rels/slide23.xml.rels><?xml version="1.0" encoding="UTF-8"?>
<Relationships xmlns="http://schemas.openxmlformats.org/package/2006/relationships"><Relationship Id="rId1" Type="http://schemas.openxmlformats.org/officeDocument/2006/relationships/image" Target="../media/image16.png"/><Relationship Id="rId2" Type="http://schemas.openxmlformats.org/officeDocument/2006/relationships/slideLayout" Target="../slideLayouts/slideLayout1.xml"/><Relationship Id="rId3" Type="http://schemas.openxmlformats.org/officeDocument/2006/relationships/notesSlide" Target="../notesSlides/notesSlide23.xml"/>
</Relationships>
</file>

<file path=ppt/slides/_rels/slide24.xml.rels><?xml version="1.0" encoding="UTF-8"?>
<Relationships xmlns="http://schemas.openxmlformats.org/package/2006/relationships"><Relationship Id="rId1" Type="http://schemas.openxmlformats.org/officeDocument/2006/relationships/image" Target="../media/image17.png"/><Relationship Id="rId2" Type="http://schemas.openxmlformats.org/officeDocument/2006/relationships/slideLayout" Target="../slideLayouts/slideLayout1.xml"/><Relationship Id="rId3" Type="http://schemas.openxmlformats.org/officeDocument/2006/relationships/notesSlide" Target="../notesSlides/notesSlide24.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sp>
        <p:nvSpPr>
          <p:cNvPr id="44" name="Image 0"/>
          <p:cNvSpPr/>
          <p:nvPr/>
        </p:nvSpPr>
        <p:spPr>
          <a:xfrm>
            <a:off x="0" y="0"/>
            <a:ext cx="12191400" cy="6857280"/>
          </a:xfrm>
          <a:prstGeom prst="roundRect">
            <a:avLst>
              <a:gd name="adj" fmla="val 0"/>
            </a:avLst>
          </a:prstGeom>
          <a:blipFill rotWithShape="0">
            <a:blip r:embed="rId1"/>
            <a:srcRect/>
            <a:stretch/>
          </a:blipFill>
          <a:ln w="0">
            <a:noFill/>
          </a:ln>
        </p:spPr>
        <p:style>
          <a:lnRef idx="0"/>
          <a:fillRef idx="0"/>
          <a:effectRef idx="0"/>
          <a:fontRef idx="minor"/>
        </p:style>
      </p:sp>
      <p:sp>
        <p:nvSpPr>
          <p:cNvPr id="45" name="Shape 0"/>
          <p:cNvSpPr/>
          <p:nvPr/>
        </p:nvSpPr>
        <p:spPr>
          <a:xfrm>
            <a:off x="0" y="0"/>
            <a:ext cx="12191400" cy="6857280"/>
          </a:xfrm>
          <a:custGeom>
            <a:avLst/>
            <a:gdLst/>
            <a:ahLst/>
            <a:rect l="l" t="t" r="r" b="b"/>
            <a:pathLst>
              <a:path w="12192000" h="6858000">
                <a:moveTo>
                  <a:pt x="0" y="0"/>
                </a:moveTo>
                <a:lnTo>
                  <a:pt x="12192000" y="0"/>
                </a:lnTo>
                <a:lnTo>
                  <a:pt x="12192000" y="6858000"/>
                </a:lnTo>
                <a:lnTo>
                  <a:pt x="0" y="6858000"/>
                </a:lnTo>
                <a:lnTo>
                  <a:pt x="0" y="0"/>
                </a:lnTo>
                <a:close/>
              </a:path>
            </a:pathLst>
          </a:custGeom>
          <a:gradFill rotWithShape="0">
            <a:gsLst>
              <a:gs pos="0">
                <a:srgbClr val="000000"/>
              </a:gs>
              <a:gs pos="100000">
                <a:srgbClr val="000000">
                  <a:alpha val="0"/>
                </a:srgbClr>
              </a:gs>
            </a:gsLst>
            <a:lin ang="2700000"/>
          </a:gradFill>
          <a:ln w="0">
            <a:noFill/>
          </a:ln>
        </p:spPr>
        <p:style>
          <a:lnRef idx="0"/>
          <a:fillRef idx="0"/>
          <a:effectRef idx="0"/>
          <a:fontRef idx="minor"/>
        </p:style>
      </p:sp>
      <p:sp>
        <p:nvSpPr>
          <p:cNvPr id="46" name="Shape 1"/>
          <p:cNvSpPr/>
          <p:nvPr/>
        </p:nvSpPr>
        <p:spPr>
          <a:xfrm>
            <a:off x="336600" y="781200"/>
            <a:ext cx="2218680" cy="418320"/>
          </a:xfrm>
          <a:custGeom>
            <a:avLst/>
            <a:gdLst/>
            <a:ahLst/>
            <a:rect l="l" t="t" r="r" b="b"/>
            <a:pathLst>
              <a:path w="2219325" h="419100">
                <a:moveTo>
                  <a:pt x="0" y="0"/>
                </a:moveTo>
                <a:lnTo>
                  <a:pt x="2219325" y="0"/>
                </a:lnTo>
                <a:lnTo>
                  <a:pt x="2219325" y="419100"/>
                </a:lnTo>
                <a:lnTo>
                  <a:pt x="0" y="419100"/>
                </a:lnTo>
                <a:lnTo>
                  <a:pt x="0" y="0"/>
                </a:lnTo>
                <a:close/>
              </a:path>
            </a:pathLst>
          </a:custGeom>
          <a:solidFill>
            <a:srgbClr val="ddff00"/>
          </a:solidFill>
          <a:ln w="0">
            <a:noFill/>
          </a:ln>
        </p:spPr>
        <p:style>
          <a:lnRef idx="0"/>
          <a:fillRef idx="0"/>
          <a:effectRef idx="0"/>
          <a:fontRef idx="minor"/>
        </p:style>
      </p:sp>
      <p:sp>
        <p:nvSpPr>
          <p:cNvPr id="47" name="Text 2"/>
          <p:cNvSpPr/>
          <p:nvPr/>
        </p:nvSpPr>
        <p:spPr>
          <a:xfrm>
            <a:off x="609480" y="857160"/>
            <a:ext cx="1856520" cy="266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3600" spc="145" strike="noStrike">
                <a:solidFill>
                  <a:srgbClr val="000000"/>
                </a:solidFill>
                <a:latin typeface="Liter"/>
                <a:ea typeface="Liter"/>
              </a:rPr>
              <a:t>LECTURE SERIES</a:t>
            </a:r>
            <a:endParaRPr b="0" lang="en-HK" sz="3600" spc="-1" strike="noStrike">
              <a:latin typeface="Arial"/>
            </a:endParaRPr>
          </a:p>
        </p:txBody>
      </p:sp>
      <p:sp>
        <p:nvSpPr>
          <p:cNvPr id="48" name="Text 3"/>
          <p:cNvSpPr/>
          <p:nvPr/>
        </p:nvSpPr>
        <p:spPr>
          <a:xfrm>
            <a:off x="380880" y="1733400"/>
            <a:ext cx="12000960" cy="342828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3600" spc="-452" strike="noStrike">
                <a:solidFill>
                  <a:srgbClr val="ffffff"/>
                </a:solidFill>
                <a:latin typeface="Liter"/>
                <a:ea typeface="Liter"/>
              </a:rPr>
              <a:t>THE</a:t>
            </a:r>
            <a:endParaRPr b="0" lang="en-HK" sz="3600" spc="-1" strike="noStrike">
              <a:latin typeface="Arial"/>
            </a:endParaRPr>
          </a:p>
          <a:p>
            <a:pPr>
              <a:lnSpc>
                <a:spcPct val="80000"/>
              </a:lnSpc>
              <a:buNone/>
            </a:pPr>
            <a:r>
              <a:rPr b="1" lang="en-US" sz="3600" spc="-452" strike="noStrike">
                <a:solidFill>
                  <a:srgbClr val="ddff00"/>
                </a:solidFill>
                <a:latin typeface="Liter"/>
                <a:ea typeface="Liter"/>
              </a:rPr>
              <a:t>EVOLUTION</a:t>
            </a:r>
            <a:endParaRPr b="0" lang="en-HK" sz="3600" spc="-1" strike="noStrike">
              <a:latin typeface="Arial"/>
            </a:endParaRPr>
          </a:p>
          <a:p>
            <a:pPr>
              <a:lnSpc>
                <a:spcPct val="80000"/>
              </a:lnSpc>
              <a:buNone/>
            </a:pPr>
            <a:r>
              <a:rPr b="1" lang="en-US" sz="3600" spc="-452" strike="noStrike">
                <a:solidFill>
                  <a:srgbClr val="ffffff"/>
                </a:solidFill>
                <a:latin typeface="Liter"/>
                <a:ea typeface="Liter"/>
              </a:rPr>
              <a:t>OF ROCK</a:t>
            </a:r>
            <a:endParaRPr b="0" lang="en-HK" sz="3600" spc="-1" strike="noStrike">
              <a:latin typeface="Arial"/>
            </a:endParaRPr>
          </a:p>
        </p:txBody>
      </p:sp>
      <p:sp>
        <p:nvSpPr>
          <p:cNvPr id="49" name="Shape 4"/>
          <p:cNvSpPr/>
          <p:nvPr/>
        </p:nvSpPr>
        <p:spPr>
          <a:xfrm>
            <a:off x="380880" y="5391000"/>
            <a:ext cx="913680" cy="37440"/>
          </a:xfrm>
          <a:custGeom>
            <a:avLst/>
            <a:gdLst/>
            <a:ahLst/>
            <a:rect l="l" t="t" r="r" b="b"/>
            <a:pathLst>
              <a:path w="914400" h="38100">
                <a:moveTo>
                  <a:pt x="0" y="0"/>
                </a:moveTo>
                <a:lnTo>
                  <a:pt x="914400" y="0"/>
                </a:lnTo>
                <a:lnTo>
                  <a:pt x="914400" y="38100"/>
                </a:lnTo>
                <a:lnTo>
                  <a:pt x="0" y="38100"/>
                </a:lnTo>
                <a:lnTo>
                  <a:pt x="0" y="0"/>
                </a:lnTo>
                <a:close/>
              </a:path>
            </a:pathLst>
          </a:custGeom>
          <a:solidFill>
            <a:srgbClr val="ddff00"/>
          </a:solidFill>
          <a:ln w="0">
            <a:noFill/>
          </a:ln>
        </p:spPr>
        <p:style>
          <a:lnRef idx="0"/>
          <a:fillRef idx="0"/>
          <a:effectRef idx="0"/>
          <a:fontRef idx="minor"/>
        </p:style>
      </p:sp>
      <p:sp>
        <p:nvSpPr>
          <p:cNvPr id="50" name="Shape 5"/>
          <p:cNvSpPr/>
          <p:nvPr/>
        </p:nvSpPr>
        <p:spPr>
          <a:xfrm>
            <a:off x="1447920" y="5391000"/>
            <a:ext cx="456480" cy="37440"/>
          </a:xfrm>
          <a:custGeom>
            <a:avLst/>
            <a:gdLst/>
            <a:ahLst/>
            <a:rect l="l" t="t" r="r" b="b"/>
            <a:pathLst>
              <a:path w="457200" h="38100">
                <a:moveTo>
                  <a:pt x="0" y="0"/>
                </a:moveTo>
                <a:lnTo>
                  <a:pt x="457200" y="0"/>
                </a:lnTo>
                <a:lnTo>
                  <a:pt x="457200" y="38100"/>
                </a:lnTo>
                <a:lnTo>
                  <a:pt x="0" y="38100"/>
                </a:lnTo>
                <a:lnTo>
                  <a:pt x="0" y="0"/>
                </a:lnTo>
                <a:close/>
              </a:path>
            </a:pathLst>
          </a:custGeom>
          <a:solidFill>
            <a:srgbClr val="ddff00"/>
          </a:solidFill>
          <a:ln w="0">
            <a:noFill/>
          </a:ln>
        </p:spPr>
        <p:style>
          <a:lnRef idx="0"/>
          <a:fillRef idx="0"/>
          <a:effectRef idx="0"/>
          <a:fontRef idx="minor"/>
        </p:style>
      </p:sp>
      <p:sp>
        <p:nvSpPr>
          <p:cNvPr id="51" name="Shape 6"/>
          <p:cNvSpPr/>
          <p:nvPr/>
        </p:nvSpPr>
        <p:spPr>
          <a:xfrm>
            <a:off x="2057400" y="5391000"/>
            <a:ext cx="227880" cy="37440"/>
          </a:xfrm>
          <a:custGeom>
            <a:avLst/>
            <a:gdLst/>
            <a:ahLst/>
            <a:rect l="l" t="t" r="r" b="b"/>
            <a:pathLst>
              <a:path w="228600" h="38100">
                <a:moveTo>
                  <a:pt x="0" y="0"/>
                </a:moveTo>
                <a:lnTo>
                  <a:pt x="228600" y="0"/>
                </a:lnTo>
                <a:lnTo>
                  <a:pt x="228600" y="38100"/>
                </a:lnTo>
                <a:lnTo>
                  <a:pt x="0" y="38100"/>
                </a:lnTo>
                <a:lnTo>
                  <a:pt x="0" y="0"/>
                </a:lnTo>
                <a:close/>
              </a:path>
            </a:pathLst>
          </a:custGeom>
          <a:solidFill>
            <a:srgbClr val="ddff00"/>
          </a:solidFill>
          <a:ln w="0">
            <a:noFill/>
          </a:ln>
        </p:spPr>
        <p:style>
          <a:lnRef idx="0"/>
          <a:fillRef idx="0"/>
          <a:effectRef idx="0"/>
          <a:fontRef idx="minor"/>
        </p:style>
      </p:sp>
      <p:sp>
        <p:nvSpPr>
          <p:cNvPr id="52" name="Text 7"/>
          <p:cNvSpPr/>
          <p:nvPr/>
        </p:nvSpPr>
        <p:spPr>
          <a:xfrm>
            <a:off x="380880" y="5734080"/>
            <a:ext cx="6543000" cy="342360"/>
          </a:xfrm>
          <a:prstGeom prst="rect">
            <a:avLst/>
          </a:prstGeom>
          <a:noFill/>
          <a:ln w="0">
            <a:noFill/>
          </a:ln>
        </p:spPr>
        <p:style>
          <a:lnRef idx="0"/>
          <a:fillRef idx="0"/>
          <a:effectRef idx="0"/>
          <a:fontRef idx="minor"/>
        </p:style>
        <p:txBody>
          <a:bodyPr lIns="0" rIns="0" tIns="0" bIns="0" anchor="ctr">
            <a:noAutofit/>
          </a:bodyPr>
          <a:p>
            <a:pPr>
              <a:lnSpc>
                <a:spcPct val="100000"/>
              </a:lnSpc>
              <a:buNone/>
            </a:pPr>
            <a:r>
              <a:rPr b="0" lang="en-US" sz="3600" spc="-1" strike="noStrike">
                <a:solidFill>
                  <a:srgbClr val="ffffff"/>
                </a:solidFill>
                <a:latin typeface="Liter"/>
                <a:ea typeface="Liter"/>
              </a:rPr>
              <a:t>A Journey Through the History of Rock 'n' Roll</a:t>
            </a:r>
            <a:endParaRPr b="0" lang="en-HK" sz="3600" spc="-1" strike="noStrike">
              <a:latin typeface="Arial"/>
            </a:endParaRPr>
          </a:p>
        </p:txBody>
      </p:sp>
      <p:sp>
        <p:nvSpPr>
          <p:cNvPr id="53" name="Shape 8"/>
          <p:cNvSpPr/>
          <p:nvPr/>
        </p:nvSpPr>
        <p:spPr>
          <a:xfrm rot="2700000">
            <a:off x="10637280" y="5302440"/>
            <a:ext cx="570960" cy="570960"/>
          </a:xfrm>
          <a:custGeom>
            <a:avLst/>
            <a:gdLst/>
            <a:ahLst/>
            <a:rect l="l" t="t" r="r" b="b"/>
            <a:pathLst>
              <a:path w="571500" h="571500">
                <a:moveTo>
                  <a:pt x="0" y="0"/>
                </a:moveTo>
                <a:lnTo>
                  <a:pt x="571500" y="0"/>
                </a:lnTo>
                <a:lnTo>
                  <a:pt x="571500" y="571500"/>
                </a:lnTo>
                <a:lnTo>
                  <a:pt x="0" y="571500"/>
                </a:lnTo>
                <a:lnTo>
                  <a:pt x="0" y="0"/>
                </a:lnTo>
                <a:close/>
              </a:path>
            </a:pathLst>
          </a:custGeom>
          <a:noFill/>
          <a:ln w="50800">
            <a:solidFill>
              <a:srgbClr val="ddff00"/>
            </a:solidFill>
            <a:round/>
          </a:ln>
          <a:effectLst>
            <a:outerShdw algn="bl" blurRad="285840" dir="2700000" dist="49893" kx="0" ky="0" rotWithShape="0" sx="100000" sy="100000">
              <a:srgbClr val="ddff00">
                <a:alpha val="30000"/>
              </a:srgbClr>
            </a:outerShdw>
          </a:effectLst>
        </p:spPr>
        <p:style>
          <a:lnRef idx="0"/>
          <a:fillRef idx="0"/>
          <a:effectRef idx="0"/>
          <a:fontRef idx="minor"/>
        </p:style>
      </p:sp>
      <p:sp>
        <p:nvSpPr>
          <p:cNvPr id="54" name="Shape 9"/>
          <p:cNvSpPr/>
          <p:nvPr/>
        </p:nvSpPr>
        <p:spPr>
          <a:xfrm>
            <a:off x="10934640" y="5600880"/>
            <a:ext cx="227880" cy="227880"/>
          </a:xfrm>
          <a:custGeom>
            <a:avLst/>
            <a:gdLst/>
            <a:ahLst/>
            <a:rect l="l" t="t" r="r" b="b"/>
            <a:pathLst>
              <a:path w="228600" h="228600">
                <a:moveTo>
                  <a:pt x="208955" y="3125"/>
                </a:moveTo>
                <a:cubicBezTo>
                  <a:pt x="212348" y="5849"/>
                  <a:pt x="214313" y="9957"/>
                  <a:pt x="214313" y="14288"/>
                </a:cubicBezTo>
                <a:lnTo>
                  <a:pt x="214313" y="150019"/>
                </a:lnTo>
                <a:cubicBezTo>
                  <a:pt x="214313" y="169753"/>
                  <a:pt x="195114" y="185738"/>
                  <a:pt x="171450" y="185738"/>
                </a:cubicBezTo>
                <a:cubicBezTo>
                  <a:pt x="147786" y="185738"/>
                  <a:pt x="128588" y="169753"/>
                  <a:pt x="128588" y="150019"/>
                </a:cubicBezTo>
                <a:cubicBezTo>
                  <a:pt x="128588" y="130284"/>
                  <a:pt x="147786" y="114300"/>
                  <a:pt x="171450" y="114300"/>
                </a:cubicBezTo>
                <a:cubicBezTo>
                  <a:pt x="176451" y="114300"/>
                  <a:pt x="181273" y="115014"/>
                  <a:pt x="185738" y="116354"/>
                </a:cubicBezTo>
                <a:lnTo>
                  <a:pt x="185738" y="64249"/>
                </a:lnTo>
                <a:lnTo>
                  <a:pt x="85725" y="86484"/>
                </a:lnTo>
                <a:lnTo>
                  <a:pt x="85725" y="178594"/>
                </a:lnTo>
                <a:cubicBezTo>
                  <a:pt x="85725" y="198328"/>
                  <a:pt x="66526" y="214313"/>
                  <a:pt x="42863" y="214313"/>
                </a:cubicBezTo>
                <a:cubicBezTo>
                  <a:pt x="19199" y="214313"/>
                  <a:pt x="0" y="198328"/>
                  <a:pt x="0" y="178594"/>
                </a:cubicBezTo>
                <a:cubicBezTo>
                  <a:pt x="0" y="158859"/>
                  <a:pt x="19199" y="142875"/>
                  <a:pt x="42863" y="142875"/>
                </a:cubicBezTo>
                <a:cubicBezTo>
                  <a:pt x="47863" y="142875"/>
                  <a:pt x="52685" y="143589"/>
                  <a:pt x="57150" y="144929"/>
                </a:cubicBezTo>
                <a:lnTo>
                  <a:pt x="57150" y="42863"/>
                </a:lnTo>
                <a:cubicBezTo>
                  <a:pt x="57150" y="36165"/>
                  <a:pt x="61793" y="30361"/>
                  <a:pt x="68357" y="28932"/>
                </a:cubicBezTo>
                <a:lnTo>
                  <a:pt x="196944" y="357"/>
                </a:lnTo>
                <a:cubicBezTo>
                  <a:pt x="201186" y="-580"/>
                  <a:pt x="205606" y="446"/>
                  <a:pt x="208999" y="3170"/>
                </a:cubicBezTo>
                <a:close/>
              </a:path>
            </a:pathLst>
          </a:custGeom>
          <a:solidFill>
            <a:srgbClr val="ddff00"/>
          </a:solidFill>
          <a:ln w="0">
            <a:noFill/>
          </a:ln>
        </p:spPr>
        <p:style>
          <a:lnRef idx="0"/>
          <a:fillRef idx="0"/>
          <a:effectRef idx="0"/>
          <a:fontRef idx="minor"/>
        </p:style>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sp>
        <p:nvSpPr>
          <p:cNvPr id="55" name="Shape 0"/>
          <p:cNvSpPr/>
          <p:nvPr/>
        </p:nvSpPr>
        <p:spPr>
          <a:xfrm>
            <a:off x="380880" y="419040"/>
            <a:ext cx="75600" cy="608760"/>
          </a:xfrm>
          <a:custGeom>
            <a:avLst/>
            <a:gdLst/>
            <a:ahLst/>
            <a:rect l="l" t="t" r="r" b="b"/>
            <a:pathLst>
              <a:path w="76200" h="609600">
                <a:moveTo>
                  <a:pt x="0" y="0"/>
                </a:moveTo>
                <a:lnTo>
                  <a:pt x="76200" y="0"/>
                </a:lnTo>
                <a:lnTo>
                  <a:pt x="76200" y="609600"/>
                </a:lnTo>
                <a:lnTo>
                  <a:pt x="0" y="609600"/>
                </a:lnTo>
                <a:lnTo>
                  <a:pt x="0" y="0"/>
                </a:lnTo>
                <a:close/>
              </a:path>
            </a:pathLst>
          </a:custGeom>
          <a:solidFill>
            <a:srgbClr val="ddff00"/>
          </a:solidFill>
          <a:ln w="0">
            <a:noFill/>
          </a:ln>
        </p:spPr>
        <p:style>
          <a:lnRef idx="0"/>
          <a:fillRef idx="0"/>
          <a:effectRef idx="0"/>
          <a:fontRef idx="minor"/>
        </p:style>
      </p:sp>
      <p:sp>
        <p:nvSpPr>
          <p:cNvPr id="56" name="Text 1"/>
          <p:cNvSpPr/>
          <p:nvPr/>
        </p:nvSpPr>
        <p:spPr>
          <a:xfrm>
            <a:off x="609480" y="380880"/>
            <a:ext cx="2485440" cy="1897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050" spc="100" strike="noStrike">
                <a:solidFill>
                  <a:srgbClr val="ddff00"/>
                </a:solidFill>
                <a:latin typeface="Liter"/>
                <a:ea typeface="Liter"/>
              </a:rPr>
              <a:t>NAVIGATION</a:t>
            </a:r>
            <a:endParaRPr b="0" lang="en-HK" sz="1050" spc="-1" strike="noStrike">
              <a:latin typeface="Arial"/>
            </a:endParaRPr>
          </a:p>
        </p:txBody>
      </p:sp>
      <p:sp>
        <p:nvSpPr>
          <p:cNvPr id="57" name="Text 2"/>
          <p:cNvSpPr/>
          <p:nvPr/>
        </p:nvSpPr>
        <p:spPr>
          <a:xfrm>
            <a:off x="609480" y="609480"/>
            <a:ext cx="2647080" cy="45648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3600" spc="-1" strike="noStrike">
                <a:solidFill>
                  <a:srgbClr val="ffffff"/>
                </a:solidFill>
                <a:latin typeface="Liter"/>
                <a:ea typeface="Liter"/>
              </a:rPr>
              <a:t>CONTENTS</a:t>
            </a:r>
            <a:endParaRPr b="0" lang="en-HK" sz="3600" spc="-1" strike="noStrike">
              <a:latin typeface="Arial"/>
            </a:endParaRPr>
          </a:p>
        </p:txBody>
      </p:sp>
      <p:sp>
        <p:nvSpPr>
          <p:cNvPr id="58" name="Shape 3"/>
          <p:cNvSpPr/>
          <p:nvPr/>
        </p:nvSpPr>
        <p:spPr>
          <a:xfrm>
            <a:off x="380880" y="1523880"/>
            <a:ext cx="608760" cy="608760"/>
          </a:xfrm>
          <a:custGeom>
            <a:avLst/>
            <a:gdLst/>
            <a:ahLst/>
            <a:rect l="l" t="t" r="r" b="b"/>
            <a:pathLst>
              <a:path w="609600" h="609600">
                <a:moveTo>
                  <a:pt x="0" y="0"/>
                </a:moveTo>
                <a:lnTo>
                  <a:pt x="609600" y="0"/>
                </a:lnTo>
                <a:lnTo>
                  <a:pt x="609600" y="609600"/>
                </a:lnTo>
                <a:lnTo>
                  <a:pt x="0" y="609600"/>
                </a:lnTo>
                <a:lnTo>
                  <a:pt x="0" y="0"/>
                </a:lnTo>
                <a:close/>
              </a:path>
            </a:pathLst>
          </a:custGeom>
          <a:solidFill>
            <a:srgbClr val="ddff00"/>
          </a:solidFill>
          <a:ln w="0">
            <a:noFill/>
          </a:ln>
        </p:spPr>
        <p:style>
          <a:lnRef idx="0"/>
          <a:fillRef idx="0"/>
          <a:effectRef idx="0"/>
          <a:fontRef idx="minor"/>
        </p:style>
      </p:sp>
      <p:sp>
        <p:nvSpPr>
          <p:cNvPr id="59" name="Text 4"/>
          <p:cNvSpPr/>
          <p:nvPr/>
        </p:nvSpPr>
        <p:spPr>
          <a:xfrm>
            <a:off x="537480" y="1657440"/>
            <a:ext cx="437400" cy="342360"/>
          </a:xfrm>
          <a:prstGeom prst="rect">
            <a:avLst/>
          </a:prstGeom>
          <a:noFill/>
          <a:ln w="0">
            <a:noFill/>
          </a:ln>
        </p:spPr>
        <p:style>
          <a:lnRef idx="0"/>
          <a:fillRef idx="0"/>
          <a:effectRef idx="0"/>
          <a:fontRef idx="minor"/>
        </p:style>
        <p:txBody>
          <a:bodyPr lIns="0" rIns="0" tIns="0" bIns="0" anchor="ctr">
            <a:noAutofit/>
          </a:bodyPr>
          <a:p>
            <a:pPr>
              <a:lnSpc>
                <a:spcPct val="100000"/>
              </a:lnSpc>
              <a:buNone/>
            </a:pPr>
            <a:r>
              <a:rPr b="1" lang="en-US" sz="2250" spc="-1" strike="noStrike">
                <a:solidFill>
                  <a:srgbClr val="000000"/>
                </a:solidFill>
                <a:latin typeface="Liter"/>
                <a:ea typeface="Liter"/>
              </a:rPr>
              <a:t>01</a:t>
            </a:r>
            <a:endParaRPr b="0" lang="en-HK" sz="2250" spc="-1" strike="noStrike">
              <a:latin typeface="Arial"/>
            </a:endParaRPr>
          </a:p>
        </p:txBody>
      </p:sp>
      <p:sp>
        <p:nvSpPr>
          <p:cNvPr id="60" name="Text 5"/>
          <p:cNvSpPr/>
          <p:nvPr/>
        </p:nvSpPr>
        <p:spPr>
          <a:xfrm>
            <a:off x="1143000" y="1600200"/>
            <a:ext cx="4818960" cy="266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ffffff"/>
                </a:solidFill>
                <a:latin typeface="Liter"/>
                <a:ea typeface="Liter"/>
              </a:rPr>
              <a:t>Origins &amp; Birth of Rock</a:t>
            </a:r>
            <a:endParaRPr b="0" lang="en-HK" sz="1500" spc="-1" strike="noStrike">
              <a:latin typeface="Arial"/>
            </a:endParaRPr>
          </a:p>
        </p:txBody>
      </p:sp>
      <p:sp>
        <p:nvSpPr>
          <p:cNvPr id="61" name="Text 6"/>
          <p:cNvSpPr/>
          <p:nvPr/>
        </p:nvSpPr>
        <p:spPr>
          <a:xfrm>
            <a:off x="1143000" y="1905120"/>
            <a:ext cx="4799880" cy="227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ffffff">
                    <a:alpha val="60000"/>
                  </a:srgbClr>
                </a:solidFill>
                <a:latin typeface="Liter"/>
                <a:ea typeface="Liter"/>
              </a:rPr>
              <a:t>1940s-1950s: The Musical Fusion That Changed Everything</a:t>
            </a:r>
            <a:endParaRPr b="0" lang="en-HK" sz="1200" spc="-1" strike="noStrike">
              <a:latin typeface="Arial"/>
            </a:endParaRPr>
          </a:p>
        </p:txBody>
      </p:sp>
      <p:sp>
        <p:nvSpPr>
          <p:cNvPr id="62" name="Shape 7"/>
          <p:cNvSpPr/>
          <p:nvPr/>
        </p:nvSpPr>
        <p:spPr>
          <a:xfrm>
            <a:off x="6324480" y="1523880"/>
            <a:ext cx="608760" cy="608760"/>
          </a:xfrm>
          <a:custGeom>
            <a:avLst/>
            <a:gdLst/>
            <a:ahLst/>
            <a:rect l="l" t="t" r="r" b="b"/>
            <a:pathLst>
              <a:path w="609600" h="609600">
                <a:moveTo>
                  <a:pt x="0" y="0"/>
                </a:moveTo>
                <a:lnTo>
                  <a:pt x="609600" y="0"/>
                </a:lnTo>
                <a:lnTo>
                  <a:pt x="609600" y="609600"/>
                </a:lnTo>
                <a:lnTo>
                  <a:pt x="0" y="609600"/>
                </a:lnTo>
                <a:lnTo>
                  <a:pt x="0" y="0"/>
                </a:lnTo>
                <a:close/>
              </a:path>
            </a:pathLst>
          </a:custGeom>
          <a:solidFill>
            <a:srgbClr val="ddff00"/>
          </a:solidFill>
          <a:ln w="0">
            <a:noFill/>
          </a:ln>
        </p:spPr>
        <p:style>
          <a:lnRef idx="0"/>
          <a:fillRef idx="0"/>
          <a:effectRef idx="0"/>
          <a:fontRef idx="minor"/>
        </p:style>
      </p:sp>
      <p:sp>
        <p:nvSpPr>
          <p:cNvPr id="63" name="Text 8"/>
          <p:cNvSpPr/>
          <p:nvPr/>
        </p:nvSpPr>
        <p:spPr>
          <a:xfrm>
            <a:off x="6455160" y="1657440"/>
            <a:ext cx="494640" cy="342360"/>
          </a:xfrm>
          <a:prstGeom prst="rect">
            <a:avLst/>
          </a:prstGeom>
          <a:noFill/>
          <a:ln w="0">
            <a:noFill/>
          </a:ln>
        </p:spPr>
        <p:style>
          <a:lnRef idx="0"/>
          <a:fillRef idx="0"/>
          <a:effectRef idx="0"/>
          <a:fontRef idx="minor"/>
        </p:style>
        <p:txBody>
          <a:bodyPr lIns="0" rIns="0" tIns="0" bIns="0" anchor="ctr">
            <a:noAutofit/>
          </a:bodyPr>
          <a:p>
            <a:pPr>
              <a:lnSpc>
                <a:spcPct val="100000"/>
              </a:lnSpc>
              <a:buNone/>
            </a:pPr>
            <a:r>
              <a:rPr b="1" lang="en-US" sz="2250" spc="-1" strike="noStrike">
                <a:solidFill>
                  <a:srgbClr val="000000"/>
                </a:solidFill>
                <a:latin typeface="Liter"/>
                <a:ea typeface="Liter"/>
              </a:rPr>
              <a:t>02</a:t>
            </a:r>
            <a:endParaRPr b="0" lang="en-HK" sz="2250" spc="-1" strike="noStrike">
              <a:latin typeface="Arial"/>
            </a:endParaRPr>
          </a:p>
        </p:txBody>
      </p:sp>
      <p:sp>
        <p:nvSpPr>
          <p:cNvPr id="64" name="Text 9"/>
          <p:cNvSpPr/>
          <p:nvPr/>
        </p:nvSpPr>
        <p:spPr>
          <a:xfrm>
            <a:off x="7086600" y="1600200"/>
            <a:ext cx="4818960" cy="266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ffffff"/>
                </a:solidFill>
                <a:latin typeface="Liter"/>
                <a:ea typeface="Liter"/>
              </a:rPr>
              <a:t>The British Invasion</a:t>
            </a:r>
            <a:endParaRPr b="0" lang="en-HK" sz="1500" spc="-1" strike="noStrike">
              <a:latin typeface="Arial"/>
            </a:endParaRPr>
          </a:p>
        </p:txBody>
      </p:sp>
      <p:sp>
        <p:nvSpPr>
          <p:cNvPr id="65" name="Text 10"/>
          <p:cNvSpPr/>
          <p:nvPr/>
        </p:nvSpPr>
        <p:spPr>
          <a:xfrm>
            <a:off x="7086600" y="1905120"/>
            <a:ext cx="4799880" cy="227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ffffff">
                    <a:alpha val="60000"/>
                  </a:srgbClr>
                </a:solidFill>
                <a:latin typeface="Liter"/>
                <a:ea typeface="Liter"/>
              </a:rPr>
              <a:t>1960s: When Britain Took Back American Music</a:t>
            </a:r>
            <a:endParaRPr b="0" lang="en-HK" sz="1200" spc="-1" strike="noStrike">
              <a:latin typeface="Arial"/>
            </a:endParaRPr>
          </a:p>
        </p:txBody>
      </p:sp>
      <p:sp>
        <p:nvSpPr>
          <p:cNvPr id="66" name="Shape 11"/>
          <p:cNvSpPr/>
          <p:nvPr/>
        </p:nvSpPr>
        <p:spPr>
          <a:xfrm>
            <a:off x="380880" y="2714760"/>
            <a:ext cx="608760" cy="608760"/>
          </a:xfrm>
          <a:custGeom>
            <a:avLst/>
            <a:gdLst/>
            <a:ahLst/>
            <a:rect l="l" t="t" r="r" b="b"/>
            <a:pathLst>
              <a:path w="609600" h="609600">
                <a:moveTo>
                  <a:pt x="0" y="0"/>
                </a:moveTo>
                <a:lnTo>
                  <a:pt x="609600" y="0"/>
                </a:lnTo>
                <a:lnTo>
                  <a:pt x="609600" y="609600"/>
                </a:lnTo>
                <a:lnTo>
                  <a:pt x="0" y="609600"/>
                </a:lnTo>
                <a:lnTo>
                  <a:pt x="0" y="0"/>
                </a:lnTo>
                <a:close/>
              </a:path>
            </a:pathLst>
          </a:custGeom>
          <a:solidFill>
            <a:srgbClr val="ddff00"/>
          </a:solidFill>
          <a:ln w="0">
            <a:noFill/>
          </a:ln>
        </p:spPr>
        <p:style>
          <a:lnRef idx="0"/>
          <a:fillRef idx="0"/>
          <a:effectRef idx="0"/>
          <a:fontRef idx="minor"/>
        </p:style>
      </p:sp>
      <p:sp>
        <p:nvSpPr>
          <p:cNvPr id="67" name="Text 12"/>
          <p:cNvSpPr/>
          <p:nvPr/>
        </p:nvSpPr>
        <p:spPr>
          <a:xfrm>
            <a:off x="510480" y="2847960"/>
            <a:ext cx="494640" cy="342360"/>
          </a:xfrm>
          <a:prstGeom prst="rect">
            <a:avLst/>
          </a:prstGeom>
          <a:noFill/>
          <a:ln w="0">
            <a:noFill/>
          </a:ln>
        </p:spPr>
        <p:style>
          <a:lnRef idx="0"/>
          <a:fillRef idx="0"/>
          <a:effectRef idx="0"/>
          <a:fontRef idx="minor"/>
        </p:style>
        <p:txBody>
          <a:bodyPr lIns="0" rIns="0" tIns="0" bIns="0" anchor="ctr">
            <a:noAutofit/>
          </a:bodyPr>
          <a:p>
            <a:pPr>
              <a:lnSpc>
                <a:spcPct val="100000"/>
              </a:lnSpc>
              <a:buNone/>
            </a:pPr>
            <a:r>
              <a:rPr b="1" lang="en-US" sz="2250" spc="-1" strike="noStrike">
                <a:solidFill>
                  <a:srgbClr val="000000"/>
                </a:solidFill>
                <a:latin typeface="Liter"/>
                <a:ea typeface="Liter"/>
              </a:rPr>
              <a:t>03</a:t>
            </a:r>
            <a:endParaRPr b="0" lang="en-HK" sz="2250" spc="-1" strike="noStrike">
              <a:latin typeface="Arial"/>
            </a:endParaRPr>
          </a:p>
        </p:txBody>
      </p:sp>
      <p:sp>
        <p:nvSpPr>
          <p:cNvPr id="68" name="Text 13"/>
          <p:cNvSpPr/>
          <p:nvPr/>
        </p:nvSpPr>
        <p:spPr>
          <a:xfrm>
            <a:off x="1143000" y="2790720"/>
            <a:ext cx="4818960" cy="266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ffffff"/>
                </a:solidFill>
                <a:latin typeface="Liter"/>
                <a:ea typeface="Liter"/>
              </a:rPr>
              <a:t>Classic Rock &amp; Hard Rock</a:t>
            </a:r>
            <a:endParaRPr b="0" lang="en-HK" sz="1500" spc="-1" strike="noStrike">
              <a:latin typeface="Arial"/>
            </a:endParaRPr>
          </a:p>
        </p:txBody>
      </p:sp>
      <p:sp>
        <p:nvSpPr>
          <p:cNvPr id="69" name="Text 14"/>
          <p:cNvSpPr/>
          <p:nvPr/>
        </p:nvSpPr>
        <p:spPr>
          <a:xfrm>
            <a:off x="1143000" y="3095640"/>
            <a:ext cx="4799880" cy="227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ffffff">
                    <a:alpha val="60000"/>
                  </a:srgbClr>
                </a:solidFill>
                <a:latin typeface="Liter"/>
                <a:ea typeface="Liter"/>
              </a:rPr>
              <a:t>Late 1960s-1970s: The Golden Age of Rock</a:t>
            </a:r>
            <a:endParaRPr b="0" lang="en-HK" sz="1200" spc="-1" strike="noStrike">
              <a:latin typeface="Arial"/>
            </a:endParaRPr>
          </a:p>
        </p:txBody>
      </p:sp>
      <p:sp>
        <p:nvSpPr>
          <p:cNvPr id="70" name="Shape 15"/>
          <p:cNvSpPr/>
          <p:nvPr/>
        </p:nvSpPr>
        <p:spPr>
          <a:xfrm>
            <a:off x="6324480" y="2714760"/>
            <a:ext cx="608760" cy="608760"/>
          </a:xfrm>
          <a:custGeom>
            <a:avLst/>
            <a:gdLst/>
            <a:ahLst/>
            <a:rect l="l" t="t" r="r" b="b"/>
            <a:pathLst>
              <a:path w="609600" h="609600">
                <a:moveTo>
                  <a:pt x="0" y="0"/>
                </a:moveTo>
                <a:lnTo>
                  <a:pt x="609600" y="0"/>
                </a:lnTo>
                <a:lnTo>
                  <a:pt x="609600" y="609600"/>
                </a:lnTo>
                <a:lnTo>
                  <a:pt x="0" y="609600"/>
                </a:lnTo>
                <a:lnTo>
                  <a:pt x="0" y="0"/>
                </a:lnTo>
                <a:close/>
              </a:path>
            </a:pathLst>
          </a:custGeom>
          <a:solidFill>
            <a:srgbClr val="ddff00"/>
          </a:solidFill>
          <a:ln w="0">
            <a:noFill/>
          </a:ln>
        </p:spPr>
        <p:style>
          <a:lnRef idx="0"/>
          <a:fillRef idx="0"/>
          <a:effectRef idx="0"/>
          <a:fontRef idx="minor"/>
        </p:style>
      </p:sp>
      <p:sp>
        <p:nvSpPr>
          <p:cNvPr id="71" name="Text 16"/>
          <p:cNvSpPr/>
          <p:nvPr/>
        </p:nvSpPr>
        <p:spPr>
          <a:xfrm>
            <a:off x="6454080" y="2847960"/>
            <a:ext cx="494640" cy="342360"/>
          </a:xfrm>
          <a:prstGeom prst="rect">
            <a:avLst/>
          </a:prstGeom>
          <a:noFill/>
          <a:ln w="0">
            <a:noFill/>
          </a:ln>
        </p:spPr>
        <p:style>
          <a:lnRef idx="0"/>
          <a:fillRef idx="0"/>
          <a:effectRef idx="0"/>
          <a:fontRef idx="minor"/>
        </p:style>
        <p:txBody>
          <a:bodyPr lIns="0" rIns="0" tIns="0" bIns="0" anchor="ctr">
            <a:noAutofit/>
          </a:bodyPr>
          <a:p>
            <a:pPr>
              <a:lnSpc>
                <a:spcPct val="100000"/>
              </a:lnSpc>
              <a:buNone/>
            </a:pPr>
            <a:r>
              <a:rPr b="1" lang="en-US" sz="2250" spc="-1" strike="noStrike">
                <a:solidFill>
                  <a:srgbClr val="000000"/>
                </a:solidFill>
                <a:latin typeface="Liter"/>
                <a:ea typeface="Liter"/>
              </a:rPr>
              <a:t>04</a:t>
            </a:r>
            <a:endParaRPr b="0" lang="en-HK" sz="2250" spc="-1" strike="noStrike">
              <a:latin typeface="Arial"/>
            </a:endParaRPr>
          </a:p>
        </p:txBody>
      </p:sp>
      <p:sp>
        <p:nvSpPr>
          <p:cNvPr id="72" name="Text 17"/>
          <p:cNvSpPr/>
          <p:nvPr/>
        </p:nvSpPr>
        <p:spPr>
          <a:xfrm>
            <a:off x="7086600" y="2790720"/>
            <a:ext cx="4818960" cy="266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ffffff"/>
                </a:solidFill>
                <a:latin typeface="Liter"/>
                <a:ea typeface="Liter"/>
              </a:rPr>
              <a:t>Birth of Heavy Metal</a:t>
            </a:r>
            <a:endParaRPr b="0" lang="en-HK" sz="1500" spc="-1" strike="noStrike">
              <a:latin typeface="Arial"/>
            </a:endParaRPr>
          </a:p>
        </p:txBody>
      </p:sp>
      <p:sp>
        <p:nvSpPr>
          <p:cNvPr id="73" name="Text 18"/>
          <p:cNvSpPr/>
          <p:nvPr/>
        </p:nvSpPr>
        <p:spPr>
          <a:xfrm>
            <a:off x="7086600" y="3095640"/>
            <a:ext cx="4799880" cy="227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ffffff">
                    <a:alpha val="60000"/>
                  </a:srgbClr>
                </a:solidFill>
                <a:latin typeface="Liter"/>
                <a:ea typeface="Liter"/>
              </a:rPr>
              <a:t>Late 1960s-1970s: The Unholy Trinity</a:t>
            </a:r>
            <a:endParaRPr b="0" lang="en-HK" sz="1200" spc="-1" strike="noStrike">
              <a:latin typeface="Arial"/>
            </a:endParaRPr>
          </a:p>
        </p:txBody>
      </p:sp>
      <p:sp>
        <p:nvSpPr>
          <p:cNvPr id="74" name="Shape 19"/>
          <p:cNvSpPr/>
          <p:nvPr/>
        </p:nvSpPr>
        <p:spPr>
          <a:xfrm>
            <a:off x="380880" y="3905280"/>
            <a:ext cx="608760" cy="608760"/>
          </a:xfrm>
          <a:custGeom>
            <a:avLst/>
            <a:gdLst/>
            <a:ahLst/>
            <a:rect l="l" t="t" r="r" b="b"/>
            <a:pathLst>
              <a:path w="609600" h="609600">
                <a:moveTo>
                  <a:pt x="0" y="0"/>
                </a:moveTo>
                <a:lnTo>
                  <a:pt x="609600" y="0"/>
                </a:lnTo>
                <a:lnTo>
                  <a:pt x="609600" y="609600"/>
                </a:lnTo>
                <a:lnTo>
                  <a:pt x="0" y="609600"/>
                </a:lnTo>
                <a:lnTo>
                  <a:pt x="0" y="0"/>
                </a:lnTo>
                <a:close/>
              </a:path>
            </a:pathLst>
          </a:custGeom>
          <a:solidFill>
            <a:srgbClr val="ddff00"/>
          </a:solidFill>
          <a:ln w="0">
            <a:noFill/>
          </a:ln>
        </p:spPr>
        <p:style>
          <a:lnRef idx="0"/>
          <a:fillRef idx="0"/>
          <a:effectRef idx="0"/>
          <a:fontRef idx="minor"/>
        </p:style>
      </p:sp>
      <p:sp>
        <p:nvSpPr>
          <p:cNvPr id="75" name="Text 20"/>
          <p:cNvSpPr/>
          <p:nvPr/>
        </p:nvSpPr>
        <p:spPr>
          <a:xfrm>
            <a:off x="512280" y="4038480"/>
            <a:ext cx="484920" cy="342360"/>
          </a:xfrm>
          <a:prstGeom prst="rect">
            <a:avLst/>
          </a:prstGeom>
          <a:noFill/>
          <a:ln w="0">
            <a:noFill/>
          </a:ln>
        </p:spPr>
        <p:style>
          <a:lnRef idx="0"/>
          <a:fillRef idx="0"/>
          <a:effectRef idx="0"/>
          <a:fontRef idx="minor"/>
        </p:style>
        <p:txBody>
          <a:bodyPr lIns="0" rIns="0" tIns="0" bIns="0" anchor="ctr">
            <a:noAutofit/>
          </a:bodyPr>
          <a:p>
            <a:pPr>
              <a:lnSpc>
                <a:spcPct val="100000"/>
              </a:lnSpc>
              <a:buNone/>
            </a:pPr>
            <a:r>
              <a:rPr b="1" lang="en-US" sz="2250" spc="-1" strike="noStrike">
                <a:solidFill>
                  <a:srgbClr val="000000"/>
                </a:solidFill>
                <a:latin typeface="Liter"/>
                <a:ea typeface="Liter"/>
              </a:rPr>
              <a:t>05</a:t>
            </a:r>
            <a:endParaRPr b="0" lang="en-HK" sz="2250" spc="-1" strike="noStrike">
              <a:latin typeface="Arial"/>
            </a:endParaRPr>
          </a:p>
        </p:txBody>
      </p:sp>
      <p:sp>
        <p:nvSpPr>
          <p:cNvPr id="76" name="Text 21"/>
          <p:cNvSpPr/>
          <p:nvPr/>
        </p:nvSpPr>
        <p:spPr>
          <a:xfrm>
            <a:off x="1143000" y="3981600"/>
            <a:ext cx="4818960" cy="266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ffffff"/>
                </a:solidFill>
                <a:latin typeface="Liter"/>
                <a:ea typeface="Liter"/>
              </a:rPr>
              <a:t>Punk Rock &amp; New Wave</a:t>
            </a:r>
            <a:endParaRPr b="0" lang="en-HK" sz="1500" spc="-1" strike="noStrike">
              <a:latin typeface="Arial"/>
            </a:endParaRPr>
          </a:p>
        </p:txBody>
      </p:sp>
      <p:sp>
        <p:nvSpPr>
          <p:cNvPr id="77" name="Text 22"/>
          <p:cNvSpPr/>
          <p:nvPr/>
        </p:nvSpPr>
        <p:spPr>
          <a:xfrm>
            <a:off x="1143000" y="4286160"/>
            <a:ext cx="4799880" cy="227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ffffff">
                    <a:alpha val="60000"/>
                  </a:srgbClr>
                </a:solidFill>
                <a:latin typeface="Liter"/>
                <a:ea typeface="Liter"/>
              </a:rPr>
              <a:t>1970s-1980s: Raw Energy &amp; Artistic Expression</a:t>
            </a:r>
            <a:endParaRPr b="0" lang="en-HK" sz="1200" spc="-1" strike="noStrike">
              <a:latin typeface="Arial"/>
            </a:endParaRPr>
          </a:p>
        </p:txBody>
      </p:sp>
      <p:sp>
        <p:nvSpPr>
          <p:cNvPr id="78" name="Shape 23"/>
          <p:cNvSpPr/>
          <p:nvPr/>
        </p:nvSpPr>
        <p:spPr>
          <a:xfrm>
            <a:off x="6324480" y="3905280"/>
            <a:ext cx="608760" cy="608760"/>
          </a:xfrm>
          <a:custGeom>
            <a:avLst/>
            <a:gdLst/>
            <a:ahLst/>
            <a:rect l="l" t="t" r="r" b="b"/>
            <a:pathLst>
              <a:path w="609600" h="609600">
                <a:moveTo>
                  <a:pt x="0" y="0"/>
                </a:moveTo>
                <a:lnTo>
                  <a:pt x="609600" y="0"/>
                </a:lnTo>
                <a:lnTo>
                  <a:pt x="609600" y="609600"/>
                </a:lnTo>
                <a:lnTo>
                  <a:pt x="0" y="609600"/>
                </a:lnTo>
                <a:lnTo>
                  <a:pt x="0" y="0"/>
                </a:lnTo>
                <a:close/>
              </a:path>
            </a:pathLst>
          </a:custGeom>
          <a:solidFill>
            <a:srgbClr val="ddff00"/>
          </a:solidFill>
          <a:ln w="0">
            <a:noFill/>
          </a:ln>
        </p:spPr>
        <p:style>
          <a:lnRef idx="0"/>
          <a:fillRef idx="0"/>
          <a:effectRef idx="0"/>
          <a:fontRef idx="minor"/>
        </p:style>
      </p:sp>
      <p:sp>
        <p:nvSpPr>
          <p:cNvPr id="79" name="Text 24"/>
          <p:cNvSpPr/>
          <p:nvPr/>
        </p:nvSpPr>
        <p:spPr>
          <a:xfrm>
            <a:off x="6452640" y="4038480"/>
            <a:ext cx="494640" cy="342360"/>
          </a:xfrm>
          <a:prstGeom prst="rect">
            <a:avLst/>
          </a:prstGeom>
          <a:noFill/>
          <a:ln w="0">
            <a:noFill/>
          </a:ln>
        </p:spPr>
        <p:style>
          <a:lnRef idx="0"/>
          <a:fillRef idx="0"/>
          <a:effectRef idx="0"/>
          <a:fontRef idx="minor"/>
        </p:style>
        <p:txBody>
          <a:bodyPr lIns="0" rIns="0" tIns="0" bIns="0" anchor="ctr">
            <a:noAutofit/>
          </a:bodyPr>
          <a:p>
            <a:pPr>
              <a:lnSpc>
                <a:spcPct val="100000"/>
              </a:lnSpc>
              <a:buNone/>
            </a:pPr>
            <a:r>
              <a:rPr b="1" lang="en-US" sz="2250" spc="-1" strike="noStrike">
                <a:solidFill>
                  <a:srgbClr val="000000"/>
                </a:solidFill>
                <a:latin typeface="Liter"/>
                <a:ea typeface="Liter"/>
              </a:rPr>
              <a:t>06</a:t>
            </a:r>
            <a:endParaRPr b="0" lang="en-HK" sz="2250" spc="-1" strike="noStrike">
              <a:latin typeface="Arial"/>
            </a:endParaRPr>
          </a:p>
        </p:txBody>
      </p:sp>
      <p:sp>
        <p:nvSpPr>
          <p:cNvPr id="80" name="Text 25"/>
          <p:cNvSpPr/>
          <p:nvPr/>
        </p:nvSpPr>
        <p:spPr>
          <a:xfrm>
            <a:off x="7086600" y="3981600"/>
            <a:ext cx="4818960" cy="266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ffffff"/>
                </a:solidFill>
                <a:latin typeface="Liter"/>
                <a:ea typeface="Liter"/>
              </a:rPr>
              <a:t>Alternative Rock &amp; Grunge</a:t>
            </a:r>
            <a:endParaRPr b="0" lang="en-HK" sz="1500" spc="-1" strike="noStrike">
              <a:latin typeface="Arial"/>
            </a:endParaRPr>
          </a:p>
        </p:txBody>
      </p:sp>
      <p:sp>
        <p:nvSpPr>
          <p:cNvPr id="81" name="Text 26"/>
          <p:cNvSpPr/>
          <p:nvPr/>
        </p:nvSpPr>
        <p:spPr>
          <a:xfrm>
            <a:off x="7086600" y="4286160"/>
            <a:ext cx="4799880" cy="227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ffffff">
                    <a:alpha val="60000"/>
                  </a:srgbClr>
                </a:solidFill>
                <a:latin typeface="Liter"/>
                <a:ea typeface="Liter"/>
              </a:rPr>
              <a:t>1990s: The Seattle Sound Goes Global</a:t>
            </a:r>
            <a:endParaRPr b="0" lang="en-HK" sz="1200" spc="-1" strike="noStrike">
              <a:latin typeface="Arial"/>
            </a:endParaRPr>
          </a:p>
        </p:txBody>
      </p:sp>
      <p:sp>
        <p:nvSpPr>
          <p:cNvPr id="82" name="Shape 27"/>
          <p:cNvSpPr/>
          <p:nvPr/>
        </p:nvSpPr>
        <p:spPr>
          <a:xfrm>
            <a:off x="380880" y="5095800"/>
            <a:ext cx="608760" cy="608760"/>
          </a:xfrm>
          <a:custGeom>
            <a:avLst/>
            <a:gdLst/>
            <a:ahLst/>
            <a:rect l="l" t="t" r="r" b="b"/>
            <a:pathLst>
              <a:path w="609600" h="609600">
                <a:moveTo>
                  <a:pt x="0" y="0"/>
                </a:moveTo>
                <a:lnTo>
                  <a:pt x="609600" y="0"/>
                </a:lnTo>
                <a:lnTo>
                  <a:pt x="609600" y="609600"/>
                </a:lnTo>
                <a:lnTo>
                  <a:pt x="0" y="609600"/>
                </a:lnTo>
                <a:lnTo>
                  <a:pt x="0" y="0"/>
                </a:lnTo>
                <a:close/>
              </a:path>
            </a:pathLst>
          </a:custGeom>
          <a:solidFill>
            <a:srgbClr val="ddff00"/>
          </a:solidFill>
          <a:ln w="0">
            <a:noFill/>
          </a:ln>
        </p:spPr>
        <p:style>
          <a:lnRef idx="0"/>
          <a:fillRef idx="0"/>
          <a:effectRef idx="0"/>
          <a:fontRef idx="minor"/>
        </p:style>
      </p:sp>
      <p:sp>
        <p:nvSpPr>
          <p:cNvPr id="83" name="Text 28"/>
          <p:cNvSpPr/>
          <p:nvPr/>
        </p:nvSpPr>
        <p:spPr>
          <a:xfrm>
            <a:off x="521640" y="5229360"/>
            <a:ext cx="475560" cy="342360"/>
          </a:xfrm>
          <a:prstGeom prst="rect">
            <a:avLst/>
          </a:prstGeom>
          <a:noFill/>
          <a:ln w="0">
            <a:noFill/>
          </a:ln>
        </p:spPr>
        <p:style>
          <a:lnRef idx="0"/>
          <a:fillRef idx="0"/>
          <a:effectRef idx="0"/>
          <a:fontRef idx="minor"/>
        </p:style>
        <p:txBody>
          <a:bodyPr lIns="0" rIns="0" tIns="0" bIns="0" anchor="ctr">
            <a:noAutofit/>
          </a:bodyPr>
          <a:p>
            <a:pPr>
              <a:lnSpc>
                <a:spcPct val="100000"/>
              </a:lnSpc>
              <a:buNone/>
            </a:pPr>
            <a:r>
              <a:rPr b="1" lang="en-US" sz="2250" spc="-1" strike="noStrike">
                <a:solidFill>
                  <a:srgbClr val="000000"/>
                </a:solidFill>
                <a:latin typeface="Liter"/>
                <a:ea typeface="Liter"/>
              </a:rPr>
              <a:t>07</a:t>
            </a:r>
            <a:endParaRPr b="0" lang="en-HK" sz="2250" spc="-1" strike="noStrike">
              <a:latin typeface="Arial"/>
            </a:endParaRPr>
          </a:p>
        </p:txBody>
      </p:sp>
      <p:sp>
        <p:nvSpPr>
          <p:cNvPr id="84" name="Text 29"/>
          <p:cNvSpPr/>
          <p:nvPr/>
        </p:nvSpPr>
        <p:spPr>
          <a:xfrm>
            <a:off x="1143000" y="5172120"/>
            <a:ext cx="4818960" cy="266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ffffff"/>
                </a:solidFill>
                <a:latin typeface="Liter"/>
                <a:ea typeface="Liter"/>
              </a:rPr>
              <a:t>Indie Rock Revival</a:t>
            </a:r>
            <a:endParaRPr b="0" lang="en-HK" sz="1500" spc="-1" strike="noStrike">
              <a:latin typeface="Arial"/>
            </a:endParaRPr>
          </a:p>
        </p:txBody>
      </p:sp>
      <p:sp>
        <p:nvSpPr>
          <p:cNvPr id="85" name="Text 30"/>
          <p:cNvSpPr/>
          <p:nvPr/>
        </p:nvSpPr>
        <p:spPr>
          <a:xfrm>
            <a:off x="1143000" y="5477040"/>
            <a:ext cx="4799880" cy="227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ffffff">
                    <a:alpha val="60000"/>
                  </a:srgbClr>
                </a:solidFill>
                <a:latin typeface="Liter"/>
                <a:ea typeface="Liter"/>
              </a:rPr>
              <a:t>2000s-2010s: Return to Raw, DIY Aesthetics</a:t>
            </a:r>
            <a:endParaRPr b="0" lang="en-HK" sz="1200" spc="-1" strike="noStrike">
              <a:latin typeface="Arial"/>
            </a:endParaRPr>
          </a:p>
        </p:txBody>
      </p:sp>
      <p:sp>
        <p:nvSpPr>
          <p:cNvPr id="86" name="Shape 31"/>
          <p:cNvSpPr/>
          <p:nvPr/>
        </p:nvSpPr>
        <p:spPr>
          <a:xfrm>
            <a:off x="6324480" y="5095800"/>
            <a:ext cx="608760" cy="608760"/>
          </a:xfrm>
          <a:custGeom>
            <a:avLst/>
            <a:gdLst/>
            <a:ahLst/>
            <a:rect l="l" t="t" r="r" b="b"/>
            <a:pathLst>
              <a:path w="609600" h="609600">
                <a:moveTo>
                  <a:pt x="0" y="0"/>
                </a:moveTo>
                <a:lnTo>
                  <a:pt x="609600" y="0"/>
                </a:lnTo>
                <a:lnTo>
                  <a:pt x="609600" y="609600"/>
                </a:lnTo>
                <a:lnTo>
                  <a:pt x="0" y="609600"/>
                </a:lnTo>
                <a:lnTo>
                  <a:pt x="0" y="0"/>
                </a:lnTo>
                <a:close/>
              </a:path>
            </a:pathLst>
          </a:custGeom>
          <a:solidFill>
            <a:srgbClr val="ddff00"/>
          </a:solidFill>
          <a:ln w="0">
            <a:noFill/>
          </a:ln>
        </p:spPr>
        <p:style>
          <a:lnRef idx="0"/>
          <a:fillRef idx="0"/>
          <a:effectRef idx="0"/>
          <a:fontRef idx="minor"/>
        </p:style>
      </p:sp>
      <p:sp>
        <p:nvSpPr>
          <p:cNvPr id="87" name="Text 32"/>
          <p:cNvSpPr/>
          <p:nvPr/>
        </p:nvSpPr>
        <p:spPr>
          <a:xfrm>
            <a:off x="6450480" y="5229360"/>
            <a:ext cx="504000" cy="342360"/>
          </a:xfrm>
          <a:prstGeom prst="rect">
            <a:avLst/>
          </a:prstGeom>
          <a:noFill/>
          <a:ln w="0">
            <a:noFill/>
          </a:ln>
        </p:spPr>
        <p:style>
          <a:lnRef idx="0"/>
          <a:fillRef idx="0"/>
          <a:effectRef idx="0"/>
          <a:fontRef idx="minor"/>
        </p:style>
        <p:txBody>
          <a:bodyPr lIns="0" rIns="0" tIns="0" bIns="0" anchor="ctr">
            <a:noAutofit/>
          </a:bodyPr>
          <a:p>
            <a:pPr>
              <a:lnSpc>
                <a:spcPct val="100000"/>
              </a:lnSpc>
              <a:buNone/>
            </a:pPr>
            <a:r>
              <a:rPr b="1" lang="en-US" sz="2250" spc="-1" strike="noStrike">
                <a:solidFill>
                  <a:srgbClr val="000000"/>
                </a:solidFill>
                <a:latin typeface="Liter"/>
                <a:ea typeface="Liter"/>
              </a:rPr>
              <a:t>08</a:t>
            </a:r>
            <a:endParaRPr b="0" lang="en-HK" sz="2250" spc="-1" strike="noStrike">
              <a:latin typeface="Arial"/>
            </a:endParaRPr>
          </a:p>
        </p:txBody>
      </p:sp>
      <p:sp>
        <p:nvSpPr>
          <p:cNvPr id="88" name="Text 33"/>
          <p:cNvSpPr/>
          <p:nvPr/>
        </p:nvSpPr>
        <p:spPr>
          <a:xfrm>
            <a:off x="7086600" y="5172120"/>
            <a:ext cx="4818960" cy="266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ffffff"/>
                </a:solidFill>
                <a:latin typeface="Liter"/>
                <a:ea typeface="Liter"/>
              </a:rPr>
              <a:t>Legacy &amp; Cultural Impact</a:t>
            </a:r>
            <a:endParaRPr b="0" lang="en-HK" sz="1500" spc="-1" strike="noStrike">
              <a:latin typeface="Arial"/>
            </a:endParaRPr>
          </a:p>
        </p:txBody>
      </p:sp>
      <p:sp>
        <p:nvSpPr>
          <p:cNvPr id="89" name="Text 34"/>
          <p:cNvSpPr/>
          <p:nvPr/>
        </p:nvSpPr>
        <p:spPr>
          <a:xfrm>
            <a:off x="7086600" y="5477040"/>
            <a:ext cx="4799880" cy="227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ffffff">
                    <a:alpha val="60000"/>
                  </a:srgbClr>
                </a:solidFill>
                <a:latin typeface="Liter"/>
                <a:ea typeface="Liter"/>
              </a:rPr>
              <a:t>Rock's Enduring Influence on Music &amp; Culture</a:t>
            </a:r>
            <a:endParaRPr b="0" lang="en-HK" sz="1200" spc="-1" strike="noStrike">
              <a:latin typeface="Arial"/>
            </a:endParaRPr>
          </a:p>
        </p:txBody>
      </p:sp>
      <p:sp>
        <p:nvSpPr>
          <p:cNvPr id="90" name="Shape 35"/>
          <p:cNvSpPr/>
          <p:nvPr/>
        </p:nvSpPr>
        <p:spPr>
          <a:xfrm rot="2700000">
            <a:off x="11216160" y="6338520"/>
            <a:ext cx="113760" cy="113760"/>
          </a:xfrm>
          <a:custGeom>
            <a:avLst/>
            <a:gdLst/>
            <a:ahLst/>
            <a:rect l="l" t="t" r="r" b="b"/>
            <a:pathLst>
              <a:path w="114300" h="114300">
                <a:moveTo>
                  <a:pt x="0" y="0"/>
                </a:moveTo>
                <a:lnTo>
                  <a:pt x="114300" y="0"/>
                </a:lnTo>
                <a:lnTo>
                  <a:pt x="114300" y="114300"/>
                </a:lnTo>
                <a:lnTo>
                  <a:pt x="0" y="114300"/>
                </a:lnTo>
                <a:lnTo>
                  <a:pt x="0" y="0"/>
                </a:lnTo>
                <a:close/>
              </a:path>
            </a:pathLst>
          </a:custGeom>
          <a:solidFill>
            <a:srgbClr val="ddff00"/>
          </a:solidFill>
          <a:ln w="0">
            <a:noFill/>
          </a:ln>
        </p:spPr>
        <p:style>
          <a:lnRef idx="0"/>
          <a:fillRef idx="0"/>
          <a:effectRef idx="0"/>
          <a:fontRef idx="minor"/>
        </p:style>
      </p:sp>
      <p:sp>
        <p:nvSpPr>
          <p:cNvPr id="91" name="Shape 36"/>
          <p:cNvSpPr/>
          <p:nvPr/>
        </p:nvSpPr>
        <p:spPr>
          <a:xfrm rot="2700000">
            <a:off x="11444760" y="6338520"/>
            <a:ext cx="113760" cy="113760"/>
          </a:xfrm>
          <a:custGeom>
            <a:avLst/>
            <a:gdLst/>
            <a:ahLst/>
            <a:rect l="l" t="t" r="r" b="b"/>
            <a:pathLst>
              <a:path w="114300" h="114300">
                <a:moveTo>
                  <a:pt x="0" y="0"/>
                </a:moveTo>
                <a:lnTo>
                  <a:pt x="114300" y="0"/>
                </a:lnTo>
                <a:lnTo>
                  <a:pt x="114300" y="114300"/>
                </a:lnTo>
                <a:lnTo>
                  <a:pt x="0" y="114300"/>
                </a:lnTo>
                <a:lnTo>
                  <a:pt x="0" y="0"/>
                </a:lnTo>
                <a:close/>
              </a:path>
            </a:pathLst>
          </a:custGeom>
          <a:solidFill>
            <a:srgbClr val="ddff00"/>
          </a:solidFill>
          <a:ln w="0">
            <a:noFill/>
          </a:ln>
        </p:spPr>
        <p:style>
          <a:lnRef idx="0"/>
          <a:fillRef idx="0"/>
          <a:effectRef idx="0"/>
          <a:fontRef idx="minor"/>
        </p:style>
      </p:sp>
      <p:sp>
        <p:nvSpPr>
          <p:cNvPr id="92" name="Shape 37"/>
          <p:cNvSpPr/>
          <p:nvPr/>
        </p:nvSpPr>
        <p:spPr>
          <a:xfrm rot="2700000">
            <a:off x="11673360" y="6338520"/>
            <a:ext cx="113760" cy="113760"/>
          </a:xfrm>
          <a:custGeom>
            <a:avLst/>
            <a:gdLst/>
            <a:ahLst/>
            <a:rect l="l" t="t" r="r" b="b"/>
            <a:pathLst>
              <a:path w="114300" h="114300">
                <a:moveTo>
                  <a:pt x="0" y="0"/>
                </a:moveTo>
                <a:lnTo>
                  <a:pt x="114300" y="0"/>
                </a:lnTo>
                <a:lnTo>
                  <a:pt x="114300" y="114300"/>
                </a:lnTo>
                <a:lnTo>
                  <a:pt x="0" y="114300"/>
                </a:lnTo>
                <a:lnTo>
                  <a:pt x="0" y="0"/>
                </a:lnTo>
                <a:close/>
              </a:path>
            </a:pathLst>
          </a:custGeom>
          <a:solidFill>
            <a:srgbClr val="ddff00"/>
          </a:solidFill>
          <a:ln w="0">
            <a:noFill/>
          </a:ln>
        </p:spPr>
        <p:style>
          <a:lnRef idx="0"/>
          <a:fillRef idx="0"/>
          <a:effectRef idx="0"/>
          <a:fontRef idx="minor"/>
        </p:style>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sp>
        <p:nvSpPr>
          <p:cNvPr id="93" name="Image 0"/>
          <p:cNvSpPr/>
          <p:nvPr/>
        </p:nvSpPr>
        <p:spPr>
          <a:xfrm>
            <a:off x="0" y="0"/>
            <a:ext cx="12191400" cy="6857280"/>
          </a:xfrm>
          <a:prstGeom prst="roundRect">
            <a:avLst>
              <a:gd name="adj" fmla="val 0"/>
            </a:avLst>
          </a:prstGeom>
          <a:blipFill rotWithShape="0">
            <a:blip r:embed="rId1"/>
            <a:srcRect/>
            <a:stretch/>
          </a:blipFill>
          <a:ln w="0">
            <a:noFill/>
          </a:ln>
        </p:spPr>
        <p:style>
          <a:lnRef idx="0"/>
          <a:fillRef idx="0"/>
          <a:effectRef idx="0"/>
          <a:fontRef idx="minor"/>
        </p:style>
      </p:sp>
      <p:sp>
        <p:nvSpPr>
          <p:cNvPr id="94" name="Shape 0"/>
          <p:cNvSpPr/>
          <p:nvPr/>
        </p:nvSpPr>
        <p:spPr>
          <a:xfrm>
            <a:off x="0" y="0"/>
            <a:ext cx="12191400" cy="6857280"/>
          </a:xfrm>
          <a:custGeom>
            <a:avLst/>
            <a:gdLst/>
            <a:ahLst/>
            <a:rect l="l" t="t" r="r" b="b"/>
            <a:pathLst>
              <a:path w="12192000" h="6858000">
                <a:moveTo>
                  <a:pt x="0" y="0"/>
                </a:moveTo>
                <a:lnTo>
                  <a:pt x="12192000" y="0"/>
                </a:lnTo>
                <a:lnTo>
                  <a:pt x="12192000" y="6858000"/>
                </a:lnTo>
                <a:lnTo>
                  <a:pt x="0" y="6858000"/>
                </a:lnTo>
                <a:lnTo>
                  <a:pt x="0" y="0"/>
                </a:lnTo>
                <a:close/>
              </a:path>
            </a:pathLst>
          </a:custGeom>
          <a:gradFill rotWithShape="0">
            <a:gsLst>
              <a:gs pos="0">
                <a:srgbClr val="000000"/>
              </a:gs>
              <a:gs pos="100000">
                <a:srgbClr val="000000">
                  <a:alpha val="60000"/>
                </a:srgbClr>
              </a:gs>
            </a:gsLst>
            <a:lin ang="0"/>
          </a:gradFill>
          <a:ln w="0">
            <a:noFill/>
          </a:ln>
        </p:spPr>
        <p:style>
          <a:lnRef idx="0"/>
          <a:fillRef idx="0"/>
          <a:effectRef idx="0"/>
          <a:fontRef idx="minor"/>
        </p:style>
      </p:sp>
      <p:sp>
        <p:nvSpPr>
          <p:cNvPr id="95" name="Shape 1"/>
          <p:cNvSpPr/>
          <p:nvPr/>
        </p:nvSpPr>
        <p:spPr>
          <a:xfrm rot="720000">
            <a:off x="10754280" y="5420160"/>
            <a:ext cx="875520" cy="875520"/>
          </a:xfrm>
          <a:custGeom>
            <a:avLst/>
            <a:gdLst/>
            <a:ahLst/>
            <a:rect l="l" t="t" r="r" b="b"/>
            <a:pathLst>
              <a:path w="876300" h="876300">
                <a:moveTo>
                  <a:pt x="0" y="0"/>
                </a:moveTo>
                <a:lnTo>
                  <a:pt x="876300" y="0"/>
                </a:lnTo>
                <a:lnTo>
                  <a:pt x="876300" y="876300"/>
                </a:lnTo>
                <a:lnTo>
                  <a:pt x="0" y="876300"/>
                </a:lnTo>
                <a:lnTo>
                  <a:pt x="0" y="0"/>
                </a:lnTo>
                <a:close/>
              </a:path>
            </a:pathLst>
          </a:custGeom>
          <a:noFill/>
          <a:ln w="50800">
            <a:solidFill>
              <a:srgbClr val="ddff00"/>
            </a:solidFill>
            <a:round/>
          </a:ln>
        </p:spPr>
        <p:style>
          <a:lnRef idx="0"/>
          <a:fillRef idx="0"/>
          <a:effectRef idx="0"/>
          <a:fontRef idx="minor"/>
        </p:style>
      </p:sp>
      <p:sp>
        <p:nvSpPr>
          <p:cNvPr id="96" name="Shape 2"/>
          <p:cNvSpPr/>
          <p:nvPr/>
        </p:nvSpPr>
        <p:spPr>
          <a:xfrm rot="21240000">
            <a:off x="320040" y="1310760"/>
            <a:ext cx="1218600" cy="1218600"/>
          </a:xfrm>
          <a:custGeom>
            <a:avLst/>
            <a:gdLst/>
            <a:ahLst/>
            <a:rect l="l" t="t" r="r" b="b"/>
            <a:pathLst>
              <a:path w="1219200" h="1219200">
                <a:moveTo>
                  <a:pt x="0" y="0"/>
                </a:moveTo>
                <a:lnTo>
                  <a:pt x="1219200" y="0"/>
                </a:lnTo>
                <a:lnTo>
                  <a:pt x="1219200" y="1219200"/>
                </a:lnTo>
                <a:lnTo>
                  <a:pt x="0" y="1219200"/>
                </a:lnTo>
                <a:lnTo>
                  <a:pt x="0" y="0"/>
                </a:lnTo>
                <a:close/>
              </a:path>
            </a:pathLst>
          </a:custGeom>
          <a:solidFill>
            <a:srgbClr val="ddff00"/>
          </a:solidFill>
          <a:ln w="0">
            <a:noFill/>
          </a:ln>
        </p:spPr>
        <p:style>
          <a:lnRef idx="0"/>
          <a:fillRef idx="0"/>
          <a:effectRef idx="0"/>
          <a:fontRef idx="minor"/>
        </p:style>
      </p:sp>
      <p:sp>
        <p:nvSpPr>
          <p:cNvPr id="97" name="Text 3"/>
          <p:cNvSpPr/>
          <p:nvPr/>
        </p:nvSpPr>
        <p:spPr>
          <a:xfrm>
            <a:off x="634680" y="1638360"/>
            <a:ext cx="1056600" cy="68508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5400" spc="-1" strike="noStrike">
                <a:solidFill>
                  <a:srgbClr val="000000"/>
                </a:solidFill>
                <a:latin typeface="Liter"/>
                <a:ea typeface="Liter"/>
              </a:rPr>
              <a:t>01</a:t>
            </a:r>
            <a:endParaRPr b="0" lang="en-HK" sz="5400" spc="-1" strike="noStrike">
              <a:latin typeface="Arial"/>
            </a:endParaRPr>
          </a:p>
        </p:txBody>
      </p:sp>
      <p:sp>
        <p:nvSpPr>
          <p:cNvPr id="98" name="Shape 4"/>
          <p:cNvSpPr/>
          <p:nvPr/>
        </p:nvSpPr>
        <p:spPr>
          <a:xfrm>
            <a:off x="1828800" y="1752480"/>
            <a:ext cx="4504680" cy="37440"/>
          </a:xfrm>
          <a:custGeom>
            <a:avLst/>
            <a:gdLst/>
            <a:ahLst/>
            <a:rect l="l" t="t" r="r" b="b"/>
            <a:pathLst>
              <a:path w="4505325" h="38100">
                <a:moveTo>
                  <a:pt x="0" y="0"/>
                </a:moveTo>
                <a:lnTo>
                  <a:pt x="4505325" y="0"/>
                </a:lnTo>
                <a:lnTo>
                  <a:pt x="4505325" y="38100"/>
                </a:lnTo>
                <a:lnTo>
                  <a:pt x="0" y="38100"/>
                </a:lnTo>
                <a:lnTo>
                  <a:pt x="0" y="0"/>
                </a:lnTo>
                <a:close/>
              </a:path>
            </a:pathLst>
          </a:custGeom>
          <a:solidFill>
            <a:srgbClr val="ddff00"/>
          </a:solidFill>
          <a:ln w="0">
            <a:noFill/>
          </a:ln>
        </p:spPr>
        <p:style>
          <a:lnRef idx="0"/>
          <a:fillRef idx="0"/>
          <a:effectRef idx="0"/>
          <a:fontRef idx="minor"/>
        </p:style>
      </p:sp>
      <p:sp>
        <p:nvSpPr>
          <p:cNvPr id="99" name="Text 5"/>
          <p:cNvSpPr/>
          <p:nvPr/>
        </p:nvSpPr>
        <p:spPr>
          <a:xfrm>
            <a:off x="1828800" y="1943280"/>
            <a:ext cx="4590360" cy="2660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350" spc="131" strike="noStrike">
                <a:solidFill>
                  <a:srgbClr val="ddff00"/>
                </a:solidFill>
                <a:latin typeface="Liter"/>
                <a:ea typeface="Liter"/>
              </a:rPr>
              <a:t>CHAPTER ONE</a:t>
            </a:r>
            <a:endParaRPr b="0" lang="en-HK" sz="1350" spc="-1" strike="noStrike">
              <a:latin typeface="Arial"/>
            </a:endParaRPr>
          </a:p>
        </p:txBody>
      </p:sp>
      <p:sp>
        <p:nvSpPr>
          <p:cNvPr id="100" name="Text 6"/>
          <p:cNvSpPr/>
          <p:nvPr/>
        </p:nvSpPr>
        <p:spPr>
          <a:xfrm>
            <a:off x="380880" y="2895480"/>
            <a:ext cx="6295320" cy="1713960"/>
          </a:xfrm>
          <a:prstGeom prst="rect">
            <a:avLst/>
          </a:prstGeom>
          <a:noFill/>
          <a:ln w="0">
            <a:noFill/>
          </a:ln>
        </p:spPr>
        <p:style>
          <a:lnRef idx="0"/>
          <a:fillRef idx="0"/>
          <a:effectRef idx="0"/>
          <a:fontRef idx="minor"/>
        </p:style>
        <p:txBody>
          <a:bodyPr lIns="0" rIns="0" tIns="0" bIns="0" anchor="ctr">
            <a:noAutofit/>
          </a:bodyPr>
          <a:p>
            <a:pPr>
              <a:lnSpc>
                <a:spcPct val="100000"/>
              </a:lnSpc>
              <a:buNone/>
            </a:pPr>
            <a:r>
              <a:rPr b="1" lang="en-US" sz="3600" spc="-1" strike="noStrike">
                <a:solidFill>
                  <a:srgbClr val="ffffff"/>
                </a:solidFill>
                <a:latin typeface="Liter"/>
                <a:ea typeface="Liter"/>
              </a:rPr>
              <a:t>ORIGINS &amp;</a:t>
            </a:r>
            <a:endParaRPr b="0" lang="en-HK" sz="3600" spc="-1" strike="noStrike">
              <a:latin typeface="Arial"/>
            </a:endParaRPr>
          </a:p>
          <a:p>
            <a:pPr>
              <a:lnSpc>
                <a:spcPct val="100000"/>
              </a:lnSpc>
              <a:buNone/>
            </a:pPr>
            <a:r>
              <a:rPr b="1" lang="en-US" sz="3600" spc="-1" strike="noStrike">
                <a:solidFill>
                  <a:srgbClr val="ddff00"/>
                </a:solidFill>
                <a:latin typeface="Liter"/>
                <a:ea typeface="Liter"/>
              </a:rPr>
              <a:t>BIRTH OF ROCK</a:t>
            </a:r>
            <a:endParaRPr b="0" lang="en-HK" sz="3600" spc="-1" strike="noStrike">
              <a:latin typeface="Arial"/>
            </a:endParaRPr>
          </a:p>
        </p:txBody>
      </p:sp>
      <p:sp>
        <p:nvSpPr>
          <p:cNvPr id="101" name="Text 7"/>
          <p:cNvSpPr/>
          <p:nvPr/>
        </p:nvSpPr>
        <p:spPr>
          <a:xfrm>
            <a:off x="380880" y="4838760"/>
            <a:ext cx="6066720" cy="3042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1800" spc="-1" strike="noStrike">
                <a:solidFill>
                  <a:srgbClr val="ffffff">
                    <a:alpha val="80000"/>
                  </a:srgbClr>
                </a:solidFill>
                <a:latin typeface="Liter"/>
                <a:ea typeface="Liter"/>
              </a:rPr>
              <a:t>1940s-1950s: The Musical Fusion That Changed Everything</a:t>
            </a:r>
            <a:endParaRPr b="0" lang="en-HK" sz="1800" spc="-1" strike="noStrike">
              <a:latin typeface="Arial"/>
            </a:endParaRPr>
          </a:p>
        </p:txBody>
      </p:sp>
      <p:sp>
        <p:nvSpPr>
          <p:cNvPr id="102" name="Shape 8"/>
          <p:cNvSpPr/>
          <p:nvPr/>
        </p:nvSpPr>
        <p:spPr>
          <a:xfrm>
            <a:off x="380880" y="5448240"/>
            <a:ext cx="761400" cy="37440"/>
          </a:xfrm>
          <a:custGeom>
            <a:avLst/>
            <a:gdLst/>
            <a:ahLst/>
            <a:rect l="l" t="t" r="r" b="b"/>
            <a:pathLst>
              <a:path w="762000" h="38100">
                <a:moveTo>
                  <a:pt x="0" y="0"/>
                </a:moveTo>
                <a:lnTo>
                  <a:pt x="762000" y="0"/>
                </a:lnTo>
                <a:lnTo>
                  <a:pt x="762000" y="38100"/>
                </a:lnTo>
                <a:lnTo>
                  <a:pt x="0" y="38100"/>
                </a:lnTo>
                <a:lnTo>
                  <a:pt x="0" y="0"/>
                </a:lnTo>
                <a:close/>
              </a:path>
            </a:pathLst>
          </a:custGeom>
          <a:solidFill>
            <a:srgbClr val="ddff00"/>
          </a:solidFill>
          <a:ln w="0">
            <a:noFill/>
          </a:ln>
        </p:spPr>
        <p:style>
          <a:lnRef idx="0"/>
          <a:fillRef idx="0"/>
          <a:effectRef idx="0"/>
          <a:fontRef idx="minor"/>
        </p:style>
      </p:sp>
      <p:sp>
        <p:nvSpPr>
          <p:cNvPr id="103" name="Shape 9"/>
          <p:cNvSpPr/>
          <p:nvPr/>
        </p:nvSpPr>
        <p:spPr>
          <a:xfrm>
            <a:off x="1295280" y="5448240"/>
            <a:ext cx="380160" cy="37440"/>
          </a:xfrm>
          <a:custGeom>
            <a:avLst/>
            <a:gdLst/>
            <a:ahLst/>
            <a:rect l="l" t="t" r="r" b="b"/>
            <a:pathLst>
              <a:path w="381000" h="38100">
                <a:moveTo>
                  <a:pt x="0" y="0"/>
                </a:moveTo>
                <a:lnTo>
                  <a:pt x="381000" y="0"/>
                </a:lnTo>
                <a:lnTo>
                  <a:pt x="381000" y="38100"/>
                </a:lnTo>
                <a:lnTo>
                  <a:pt x="0" y="38100"/>
                </a:lnTo>
                <a:lnTo>
                  <a:pt x="0" y="0"/>
                </a:lnTo>
                <a:close/>
              </a:path>
            </a:pathLst>
          </a:custGeom>
          <a:solidFill>
            <a:srgbClr val="ddff00"/>
          </a:solidFill>
          <a:ln w="0">
            <a:noFill/>
          </a:ln>
        </p:spPr>
        <p:style>
          <a:lnRef idx="0"/>
          <a:fillRef idx="0"/>
          <a:effectRef idx="0"/>
          <a:fontRef idx="minor"/>
        </p:style>
      </p:sp>
      <p:sp>
        <p:nvSpPr>
          <p:cNvPr id="104" name="Shape 10"/>
          <p:cNvSpPr/>
          <p:nvPr/>
        </p:nvSpPr>
        <p:spPr>
          <a:xfrm>
            <a:off x="1828800" y="5448240"/>
            <a:ext cx="189720" cy="37440"/>
          </a:xfrm>
          <a:custGeom>
            <a:avLst/>
            <a:gdLst/>
            <a:ahLst/>
            <a:rect l="l" t="t" r="r" b="b"/>
            <a:pathLst>
              <a:path w="190500" h="38100">
                <a:moveTo>
                  <a:pt x="0" y="0"/>
                </a:moveTo>
                <a:lnTo>
                  <a:pt x="190500" y="0"/>
                </a:lnTo>
                <a:lnTo>
                  <a:pt x="190500" y="38100"/>
                </a:lnTo>
                <a:lnTo>
                  <a:pt x="0" y="38100"/>
                </a:lnTo>
                <a:lnTo>
                  <a:pt x="0" y="0"/>
                </a:lnTo>
                <a:close/>
              </a:path>
            </a:pathLst>
          </a:custGeom>
          <a:solidFill>
            <a:srgbClr val="ddff00"/>
          </a:solidFill>
          <a:ln w="0">
            <a:noFill/>
          </a:ln>
        </p:spPr>
        <p:style>
          <a:lnRef idx="0"/>
          <a:fillRef idx="0"/>
          <a:effectRef idx="0"/>
          <a:fontRef idx="minor"/>
        </p:style>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sp>
        <p:nvSpPr>
          <p:cNvPr id="105" name="Shape 0"/>
          <p:cNvSpPr/>
          <p:nvPr/>
        </p:nvSpPr>
        <p:spPr>
          <a:xfrm>
            <a:off x="380880" y="438120"/>
            <a:ext cx="75600" cy="456480"/>
          </a:xfrm>
          <a:custGeom>
            <a:avLst/>
            <a:gdLst/>
            <a:ahLst/>
            <a:rect l="l" t="t" r="r" b="b"/>
            <a:pathLst>
              <a:path w="76200" h="457200">
                <a:moveTo>
                  <a:pt x="0" y="0"/>
                </a:moveTo>
                <a:lnTo>
                  <a:pt x="76200" y="0"/>
                </a:lnTo>
                <a:lnTo>
                  <a:pt x="76200" y="457200"/>
                </a:lnTo>
                <a:lnTo>
                  <a:pt x="0" y="457200"/>
                </a:lnTo>
                <a:lnTo>
                  <a:pt x="0" y="0"/>
                </a:lnTo>
                <a:close/>
              </a:path>
            </a:pathLst>
          </a:custGeom>
          <a:solidFill>
            <a:srgbClr val="ddff00"/>
          </a:solidFill>
          <a:ln w="0">
            <a:noFill/>
          </a:ln>
        </p:spPr>
        <p:style>
          <a:lnRef idx="0"/>
          <a:fillRef idx="0"/>
          <a:effectRef idx="0"/>
          <a:fontRef idx="minor"/>
        </p:style>
      </p:sp>
      <p:sp>
        <p:nvSpPr>
          <p:cNvPr id="106" name="Text 1"/>
          <p:cNvSpPr/>
          <p:nvPr/>
        </p:nvSpPr>
        <p:spPr>
          <a:xfrm>
            <a:off x="609480" y="380880"/>
            <a:ext cx="6590520" cy="1897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050" spc="100" strike="noStrike">
                <a:solidFill>
                  <a:srgbClr val="ddff00"/>
                </a:solidFill>
                <a:latin typeface="Liter"/>
                <a:ea typeface="Liter"/>
              </a:rPr>
              <a:t>CHAPTER 01</a:t>
            </a:r>
            <a:endParaRPr b="0" lang="en-HK" sz="1050" spc="-1" strike="noStrike">
              <a:latin typeface="Arial"/>
            </a:endParaRPr>
          </a:p>
        </p:txBody>
      </p:sp>
      <p:sp>
        <p:nvSpPr>
          <p:cNvPr id="107" name="Text 2"/>
          <p:cNvSpPr/>
          <p:nvPr/>
        </p:nvSpPr>
        <p:spPr>
          <a:xfrm>
            <a:off x="609480" y="571680"/>
            <a:ext cx="6695280" cy="380160"/>
          </a:xfrm>
          <a:prstGeom prst="rect">
            <a:avLst/>
          </a:prstGeom>
          <a:noFill/>
          <a:ln w="0">
            <a:noFill/>
          </a:ln>
        </p:spPr>
        <p:style>
          <a:lnRef idx="0"/>
          <a:fillRef idx="0"/>
          <a:effectRef idx="0"/>
          <a:fontRef idx="minor"/>
        </p:style>
        <p:txBody>
          <a:bodyPr lIns="0" rIns="0" tIns="0" bIns="0" anchor="ctr">
            <a:noAutofit/>
          </a:bodyPr>
          <a:p>
            <a:pPr>
              <a:lnSpc>
                <a:spcPct val="90000"/>
              </a:lnSpc>
              <a:buNone/>
            </a:pPr>
            <a:r>
              <a:rPr b="1" lang="en-US" sz="3600" spc="-1" strike="noStrike">
                <a:solidFill>
                  <a:srgbClr val="ffffff"/>
                </a:solidFill>
                <a:latin typeface="Liter"/>
                <a:ea typeface="Liter"/>
              </a:rPr>
              <a:t>The Roots of Rock: Blues, Gospel &amp; Country</a:t>
            </a:r>
            <a:endParaRPr b="0" lang="en-HK" sz="3600" spc="-1" strike="noStrike">
              <a:latin typeface="Arial"/>
            </a:endParaRPr>
          </a:p>
        </p:txBody>
      </p:sp>
      <p:sp>
        <p:nvSpPr>
          <p:cNvPr id="108" name="Shape 3"/>
          <p:cNvSpPr/>
          <p:nvPr/>
        </p:nvSpPr>
        <p:spPr>
          <a:xfrm>
            <a:off x="399960" y="1257480"/>
            <a:ext cx="37440" cy="1770840"/>
          </a:xfrm>
          <a:custGeom>
            <a:avLst/>
            <a:gdLst/>
            <a:ahLst/>
            <a:rect l="l" t="t" r="r" b="b"/>
            <a:pathLst>
              <a:path w="38100" h="1771650">
                <a:moveTo>
                  <a:pt x="0" y="0"/>
                </a:moveTo>
                <a:lnTo>
                  <a:pt x="38100" y="0"/>
                </a:lnTo>
                <a:lnTo>
                  <a:pt x="38100" y="1771650"/>
                </a:lnTo>
                <a:lnTo>
                  <a:pt x="0" y="1771650"/>
                </a:lnTo>
                <a:lnTo>
                  <a:pt x="0" y="0"/>
                </a:lnTo>
                <a:close/>
              </a:path>
            </a:pathLst>
          </a:custGeom>
          <a:solidFill>
            <a:srgbClr val="ddff00"/>
          </a:solidFill>
          <a:ln w="0">
            <a:noFill/>
          </a:ln>
        </p:spPr>
        <p:style>
          <a:lnRef idx="0"/>
          <a:fillRef idx="0"/>
          <a:effectRef idx="0"/>
          <a:fontRef idx="minor"/>
        </p:style>
      </p:sp>
      <p:sp>
        <p:nvSpPr>
          <p:cNvPr id="109" name="Shape 4"/>
          <p:cNvSpPr/>
          <p:nvPr/>
        </p:nvSpPr>
        <p:spPr>
          <a:xfrm>
            <a:off x="676440" y="1295280"/>
            <a:ext cx="227880" cy="227880"/>
          </a:xfrm>
          <a:custGeom>
            <a:avLst/>
            <a:gdLst/>
            <a:ahLst/>
            <a:rect l="l" t="t" r="r" b="b"/>
            <a:pathLst>
              <a:path w="228600" h="228600">
                <a:moveTo>
                  <a:pt x="208955" y="3125"/>
                </a:moveTo>
                <a:cubicBezTo>
                  <a:pt x="212348" y="5849"/>
                  <a:pt x="214313" y="9957"/>
                  <a:pt x="214313" y="14288"/>
                </a:cubicBezTo>
                <a:lnTo>
                  <a:pt x="214313" y="150019"/>
                </a:lnTo>
                <a:cubicBezTo>
                  <a:pt x="214313" y="169753"/>
                  <a:pt x="195114" y="185738"/>
                  <a:pt x="171450" y="185738"/>
                </a:cubicBezTo>
                <a:cubicBezTo>
                  <a:pt x="147786" y="185738"/>
                  <a:pt x="128588" y="169753"/>
                  <a:pt x="128588" y="150019"/>
                </a:cubicBezTo>
                <a:cubicBezTo>
                  <a:pt x="128588" y="130284"/>
                  <a:pt x="147786" y="114300"/>
                  <a:pt x="171450" y="114300"/>
                </a:cubicBezTo>
                <a:cubicBezTo>
                  <a:pt x="176451" y="114300"/>
                  <a:pt x="181273" y="115014"/>
                  <a:pt x="185738" y="116354"/>
                </a:cubicBezTo>
                <a:lnTo>
                  <a:pt x="185738" y="64249"/>
                </a:lnTo>
                <a:lnTo>
                  <a:pt x="85725" y="86484"/>
                </a:lnTo>
                <a:lnTo>
                  <a:pt x="85725" y="178594"/>
                </a:lnTo>
                <a:cubicBezTo>
                  <a:pt x="85725" y="198328"/>
                  <a:pt x="66526" y="214313"/>
                  <a:pt x="42863" y="214313"/>
                </a:cubicBezTo>
                <a:cubicBezTo>
                  <a:pt x="19199" y="214313"/>
                  <a:pt x="0" y="198328"/>
                  <a:pt x="0" y="178594"/>
                </a:cubicBezTo>
                <a:cubicBezTo>
                  <a:pt x="0" y="158859"/>
                  <a:pt x="19199" y="142875"/>
                  <a:pt x="42863" y="142875"/>
                </a:cubicBezTo>
                <a:cubicBezTo>
                  <a:pt x="47863" y="142875"/>
                  <a:pt x="52685" y="143589"/>
                  <a:pt x="57150" y="144929"/>
                </a:cubicBezTo>
                <a:lnTo>
                  <a:pt x="57150" y="42863"/>
                </a:lnTo>
                <a:cubicBezTo>
                  <a:pt x="57150" y="36165"/>
                  <a:pt x="61793" y="30361"/>
                  <a:pt x="68357" y="28932"/>
                </a:cubicBezTo>
                <a:lnTo>
                  <a:pt x="196944" y="357"/>
                </a:lnTo>
                <a:cubicBezTo>
                  <a:pt x="201186" y="-580"/>
                  <a:pt x="205606" y="446"/>
                  <a:pt x="208999" y="3170"/>
                </a:cubicBezTo>
                <a:close/>
              </a:path>
            </a:pathLst>
          </a:custGeom>
          <a:solidFill>
            <a:srgbClr val="ddff00"/>
          </a:solidFill>
          <a:ln w="0">
            <a:noFill/>
          </a:ln>
        </p:spPr>
        <p:style>
          <a:lnRef idx="0"/>
          <a:fillRef idx="0"/>
          <a:effectRef idx="0"/>
          <a:fontRef idx="minor"/>
        </p:style>
      </p:sp>
      <p:sp>
        <p:nvSpPr>
          <p:cNvPr id="110" name="Text 5"/>
          <p:cNvSpPr/>
          <p:nvPr/>
        </p:nvSpPr>
        <p:spPr>
          <a:xfrm>
            <a:off x="933480" y="1257480"/>
            <a:ext cx="6285960" cy="3042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800" spc="-1" strike="noStrike">
                <a:solidFill>
                  <a:srgbClr val="ddff00"/>
                </a:solidFill>
                <a:latin typeface="Liter"/>
                <a:ea typeface="Liter"/>
              </a:rPr>
              <a:t>African American Blues</a:t>
            </a:r>
            <a:endParaRPr b="0" lang="en-HK" sz="1800" spc="-1" strike="noStrike">
              <a:latin typeface="Arial"/>
            </a:endParaRPr>
          </a:p>
        </p:txBody>
      </p:sp>
      <p:sp>
        <p:nvSpPr>
          <p:cNvPr id="111" name="Text 6"/>
          <p:cNvSpPr/>
          <p:nvPr/>
        </p:nvSpPr>
        <p:spPr>
          <a:xfrm>
            <a:off x="647640" y="1676520"/>
            <a:ext cx="6533280" cy="7423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200" spc="-1" strike="noStrike">
                <a:solidFill>
                  <a:srgbClr val="ffffff"/>
                </a:solidFill>
                <a:latin typeface="Liter"/>
                <a:ea typeface="Liter"/>
              </a:rPr>
              <a:t>The blues emerged in the late 19th century</a:t>
            </a:r>
            <a:r>
              <a:rPr b="0" lang="en-US" sz="1200" spc="-1" strike="noStrike">
                <a:solidFill>
                  <a:srgbClr val="ffffff"/>
                </a:solidFill>
                <a:latin typeface="Liter"/>
                <a:ea typeface="Liter"/>
              </a:rPr>
              <a:t> in the Mississippi Delta, rooted in African American experiences of struggle and resilience. Early blues was primarily call-and-response vocal music, evolving from field shouts and hollers into passionate solo songs.</a:t>
            </a:r>
            <a:endParaRPr b="0" lang="en-HK" sz="1200" spc="-1" strike="noStrike">
              <a:latin typeface="Arial"/>
            </a:endParaRPr>
          </a:p>
        </p:txBody>
      </p:sp>
      <p:sp>
        <p:nvSpPr>
          <p:cNvPr id="112" name="Text 7"/>
          <p:cNvSpPr/>
          <p:nvPr/>
        </p:nvSpPr>
        <p:spPr>
          <a:xfrm>
            <a:off x="647640" y="2533680"/>
            <a:ext cx="6533280" cy="4946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ffffff">
                    <a:alpha val="80000"/>
                  </a:srgbClr>
                </a:solidFill>
                <a:latin typeface="Liter"/>
                <a:ea typeface="Liter"/>
              </a:rPr>
              <a:t>Legendary artists like </a:t>
            </a:r>
            <a:r>
              <a:rPr b="1" lang="en-US" sz="1200" spc="-1" strike="noStrike">
                <a:solidFill>
                  <a:srgbClr val="ddff00"/>
                </a:solidFill>
                <a:latin typeface="Liter"/>
                <a:ea typeface="Liter"/>
              </a:rPr>
              <a:t>Robert Johnson</a:t>
            </a:r>
            <a:r>
              <a:rPr b="0" lang="en-US" sz="1200" spc="-1" strike="noStrike">
                <a:solidFill>
                  <a:srgbClr val="ffffff">
                    <a:alpha val="80000"/>
                  </a:srgbClr>
                </a:solidFill>
                <a:latin typeface="Liter"/>
                <a:ea typeface="Liter"/>
              </a:rPr>
              <a:t> , </a:t>
            </a:r>
            <a:r>
              <a:rPr b="1" lang="en-US" sz="1200" spc="-1" strike="noStrike">
                <a:solidFill>
                  <a:srgbClr val="ddff00"/>
                </a:solidFill>
                <a:latin typeface="Liter"/>
                <a:ea typeface="Liter"/>
              </a:rPr>
              <a:t>Muddy Waters</a:t>
            </a:r>
            <a:r>
              <a:rPr b="0" lang="en-US" sz="1200" spc="-1" strike="noStrike">
                <a:solidFill>
                  <a:srgbClr val="ffffff">
                    <a:alpha val="80000"/>
                  </a:srgbClr>
                </a:solidFill>
                <a:latin typeface="Liter"/>
                <a:ea typeface="Liter"/>
              </a:rPr>
              <a:t> , and </a:t>
            </a:r>
            <a:r>
              <a:rPr b="1" lang="en-US" sz="1200" spc="-1" strike="noStrike">
                <a:solidFill>
                  <a:srgbClr val="ddff00"/>
                </a:solidFill>
                <a:latin typeface="Liter"/>
                <a:ea typeface="Liter"/>
              </a:rPr>
              <a:t>B.B. King</a:t>
            </a:r>
            <a:r>
              <a:rPr b="0" lang="en-US" sz="1200" spc="-1" strike="noStrike">
                <a:solidFill>
                  <a:srgbClr val="ffffff">
                    <a:alpha val="80000"/>
                  </a:srgbClr>
                </a:solidFill>
                <a:latin typeface="Liter"/>
                <a:ea typeface="Liter"/>
              </a:rPr>
              <a:t> established the guitar as the dominant instrument, creating the foundation for rock's signature sound.</a:t>
            </a:r>
            <a:endParaRPr b="0" lang="en-HK" sz="1200" spc="-1" strike="noStrike">
              <a:latin typeface="Arial"/>
            </a:endParaRPr>
          </a:p>
        </p:txBody>
      </p:sp>
      <p:sp>
        <p:nvSpPr>
          <p:cNvPr id="113" name="Shape 8"/>
          <p:cNvSpPr/>
          <p:nvPr/>
        </p:nvSpPr>
        <p:spPr>
          <a:xfrm>
            <a:off x="399960" y="3286080"/>
            <a:ext cx="37440" cy="1770840"/>
          </a:xfrm>
          <a:custGeom>
            <a:avLst/>
            <a:gdLst/>
            <a:ahLst/>
            <a:rect l="l" t="t" r="r" b="b"/>
            <a:pathLst>
              <a:path w="38100" h="1771650">
                <a:moveTo>
                  <a:pt x="0" y="0"/>
                </a:moveTo>
                <a:lnTo>
                  <a:pt x="38100" y="0"/>
                </a:lnTo>
                <a:lnTo>
                  <a:pt x="38100" y="1771650"/>
                </a:lnTo>
                <a:lnTo>
                  <a:pt x="0" y="1771650"/>
                </a:lnTo>
                <a:lnTo>
                  <a:pt x="0" y="0"/>
                </a:lnTo>
                <a:close/>
              </a:path>
            </a:pathLst>
          </a:custGeom>
          <a:solidFill>
            <a:srgbClr val="ddff00"/>
          </a:solidFill>
          <a:ln w="0">
            <a:noFill/>
          </a:ln>
        </p:spPr>
        <p:style>
          <a:lnRef idx="0"/>
          <a:fillRef idx="0"/>
          <a:effectRef idx="0"/>
          <a:fontRef idx="minor"/>
        </p:style>
      </p:sp>
      <p:sp>
        <p:nvSpPr>
          <p:cNvPr id="114" name="Shape 9"/>
          <p:cNvSpPr/>
          <p:nvPr/>
        </p:nvSpPr>
        <p:spPr>
          <a:xfrm>
            <a:off x="676440" y="3324240"/>
            <a:ext cx="227880" cy="227880"/>
          </a:xfrm>
          <a:custGeom>
            <a:avLst/>
            <a:gdLst/>
            <a:ahLst/>
            <a:rect l="l" t="t" r="r" b="b"/>
            <a:pathLst>
              <a:path w="228600" h="228600">
                <a:moveTo>
                  <a:pt x="125016" y="-3572"/>
                </a:moveTo>
                <a:cubicBezTo>
                  <a:pt x="125016" y="-9510"/>
                  <a:pt x="120238" y="-14287"/>
                  <a:pt x="114300" y="-14287"/>
                </a:cubicBezTo>
                <a:cubicBezTo>
                  <a:pt x="108362" y="-14287"/>
                  <a:pt x="103584" y="-9510"/>
                  <a:pt x="103584" y="-3572"/>
                </a:cubicBezTo>
                <a:lnTo>
                  <a:pt x="103584" y="7144"/>
                </a:lnTo>
                <a:lnTo>
                  <a:pt x="89297" y="7144"/>
                </a:lnTo>
                <a:cubicBezTo>
                  <a:pt x="83359" y="7144"/>
                  <a:pt x="78581" y="11921"/>
                  <a:pt x="78581" y="17859"/>
                </a:cubicBezTo>
                <a:cubicBezTo>
                  <a:pt x="78581" y="23798"/>
                  <a:pt x="83359" y="28575"/>
                  <a:pt x="89297" y="28575"/>
                </a:cubicBezTo>
                <a:lnTo>
                  <a:pt x="103584" y="28575"/>
                </a:lnTo>
                <a:lnTo>
                  <a:pt x="103584" y="50006"/>
                </a:lnTo>
                <a:lnTo>
                  <a:pt x="59561" y="79385"/>
                </a:lnTo>
                <a:cubicBezTo>
                  <a:pt x="53578" y="83359"/>
                  <a:pt x="50006" y="90011"/>
                  <a:pt x="50006" y="97200"/>
                </a:cubicBezTo>
                <a:lnTo>
                  <a:pt x="50006" y="114300"/>
                </a:lnTo>
                <a:lnTo>
                  <a:pt x="14377" y="134660"/>
                </a:lnTo>
                <a:cubicBezTo>
                  <a:pt x="5492" y="139750"/>
                  <a:pt x="0" y="149215"/>
                  <a:pt x="0" y="159440"/>
                </a:cubicBezTo>
                <a:lnTo>
                  <a:pt x="0" y="200025"/>
                </a:lnTo>
                <a:cubicBezTo>
                  <a:pt x="0" y="215786"/>
                  <a:pt x="12814" y="228600"/>
                  <a:pt x="28575" y="228600"/>
                </a:cubicBezTo>
                <a:cubicBezTo>
                  <a:pt x="61927" y="228600"/>
                  <a:pt x="66705" y="228600"/>
                  <a:pt x="171450" y="228600"/>
                </a:cubicBezTo>
                <a:lnTo>
                  <a:pt x="200025" y="228600"/>
                </a:lnTo>
                <a:cubicBezTo>
                  <a:pt x="215786" y="228600"/>
                  <a:pt x="228600" y="215786"/>
                  <a:pt x="228600" y="200025"/>
                </a:cubicBezTo>
                <a:lnTo>
                  <a:pt x="228600" y="159440"/>
                </a:lnTo>
                <a:cubicBezTo>
                  <a:pt x="228600" y="149170"/>
                  <a:pt x="223108" y="139705"/>
                  <a:pt x="214223" y="134615"/>
                </a:cubicBezTo>
                <a:lnTo>
                  <a:pt x="178594" y="114300"/>
                </a:lnTo>
                <a:lnTo>
                  <a:pt x="178594" y="97200"/>
                </a:lnTo>
                <a:cubicBezTo>
                  <a:pt x="178594" y="90056"/>
                  <a:pt x="175022" y="83359"/>
                  <a:pt x="169039" y="79385"/>
                </a:cubicBezTo>
                <a:lnTo>
                  <a:pt x="125016" y="50006"/>
                </a:lnTo>
                <a:lnTo>
                  <a:pt x="125016" y="28575"/>
                </a:lnTo>
                <a:lnTo>
                  <a:pt x="139303" y="28575"/>
                </a:lnTo>
                <a:cubicBezTo>
                  <a:pt x="145241" y="28575"/>
                  <a:pt x="150019" y="23798"/>
                  <a:pt x="150019" y="17859"/>
                </a:cubicBezTo>
                <a:cubicBezTo>
                  <a:pt x="150019" y="11921"/>
                  <a:pt x="145241" y="7144"/>
                  <a:pt x="139303" y="7144"/>
                </a:cubicBezTo>
                <a:lnTo>
                  <a:pt x="125016" y="7144"/>
                </a:lnTo>
                <a:lnTo>
                  <a:pt x="125016" y="-3572"/>
                </a:lnTo>
                <a:close/>
                <a:moveTo>
                  <a:pt x="114300" y="142875"/>
                </a:moveTo>
                <a:cubicBezTo>
                  <a:pt x="130061" y="142875"/>
                  <a:pt x="142875" y="155689"/>
                  <a:pt x="142875" y="171450"/>
                </a:cubicBezTo>
                <a:lnTo>
                  <a:pt x="142875" y="207169"/>
                </a:lnTo>
                <a:lnTo>
                  <a:pt x="85725" y="207169"/>
                </a:lnTo>
                <a:lnTo>
                  <a:pt x="85725" y="171450"/>
                </a:lnTo>
                <a:cubicBezTo>
                  <a:pt x="85725" y="155689"/>
                  <a:pt x="98539" y="142875"/>
                  <a:pt x="114300" y="142875"/>
                </a:cubicBezTo>
                <a:close/>
              </a:path>
            </a:pathLst>
          </a:custGeom>
          <a:solidFill>
            <a:srgbClr val="ddff00"/>
          </a:solidFill>
          <a:ln w="0">
            <a:noFill/>
          </a:ln>
        </p:spPr>
        <p:style>
          <a:lnRef idx="0"/>
          <a:fillRef idx="0"/>
          <a:effectRef idx="0"/>
          <a:fontRef idx="minor"/>
        </p:style>
      </p:sp>
      <p:sp>
        <p:nvSpPr>
          <p:cNvPr id="115" name="Text 10"/>
          <p:cNvSpPr/>
          <p:nvPr/>
        </p:nvSpPr>
        <p:spPr>
          <a:xfrm>
            <a:off x="933480" y="3286080"/>
            <a:ext cx="6285960" cy="3042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800" spc="-1" strike="noStrike">
                <a:solidFill>
                  <a:srgbClr val="ddff00"/>
                </a:solidFill>
                <a:latin typeface="Liter"/>
                <a:ea typeface="Liter"/>
              </a:rPr>
              <a:t>Gospel Spirituals</a:t>
            </a:r>
            <a:endParaRPr b="0" lang="en-HK" sz="1800" spc="-1" strike="noStrike">
              <a:latin typeface="Arial"/>
            </a:endParaRPr>
          </a:p>
        </p:txBody>
      </p:sp>
      <p:sp>
        <p:nvSpPr>
          <p:cNvPr id="116" name="Text 11"/>
          <p:cNvSpPr/>
          <p:nvPr/>
        </p:nvSpPr>
        <p:spPr>
          <a:xfrm>
            <a:off x="647640" y="3705120"/>
            <a:ext cx="6533280" cy="7423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200" spc="-1" strike="noStrike">
                <a:solidFill>
                  <a:srgbClr val="ffffff"/>
                </a:solidFill>
                <a:latin typeface="Liter"/>
                <a:ea typeface="Liter"/>
              </a:rPr>
              <a:t>Gospel music evolved from spirituals and blues</a:t>
            </a:r>
            <a:r>
              <a:rPr b="0" lang="en-US" sz="1200" spc="-1" strike="noStrike">
                <a:solidFill>
                  <a:srgbClr val="ffffff"/>
                </a:solidFill>
                <a:latin typeface="Liter"/>
                <a:ea typeface="Liter"/>
              </a:rPr>
              <a:t> , maintaining the call-and-response tradition rooted in African music. Modern gospel began in African American churches in the 1920s, with composers like </a:t>
            </a:r>
            <a:r>
              <a:rPr b="1" lang="en-US" sz="1200" spc="-1" strike="noStrike">
                <a:solidFill>
                  <a:srgbClr val="ddff00"/>
                </a:solidFill>
                <a:latin typeface="Liter"/>
                <a:ea typeface="Liter"/>
              </a:rPr>
              <a:t>Thomas A. Dorsey</a:t>
            </a:r>
            <a:r>
              <a:rPr b="0" lang="en-US" sz="1200" spc="-1" strike="noStrike">
                <a:solidFill>
                  <a:srgbClr val="ffffff"/>
                </a:solidFill>
                <a:latin typeface="Liter"/>
                <a:ea typeface="Liter"/>
              </a:rPr>
              <a:t> blending blues and jazz elements with traditional hymns.</a:t>
            </a:r>
            <a:endParaRPr b="0" lang="en-HK" sz="1200" spc="-1" strike="noStrike">
              <a:latin typeface="Arial"/>
            </a:endParaRPr>
          </a:p>
        </p:txBody>
      </p:sp>
      <p:sp>
        <p:nvSpPr>
          <p:cNvPr id="117" name="Text 12"/>
          <p:cNvSpPr/>
          <p:nvPr/>
        </p:nvSpPr>
        <p:spPr>
          <a:xfrm>
            <a:off x="647640" y="4562640"/>
            <a:ext cx="6533280" cy="4946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ffffff">
                    <a:alpha val="80000"/>
                  </a:srgbClr>
                </a:solidFill>
                <a:latin typeface="Liter"/>
                <a:ea typeface="Liter"/>
              </a:rPr>
              <a:t>The emotional intensity and vocal power of gospel would profoundly influence rock singers, from </a:t>
            </a:r>
            <a:r>
              <a:rPr b="1" lang="en-US" sz="1200" spc="-1" strike="noStrike">
                <a:solidFill>
                  <a:srgbClr val="ddff00"/>
                </a:solidFill>
                <a:latin typeface="Liter"/>
                <a:ea typeface="Liter"/>
              </a:rPr>
              <a:t>Little Richard</a:t>
            </a:r>
            <a:r>
              <a:rPr b="0" lang="en-US" sz="1200" spc="-1" strike="noStrike">
                <a:solidFill>
                  <a:srgbClr val="ffffff">
                    <a:alpha val="80000"/>
                  </a:srgbClr>
                </a:solidFill>
                <a:latin typeface="Liter"/>
                <a:ea typeface="Liter"/>
              </a:rPr>
              <a:t> 's ecstatic performances to </a:t>
            </a:r>
            <a:r>
              <a:rPr b="1" lang="en-US" sz="1200" spc="-1" strike="noStrike">
                <a:solidFill>
                  <a:srgbClr val="ddff00"/>
                </a:solidFill>
                <a:latin typeface="Liter"/>
                <a:ea typeface="Liter"/>
              </a:rPr>
              <a:t>Aretha Franklin</a:t>
            </a:r>
            <a:r>
              <a:rPr b="0" lang="en-US" sz="1200" spc="-1" strike="noStrike">
                <a:solidFill>
                  <a:srgbClr val="ffffff">
                    <a:alpha val="80000"/>
                  </a:srgbClr>
                </a:solidFill>
                <a:latin typeface="Liter"/>
                <a:ea typeface="Liter"/>
              </a:rPr>
              <a:t> 's soulful delivery.</a:t>
            </a:r>
            <a:endParaRPr b="0" lang="en-HK" sz="1200" spc="-1" strike="noStrike">
              <a:latin typeface="Arial"/>
            </a:endParaRPr>
          </a:p>
        </p:txBody>
      </p:sp>
      <p:sp>
        <p:nvSpPr>
          <p:cNvPr id="118" name="Shape 13"/>
          <p:cNvSpPr/>
          <p:nvPr/>
        </p:nvSpPr>
        <p:spPr>
          <a:xfrm>
            <a:off x="399960" y="5315040"/>
            <a:ext cx="37440" cy="1161360"/>
          </a:xfrm>
          <a:custGeom>
            <a:avLst/>
            <a:gdLst/>
            <a:ahLst/>
            <a:rect l="l" t="t" r="r" b="b"/>
            <a:pathLst>
              <a:path w="38100" h="1162050">
                <a:moveTo>
                  <a:pt x="0" y="0"/>
                </a:moveTo>
                <a:lnTo>
                  <a:pt x="38100" y="0"/>
                </a:lnTo>
                <a:lnTo>
                  <a:pt x="38100" y="1162050"/>
                </a:lnTo>
                <a:lnTo>
                  <a:pt x="0" y="1162050"/>
                </a:lnTo>
                <a:lnTo>
                  <a:pt x="0" y="0"/>
                </a:lnTo>
                <a:close/>
              </a:path>
            </a:pathLst>
          </a:custGeom>
          <a:solidFill>
            <a:srgbClr val="ddff00"/>
          </a:solidFill>
          <a:ln w="0">
            <a:noFill/>
          </a:ln>
        </p:spPr>
        <p:style>
          <a:lnRef idx="0"/>
          <a:fillRef idx="0"/>
          <a:effectRef idx="0"/>
          <a:fontRef idx="minor"/>
        </p:style>
      </p:sp>
      <p:sp>
        <p:nvSpPr>
          <p:cNvPr id="119" name="Shape 14"/>
          <p:cNvSpPr/>
          <p:nvPr/>
        </p:nvSpPr>
        <p:spPr>
          <a:xfrm>
            <a:off x="676440" y="5353200"/>
            <a:ext cx="227880" cy="227880"/>
          </a:xfrm>
          <a:custGeom>
            <a:avLst/>
            <a:gdLst/>
            <a:ahLst/>
            <a:rect l="l" t="t" r="r" b="b"/>
            <a:pathLst>
              <a:path w="228600" h="228600">
                <a:moveTo>
                  <a:pt x="124033" y="3840"/>
                </a:moveTo>
                <a:cubicBezTo>
                  <a:pt x="118542" y="-1250"/>
                  <a:pt x="110058" y="-1250"/>
                  <a:pt x="104611" y="3840"/>
                </a:cubicBezTo>
                <a:lnTo>
                  <a:pt x="4599" y="96709"/>
                </a:lnTo>
                <a:cubicBezTo>
                  <a:pt x="313" y="100727"/>
                  <a:pt x="-1116" y="106933"/>
                  <a:pt x="1027" y="112380"/>
                </a:cubicBezTo>
                <a:cubicBezTo>
                  <a:pt x="3170" y="117827"/>
                  <a:pt x="8394" y="121444"/>
                  <a:pt x="14288" y="121444"/>
                </a:cubicBezTo>
                <a:lnTo>
                  <a:pt x="21431" y="121444"/>
                </a:lnTo>
                <a:lnTo>
                  <a:pt x="21431" y="200025"/>
                </a:lnTo>
                <a:cubicBezTo>
                  <a:pt x="21431" y="215786"/>
                  <a:pt x="34245" y="228600"/>
                  <a:pt x="50006" y="228600"/>
                </a:cubicBezTo>
                <a:lnTo>
                  <a:pt x="178594" y="228600"/>
                </a:lnTo>
                <a:cubicBezTo>
                  <a:pt x="194355" y="228600"/>
                  <a:pt x="207169" y="215786"/>
                  <a:pt x="207169" y="200025"/>
                </a:cubicBezTo>
                <a:lnTo>
                  <a:pt x="207169" y="121444"/>
                </a:lnTo>
                <a:lnTo>
                  <a:pt x="214313" y="121444"/>
                </a:lnTo>
                <a:cubicBezTo>
                  <a:pt x="220206" y="121444"/>
                  <a:pt x="225475" y="117827"/>
                  <a:pt x="227618" y="112380"/>
                </a:cubicBezTo>
                <a:cubicBezTo>
                  <a:pt x="229761" y="106933"/>
                  <a:pt x="228332" y="100682"/>
                  <a:pt x="224046" y="96709"/>
                </a:cubicBezTo>
                <a:lnTo>
                  <a:pt x="124033" y="3840"/>
                </a:lnTo>
                <a:close/>
                <a:moveTo>
                  <a:pt x="107156" y="142875"/>
                </a:moveTo>
                <a:lnTo>
                  <a:pt x="121444" y="142875"/>
                </a:lnTo>
                <a:cubicBezTo>
                  <a:pt x="133276" y="142875"/>
                  <a:pt x="142875" y="152474"/>
                  <a:pt x="142875" y="164306"/>
                </a:cubicBezTo>
                <a:lnTo>
                  <a:pt x="142875" y="207169"/>
                </a:lnTo>
                <a:lnTo>
                  <a:pt x="85725" y="207169"/>
                </a:lnTo>
                <a:lnTo>
                  <a:pt x="85725" y="164306"/>
                </a:lnTo>
                <a:cubicBezTo>
                  <a:pt x="85725" y="152474"/>
                  <a:pt x="95324" y="142875"/>
                  <a:pt x="107156" y="142875"/>
                </a:cubicBezTo>
                <a:close/>
              </a:path>
            </a:pathLst>
          </a:custGeom>
          <a:solidFill>
            <a:srgbClr val="ddff00"/>
          </a:solidFill>
          <a:ln w="0">
            <a:noFill/>
          </a:ln>
        </p:spPr>
        <p:style>
          <a:lnRef idx="0"/>
          <a:fillRef idx="0"/>
          <a:effectRef idx="0"/>
          <a:fontRef idx="minor"/>
        </p:style>
      </p:sp>
      <p:sp>
        <p:nvSpPr>
          <p:cNvPr id="120" name="Text 15"/>
          <p:cNvSpPr/>
          <p:nvPr/>
        </p:nvSpPr>
        <p:spPr>
          <a:xfrm>
            <a:off x="933480" y="5315040"/>
            <a:ext cx="6285960" cy="3042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800" spc="-1" strike="noStrike">
                <a:solidFill>
                  <a:srgbClr val="ddff00"/>
                </a:solidFill>
                <a:latin typeface="Liter"/>
                <a:ea typeface="Liter"/>
              </a:rPr>
              <a:t>Country &amp; Folk Traditions</a:t>
            </a:r>
            <a:endParaRPr b="0" lang="en-HK" sz="1800" spc="-1" strike="noStrike">
              <a:latin typeface="Arial"/>
            </a:endParaRPr>
          </a:p>
        </p:txBody>
      </p:sp>
      <p:sp>
        <p:nvSpPr>
          <p:cNvPr id="121" name="Text 16"/>
          <p:cNvSpPr/>
          <p:nvPr/>
        </p:nvSpPr>
        <p:spPr>
          <a:xfrm>
            <a:off x="647640" y="5734080"/>
            <a:ext cx="6533280" cy="7423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200" spc="-1" strike="noStrike">
                <a:solidFill>
                  <a:srgbClr val="ffffff"/>
                </a:solidFill>
                <a:latin typeface="Liter"/>
                <a:ea typeface="Liter"/>
              </a:rPr>
              <a:t>Country music, originating in the 1920s Southern U.S.</a:t>
            </a:r>
            <a:r>
              <a:rPr b="0" lang="en-US" sz="1200" spc="-1" strike="noStrike">
                <a:solidFill>
                  <a:srgbClr val="ffffff"/>
                </a:solidFill>
                <a:latin typeface="Liter"/>
                <a:ea typeface="Liter"/>
              </a:rPr>
              <a:t> , brought storytelling lyrics and simple melodies to the rock equation. The twang of the guitar and narrative songwriting style would merge with blues intensity to create rockabilly and early rock 'n' roll.</a:t>
            </a:r>
            <a:endParaRPr b="0" lang="en-HK" sz="1200" spc="-1" strike="noStrike">
              <a:latin typeface="Arial"/>
            </a:endParaRPr>
          </a:p>
        </p:txBody>
      </p:sp>
      <p:sp>
        <p:nvSpPr>
          <p:cNvPr id="122" name="Shape 17"/>
          <p:cNvSpPr/>
          <p:nvPr/>
        </p:nvSpPr>
        <p:spPr>
          <a:xfrm>
            <a:off x="7340040" y="1266840"/>
            <a:ext cx="4457160" cy="3542760"/>
          </a:xfrm>
          <a:custGeom>
            <a:avLst/>
            <a:gdLst/>
            <a:ahLst/>
            <a:rect l="l" t="t" r="r" b="b"/>
            <a:pathLst>
              <a:path w="4457700" h="3543300">
                <a:moveTo>
                  <a:pt x="0" y="0"/>
                </a:moveTo>
                <a:lnTo>
                  <a:pt x="4457700" y="0"/>
                </a:lnTo>
                <a:lnTo>
                  <a:pt x="4457700" y="3543300"/>
                </a:lnTo>
                <a:lnTo>
                  <a:pt x="0" y="3543300"/>
                </a:lnTo>
                <a:lnTo>
                  <a:pt x="0" y="0"/>
                </a:lnTo>
                <a:close/>
              </a:path>
            </a:pathLst>
          </a:custGeom>
          <a:noFill/>
          <a:ln w="25400">
            <a:solidFill>
              <a:srgbClr val="ddff00"/>
            </a:solidFill>
            <a:round/>
          </a:ln>
        </p:spPr>
        <p:style>
          <a:lnRef idx="0"/>
          <a:fillRef idx="0"/>
          <a:effectRef idx="0"/>
          <a:fontRef idx="minor"/>
        </p:style>
      </p:sp>
      <p:sp>
        <p:nvSpPr>
          <p:cNvPr id="123" name="Shape 18"/>
          <p:cNvSpPr/>
          <p:nvPr/>
        </p:nvSpPr>
        <p:spPr>
          <a:xfrm>
            <a:off x="9342000" y="1732320"/>
            <a:ext cx="456480" cy="456480"/>
          </a:xfrm>
          <a:custGeom>
            <a:avLst/>
            <a:gdLst/>
            <a:ahLst/>
            <a:rect l="l" t="t" r="r" b="b"/>
            <a:pathLst>
              <a:path w="457200" h="457200">
                <a:moveTo>
                  <a:pt x="58847" y="204043"/>
                </a:moveTo>
                <a:cubicBezTo>
                  <a:pt x="70723" y="120997"/>
                  <a:pt x="142250" y="57150"/>
                  <a:pt x="228600" y="57150"/>
                </a:cubicBezTo>
                <a:cubicBezTo>
                  <a:pt x="275927" y="57150"/>
                  <a:pt x="318790" y="76349"/>
                  <a:pt x="349865" y="107335"/>
                </a:cubicBezTo>
                <a:cubicBezTo>
                  <a:pt x="350044" y="107513"/>
                  <a:pt x="350222" y="107692"/>
                  <a:pt x="350401" y="107871"/>
                </a:cubicBezTo>
                <a:lnTo>
                  <a:pt x="357188" y="114300"/>
                </a:lnTo>
                <a:lnTo>
                  <a:pt x="314414" y="114300"/>
                </a:lnTo>
                <a:cubicBezTo>
                  <a:pt x="298609" y="114300"/>
                  <a:pt x="285839" y="127069"/>
                  <a:pt x="285839" y="142875"/>
                </a:cubicBezTo>
                <a:cubicBezTo>
                  <a:pt x="285839" y="158681"/>
                  <a:pt x="298609" y="171450"/>
                  <a:pt x="314414" y="171450"/>
                </a:cubicBezTo>
                <a:lnTo>
                  <a:pt x="428714" y="171450"/>
                </a:lnTo>
                <a:cubicBezTo>
                  <a:pt x="444520" y="171450"/>
                  <a:pt x="457289" y="158681"/>
                  <a:pt x="457289" y="142875"/>
                </a:cubicBezTo>
                <a:lnTo>
                  <a:pt x="457289" y="28575"/>
                </a:lnTo>
                <a:cubicBezTo>
                  <a:pt x="457289" y="12769"/>
                  <a:pt x="444520" y="0"/>
                  <a:pt x="428714" y="0"/>
                </a:cubicBezTo>
                <a:cubicBezTo>
                  <a:pt x="412909" y="0"/>
                  <a:pt x="400139" y="12769"/>
                  <a:pt x="400139" y="28575"/>
                </a:cubicBezTo>
                <a:lnTo>
                  <a:pt x="400139" y="76260"/>
                </a:lnTo>
                <a:lnTo>
                  <a:pt x="390049" y="66705"/>
                </a:lnTo>
                <a:cubicBezTo>
                  <a:pt x="348704" y="25539"/>
                  <a:pt x="291554" y="0"/>
                  <a:pt x="228600" y="0"/>
                </a:cubicBezTo>
                <a:cubicBezTo>
                  <a:pt x="113407" y="0"/>
                  <a:pt x="18127" y="85189"/>
                  <a:pt x="2322" y="196007"/>
                </a:cubicBezTo>
                <a:cubicBezTo>
                  <a:pt x="89" y="211634"/>
                  <a:pt x="10894" y="226100"/>
                  <a:pt x="26521" y="228332"/>
                </a:cubicBezTo>
                <a:cubicBezTo>
                  <a:pt x="42148" y="230565"/>
                  <a:pt x="56614" y="219670"/>
                  <a:pt x="58847" y="204133"/>
                </a:cubicBezTo>
                <a:close/>
                <a:moveTo>
                  <a:pt x="454878" y="261193"/>
                </a:moveTo>
                <a:cubicBezTo>
                  <a:pt x="457111" y="245566"/>
                  <a:pt x="446216" y="231100"/>
                  <a:pt x="430679" y="228868"/>
                </a:cubicBezTo>
                <a:cubicBezTo>
                  <a:pt x="415141" y="226635"/>
                  <a:pt x="400586" y="237530"/>
                  <a:pt x="398353" y="253067"/>
                </a:cubicBezTo>
                <a:cubicBezTo>
                  <a:pt x="386477" y="336113"/>
                  <a:pt x="314950" y="399961"/>
                  <a:pt x="228600" y="399961"/>
                </a:cubicBezTo>
                <a:cubicBezTo>
                  <a:pt x="181273" y="399961"/>
                  <a:pt x="138410" y="380762"/>
                  <a:pt x="107335" y="349776"/>
                </a:cubicBezTo>
                <a:cubicBezTo>
                  <a:pt x="107156" y="349597"/>
                  <a:pt x="106978" y="349419"/>
                  <a:pt x="106799" y="349240"/>
                </a:cubicBezTo>
                <a:lnTo>
                  <a:pt x="100012" y="342811"/>
                </a:lnTo>
                <a:lnTo>
                  <a:pt x="142786" y="342811"/>
                </a:lnTo>
                <a:cubicBezTo>
                  <a:pt x="158591" y="342811"/>
                  <a:pt x="171361" y="330041"/>
                  <a:pt x="171361" y="314236"/>
                </a:cubicBezTo>
                <a:cubicBezTo>
                  <a:pt x="171361" y="298430"/>
                  <a:pt x="158591" y="285661"/>
                  <a:pt x="142786" y="285661"/>
                </a:cubicBezTo>
                <a:lnTo>
                  <a:pt x="28575" y="285750"/>
                </a:lnTo>
                <a:cubicBezTo>
                  <a:pt x="20985" y="285750"/>
                  <a:pt x="13662" y="288786"/>
                  <a:pt x="8305" y="294233"/>
                </a:cubicBezTo>
                <a:cubicBezTo>
                  <a:pt x="2947" y="299680"/>
                  <a:pt x="-89" y="306913"/>
                  <a:pt x="0" y="314593"/>
                </a:cubicBezTo>
                <a:lnTo>
                  <a:pt x="893" y="428000"/>
                </a:lnTo>
                <a:cubicBezTo>
                  <a:pt x="982" y="443805"/>
                  <a:pt x="13930" y="456486"/>
                  <a:pt x="29736" y="456307"/>
                </a:cubicBezTo>
                <a:cubicBezTo>
                  <a:pt x="45541" y="456128"/>
                  <a:pt x="58222" y="443270"/>
                  <a:pt x="58043" y="427464"/>
                </a:cubicBezTo>
                <a:lnTo>
                  <a:pt x="57686" y="381476"/>
                </a:lnTo>
                <a:lnTo>
                  <a:pt x="67241" y="390495"/>
                </a:lnTo>
                <a:cubicBezTo>
                  <a:pt x="108585" y="431661"/>
                  <a:pt x="165646" y="457200"/>
                  <a:pt x="228600" y="457200"/>
                </a:cubicBezTo>
                <a:cubicBezTo>
                  <a:pt x="343793" y="457200"/>
                  <a:pt x="439073" y="372011"/>
                  <a:pt x="454878" y="261193"/>
                </a:cubicBezTo>
                <a:close/>
              </a:path>
            </a:pathLst>
          </a:custGeom>
          <a:solidFill>
            <a:srgbClr val="ddff00"/>
          </a:solidFill>
          <a:ln w="0">
            <a:noFill/>
          </a:ln>
        </p:spPr>
        <p:style>
          <a:lnRef idx="0"/>
          <a:fillRef idx="0"/>
          <a:effectRef idx="0"/>
          <a:fontRef idx="minor"/>
        </p:style>
      </p:sp>
      <p:sp>
        <p:nvSpPr>
          <p:cNvPr id="124" name="Text 19"/>
          <p:cNvSpPr/>
          <p:nvPr/>
        </p:nvSpPr>
        <p:spPr>
          <a:xfrm>
            <a:off x="7521120" y="2341800"/>
            <a:ext cx="4095000" cy="304200"/>
          </a:xfrm>
          <a:prstGeom prst="rect">
            <a:avLst/>
          </a:prstGeom>
          <a:noFill/>
          <a:ln w="0">
            <a:noFill/>
          </a:ln>
        </p:spPr>
        <p:style>
          <a:lnRef idx="0"/>
          <a:fillRef idx="0"/>
          <a:effectRef idx="0"/>
          <a:fontRef idx="minor"/>
        </p:style>
        <p:txBody>
          <a:bodyPr lIns="0" rIns="0" tIns="0" bIns="0" anchor="ctr">
            <a:noAutofit/>
          </a:bodyPr>
          <a:p>
            <a:pPr algn="ctr">
              <a:lnSpc>
                <a:spcPct val="110000"/>
              </a:lnSpc>
              <a:buNone/>
            </a:pPr>
            <a:r>
              <a:rPr b="1" lang="en-US" sz="1800" spc="-1" strike="noStrike">
                <a:solidFill>
                  <a:srgbClr val="ffffff"/>
                </a:solidFill>
                <a:latin typeface="Liter"/>
                <a:ea typeface="Liter"/>
              </a:rPr>
              <a:t>The Perfect Storm</a:t>
            </a:r>
            <a:endParaRPr b="0" lang="en-HK" sz="1800" spc="-1" strike="noStrike">
              <a:latin typeface="Arial"/>
            </a:endParaRPr>
          </a:p>
        </p:txBody>
      </p:sp>
      <p:sp>
        <p:nvSpPr>
          <p:cNvPr id="125" name="Text 20"/>
          <p:cNvSpPr/>
          <p:nvPr/>
        </p:nvSpPr>
        <p:spPr>
          <a:xfrm>
            <a:off x="7535160" y="2951640"/>
            <a:ext cx="4066560" cy="1389960"/>
          </a:xfrm>
          <a:prstGeom prst="rect">
            <a:avLst/>
          </a:prstGeom>
          <a:noFill/>
          <a:ln w="0">
            <a:noFill/>
          </a:ln>
        </p:spPr>
        <p:style>
          <a:lnRef idx="0"/>
          <a:fillRef idx="0"/>
          <a:effectRef idx="0"/>
          <a:fontRef idx="minor"/>
        </p:style>
        <p:txBody>
          <a:bodyPr lIns="0" rIns="0" tIns="0" bIns="0" anchor="ctr">
            <a:noAutofit/>
          </a:bodyPr>
          <a:p>
            <a:pPr algn="ctr">
              <a:lnSpc>
                <a:spcPct val="140000"/>
              </a:lnSpc>
              <a:buNone/>
            </a:pPr>
            <a:r>
              <a:rPr b="0" lang="en-US" sz="1350" spc="-1" strike="noStrike">
                <a:solidFill>
                  <a:srgbClr val="ffffff"/>
                </a:solidFill>
                <a:latin typeface="Liter"/>
                <a:ea typeface="Liter"/>
              </a:rPr>
              <a:t>Post-war America created the cultural conditions for these diverse musical traditions to merge. </a:t>
            </a:r>
            <a:r>
              <a:rPr b="1" lang="en-US" sz="1350" spc="-1" strike="noStrike">
                <a:solidFill>
                  <a:srgbClr val="ffffff"/>
                </a:solidFill>
                <a:latin typeface="Liter"/>
                <a:ea typeface="Liter"/>
              </a:rPr>
              <a:t>The migration of African Americans to Northern cities</a:t>
            </a:r>
            <a:r>
              <a:rPr b="0" lang="en-US" sz="1350" spc="-1" strike="noStrike">
                <a:solidFill>
                  <a:srgbClr val="ffffff"/>
                </a:solidFill>
                <a:latin typeface="Liter"/>
                <a:ea typeface="Liter"/>
              </a:rPr>
              <a:t> brought blues and gospel to new audiences, while radio and records allowed cross-cultural pollination.</a:t>
            </a:r>
            <a:endParaRPr b="0" lang="en-HK" sz="1350" spc="-1" strike="noStrike">
              <a:latin typeface="Arial"/>
            </a:endParaRPr>
          </a:p>
        </p:txBody>
      </p:sp>
      <p:sp>
        <p:nvSpPr>
          <p:cNvPr id="126" name="Shape 21"/>
          <p:cNvSpPr/>
          <p:nvPr/>
        </p:nvSpPr>
        <p:spPr>
          <a:xfrm>
            <a:off x="7330320" y="4971960"/>
            <a:ext cx="4475880" cy="1504080"/>
          </a:xfrm>
          <a:custGeom>
            <a:avLst/>
            <a:gdLst/>
            <a:ahLst/>
            <a:rect l="l" t="t" r="r" b="b"/>
            <a:pathLst>
              <a:path w="4476750" h="1504950">
                <a:moveTo>
                  <a:pt x="0" y="0"/>
                </a:moveTo>
                <a:lnTo>
                  <a:pt x="4476750" y="0"/>
                </a:lnTo>
                <a:lnTo>
                  <a:pt x="4476750" y="1504950"/>
                </a:lnTo>
                <a:lnTo>
                  <a:pt x="0" y="1504950"/>
                </a:lnTo>
                <a:lnTo>
                  <a:pt x="0" y="0"/>
                </a:lnTo>
                <a:close/>
              </a:path>
            </a:pathLst>
          </a:custGeom>
          <a:solidFill>
            <a:srgbClr val="ddff00"/>
          </a:solidFill>
          <a:ln w="0">
            <a:noFill/>
          </a:ln>
        </p:spPr>
        <p:style>
          <a:lnRef idx="0"/>
          <a:fillRef idx="0"/>
          <a:effectRef idx="0"/>
          <a:fontRef idx="minor"/>
        </p:style>
      </p:sp>
      <p:sp>
        <p:nvSpPr>
          <p:cNvPr id="127" name="Text 22"/>
          <p:cNvSpPr/>
          <p:nvPr/>
        </p:nvSpPr>
        <p:spPr>
          <a:xfrm>
            <a:off x="7521120" y="5162400"/>
            <a:ext cx="4190400" cy="266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000000"/>
                </a:solidFill>
                <a:latin typeface="Liter"/>
                <a:ea typeface="Liter"/>
              </a:rPr>
              <a:t>Key Innovation</a:t>
            </a:r>
            <a:endParaRPr b="0" lang="en-HK" sz="1500" spc="-1" strike="noStrike">
              <a:latin typeface="Arial"/>
            </a:endParaRPr>
          </a:p>
        </p:txBody>
      </p:sp>
      <p:sp>
        <p:nvSpPr>
          <p:cNvPr id="128" name="Text 23"/>
          <p:cNvSpPr/>
          <p:nvPr/>
        </p:nvSpPr>
        <p:spPr>
          <a:xfrm>
            <a:off x="7521120" y="5543640"/>
            <a:ext cx="4171320" cy="7423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200" spc="-1" strike="noStrike">
                <a:solidFill>
                  <a:srgbClr val="000000"/>
                </a:solidFill>
                <a:latin typeface="Liter"/>
                <a:ea typeface="Liter"/>
              </a:rPr>
              <a:t>The electric guitar</a:t>
            </a:r>
            <a:r>
              <a:rPr b="0" lang="en-US" sz="1200" spc="-1" strike="noStrike">
                <a:solidFill>
                  <a:srgbClr val="000000"/>
                </a:solidFill>
                <a:latin typeface="Liter"/>
                <a:ea typeface="Liter"/>
              </a:rPr>
              <a:t> replaced the saxophone as the central soloing instrument, thanks to pioneers like </a:t>
            </a:r>
            <a:r>
              <a:rPr b="1" lang="en-US" sz="1200" spc="-1" strike="noStrike">
                <a:solidFill>
                  <a:srgbClr val="000000"/>
                </a:solidFill>
                <a:latin typeface="Liter"/>
                <a:ea typeface="Liter"/>
              </a:rPr>
              <a:t>Chuck Berry</a:t>
            </a:r>
            <a:r>
              <a:rPr b="0" lang="en-US" sz="1200" spc="-1" strike="noStrike">
                <a:solidFill>
                  <a:srgbClr val="000000"/>
                </a:solidFill>
                <a:latin typeface="Liter"/>
                <a:ea typeface="Liter"/>
              </a:rPr>
              <a:t> and </a:t>
            </a:r>
            <a:r>
              <a:rPr b="1" lang="en-US" sz="1200" spc="-1" strike="noStrike">
                <a:solidFill>
                  <a:srgbClr val="000000"/>
                </a:solidFill>
                <a:latin typeface="Liter"/>
                <a:ea typeface="Liter"/>
              </a:rPr>
              <a:t>Bo Diddley</a:t>
            </a:r>
            <a:r>
              <a:rPr b="0" lang="en-US" sz="1200" spc="-1" strike="noStrike">
                <a:solidFill>
                  <a:srgbClr val="000000"/>
                </a:solidFill>
                <a:latin typeface="Liter"/>
                <a:ea typeface="Liter"/>
              </a:rPr>
              <a:t> in the mid-1950s.</a:t>
            </a:r>
            <a:endParaRPr b="0" lang="en-HK" sz="1200" spc="-1" strike="noStrike">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sp>
        <p:nvSpPr>
          <p:cNvPr id="129" name="Shape 0"/>
          <p:cNvSpPr/>
          <p:nvPr/>
        </p:nvSpPr>
        <p:spPr>
          <a:xfrm>
            <a:off x="317520" y="365040"/>
            <a:ext cx="62640" cy="380160"/>
          </a:xfrm>
          <a:custGeom>
            <a:avLst/>
            <a:gdLst/>
            <a:ahLst/>
            <a:rect l="l" t="t" r="r" b="b"/>
            <a:pathLst>
              <a:path w="63500" h="381000">
                <a:moveTo>
                  <a:pt x="0" y="0"/>
                </a:moveTo>
                <a:lnTo>
                  <a:pt x="63500" y="0"/>
                </a:lnTo>
                <a:lnTo>
                  <a:pt x="63500" y="381000"/>
                </a:lnTo>
                <a:lnTo>
                  <a:pt x="0" y="381000"/>
                </a:lnTo>
                <a:lnTo>
                  <a:pt x="0" y="0"/>
                </a:lnTo>
                <a:close/>
              </a:path>
            </a:pathLst>
          </a:custGeom>
          <a:solidFill>
            <a:srgbClr val="ddff00"/>
          </a:solidFill>
          <a:ln w="0">
            <a:noFill/>
          </a:ln>
        </p:spPr>
        <p:style>
          <a:lnRef idx="0"/>
          <a:fillRef idx="0"/>
          <a:effectRef idx="0"/>
          <a:fontRef idx="minor"/>
        </p:style>
      </p:sp>
      <p:sp>
        <p:nvSpPr>
          <p:cNvPr id="130" name="Text 1"/>
          <p:cNvSpPr/>
          <p:nvPr/>
        </p:nvSpPr>
        <p:spPr>
          <a:xfrm>
            <a:off x="507960" y="317520"/>
            <a:ext cx="5293440" cy="158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83" strike="noStrike">
                <a:solidFill>
                  <a:srgbClr val="ddff00"/>
                </a:solidFill>
                <a:latin typeface="Liter"/>
                <a:ea typeface="Liter"/>
              </a:rPr>
              <a:t>CHAPTER 01</a:t>
            </a:r>
            <a:endParaRPr b="0" lang="en-HK" sz="880" spc="-1" strike="noStrike">
              <a:latin typeface="Arial"/>
            </a:endParaRPr>
          </a:p>
        </p:txBody>
      </p:sp>
      <p:sp>
        <p:nvSpPr>
          <p:cNvPr id="131" name="Text 2"/>
          <p:cNvSpPr/>
          <p:nvPr/>
        </p:nvSpPr>
        <p:spPr>
          <a:xfrm>
            <a:off x="507960" y="476280"/>
            <a:ext cx="5380920" cy="316800"/>
          </a:xfrm>
          <a:prstGeom prst="rect">
            <a:avLst/>
          </a:prstGeom>
          <a:noFill/>
          <a:ln w="0">
            <a:noFill/>
          </a:ln>
        </p:spPr>
        <p:style>
          <a:lnRef idx="0"/>
          <a:fillRef idx="0"/>
          <a:effectRef idx="0"/>
          <a:fontRef idx="minor"/>
        </p:style>
        <p:txBody>
          <a:bodyPr lIns="0" rIns="0" tIns="0" bIns="0" anchor="ctr">
            <a:noAutofit/>
          </a:bodyPr>
          <a:p>
            <a:pPr>
              <a:lnSpc>
                <a:spcPct val="90000"/>
              </a:lnSpc>
              <a:buNone/>
            </a:pPr>
            <a:r>
              <a:rPr b="1" lang="en-US" sz="3600" spc="-1" strike="noStrike">
                <a:solidFill>
                  <a:srgbClr val="ffffff"/>
                </a:solidFill>
                <a:latin typeface="Liter"/>
                <a:ea typeface="Liter"/>
              </a:rPr>
              <a:t>Rock 'n' Roll Is Born: The 1950s Revolution</a:t>
            </a:r>
            <a:endParaRPr b="0" lang="en-HK" sz="3600" spc="-1" strike="noStrike">
              <a:latin typeface="Arial"/>
            </a:endParaRPr>
          </a:p>
        </p:txBody>
      </p:sp>
      <p:sp>
        <p:nvSpPr>
          <p:cNvPr id="132" name="Shape 3"/>
          <p:cNvSpPr/>
          <p:nvPr/>
        </p:nvSpPr>
        <p:spPr>
          <a:xfrm>
            <a:off x="317520" y="1047600"/>
            <a:ext cx="4547520" cy="2475720"/>
          </a:xfrm>
          <a:custGeom>
            <a:avLst/>
            <a:gdLst/>
            <a:ahLst/>
            <a:rect l="l" t="t" r="r" b="b"/>
            <a:pathLst>
              <a:path w="4548188" h="2476500">
                <a:moveTo>
                  <a:pt x="0" y="0"/>
                </a:moveTo>
                <a:lnTo>
                  <a:pt x="4548188" y="0"/>
                </a:lnTo>
                <a:lnTo>
                  <a:pt x="4548188" y="2476500"/>
                </a:lnTo>
                <a:lnTo>
                  <a:pt x="0" y="2476500"/>
                </a:lnTo>
                <a:lnTo>
                  <a:pt x="0" y="0"/>
                </a:lnTo>
                <a:close/>
              </a:path>
            </a:pathLst>
          </a:custGeom>
          <a:solidFill>
            <a:srgbClr val="ddff00"/>
          </a:solidFill>
          <a:ln w="0">
            <a:noFill/>
          </a:ln>
        </p:spPr>
        <p:style>
          <a:lnRef idx="0"/>
          <a:fillRef idx="0"/>
          <a:effectRef idx="0"/>
          <a:fontRef idx="minor"/>
        </p:style>
      </p:sp>
      <p:sp>
        <p:nvSpPr>
          <p:cNvPr id="133" name="Text 4"/>
          <p:cNvSpPr/>
          <p:nvPr/>
        </p:nvSpPr>
        <p:spPr>
          <a:xfrm>
            <a:off x="507960" y="1238400"/>
            <a:ext cx="4261680" cy="25344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500" spc="-1" strike="noStrike">
                <a:solidFill>
                  <a:srgbClr val="000000"/>
                </a:solidFill>
                <a:latin typeface="Liter"/>
                <a:ea typeface="Liter"/>
              </a:rPr>
              <a:t>The Birth of a Genre</a:t>
            </a:r>
            <a:endParaRPr b="0" lang="en-HK" sz="1500" spc="-1" strike="noStrike">
              <a:latin typeface="Arial"/>
            </a:endParaRPr>
          </a:p>
        </p:txBody>
      </p:sp>
      <p:sp>
        <p:nvSpPr>
          <p:cNvPr id="134" name="Text 5"/>
          <p:cNvSpPr/>
          <p:nvPr/>
        </p:nvSpPr>
        <p:spPr>
          <a:xfrm>
            <a:off x="507960" y="1587600"/>
            <a:ext cx="4230000" cy="10310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000" spc="-1" strike="noStrike">
                <a:solidFill>
                  <a:srgbClr val="000000"/>
                </a:solidFill>
                <a:latin typeface="Liter"/>
                <a:ea typeface="Liter"/>
              </a:rPr>
              <a:t>Rock music emerged in the mid-1950s</a:t>
            </a:r>
            <a:r>
              <a:rPr b="0" lang="en-US" sz="1000" spc="-1" strike="noStrike">
                <a:solidFill>
                  <a:srgbClr val="000000"/>
                </a:solidFill>
                <a:latin typeface="Liter"/>
                <a:ea typeface="Liter"/>
              </a:rPr>
              <a:t>, characterized by hard-edged music performed with electric guitars, bass, and drums, accompanied by lyrics sung by a vocalist. This new sound was aided by electric guitars and a steady drumbeat, creating an aggressive attack that suggested sexual freedom in a conservative age.</a:t>
            </a:r>
            <a:endParaRPr b="0" lang="en-HK" sz="1000" spc="-1" strike="noStrike">
              <a:latin typeface="Arial"/>
            </a:endParaRPr>
          </a:p>
        </p:txBody>
      </p:sp>
      <p:sp>
        <p:nvSpPr>
          <p:cNvPr id="135" name="Text 6"/>
          <p:cNvSpPr/>
          <p:nvPr/>
        </p:nvSpPr>
        <p:spPr>
          <a:xfrm>
            <a:off x="507960" y="2714760"/>
            <a:ext cx="4230000" cy="6184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00" spc="-1" strike="noStrike">
                <a:solidFill>
                  <a:srgbClr val="000000">
                    <a:alpha val="80000"/>
                  </a:srgbClr>
                </a:solidFill>
                <a:latin typeface="Liter"/>
                <a:ea typeface="Liter"/>
              </a:rPr>
              <a:t>Unlike the safe pop music of the era, rock's raw energy and rebellious spirit captured the imagination of teenagers seeking something authentic and exciting.</a:t>
            </a:r>
            <a:endParaRPr b="0" lang="en-HK" sz="1000" spc="-1" strike="noStrike">
              <a:latin typeface="Arial"/>
            </a:endParaRPr>
          </a:p>
        </p:txBody>
      </p:sp>
      <p:sp>
        <p:nvSpPr>
          <p:cNvPr id="136" name="Shape 7"/>
          <p:cNvSpPr/>
          <p:nvPr/>
        </p:nvSpPr>
        <p:spPr>
          <a:xfrm>
            <a:off x="325440" y="3659040"/>
            <a:ext cx="4531680" cy="4198320"/>
          </a:xfrm>
          <a:custGeom>
            <a:avLst/>
            <a:gdLst/>
            <a:ahLst/>
            <a:rect l="l" t="t" r="r" b="b"/>
            <a:pathLst>
              <a:path w="4532313" h="4198938">
                <a:moveTo>
                  <a:pt x="0" y="0"/>
                </a:moveTo>
                <a:lnTo>
                  <a:pt x="4532313" y="0"/>
                </a:lnTo>
                <a:lnTo>
                  <a:pt x="4532313" y="4198938"/>
                </a:lnTo>
                <a:lnTo>
                  <a:pt x="0" y="4198938"/>
                </a:lnTo>
                <a:lnTo>
                  <a:pt x="0" y="0"/>
                </a:lnTo>
                <a:close/>
              </a:path>
            </a:pathLst>
          </a:custGeom>
          <a:noFill/>
          <a:ln w="25400">
            <a:solidFill>
              <a:srgbClr val="ddff00"/>
            </a:solidFill>
            <a:round/>
          </a:ln>
        </p:spPr>
        <p:style>
          <a:lnRef idx="0"/>
          <a:fillRef idx="0"/>
          <a:effectRef idx="0"/>
          <a:fontRef idx="minor"/>
        </p:style>
      </p:sp>
      <p:sp>
        <p:nvSpPr>
          <p:cNvPr id="137" name="Text 8"/>
          <p:cNvSpPr/>
          <p:nvPr/>
        </p:nvSpPr>
        <p:spPr>
          <a:xfrm>
            <a:off x="492120" y="3825720"/>
            <a:ext cx="4277520" cy="2214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250" spc="-1" strike="noStrike">
                <a:solidFill>
                  <a:srgbClr val="ddff00"/>
                </a:solidFill>
                <a:latin typeface="Liter"/>
                <a:ea typeface="Liter"/>
              </a:rPr>
              <a:t>Pioneering Artists</a:t>
            </a:r>
            <a:endParaRPr b="0" lang="en-HK" sz="1250" spc="-1" strike="noStrike">
              <a:latin typeface="Arial"/>
            </a:endParaRPr>
          </a:p>
        </p:txBody>
      </p:sp>
      <p:sp>
        <p:nvSpPr>
          <p:cNvPr id="138" name="Shape 9"/>
          <p:cNvSpPr/>
          <p:nvPr/>
        </p:nvSpPr>
        <p:spPr>
          <a:xfrm>
            <a:off x="492120" y="4175280"/>
            <a:ext cx="316800" cy="316800"/>
          </a:xfrm>
          <a:custGeom>
            <a:avLst/>
            <a:gdLst/>
            <a:ahLst/>
            <a:rect l="l" t="t" r="r" b="b"/>
            <a:pathLst>
              <a:path w="317500" h="317500">
                <a:moveTo>
                  <a:pt x="0" y="0"/>
                </a:moveTo>
                <a:lnTo>
                  <a:pt x="317500" y="0"/>
                </a:lnTo>
                <a:lnTo>
                  <a:pt x="317500" y="317500"/>
                </a:lnTo>
                <a:lnTo>
                  <a:pt x="0" y="317500"/>
                </a:lnTo>
                <a:lnTo>
                  <a:pt x="0" y="0"/>
                </a:lnTo>
                <a:close/>
              </a:path>
            </a:pathLst>
          </a:custGeom>
          <a:solidFill>
            <a:srgbClr val="ddff00"/>
          </a:solidFill>
          <a:ln w="0">
            <a:noFill/>
          </a:ln>
        </p:spPr>
        <p:style>
          <a:lnRef idx="0"/>
          <a:fillRef idx="0"/>
          <a:effectRef idx="0"/>
          <a:fontRef idx="minor"/>
        </p:style>
      </p:sp>
      <p:sp>
        <p:nvSpPr>
          <p:cNvPr id="139" name="Shape 10"/>
          <p:cNvSpPr/>
          <p:nvPr/>
        </p:nvSpPr>
        <p:spPr>
          <a:xfrm>
            <a:off x="579600" y="4270320"/>
            <a:ext cx="142200" cy="126360"/>
          </a:xfrm>
          <a:custGeom>
            <a:avLst/>
            <a:gdLst/>
            <a:ahLst/>
            <a:rect l="l" t="t" r="r" b="b"/>
            <a:pathLst>
              <a:path w="142875" h="127000">
                <a:moveTo>
                  <a:pt x="76771" y="-4688"/>
                </a:moveTo>
                <a:cubicBezTo>
                  <a:pt x="75754" y="-6672"/>
                  <a:pt x="73695" y="-7937"/>
                  <a:pt x="71462" y="-7937"/>
                </a:cubicBezTo>
                <a:cubicBezTo>
                  <a:pt x="69230" y="-7937"/>
                  <a:pt x="67171" y="-6672"/>
                  <a:pt x="66154" y="-4688"/>
                </a:cubicBezTo>
                <a:lnTo>
                  <a:pt x="47898" y="31080"/>
                </a:lnTo>
                <a:lnTo>
                  <a:pt x="8235" y="37381"/>
                </a:lnTo>
                <a:cubicBezTo>
                  <a:pt x="6028" y="37728"/>
                  <a:pt x="4192" y="39291"/>
                  <a:pt x="3497" y="41424"/>
                </a:cubicBezTo>
                <a:cubicBezTo>
                  <a:pt x="2803" y="43557"/>
                  <a:pt x="3373" y="45889"/>
                  <a:pt x="4936" y="47476"/>
                </a:cubicBezTo>
                <a:lnTo>
                  <a:pt x="33313" y="75878"/>
                </a:lnTo>
                <a:lnTo>
                  <a:pt x="27062" y="115540"/>
                </a:lnTo>
                <a:cubicBezTo>
                  <a:pt x="26715" y="117748"/>
                  <a:pt x="27632" y="119980"/>
                  <a:pt x="29443" y="121295"/>
                </a:cubicBezTo>
                <a:cubicBezTo>
                  <a:pt x="31254" y="122610"/>
                  <a:pt x="33635" y="122808"/>
                  <a:pt x="35644" y="121791"/>
                </a:cubicBezTo>
                <a:lnTo>
                  <a:pt x="71462" y="103584"/>
                </a:lnTo>
                <a:lnTo>
                  <a:pt x="107255" y="121791"/>
                </a:lnTo>
                <a:cubicBezTo>
                  <a:pt x="109240" y="122808"/>
                  <a:pt x="111646" y="122610"/>
                  <a:pt x="113457" y="121295"/>
                </a:cubicBezTo>
                <a:cubicBezTo>
                  <a:pt x="115267" y="119980"/>
                  <a:pt x="116185" y="117773"/>
                  <a:pt x="115838" y="115540"/>
                </a:cubicBezTo>
                <a:lnTo>
                  <a:pt x="109562" y="75878"/>
                </a:lnTo>
                <a:lnTo>
                  <a:pt x="137939" y="47476"/>
                </a:lnTo>
                <a:cubicBezTo>
                  <a:pt x="139526" y="45889"/>
                  <a:pt x="140072" y="43557"/>
                  <a:pt x="139378" y="41424"/>
                </a:cubicBezTo>
                <a:cubicBezTo>
                  <a:pt x="138683" y="39291"/>
                  <a:pt x="136872" y="37728"/>
                  <a:pt x="134640" y="37381"/>
                </a:cubicBezTo>
                <a:lnTo>
                  <a:pt x="95002" y="31080"/>
                </a:lnTo>
                <a:lnTo>
                  <a:pt x="76771" y="-4688"/>
                </a:lnTo>
                <a:close/>
              </a:path>
            </a:pathLst>
          </a:custGeom>
          <a:solidFill>
            <a:srgbClr val="000000"/>
          </a:solidFill>
          <a:ln w="0">
            <a:noFill/>
          </a:ln>
        </p:spPr>
        <p:style>
          <a:lnRef idx="0"/>
          <a:fillRef idx="0"/>
          <a:effectRef idx="0"/>
          <a:fontRef idx="minor"/>
        </p:style>
      </p:sp>
      <p:sp>
        <p:nvSpPr>
          <p:cNvPr id="140" name="Text 11"/>
          <p:cNvSpPr/>
          <p:nvPr/>
        </p:nvSpPr>
        <p:spPr>
          <a:xfrm>
            <a:off x="905040" y="4175280"/>
            <a:ext cx="3857040" cy="2214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Elvis Presley</a:t>
            </a:r>
            <a:endParaRPr b="0" lang="en-HK" sz="1130" spc="-1" strike="noStrike">
              <a:latin typeface="Arial"/>
            </a:endParaRPr>
          </a:p>
        </p:txBody>
      </p:sp>
      <p:sp>
        <p:nvSpPr>
          <p:cNvPr id="141" name="Text 12"/>
          <p:cNvSpPr/>
          <p:nvPr/>
        </p:nvSpPr>
        <p:spPr>
          <a:xfrm>
            <a:off x="905040" y="4397400"/>
            <a:ext cx="3849120" cy="3801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70000"/>
                  </a:srgbClr>
                </a:solidFill>
                <a:latin typeface="Liter"/>
                <a:ea typeface="Liter"/>
              </a:rPr>
              <a:t>The King of Rock 'n' Roll, blending country, blues, and gospel into an irresistible sound</a:t>
            </a:r>
            <a:endParaRPr b="0" lang="en-HK" sz="1000" spc="-1" strike="noStrike">
              <a:latin typeface="Arial"/>
            </a:endParaRPr>
          </a:p>
        </p:txBody>
      </p:sp>
      <p:sp>
        <p:nvSpPr>
          <p:cNvPr id="142" name="Shape 13"/>
          <p:cNvSpPr/>
          <p:nvPr/>
        </p:nvSpPr>
        <p:spPr>
          <a:xfrm>
            <a:off x="492120" y="4873680"/>
            <a:ext cx="316800" cy="316800"/>
          </a:xfrm>
          <a:custGeom>
            <a:avLst/>
            <a:gdLst/>
            <a:ahLst/>
            <a:rect l="l" t="t" r="r" b="b"/>
            <a:pathLst>
              <a:path w="317500" h="317500">
                <a:moveTo>
                  <a:pt x="0" y="0"/>
                </a:moveTo>
                <a:lnTo>
                  <a:pt x="317500" y="0"/>
                </a:lnTo>
                <a:lnTo>
                  <a:pt x="317500" y="317500"/>
                </a:lnTo>
                <a:lnTo>
                  <a:pt x="0" y="317500"/>
                </a:lnTo>
                <a:lnTo>
                  <a:pt x="0" y="0"/>
                </a:lnTo>
                <a:close/>
              </a:path>
            </a:pathLst>
          </a:custGeom>
          <a:solidFill>
            <a:srgbClr val="ddff00"/>
          </a:solidFill>
          <a:ln w="0">
            <a:noFill/>
          </a:ln>
        </p:spPr>
        <p:style>
          <a:lnRef idx="0"/>
          <a:fillRef idx="0"/>
          <a:effectRef idx="0"/>
          <a:fontRef idx="minor"/>
        </p:style>
      </p:sp>
      <p:sp>
        <p:nvSpPr>
          <p:cNvPr id="143" name="Shape 14"/>
          <p:cNvSpPr/>
          <p:nvPr/>
        </p:nvSpPr>
        <p:spPr>
          <a:xfrm>
            <a:off x="579600" y="4968720"/>
            <a:ext cx="142200" cy="126360"/>
          </a:xfrm>
          <a:custGeom>
            <a:avLst/>
            <a:gdLst/>
            <a:ahLst/>
            <a:rect l="l" t="t" r="r" b="b"/>
            <a:pathLst>
              <a:path w="142875" h="127000">
                <a:moveTo>
                  <a:pt x="76771" y="-4688"/>
                </a:moveTo>
                <a:cubicBezTo>
                  <a:pt x="75754" y="-6672"/>
                  <a:pt x="73695" y="-7937"/>
                  <a:pt x="71462" y="-7937"/>
                </a:cubicBezTo>
                <a:cubicBezTo>
                  <a:pt x="69230" y="-7937"/>
                  <a:pt x="67171" y="-6672"/>
                  <a:pt x="66154" y="-4688"/>
                </a:cubicBezTo>
                <a:lnTo>
                  <a:pt x="47898" y="31080"/>
                </a:lnTo>
                <a:lnTo>
                  <a:pt x="8235" y="37381"/>
                </a:lnTo>
                <a:cubicBezTo>
                  <a:pt x="6028" y="37728"/>
                  <a:pt x="4192" y="39291"/>
                  <a:pt x="3497" y="41424"/>
                </a:cubicBezTo>
                <a:cubicBezTo>
                  <a:pt x="2803" y="43557"/>
                  <a:pt x="3373" y="45889"/>
                  <a:pt x="4936" y="47476"/>
                </a:cubicBezTo>
                <a:lnTo>
                  <a:pt x="33313" y="75878"/>
                </a:lnTo>
                <a:lnTo>
                  <a:pt x="27062" y="115540"/>
                </a:lnTo>
                <a:cubicBezTo>
                  <a:pt x="26715" y="117748"/>
                  <a:pt x="27632" y="119980"/>
                  <a:pt x="29443" y="121295"/>
                </a:cubicBezTo>
                <a:cubicBezTo>
                  <a:pt x="31254" y="122610"/>
                  <a:pt x="33635" y="122808"/>
                  <a:pt x="35644" y="121791"/>
                </a:cubicBezTo>
                <a:lnTo>
                  <a:pt x="71462" y="103584"/>
                </a:lnTo>
                <a:lnTo>
                  <a:pt x="107255" y="121791"/>
                </a:lnTo>
                <a:cubicBezTo>
                  <a:pt x="109240" y="122808"/>
                  <a:pt x="111646" y="122610"/>
                  <a:pt x="113457" y="121295"/>
                </a:cubicBezTo>
                <a:cubicBezTo>
                  <a:pt x="115267" y="119980"/>
                  <a:pt x="116185" y="117773"/>
                  <a:pt x="115838" y="115540"/>
                </a:cubicBezTo>
                <a:lnTo>
                  <a:pt x="109562" y="75878"/>
                </a:lnTo>
                <a:lnTo>
                  <a:pt x="137939" y="47476"/>
                </a:lnTo>
                <a:cubicBezTo>
                  <a:pt x="139526" y="45889"/>
                  <a:pt x="140072" y="43557"/>
                  <a:pt x="139378" y="41424"/>
                </a:cubicBezTo>
                <a:cubicBezTo>
                  <a:pt x="138683" y="39291"/>
                  <a:pt x="136872" y="37728"/>
                  <a:pt x="134640" y="37381"/>
                </a:cubicBezTo>
                <a:lnTo>
                  <a:pt x="95002" y="31080"/>
                </a:lnTo>
                <a:lnTo>
                  <a:pt x="76771" y="-4688"/>
                </a:lnTo>
                <a:close/>
              </a:path>
            </a:pathLst>
          </a:custGeom>
          <a:solidFill>
            <a:srgbClr val="000000"/>
          </a:solidFill>
          <a:ln w="0">
            <a:noFill/>
          </a:ln>
        </p:spPr>
        <p:style>
          <a:lnRef idx="0"/>
          <a:fillRef idx="0"/>
          <a:effectRef idx="0"/>
          <a:fontRef idx="minor"/>
        </p:style>
      </p:sp>
      <p:sp>
        <p:nvSpPr>
          <p:cNvPr id="144" name="Text 15"/>
          <p:cNvSpPr/>
          <p:nvPr/>
        </p:nvSpPr>
        <p:spPr>
          <a:xfrm>
            <a:off x="905040" y="4873680"/>
            <a:ext cx="3857040" cy="2214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Chuck Berry</a:t>
            </a:r>
            <a:endParaRPr b="0" lang="en-HK" sz="1130" spc="-1" strike="noStrike">
              <a:latin typeface="Arial"/>
            </a:endParaRPr>
          </a:p>
        </p:txBody>
      </p:sp>
      <p:sp>
        <p:nvSpPr>
          <p:cNvPr id="145" name="Text 16"/>
          <p:cNvSpPr/>
          <p:nvPr/>
        </p:nvSpPr>
        <p:spPr>
          <a:xfrm>
            <a:off x="905040" y="5095800"/>
            <a:ext cx="3849120" cy="3801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70000"/>
                  </a:srgbClr>
                </a:solidFill>
                <a:latin typeface="Liter"/>
                <a:ea typeface="Liter"/>
              </a:rPr>
              <a:t>Leaned heavily on classic blues structures while demonstrating natural-born showmanship</a:t>
            </a:r>
            <a:endParaRPr b="0" lang="en-HK" sz="1000" spc="-1" strike="noStrike">
              <a:latin typeface="Arial"/>
            </a:endParaRPr>
          </a:p>
        </p:txBody>
      </p:sp>
      <p:sp>
        <p:nvSpPr>
          <p:cNvPr id="146" name="Shape 17"/>
          <p:cNvSpPr/>
          <p:nvPr/>
        </p:nvSpPr>
        <p:spPr>
          <a:xfrm>
            <a:off x="492120" y="5572080"/>
            <a:ext cx="316800" cy="316800"/>
          </a:xfrm>
          <a:custGeom>
            <a:avLst/>
            <a:gdLst/>
            <a:ahLst/>
            <a:rect l="l" t="t" r="r" b="b"/>
            <a:pathLst>
              <a:path w="317500" h="317500">
                <a:moveTo>
                  <a:pt x="0" y="0"/>
                </a:moveTo>
                <a:lnTo>
                  <a:pt x="317500" y="0"/>
                </a:lnTo>
                <a:lnTo>
                  <a:pt x="317500" y="317500"/>
                </a:lnTo>
                <a:lnTo>
                  <a:pt x="0" y="317500"/>
                </a:lnTo>
                <a:lnTo>
                  <a:pt x="0" y="0"/>
                </a:lnTo>
                <a:close/>
              </a:path>
            </a:pathLst>
          </a:custGeom>
          <a:solidFill>
            <a:srgbClr val="ddff00"/>
          </a:solidFill>
          <a:ln w="0">
            <a:noFill/>
          </a:ln>
        </p:spPr>
        <p:style>
          <a:lnRef idx="0"/>
          <a:fillRef idx="0"/>
          <a:effectRef idx="0"/>
          <a:fontRef idx="minor"/>
        </p:style>
      </p:sp>
      <p:sp>
        <p:nvSpPr>
          <p:cNvPr id="147" name="Shape 18"/>
          <p:cNvSpPr/>
          <p:nvPr/>
        </p:nvSpPr>
        <p:spPr>
          <a:xfrm>
            <a:off x="579600" y="5667480"/>
            <a:ext cx="142200" cy="126360"/>
          </a:xfrm>
          <a:custGeom>
            <a:avLst/>
            <a:gdLst/>
            <a:ahLst/>
            <a:rect l="l" t="t" r="r" b="b"/>
            <a:pathLst>
              <a:path w="142875" h="127000">
                <a:moveTo>
                  <a:pt x="76771" y="-4688"/>
                </a:moveTo>
                <a:cubicBezTo>
                  <a:pt x="75754" y="-6672"/>
                  <a:pt x="73695" y="-7937"/>
                  <a:pt x="71462" y="-7937"/>
                </a:cubicBezTo>
                <a:cubicBezTo>
                  <a:pt x="69230" y="-7937"/>
                  <a:pt x="67171" y="-6672"/>
                  <a:pt x="66154" y="-4688"/>
                </a:cubicBezTo>
                <a:lnTo>
                  <a:pt x="47898" y="31080"/>
                </a:lnTo>
                <a:lnTo>
                  <a:pt x="8235" y="37381"/>
                </a:lnTo>
                <a:cubicBezTo>
                  <a:pt x="6028" y="37728"/>
                  <a:pt x="4192" y="39291"/>
                  <a:pt x="3497" y="41424"/>
                </a:cubicBezTo>
                <a:cubicBezTo>
                  <a:pt x="2803" y="43557"/>
                  <a:pt x="3373" y="45889"/>
                  <a:pt x="4936" y="47476"/>
                </a:cubicBezTo>
                <a:lnTo>
                  <a:pt x="33313" y="75878"/>
                </a:lnTo>
                <a:lnTo>
                  <a:pt x="27062" y="115540"/>
                </a:lnTo>
                <a:cubicBezTo>
                  <a:pt x="26715" y="117748"/>
                  <a:pt x="27632" y="119980"/>
                  <a:pt x="29443" y="121295"/>
                </a:cubicBezTo>
                <a:cubicBezTo>
                  <a:pt x="31254" y="122610"/>
                  <a:pt x="33635" y="122808"/>
                  <a:pt x="35644" y="121791"/>
                </a:cubicBezTo>
                <a:lnTo>
                  <a:pt x="71462" y="103584"/>
                </a:lnTo>
                <a:lnTo>
                  <a:pt x="107255" y="121791"/>
                </a:lnTo>
                <a:cubicBezTo>
                  <a:pt x="109240" y="122808"/>
                  <a:pt x="111646" y="122610"/>
                  <a:pt x="113457" y="121295"/>
                </a:cubicBezTo>
                <a:cubicBezTo>
                  <a:pt x="115267" y="119980"/>
                  <a:pt x="116185" y="117773"/>
                  <a:pt x="115838" y="115540"/>
                </a:cubicBezTo>
                <a:lnTo>
                  <a:pt x="109562" y="75878"/>
                </a:lnTo>
                <a:lnTo>
                  <a:pt x="137939" y="47476"/>
                </a:lnTo>
                <a:cubicBezTo>
                  <a:pt x="139526" y="45889"/>
                  <a:pt x="140072" y="43557"/>
                  <a:pt x="139378" y="41424"/>
                </a:cubicBezTo>
                <a:cubicBezTo>
                  <a:pt x="138683" y="39291"/>
                  <a:pt x="136872" y="37728"/>
                  <a:pt x="134640" y="37381"/>
                </a:cubicBezTo>
                <a:lnTo>
                  <a:pt x="95002" y="31080"/>
                </a:lnTo>
                <a:lnTo>
                  <a:pt x="76771" y="-4688"/>
                </a:lnTo>
                <a:close/>
              </a:path>
            </a:pathLst>
          </a:custGeom>
          <a:solidFill>
            <a:srgbClr val="000000"/>
          </a:solidFill>
          <a:ln w="0">
            <a:noFill/>
          </a:ln>
        </p:spPr>
        <p:style>
          <a:lnRef idx="0"/>
          <a:fillRef idx="0"/>
          <a:effectRef idx="0"/>
          <a:fontRef idx="minor"/>
        </p:style>
      </p:sp>
      <p:sp>
        <p:nvSpPr>
          <p:cNvPr id="148" name="Text 19"/>
          <p:cNvSpPr/>
          <p:nvPr/>
        </p:nvSpPr>
        <p:spPr>
          <a:xfrm>
            <a:off x="905040" y="5572080"/>
            <a:ext cx="3825000" cy="2214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Little Richard</a:t>
            </a:r>
            <a:endParaRPr b="0" lang="en-HK" sz="1130" spc="-1" strike="noStrike">
              <a:latin typeface="Arial"/>
            </a:endParaRPr>
          </a:p>
        </p:txBody>
      </p:sp>
      <p:sp>
        <p:nvSpPr>
          <p:cNvPr id="149" name="Text 20"/>
          <p:cNvSpPr/>
          <p:nvPr/>
        </p:nvSpPr>
        <p:spPr>
          <a:xfrm>
            <a:off x="905040" y="5794200"/>
            <a:ext cx="3817080" cy="1897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70000"/>
                  </a:srgbClr>
                </a:solidFill>
                <a:latin typeface="Liter"/>
                <a:ea typeface="Liter"/>
              </a:rPr>
              <a:t>Brought ecstatic, gospel-influenced vocals and piano-driven energy</a:t>
            </a:r>
            <a:endParaRPr b="0" lang="en-HK" sz="1000" spc="-1" strike="noStrike">
              <a:latin typeface="Arial"/>
            </a:endParaRPr>
          </a:p>
        </p:txBody>
      </p:sp>
      <p:sp>
        <p:nvSpPr>
          <p:cNvPr id="150" name="Shape 21"/>
          <p:cNvSpPr/>
          <p:nvPr/>
        </p:nvSpPr>
        <p:spPr>
          <a:xfrm>
            <a:off x="492120" y="6080040"/>
            <a:ext cx="316800" cy="316800"/>
          </a:xfrm>
          <a:custGeom>
            <a:avLst/>
            <a:gdLst/>
            <a:ahLst/>
            <a:rect l="l" t="t" r="r" b="b"/>
            <a:pathLst>
              <a:path w="317500" h="317500">
                <a:moveTo>
                  <a:pt x="0" y="0"/>
                </a:moveTo>
                <a:lnTo>
                  <a:pt x="317500" y="0"/>
                </a:lnTo>
                <a:lnTo>
                  <a:pt x="317500" y="317500"/>
                </a:lnTo>
                <a:lnTo>
                  <a:pt x="0" y="317500"/>
                </a:lnTo>
                <a:lnTo>
                  <a:pt x="0" y="0"/>
                </a:lnTo>
                <a:close/>
              </a:path>
            </a:pathLst>
          </a:custGeom>
          <a:solidFill>
            <a:srgbClr val="ddff00"/>
          </a:solidFill>
          <a:ln w="0">
            <a:noFill/>
          </a:ln>
        </p:spPr>
        <p:style>
          <a:lnRef idx="0"/>
          <a:fillRef idx="0"/>
          <a:effectRef idx="0"/>
          <a:fontRef idx="minor"/>
        </p:style>
      </p:sp>
      <p:sp>
        <p:nvSpPr>
          <p:cNvPr id="151" name="Shape 22"/>
          <p:cNvSpPr/>
          <p:nvPr/>
        </p:nvSpPr>
        <p:spPr>
          <a:xfrm>
            <a:off x="579600" y="6175440"/>
            <a:ext cx="142200" cy="126360"/>
          </a:xfrm>
          <a:custGeom>
            <a:avLst/>
            <a:gdLst/>
            <a:ahLst/>
            <a:rect l="l" t="t" r="r" b="b"/>
            <a:pathLst>
              <a:path w="142875" h="127000">
                <a:moveTo>
                  <a:pt x="76771" y="-4688"/>
                </a:moveTo>
                <a:cubicBezTo>
                  <a:pt x="75754" y="-6672"/>
                  <a:pt x="73695" y="-7937"/>
                  <a:pt x="71462" y="-7937"/>
                </a:cubicBezTo>
                <a:cubicBezTo>
                  <a:pt x="69230" y="-7937"/>
                  <a:pt x="67171" y="-6672"/>
                  <a:pt x="66154" y="-4688"/>
                </a:cubicBezTo>
                <a:lnTo>
                  <a:pt x="47898" y="31080"/>
                </a:lnTo>
                <a:lnTo>
                  <a:pt x="8235" y="37381"/>
                </a:lnTo>
                <a:cubicBezTo>
                  <a:pt x="6028" y="37728"/>
                  <a:pt x="4192" y="39291"/>
                  <a:pt x="3497" y="41424"/>
                </a:cubicBezTo>
                <a:cubicBezTo>
                  <a:pt x="2803" y="43557"/>
                  <a:pt x="3373" y="45889"/>
                  <a:pt x="4936" y="47476"/>
                </a:cubicBezTo>
                <a:lnTo>
                  <a:pt x="33313" y="75878"/>
                </a:lnTo>
                <a:lnTo>
                  <a:pt x="27062" y="115540"/>
                </a:lnTo>
                <a:cubicBezTo>
                  <a:pt x="26715" y="117748"/>
                  <a:pt x="27632" y="119980"/>
                  <a:pt x="29443" y="121295"/>
                </a:cubicBezTo>
                <a:cubicBezTo>
                  <a:pt x="31254" y="122610"/>
                  <a:pt x="33635" y="122808"/>
                  <a:pt x="35644" y="121791"/>
                </a:cubicBezTo>
                <a:lnTo>
                  <a:pt x="71462" y="103584"/>
                </a:lnTo>
                <a:lnTo>
                  <a:pt x="107255" y="121791"/>
                </a:lnTo>
                <a:cubicBezTo>
                  <a:pt x="109240" y="122808"/>
                  <a:pt x="111646" y="122610"/>
                  <a:pt x="113457" y="121295"/>
                </a:cubicBezTo>
                <a:cubicBezTo>
                  <a:pt x="115267" y="119980"/>
                  <a:pt x="116185" y="117773"/>
                  <a:pt x="115838" y="115540"/>
                </a:cubicBezTo>
                <a:lnTo>
                  <a:pt x="109562" y="75878"/>
                </a:lnTo>
                <a:lnTo>
                  <a:pt x="137939" y="47476"/>
                </a:lnTo>
                <a:cubicBezTo>
                  <a:pt x="139526" y="45889"/>
                  <a:pt x="140072" y="43557"/>
                  <a:pt x="139378" y="41424"/>
                </a:cubicBezTo>
                <a:cubicBezTo>
                  <a:pt x="138683" y="39291"/>
                  <a:pt x="136872" y="37728"/>
                  <a:pt x="134640" y="37381"/>
                </a:cubicBezTo>
                <a:lnTo>
                  <a:pt x="95002" y="31080"/>
                </a:lnTo>
                <a:lnTo>
                  <a:pt x="76771" y="-4688"/>
                </a:lnTo>
                <a:close/>
              </a:path>
            </a:pathLst>
          </a:custGeom>
          <a:solidFill>
            <a:srgbClr val="000000"/>
          </a:solidFill>
          <a:ln w="0">
            <a:noFill/>
          </a:ln>
        </p:spPr>
        <p:style>
          <a:lnRef idx="0"/>
          <a:fillRef idx="0"/>
          <a:effectRef idx="0"/>
          <a:fontRef idx="minor"/>
        </p:style>
      </p:sp>
      <p:sp>
        <p:nvSpPr>
          <p:cNvPr id="152" name="Text 23"/>
          <p:cNvSpPr/>
          <p:nvPr/>
        </p:nvSpPr>
        <p:spPr>
          <a:xfrm>
            <a:off x="905040" y="6080040"/>
            <a:ext cx="3857040" cy="2214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Buddy Holly</a:t>
            </a:r>
            <a:endParaRPr b="0" lang="en-HK" sz="1130" spc="-1" strike="noStrike">
              <a:latin typeface="Arial"/>
            </a:endParaRPr>
          </a:p>
        </p:txBody>
      </p:sp>
      <p:sp>
        <p:nvSpPr>
          <p:cNvPr id="153" name="Text 24"/>
          <p:cNvSpPr/>
          <p:nvPr/>
        </p:nvSpPr>
        <p:spPr>
          <a:xfrm>
            <a:off x="905040" y="6302520"/>
            <a:ext cx="3849120" cy="3801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70000"/>
                  </a:srgbClr>
                </a:solidFill>
                <a:latin typeface="Liter"/>
                <a:ea typeface="Liter"/>
              </a:rPr>
              <a:t>Pioneered the standard rock band lineup with guitar, bass, and drums</a:t>
            </a:r>
            <a:endParaRPr b="0" lang="en-HK" sz="1000" spc="-1" strike="noStrike">
              <a:latin typeface="Arial"/>
            </a:endParaRPr>
          </a:p>
        </p:txBody>
      </p:sp>
      <p:sp>
        <p:nvSpPr>
          <p:cNvPr id="154" name="Image 0"/>
          <p:cNvSpPr/>
          <p:nvPr/>
        </p:nvSpPr>
        <p:spPr>
          <a:xfrm>
            <a:off x="5054400" y="1047600"/>
            <a:ext cx="6817680" cy="4722120"/>
          </a:xfrm>
          <a:prstGeom prst="roundRect">
            <a:avLst>
              <a:gd name="adj" fmla="val 0"/>
            </a:avLst>
          </a:prstGeom>
          <a:blipFill rotWithShape="0">
            <a:blip r:embed="rId1"/>
            <a:srcRect/>
            <a:stretch/>
          </a:blipFill>
          <a:ln w="0">
            <a:noFill/>
          </a:ln>
        </p:spPr>
        <p:style>
          <a:lnRef idx="0"/>
          <a:fillRef idx="0"/>
          <a:effectRef idx="0"/>
          <a:fontRef idx="minor"/>
        </p:style>
      </p:sp>
      <p:sp>
        <p:nvSpPr>
          <p:cNvPr id="155" name="Shape 25"/>
          <p:cNvSpPr/>
          <p:nvPr/>
        </p:nvSpPr>
        <p:spPr>
          <a:xfrm>
            <a:off x="5054400" y="1047600"/>
            <a:ext cx="6817680" cy="4722120"/>
          </a:xfrm>
          <a:custGeom>
            <a:avLst/>
            <a:gdLst/>
            <a:ahLst/>
            <a:rect l="l" t="t" r="r" b="b"/>
            <a:pathLst>
              <a:path w="6818313" h="4722813">
                <a:moveTo>
                  <a:pt x="0" y="0"/>
                </a:moveTo>
                <a:lnTo>
                  <a:pt x="6818313" y="0"/>
                </a:lnTo>
                <a:lnTo>
                  <a:pt x="6818313" y="4722813"/>
                </a:lnTo>
                <a:lnTo>
                  <a:pt x="0" y="4722813"/>
                </a:lnTo>
                <a:lnTo>
                  <a:pt x="0" y="0"/>
                </a:lnTo>
                <a:close/>
              </a:path>
            </a:pathLst>
          </a:custGeom>
          <a:gradFill rotWithShape="0">
            <a:gsLst>
              <a:gs pos="50000">
                <a:srgbClr val="000000">
                  <a:alpha val="0"/>
                </a:srgbClr>
              </a:gs>
              <a:gs pos="100000">
                <a:srgbClr val="000000"/>
              </a:gs>
            </a:gsLst>
            <a:lin ang="5400000"/>
          </a:gradFill>
          <a:ln w="0">
            <a:noFill/>
          </a:ln>
        </p:spPr>
        <p:style>
          <a:lnRef idx="0"/>
          <a:fillRef idx="0"/>
          <a:effectRef idx="0"/>
          <a:fontRef idx="minor"/>
        </p:style>
      </p:sp>
      <p:sp>
        <p:nvSpPr>
          <p:cNvPr id="156" name="Text 26"/>
          <p:cNvSpPr/>
          <p:nvPr/>
        </p:nvSpPr>
        <p:spPr>
          <a:xfrm>
            <a:off x="5181480" y="5228640"/>
            <a:ext cx="6619320" cy="158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1" strike="noStrike">
                <a:solidFill>
                  <a:srgbClr val="ddff00"/>
                </a:solidFill>
                <a:latin typeface="Liter"/>
                <a:ea typeface="Liter"/>
              </a:rPr>
              <a:t>1950s PERFORMANCE</a:t>
            </a:r>
            <a:endParaRPr b="0" lang="en-HK" sz="880" spc="-1" strike="noStrike">
              <a:latin typeface="Arial"/>
            </a:endParaRPr>
          </a:p>
        </p:txBody>
      </p:sp>
      <p:sp>
        <p:nvSpPr>
          <p:cNvPr id="157" name="Text 27"/>
          <p:cNvSpPr/>
          <p:nvPr/>
        </p:nvSpPr>
        <p:spPr>
          <a:xfrm>
            <a:off x="5181480" y="5419080"/>
            <a:ext cx="6635160" cy="2214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Elvis Presley on Stage</a:t>
            </a:r>
            <a:endParaRPr b="0" lang="en-HK" sz="1130" spc="-1" strike="noStrike">
              <a:latin typeface="Arial"/>
            </a:endParaRPr>
          </a:p>
        </p:txBody>
      </p:sp>
      <p:sp>
        <p:nvSpPr>
          <p:cNvPr id="158" name="Shape 28"/>
          <p:cNvSpPr/>
          <p:nvPr/>
        </p:nvSpPr>
        <p:spPr>
          <a:xfrm>
            <a:off x="5058720" y="5899320"/>
            <a:ext cx="2197800" cy="928080"/>
          </a:xfrm>
          <a:custGeom>
            <a:avLst/>
            <a:gdLst/>
            <a:ahLst/>
            <a:rect l="l" t="t" r="r" b="b"/>
            <a:pathLst>
              <a:path w="2198688" h="928688">
                <a:moveTo>
                  <a:pt x="0" y="0"/>
                </a:moveTo>
                <a:lnTo>
                  <a:pt x="2198688" y="0"/>
                </a:lnTo>
                <a:lnTo>
                  <a:pt x="2198688" y="928688"/>
                </a:lnTo>
                <a:lnTo>
                  <a:pt x="0" y="928688"/>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159" name="Text 29"/>
          <p:cNvSpPr/>
          <p:nvPr/>
        </p:nvSpPr>
        <p:spPr>
          <a:xfrm>
            <a:off x="5118120" y="6030360"/>
            <a:ext cx="2079000" cy="316800"/>
          </a:xfrm>
          <a:prstGeom prst="rect">
            <a:avLst/>
          </a:prstGeom>
          <a:noFill/>
          <a:ln w="0">
            <a:noFill/>
          </a:ln>
        </p:spPr>
        <p:style>
          <a:lnRef idx="0"/>
          <a:fillRef idx="0"/>
          <a:effectRef idx="0"/>
          <a:fontRef idx="minor"/>
        </p:style>
        <p:txBody>
          <a:bodyPr lIns="0" rIns="0" tIns="0" bIns="0" anchor="ctr">
            <a:noAutofit/>
          </a:bodyPr>
          <a:p>
            <a:pPr algn="ctr">
              <a:lnSpc>
                <a:spcPct val="90000"/>
              </a:lnSpc>
              <a:buNone/>
            </a:pPr>
            <a:r>
              <a:rPr b="1" lang="en-US" sz="2250" spc="-1" strike="noStrike">
                <a:solidFill>
                  <a:srgbClr val="ddff00"/>
                </a:solidFill>
                <a:latin typeface="Liter"/>
                <a:ea typeface="Liter"/>
              </a:rPr>
              <a:t>1954</a:t>
            </a:r>
            <a:endParaRPr b="0" lang="en-HK" sz="2250" spc="-1" strike="noStrike">
              <a:latin typeface="Arial"/>
            </a:endParaRPr>
          </a:p>
        </p:txBody>
      </p:sp>
      <p:sp>
        <p:nvSpPr>
          <p:cNvPr id="160" name="Text 30"/>
          <p:cNvSpPr/>
          <p:nvPr/>
        </p:nvSpPr>
        <p:spPr>
          <a:xfrm>
            <a:off x="5161680" y="6379560"/>
            <a:ext cx="1991520" cy="31680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0" lang="en-US" sz="880" spc="-1" strike="noStrike">
                <a:solidFill>
                  <a:srgbClr val="ffffff">
                    <a:alpha val="70000"/>
                  </a:srgbClr>
                </a:solidFill>
                <a:latin typeface="Liter"/>
                <a:ea typeface="Liter"/>
              </a:rPr>
              <a:t>"That's All Right"</a:t>
            </a:r>
            <a:endParaRPr b="0" lang="en-HK" sz="880" spc="-1" strike="noStrike">
              <a:latin typeface="Arial"/>
            </a:endParaRPr>
          </a:p>
          <a:p>
            <a:pPr algn="ctr">
              <a:lnSpc>
                <a:spcPct val="120000"/>
              </a:lnSpc>
              <a:buNone/>
            </a:pPr>
            <a:r>
              <a:rPr b="0" lang="en-US" sz="880" spc="-1" strike="noStrike">
                <a:solidFill>
                  <a:srgbClr val="ffffff">
                    <a:alpha val="70000"/>
                  </a:srgbClr>
                </a:solidFill>
                <a:latin typeface="Liter"/>
                <a:ea typeface="Liter"/>
              </a:rPr>
              <a:t>Elvis's debut</a:t>
            </a:r>
            <a:endParaRPr b="0" lang="en-HK" sz="880" spc="-1" strike="noStrike">
              <a:latin typeface="Arial"/>
            </a:endParaRPr>
          </a:p>
        </p:txBody>
      </p:sp>
      <p:sp>
        <p:nvSpPr>
          <p:cNvPr id="161" name="Shape 31"/>
          <p:cNvSpPr/>
          <p:nvPr/>
        </p:nvSpPr>
        <p:spPr>
          <a:xfrm>
            <a:off x="7363440" y="5899320"/>
            <a:ext cx="2197800" cy="928080"/>
          </a:xfrm>
          <a:custGeom>
            <a:avLst/>
            <a:gdLst/>
            <a:ahLst/>
            <a:rect l="l" t="t" r="r" b="b"/>
            <a:pathLst>
              <a:path w="2198688" h="928688">
                <a:moveTo>
                  <a:pt x="0" y="0"/>
                </a:moveTo>
                <a:lnTo>
                  <a:pt x="2198688" y="0"/>
                </a:lnTo>
                <a:lnTo>
                  <a:pt x="2198688" y="928688"/>
                </a:lnTo>
                <a:lnTo>
                  <a:pt x="0" y="928688"/>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162" name="Text 32"/>
          <p:cNvSpPr/>
          <p:nvPr/>
        </p:nvSpPr>
        <p:spPr>
          <a:xfrm>
            <a:off x="7423200" y="6030360"/>
            <a:ext cx="2079000" cy="316800"/>
          </a:xfrm>
          <a:prstGeom prst="rect">
            <a:avLst/>
          </a:prstGeom>
          <a:noFill/>
          <a:ln w="0">
            <a:noFill/>
          </a:ln>
        </p:spPr>
        <p:style>
          <a:lnRef idx="0"/>
          <a:fillRef idx="0"/>
          <a:effectRef idx="0"/>
          <a:fontRef idx="minor"/>
        </p:style>
        <p:txBody>
          <a:bodyPr lIns="0" rIns="0" tIns="0" bIns="0" anchor="ctr">
            <a:noAutofit/>
          </a:bodyPr>
          <a:p>
            <a:pPr algn="ctr">
              <a:lnSpc>
                <a:spcPct val="90000"/>
              </a:lnSpc>
              <a:buNone/>
            </a:pPr>
            <a:r>
              <a:rPr b="1" lang="en-US" sz="2250" spc="-1" strike="noStrike">
                <a:solidFill>
                  <a:srgbClr val="ddff00"/>
                </a:solidFill>
                <a:latin typeface="Liter"/>
                <a:ea typeface="Liter"/>
              </a:rPr>
              <a:t>1955</a:t>
            </a:r>
            <a:endParaRPr b="0" lang="en-HK" sz="2250" spc="-1" strike="noStrike">
              <a:latin typeface="Arial"/>
            </a:endParaRPr>
          </a:p>
        </p:txBody>
      </p:sp>
      <p:sp>
        <p:nvSpPr>
          <p:cNvPr id="163" name="Text 33"/>
          <p:cNvSpPr/>
          <p:nvPr/>
        </p:nvSpPr>
        <p:spPr>
          <a:xfrm>
            <a:off x="7466760" y="6379560"/>
            <a:ext cx="1991520" cy="31680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0" lang="en-US" sz="880" spc="-1" strike="noStrike">
                <a:solidFill>
                  <a:srgbClr val="ffffff">
                    <a:alpha val="70000"/>
                  </a:srgbClr>
                </a:solidFill>
                <a:latin typeface="Liter"/>
                <a:ea typeface="Liter"/>
              </a:rPr>
              <a:t>"Maybellene"</a:t>
            </a:r>
            <a:endParaRPr b="0" lang="en-HK" sz="880" spc="-1" strike="noStrike">
              <a:latin typeface="Arial"/>
            </a:endParaRPr>
          </a:p>
          <a:p>
            <a:pPr algn="ctr">
              <a:lnSpc>
                <a:spcPct val="120000"/>
              </a:lnSpc>
              <a:buNone/>
            </a:pPr>
            <a:r>
              <a:rPr b="0" lang="en-US" sz="880" spc="-1" strike="noStrike">
                <a:solidFill>
                  <a:srgbClr val="ffffff">
                    <a:alpha val="70000"/>
                  </a:srgbClr>
                </a:solidFill>
                <a:latin typeface="Liter"/>
                <a:ea typeface="Liter"/>
              </a:rPr>
              <a:t>Chuck Berry</a:t>
            </a:r>
            <a:endParaRPr b="0" lang="en-HK" sz="880" spc="-1" strike="noStrike">
              <a:latin typeface="Arial"/>
            </a:endParaRPr>
          </a:p>
        </p:txBody>
      </p:sp>
      <p:sp>
        <p:nvSpPr>
          <p:cNvPr id="164" name="Shape 34"/>
          <p:cNvSpPr/>
          <p:nvPr/>
        </p:nvSpPr>
        <p:spPr>
          <a:xfrm>
            <a:off x="9668520" y="5899320"/>
            <a:ext cx="2197800" cy="928080"/>
          </a:xfrm>
          <a:custGeom>
            <a:avLst/>
            <a:gdLst/>
            <a:ahLst/>
            <a:rect l="l" t="t" r="r" b="b"/>
            <a:pathLst>
              <a:path w="2198688" h="928688">
                <a:moveTo>
                  <a:pt x="0" y="0"/>
                </a:moveTo>
                <a:lnTo>
                  <a:pt x="2198688" y="0"/>
                </a:lnTo>
                <a:lnTo>
                  <a:pt x="2198688" y="928688"/>
                </a:lnTo>
                <a:lnTo>
                  <a:pt x="0" y="928688"/>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165" name="Text 35"/>
          <p:cNvSpPr/>
          <p:nvPr/>
        </p:nvSpPr>
        <p:spPr>
          <a:xfrm>
            <a:off x="9728280" y="6030360"/>
            <a:ext cx="2079000" cy="316800"/>
          </a:xfrm>
          <a:prstGeom prst="rect">
            <a:avLst/>
          </a:prstGeom>
          <a:noFill/>
          <a:ln w="0">
            <a:noFill/>
          </a:ln>
        </p:spPr>
        <p:style>
          <a:lnRef idx="0"/>
          <a:fillRef idx="0"/>
          <a:effectRef idx="0"/>
          <a:fontRef idx="minor"/>
        </p:style>
        <p:txBody>
          <a:bodyPr lIns="0" rIns="0" tIns="0" bIns="0" anchor="ctr">
            <a:noAutofit/>
          </a:bodyPr>
          <a:p>
            <a:pPr algn="ctr">
              <a:lnSpc>
                <a:spcPct val="90000"/>
              </a:lnSpc>
              <a:buNone/>
            </a:pPr>
            <a:r>
              <a:rPr b="1" lang="en-US" sz="2250" spc="-1" strike="noStrike">
                <a:solidFill>
                  <a:srgbClr val="ddff00"/>
                </a:solidFill>
                <a:latin typeface="Liter"/>
                <a:ea typeface="Liter"/>
              </a:rPr>
              <a:t>1955</a:t>
            </a:r>
            <a:endParaRPr b="0" lang="en-HK" sz="2250" spc="-1" strike="noStrike">
              <a:latin typeface="Arial"/>
            </a:endParaRPr>
          </a:p>
        </p:txBody>
      </p:sp>
      <p:sp>
        <p:nvSpPr>
          <p:cNvPr id="166" name="Text 36"/>
          <p:cNvSpPr/>
          <p:nvPr/>
        </p:nvSpPr>
        <p:spPr>
          <a:xfrm>
            <a:off x="9771840" y="6379560"/>
            <a:ext cx="1991520" cy="31680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0" lang="en-US" sz="880" spc="-1" strike="noStrike">
                <a:solidFill>
                  <a:srgbClr val="ffffff">
                    <a:alpha val="70000"/>
                  </a:srgbClr>
                </a:solidFill>
                <a:latin typeface="Liter"/>
                <a:ea typeface="Liter"/>
              </a:rPr>
              <a:t>"Tutti Frutti"</a:t>
            </a:r>
            <a:endParaRPr b="0" lang="en-HK" sz="880" spc="-1" strike="noStrike">
              <a:latin typeface="Arial"/>
            </a:endParaRPr>
          </a:p>
          <a:p>
            <a:pPr algn="ctr">
              <a:lnSpc>
                <a:spcPct val="120000"/>
              </a:lnSpc>
              <a:buNone/>
            </a:pPr>
            <a:r>
              <a:rPr b="0" lang="en-US" sz="880" spc="-1" strike="noStrike">
                <a:solidFill>
                  <a:srgbClr val="ffffff">
                    <a:alpha val="70000"/>
                  </a:srgbClr>
                </a:solidFill>
                <a:latin typeface="Liter"/>
                <a:ea typeface="Liter"/>
              </a:rPr>
              <a:t>Little Richard</a:t>
            </a:r>
            <a:endParaRPr b="0" lang="en-HK" sz="880" spc="-1" strike="noStrike">
              <a:latin typeface="Arial"/>
            </a:endParaRPr>
          </a:p>
        </p:txBody>
      </p:sp>
      <p:sp>
        <p:nvSpPr>
          <p:cNvPr id="167" name="Shape 37"/>
          <p:cNvSpPr/>
          <p:nvPr/>
        </p:nvSpPr>
        <p:spPr>
          <a:xfrm>
            <a:off x="5070600" y="6959160"/>
            <a:ext cx="30960" cy="904320"/>
          </a:xfrm>
          <a:custGeom>
            <a:avLst/>
            <a:gdLst/>
            <a:ahLst/>
            <a:rect l="l" t="t" r="r" b="b"/>
            <a:pathLst>
              <a:path w="31750" h="904875">
                <a:moveTo>
                  <a:pt x="0" y="0"/>
                </a:moveTo>
                <a:lnTo>
                  <a:pt x="31750" y="0"/>
                </a:lnTo>
                <a:lnTo>
                  <a:pt x="31750" y="904875"/>
                </a:lnTo>
                <a:lnTo>
                  <a:pt x="0" y="904875"/>
                </a:lnTo>
                <a:lnTo>
                  <a:pt x="0" y="0"/>
                </a:lnTo>
                <a:close/>
              </a:path>
            </a:pathLst>
          </a:custGeom>
          <a:solidFill>
            <a:srgbClr val="ddff00"/>
          </a:solidFill>
          <a:ln w="0">
            <a:noFill/>
          </a:ln>
        </p:spPr>
        <p:style>
          <a:lnRef idx="0"/>
          <a:fillRef idx="0"/>
          <a:effectRef idx="0"/>
          <a:fontRef idx="minor"/>
        </p:style>
      </p:sp>
      <p:sp>
        <p:nvSpPr>
          <p:cNvPr id="168" name="Text 38"/>
          <p:cNvSpPr/>
          <p:nvPr/>
        </p:nvSpPr>
        <p:spPr>
          <a:xfrm>
            <a:off x="5213160" y="6959160"/>
            <a:ext cx="6730200" cy="2214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ddff00"/>
                </a:solidFill>
                <a:latin typeface="Liter"/>
                <a:ea typeface="Liter"/>
              </a:rPr>
              <a:t>Cultural Impact</a:t>
            </a:r>
            <a:endParaRPr b="0" lang="en-HK" sz="1130" spc="-1" strike="noStrike">
              <a:latin typeface="Arial"/>
            </a:endParaRPr>
          </a:p>
        </p:txBody>
      </p:sp>
      <p:sp>
        <p:nvSpPr>
          <p:cNvPr id="169" name="Text 39"/>
          <p:cNvSpPr/>
          <p:nvPr/>
        </p:nvSpPr>
        <p:spPr>
          <a:xfrm>
            <a:off x="5213160" y="7244640"/>
            <a:ext cx="6722280" cy="6184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000" spc="-1" strike="noStrike">
                <a:solidFill>
                  <a:srgbClr val="ffffff"/>
                </a:solidFill>
                <a:latin typeface="Liter"/>
                <a:ea typeface="Liter"/>
              </a:rPr>
              <a:t>Rock 'n' roll became the voice of youth rebellion</a:t>
            </a:r>
            <a:r>
              <a:rPr b="0" lang="en-US" sz="1000" spc="-1" strike="noStrike">
                <a:solidFill>
                  <a:srgbClr val="ffffff"/>
                </a:solidFill>
                <a:latin typeface="Liter"/>
                <a:ea typeface="Liter"/>
              </a:rPr>
              <a:t>, challenging racial segregation by bringing black and white audiences together. The music's energy and attitude would inspire generations of musicians in England and America to pick up guitars and form bands.</a:t>
            </a:r>
            <a:endParaRPr b="0" lang="en-HK" sz="1000" spc="-1" strike="noStrike">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sp>
        <p:nvSpPr>
          <p:cNvPr id="170" name="Image 0"/>
          <p:cNvSpPr/>
          <p:nvPr/>
        </p:nvSpPr>
        <p:spPr>
          <a:xfrm>
            <a:off x="0" y="0"/>
            <a:ext cx="12191400" cy="6857280"/>
          </a:xfrm>
          <a:prstGeom prst="roundRect">
            <a:avLst>
              <a:gd name="adj" fmla="val 0"/>
            </a:avLst>
          </a:prstGeom>
          <a:blipFill rotWithShape="0">
            <a:blip r:embed="rId1"/>
            <a:srcRect/>
            <a:stretch/>
          </a:blipFill>
          <a:ln w="0">
            <a:noFill/>
          </a:ln>
        </p:spPr>
        <p:style>
          <a:lnRef idx="0"/>
          <a:fillRef idx="0"/>
          <a:effectRef idx="0"/>
          <a:fontRef idx="minor"/>
        </p:style>
      </p:sp>
      <p:sp>
        <p:nvSpPr>
          <p:cNvPr id="171" name="Shape 0"/>
          <p:cNvSpPr/>
          <p:nvPr/>
        </p:nvSpPr>
        <p:spPr>
          <a:xfrm>
            <a:off x="0" y="0"/>
            <a:ext cx="12191400" cy="6857280"/>
          </a:xfrm>
          <a:custGeom>
            <a:avLst/>
            <a:gdLst/>
            <a:ahLst/>
            <a:rect l="l" t="t" r="r" b="b"/>
            <a:pathLst>
              <a:path w="12192000" h="6858000">
                <a:moveTo>
                  <a:pt x="0" y="0"/>
                </a:moveTo>
                <a:lnTo>
                  <a:pt x="12192000" y="0"/>
                </a:lnTo>
                <a:lnTo>
                  <a:pt x="12192000" y="6858000"/>
                </a:lnTo>
                <a:lnTo>
                  <a:pt x="0" y="6858000"/>
                </a:lnTo>
                <a:lnTo>
                  <a:pt x="0" y="0"/>
                </a:lnTo>
                <a:close/>
              </a:path>
            </a:pathLst>
          </a:custGeom>
          <a:gradFill rotWithShape="0">
            <a:gsLst>
              <a:gs pos="0">
                <a:srgbClr val="000000"/>
              </a:gs>
              <a:gs pos="100000">
                <a:srgbClr val="000000">
                  <a:alpha val="60000"/>
                </a:srgbClr>
              </a:gs>
            </a:gsLst>
            <a:lin ang="0"/>
          </a:gradFill>
          <a:ln w="0">
            <a:noFill/>
          </a:ln>
        </p:spPr>
        <p:style>
          <a:lnRef idx="0"/>
          <a:fillRef idx="0"/>
          <a:effectRef idx="0"/>
          <a:fontRef idx="minor"/>
        </p:style>
      </p:sp>
      <p:sp>
        <p:nvSpPr>
          <p:cNvPr id="172" name="Shape 1"/>
          <p:cNvSpPr/>
          <p:nvPr/>
        </p:nvSpPr>
        <p:spPr>
          <a:xfrm rot="720000">
            <a:off x="10754280" y="5420160"/>
            <a:ext cx="875520" cy="875520"/>
          </a:xfrm>
          <a:custGeom>
            <a:avLst/>
            <a:gdLst/>
            <a:ahLst/>
            <a:rect l="l" t="t" r="r" b="b"/>
            <a:pathLst>
              <a:path w="876300" h="876300">
                <a:moveTo>
                  <a:pt x="0" y="0"/>
                </a:moveTo>
                <a:lnTo>
                  <a:pt x="876300" y="0"/>
                </a:lnTo>
                <a:lnTo>
                  <a:pt x="876300" y="876300"/>
                </a:lnTo>
                <a:lnTo>
                  <a:pt x="0" y="876300"/>
                </a:lnTo>
                <a:lnTo>
                  <a:pt x="0" y="0"/>
                </a:lnTo>
                <a:close/>
              </a:path>
            </a:pathLst>
          </a:custGeom>
          <a:noFill/>
          <a:ln w="50800">
            <a:solidFill>
              <a:srgbClr val="ddff00"/>
            </a:solidFill>
            <a:round/>
          </a:ln>
        </p:spPr>
        <p:style>
          <a:lnRef idx="0"/>
          <a:fillRef idx="0"/>
          <a:effectRef idx="0"/>
          <a:fontRef idx="minor"/>
        </p:style>
      </p:sp>
      <p:sp>
        <p:nvSpPr>
          <p:cNvPr id="173" name="Shape 2"/>
          <p:cNvSpPr/>
          <p:nvPr/>
        </p:nvSpPr>
        <p:spPr>
          <a:xfrm rot="21240000">
            <a:off x="320040" y="1310760"/>
            <a:ext cx="1218600" cy="1218600"/>
          </a:xfrm>
          <a:custGeom>
            <a:avLst/>
            <a:gdLst/>
            <a:ahLst/>
            <a:rect l="l" t="t" r="r" b="b"/>
            <a:pathLst>
              <a:path w="1219200" h="1219200">
                <a:moveTo>
                  <a:pt x="0" y="0"/>
                </a:moveTo>
                <a:lnTo>
                  <a:pt x="1219200" y="0"/>
                </a:lnTo>
                <a:lnTo>
                  <a:pt x="1219200" y="1219200"/>
                </a:lnTo>
                <a:lnTo>
                  <a:pt x="0" y="1219200"/>
                </a:lnTo>
                <a:lnTo>
                  <a:pt x="0" y="0"/>
                </a:lnTo>
                <a:close/>
              </a:path>
            </a:pathLst>
          </a:custGeom>
          <a:solidFill>
            <a:srgbClr val="ddff00"/>
          </a:solidFill>
          <a:ln w="0">
            <a:noFill/>
          </a:ln>
        </p:spPr>
        <p:style>
          <a:lnRef idx="0"/>
          <a:fillRef idx="0"/>
          <a:effectRef idx="0"/>
          <a:fontRef idx="minor"/>
        </p:style>
      </p:sp>
      <p:sp>
        <p:nvSpPr>
          <p:cNvPr id="174" name="Text 3"/>
          <p:cNvSpPr/>
          <p:nvPr/>
        </p:nvSpPr>
        <p:spPr>
          <a:xfrm>
            <a:off x="572400" y="1638360"/>
            <a:ext cx="1180440" cy="68508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5400" spc="-1" strike="noStrike">
                <a:solidFill>
                  <a:srgbClr val="000000"/>
                </a:solidFill>
                <a:latin typeface="Liter"/>
                <a:ea typeface="Liter"/>
              </a:rPr>
              <a:t>02</a:t>
            </a:r>
            <a:endParaRPr b="0" lang="en-HK" sz="5400" spc="-1" strike="noStrike">
              <a:latin typeface="Arial"/>
            </a:endParaRPr>
          </a:p>
        </p:txBody>
      </p:sp>
      <p:sp>
        <p:nvSpPr>
          <p:cNvPr id="175" name="Shape 4"/>
          <p:cNvSpPr/>
          <p:nvPr/>
        </p:nvSpPr>
        <p:spPr>
          <a:xfrm>
            <a:off x="1828800" y="1752480"/>
            <a:ext cx="3332880" cy="37440"/>
          </a:xfrm>
          <a:custGeom>
            <a:avLst/>
            <a:gdLst/>
            <a:ahLst/>
            <a:rect l="l" t="t" r="r" b="b"/>
            <a:pathLst>
              <a:path w="3333750" h="38100">
                <a:moveTo>
                  <a:pt x="0" y="0"/>
                </a:moveTo>
                <a:lnTo>
                  <a:pt x="3333750" y="0"/>
                </a:lnTo>
                <a:lnTo>
                  <a:pt x="3333750" y="38100"/>
                </a:lnTo>
                <a:lnTo>
                  <a:pt x="0" y="38100"/>
                </a:lnTo>
                <a:lnTo>
                  <a:pt x="0" y="0"/>
                </a:lnTo>
                <a:close/>
              </a:path>
            </a:pathLst>
          </a:custGeom>
          <a:solidFill>
            <a:srgbClr val="ddff00"/>
          </a:solidFill>
          <a:ln w="0">
            <a:noFill/>
          </a:ln>
        </p:spPr>
        <p:style>
          <a:lnRef idx="0"/>
          <a:fillRef idx="0"/>
          <a:effectRef idx="0"/>
          <a:fontRef idx="minor"/>
        </p:style>
      </p:sp>
      <p:sp>
        <p:nvSpPr>
          <p:cNvPr id="176" name="Text 5"/>
          <p:cNvSpPr/>
          <p:nvPr/>
        </p:nvSpPr>
        <p:spPr>
          <a:xfrm>
            <a:off x="1828800" y="1943280"/>
            <a:ext cx="3418920" cy="2660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350" spc="131" strike="noStrike">
                <a:solidFill>
                  <a:srgbClr val="ddff00"/>
                </a:solidFill>
                <a:latin typeface="Liter"/>
                <a:ea typeface="Liter"/>
              </a:rPr>
              <a:t>CHAPTER TWO</a:t>
            </a:r>
            <a:endParaRPr b="0" lang="en-HK" sz="1350" spc="-1" strike="noStrike">
              <a:latin typeface="Arial"/>
            </a:endParaRPr>
          </a:p>
        </p:txBody>
      </p:sp>
      <p:sp>
        <p:nvSpPr>
          <p:cNvPr id="177" name="Text 6"/>
          <p:cNvSpPr/>
          <p:nvPr/>
        </p:nvSpPr>
        <p:spPr>
          <a:xfrm>
            <a:off x="380880" y="2895480"/>
            <a:ext cx="5123880" cy="1713960"/>
          </a:xfrm>
          <a:prstGeom prst="rect">
            <a:avLst/>
          </a:prstGeom>
          <a:noFill/>
          <a:ln w="0">
            <a:noFill/>
          </a:ln>
        </p:spPr>
        <p:style>
          <a:lnRef idx="0"/>
          <a:fillRef idx="0"/>
          <a:effectRef idx="0"/>
          <a:fontRef idx="minor"/>
        </p:style>
        <p:txBody>
          <a:bodyPr lIns="0" rIns="0" tIns="0" bIns="0" anchor="ctr">
            <a:noAutofit/>
          </a:bodyPr>
          <a:p>
            <a:pPr>
              <a:lnSpc>
                <a:spcPct val="100000"/>
              </a:lnSpc>
              <a:buNone/>
            </a:pPr>
            <a:r>
              <a:rPr b="1" lang="en-US" sz="3600" spc="-1" strike="noStrike">
                <a:solidFill>
                  <a:srgbClr val="ffffff"/>
                </a:solidFill>
                <a:latin typeface="Liter"/>
                <a:ea typeface="Liter"/>
              </a:rPr>
              <a:t>THE BRITISH</a:t>
            </a:r>
            <a:endParaRPr b="0" lang="en-HK" sz="3600" spc="-1" strike="noStrike">
              <a:latin typeface="Arial"/>
            </a:endParaRPr>
          </a:p>
          <a:p>
            <a:pPr>
              <a:lnSpc>
                <a:spcPct val="100000"/>
              </a:lnSpc>
              <a:buNone/>
            </a:pPr>
            <a:r>
              <a:rPr b="1" lang="en-US" sz="3600" spc="-1" strike="noStrike">
                <a:solidFill>
                  <a:srgbClr val="ddff00"/>
                </a:solidFill>
                <a:latin typeface="Liter"/>
                <a:ea typeface="Liter"/>
              </a:rPr>
              <a:t>INVASION</a:t>
            </a:r>
            <a:endParaRPr b="0" lang="en-HK" sz="3600" spc="-1" strike="noStrike">
              <a:latin typeface="Arial"/>
            </a:endParaRPr>
          </a:p>
        </p:txBody>
      </p:sp>
      <p:sp>
        <p:nvSpPr>
          <p:cNvPr id="178" name="Text 7"/>
          <p:cNvSpPr/>
          <p:nvPr/>
        </p:nvSpPr>
        <p:spPr>
          <a:xfrm>
            <a:off x="380880" y="4838760"/>
            <a:ext cx="4895280" cy="3042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1800" spc="-1" strike="noStrike">
                <a:solidFill>
                  <a:srgbClr val="ffffff">
                    <a:alpha val="80000"/>
                  </a:srgbClr>
                </a:solidFill>
                <a:latin typeface="Liter"/>
                <a:ea typeface="Liter"/>
              </a:rPr>
              <a:t>1960s: When Britain Took Back American Music</a:t>
            </a:r>
            <a:endParaRPr b="0" lang="en-HK" sz="1800" spc="-1" strike="noStrike">
              <a:latin typeface="Arial"/>
            </a:endParaRPr>
          </a:p>
        </p:txBody>
      </p:sp>
      <p:sp>
        <p:nvSpPr>
          <p:cNvPr id="179" name="Shape 8"/>
          <p:cNvSpPr/>
          <p:nvPr/>
        </p:nvSpPr>
        <p:spPr>
          <a:xfrm>
            <a:off x="380880" y="5448240"/>
            <a:ext cx="761400" cy="37440"/>
          </a:xfrm>
          <a:custGeom>
            <a:avLst/>
            <a:gdLst/>
            <a:ahLst/>
            <a:rect l="l" t="t" r="r" b="b"/>
            <a:pathLst>
              <a:path w="762000" h="38100">
                <a:moveTo>
                  <a:pt x="0" y="0"/>
                </a:moveTo>
                <a:lnTo>
                  <a:pt x="762000" y="0"/>
                </a:lnTo>
                <a:lnTo>
                  <a:pt x="762000" y="38100"/>
                </a:lnTo>
                <a:lnTo>
                  <a:pt x="0" y="38100"/>
                </a:lnTo>
                <a:lnTo>
                  <a:pt x="0" y="0"/>
                </a:lnTo>
                <a:close/>
              </a:path>
            </a:pathLst>
          </a:custGeom>
          <a:solidFill>
            <a:srgbClr val="ddff00"/>
          </a:solidFill>
          <a:ln w="0">
            <a:noFill/>
          </a:ln>
        </p:spPr>
        <p:style>
          <a:lnRef idx="0"/>
          <a:fillRef idx="0"/>
          <a:effectRef idx="0"/>
          <a:fontRef idx="minor"/>
        </p:style>
      </p:sp>
      <p:sp>
        <p:nvSpPr>
          <p:cNvPr id="180" name="Shape 9"/>
          <p:cNvSpPr/>
          <p:nvPr/>
        </p:nvSpPr>
        <p:spPr>
          <a:xfrm>
            <a:off x="1295280" y="5448240"/>
            <a:ext cx="380160" cy="37440"/>
          </a:xfrm>
          <a:custGeom>
            <a:avLst/>
            <a:gdLst/>
            <a:ahLst/>
            <a:rect l="l" t="t" r="r" b="b"/>
            <a:pathLst>
              <a:path w="381000" h="38100">
                <a:moveTo>
                  <a:pt x="0" y="0"/>
                </a:moveTo>
                <a:lnTo>
                  <a:pt x="381000" y="0"/>
                </a:lnTo>
                <a:lnTo>
                  <a:pt x="381000" y="38100"/>
                </a:lnTo>
                <a:lnTo>
                  <a:pt x="0" y="38100"/>
                </a:lnTo>
                <a:lnTo>
                  <a:pt x="0" y="0"/>
                </a:lnTo>
                <a:close/>
              </a:path>
            </a:pathLst>
          </a:custGeom>
          <a:solidFill>
            <a:srgbClr val="ddff00"/>
          </a:solidFill>
          <a:ln w="0">
            <a:noFill/>
          </a:ln>
        </p:spPr>
        <p:style>
          <a:lnRef idx="0"/>
          <a:fillRef idx="0"/>
          <a:effectRef idx="0"/>
          <a:fontRef idx="minor"/>
        </p:style>
      </p:sp>
      <p:sp>
        <p:nvSpPr>
          <p:cNvPr id="181" name="Shape 10"/>
          <p:cNvSpPr/>
          <p:nvPr/>
        </p:nvSpPr>
        <p:spPr>
          <a:xfrm>
            <a:off x="1828800" y="5448240"/>
            <a:ext cx="189720" cy="37440"/>
          </a:xfrm>
          <a:custGeom>
            <a:avLst/>
            <a:gdLst/>
            <a:ahLst/>
            <a:rect l="l" t="t" r="r" b="b"/>
            <a:pathLst>
              <a:path w="190500" h="38100">
                <a:moveTo>
                  <a:pt x="0" y="0"/>
                </a:moveTo>
                <a:lnTo>
                  <a:pt x="190500" y="0"/>
                </a:lnTo>
                <a:lnTo>
                  <a:pt x="190500" y="38100"/>
                </a:lnTo>
                <a:lnTo>
                  <a:pt x="0" y="38100"/>
                </a:lnTo>
                <a:lnTo>
                  <a:pt x="0" y="0"/>
                </a:lnTo>
                <a:close/>
              </a:path>
            </a:pathLst>
          </a:custGeom>
          <a:solidFill>
            <a:srgbClr val="ddff00"/>
          </a:solidFill>
          <a:ln w="0">
            <a:noFill/>
          </a:ln>
        </p:spPr>
        <p:style>
          <a:lnRef idx="0"/>
          <a:fillRef idx="0"/>
          <a:effectRef idx="0"/>
          <a:fontRef idx="minor"/>
        </p:style>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sp>
        <p:nvSpPr>
          <p:cNvPr id="182" name="Shape 0"/>
          <p:cNvSpPr/>
          <p:nvPr/>
        </p:nvSpPr>
        <p:spPr>
          <a:xfrm>
            <a:off x="329760" y="379080"/>
            <a:ext cx="65160" cy="394920"/>
          </a:xfrm>
          <a:custGeom>
            <a:avLst/>
            <a:gdLst/>
            <a:ahLst/>
            <a:rect l="l" t="t" r="r" b="b"/>
            <a:pathLst>
              <a:path w="65947" h="395684">
                <a:moveTo>
                  <a:pt x="0" y="0"/>
                </a:moveTo>
                <a:lnTo>
                  <a:pt x="65947" y="0"/>
                </a:lnTo>
                <a:lnTo>
                  <a:pt x="65947" y="395684"/>
                </a:lnTo>
                <a:lnTo>
                  <a:pt x="0" y="395684"/>
                </a:lnTo>
                <a:lnTo>
                  <a:pt x="0" y="0"/>
                </a:lnTo>
                <a:close/>
              </a:path>
            </a:pathLst>
          </a:custGeom>
          <a:solidFill>
            <a:srgbClr val="ddff00"/>
          </a:solidFill>
          <a:ln w="0">
            <a:noFill/>
          </a:ln>
        </p:spPr>
        <p:style>
          <a:lnRef idx="0"/>
          <a:fillRef idx="0"/>
          <a:effectRef idx="0"/>
          <a:fontRef idx="minor"/>
        </p:style>
      </p:sp>
      <p:sp>
        <p:nvSpPr>
          <p:cNvPr id="183" name="Text 1"/>
          <p:cNvSpPr/>
          <p:nvPr/>
        </p:nvSpPr>
        <p:spPr>
          <a:xfrm>
            <a:off x="527400" y="329760"/>
            <a:ext cx="4549680" cy="1641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10" spc="86" strike="noStrike">
                <a:solidFill>
                  <a:srgbClr val="ddff00"/>
                </a:solidFill>
                <a:latin typeface="Liter"/>
                <a:ea typeface="Liter"/>
              </a:rPr>
              <a:t>CHAPTER 02</a:t>
            </a:r>
            <a:endParaRPr b="0" lang="en-HK" sz="910" spc="-1" strike="noStrike">
              <a:latin typeface="Arial"/>
            </a:endParaRPr>
          </a:p>
        </p:txBody>
      </p:sp>
      <p:sp>
        <p:nvSpPr>
          <p:cNvPr id="184" name="Text 2"/>
          <p:cNvSpPr/>
          <p:nvPr/>
        </p:nvSpPr>
        <p:spPr>
          <a:xfrm>
            <a:off x="527400" y="494640"/>
            <a:ext cx="4640400" cy="329040"/>
          </a:xfrm>
          <a:prstGeom prst="rect">
            <a:avLst/>
          </a:prstGeom>
          <a:noFill/>
          <a:ln w="0">
            <a:noFill/>
          </a:ln>
        </p:spPr>
        <p:style>
          <a:lnRef idx="0"/>
          <a:fillRef idx="0"/>
          <a:effectRef idx="0"/>
          <a:fontRef idx="minor"/>
        </p:style>
        <p:txBody>
          <a:bodyPr lIns="0" rIns="0" tIns="0" bIns="0" anchor="ctr">
            <a:noAutofit/>
          </a:bodyPr>
          <a:p>
            <a:pPr>
              <a:lnSpc>
                <a:spcPct val="90000"/>
              </a:lnSpc>
              <a:buNone/>
            </a:pPr>
            <a:r>
              <a:rPr b="1" lang="en-US" sz="3600" spc="-1" strike="noStrike">
                <a:solidFill>
                  <a:srgbClr val="ffffff"/>
                </a:solidFill>
                <a:latin typeface="Liter"/>
                <a:ea typeface="Liter"/>
              </a:rPr>
              <a:t>Beatlemania &amp; The British Invasion</a:t>
            </a:r>
            <a:endParaRPr b="0" lang="en-HK" sz="3600" spc="-1" strike="noStrike">
              <a:latin typeface="Arial"/>
            </a:endParaRPr>
          </a:p>
        </p:txBody>
      </p:sp>
      <p:sp>
        <p:nvSpPr>
          <p:cNvPr id="185" name="Shape 3"/>
          <p:cNvSpPr/>
          <p:nvPr/>
        </p:nvSpPr>
        <p:spPr>
          <a:xfrm>
            <a:off x="329760" y="1088280"/>
            <a:ext cx="6800040" cy="2142720"/>
          </a:xfrm>
          <a:custGeom>
            <a:avLst/>
            <a:gdLst/>
            <a:ahLst/>
            <a:rect l="l" t="t" r="r" b="b"/>
            <a:pathLst>
              <a:path w="6800811" h="2143286">
                <a:moveTo>
                  <a:pt x="0" y="0"/>
                </a:moveTo>
                <a:lnTo>
                  <a:pt x="6800811" y="0"/>
                </a:lnTo>
                <a:lnTo>
                  <a:pt x="6800811" y="2143286"/>
                </a:lnTo>
                <a:lnTo>
                  <a:pt x="0" y="2143286"/>
                </a:lnTo>
                <a:lnTo>
                  <a:pt x="0" y="0"/>
                </a:lnTo>
                <a:close/>
              </a:path>
            </a:pathLst>
          </a:custGeom>
          <a:solidFill>
            <a:srgbClr val="ddff00"/>
          </a:solidFill>
          <a:ln w="0">
            <a:noFill/>
          </a:ln>
        </p:spPr>
        <p:style>
          <a:lnRef idx="0"/>
          <a:fillRef idx="0"/>
          <a:effectRef idx="0"/>
          <a:fontRef idx="minor"/>
        </p:style>
      </p:sp>
      <p:sp>
        <p:nvSpPr>
          <p:cNvPr id="186" name="Text 4"/>
          <p:cNvSpPr/>
          <p:nvPr/>
        </p:nvSpPr>
        <p:spPr>
          <a:xfrm>
            <a:off x="527400" y="1285920"/>
            <a:ext cx="6503400" cy="26316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560" spc="-1" strike="noStrike">
                <a:solidFill>
                  <a:srgbClr val="000000"/>
                </a:solidFill>
                <a:latin typeface="Liter"/>
                <a:ea typeface="Liter"/>
              </a:rPr>
              <a:t>The Ed Sullivan Show: February 9, 1964</a:t>
            </a:r>
            <a:endParaRPr b="0" lang="en-HK" sz="1560" spc="-1" strike="noStrike">
              <a:latin typeface="Arial"/>
            </a:endParaRPr>
          </a:p>
        </p:txBody>
      </p:sp>
      <p:sp>
        <p:nvSpPr>
          <p:cNvPr id="187" name="Text 5"/>
          <p:cNvSpPr/>
          <p:nvPr/>
        </p:nvSpPr>
        <p:spPr>
          <a:xfrm>
            <a:off x="527400" y="1648800"/>
            <a:ext cx="6470280" cy="6422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040" spc="-1" strike="noStrike">
                <a:solidFill>
                  <a:srgbClr val="000000"/>
                </a:solidFill>
                <a:latin typeface="Liter"/>
                <a:ea typeface="Liter"/>
              </a:rPr>
              <a:t>73 million Americans watched</a:t>
            </a:r>
            <a:r>
              <a:rPr b="0" lang="en-US" sz="1040" spc="-1" strike="noStrike">
                <a:solidFill>
                  <a:srgbClr val="000000"/>
                </a:solidFill>
                <a:latin typeface="Liter"/>
                <a:ea typeface="Liter"/>
              </a:rPr>
              <a:t> as The Beatles made their historic U.S. television debut. This moment marked the beginning of "Beatlemania" and the British Invasion—a cultural phenomenon that would transform American music forever.</a:t>
            </a:r>
            <a:endParaRPr b="0" lang="en-HK" sz="1040" spc="-1" strike="noStrike">
              <a:latin typeface="Arial"/>
            </a:endParaRPr>
          </a:p>
        </p:txBody>
      </p:sp>
      <p:sp>
        <p:nvSpPr>
          <p:cNvPr id="188" name="Text 6"/>
          <p:cNvSpPr/>
          <p:nvPr/>
        </p:nvSpPr>
        <p:spPr>
          <a:xfrm>
            <a:off x="527400" y="2390760"/>
            <a:ext cx="6470280" cy="6422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40" spc="-1" strike="noStrike">
                <a:solidFill>
                  <a:srgbClr val="000000">
                    <a:alpha val="80000"/>
                  </a:srgbClr>
                </a:solidFill>
                <a:latin typeface="Liter"/>
                <a:ea typeface="Liter"/>
              </a:rPr>
              <a:t>Ed Sullivan had witnessed the frenzy firsthand at London airport weeks earlier, where thousands of fans screamed for The Beatles. Realizing their potential impact, he invited them to his show, unknowingly igniting a musical revolution.</a:t>
            </a:r>
            <a:endParaRPr b="0" lang="en-HK" sz="1040" spc="-1" strike="noStrike">
              <a:latin typeface="Arial"/>
            </a:endParaRPr>
          </a:p>
        </p:txBody>
      </p:sp>
      <p:sp>
        <p:nvSpPr>
          <p:cNvPr id="189" name="Shape 7"/>
          <p:cNvSpPr/>
          <p:nvPr/>
        </p:nvSpPr>
        <p:spPr>
          <a:xfrm>
            <a:off x="338040" y="3371400"/>
            <a:ext cx="6783480" cy="2612520"/>
          </a:xfrm>
          <a:custGeom>
            <a:avLst/>
            <a:gdLst/>
            <a:ahLst/>
            <a:rect l="l" t="t" r="r" b="b"/>
            <a:pathLst>
              <a:path w="6784325" h="2613160">
                <a:moveTo>
                  <a:pt x="0" y="0"/>
                </a:moveTo>
                <a:lnTo>
                  <a:pt x="6784325" y="0"/>
                </a:lnTo>
                <a:lnTo>
                  <a:pt x="6784325" y="2613160"/>
                </a:lnTo>
                <a:lnTo>
                  <a:pt x="0" y="2613160"/>
                </a:lnTo>
                <a:lnTo>
                  <a:pt x="0" y="0"/>
                </a:lnTo>
                <a:close/>
              </a:path>
            </a:pathLst>
          </a:custGeom>
          <a:noFill/>
          <a:ln w="25400">
            <a:solidFill>
              <a:srgbClr val="ddff00"/>
            </a:solidFill>
            <a:round/>
          </a:ln>
        </p:spPr>
        <p:style>
          <a:lnRef idx="0"/>
          <a:fillRef idx="0"/>
          <a:effectRef idx="0"/>
          <a:fontRef idx="minor"/>
        </p:style>
      </p:sp>
      <p:sp>
        <p:nvSpPr>
          <p:cNvPr id="190" name="Text 8"/>
          <p:cNvSpPr/>
          <p:nvPr/>
        </p:nvSpPr>
        <p:spPr>
          <a:xfrm>
            <a:off x="511200" y="3544560"/>
            <a:ext cx="6519960" cy="230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300" spc="-1" strike="noStrike">
                <a:solidFill>
                  <a:srgbClr val="ddff00"/>
                </a:solidFill>
                <a:latin typeface="Liter"/>
                <a:ea typeface="Liter"/>
              </a:rPr>
              <a:t>Two Cities, Two Sounds</a:t>
            </a:r>
            <a:endParaRPr b="0" lang="en-HK" sz="1300" spc="-1" strike="noStrike">
              <a:latin typeface="Arial"/>
            </a:endParaRPr>
          </a:p>
        </p:txBody>
      </p:sp>
      <p:sp>
        <p:nvSpPr>
          <p:cNvPr id="191" name="Shape 9"/>
          <p:cNvSpPr/>
          <p:nvPr/>
        </p:nvSpPr>
        <p:spPr>
          <a:xfrm>
            <a:off x="527400" y="3907440"/>
            <a:ext cx="32400" cy="1581840"/>
          </a:xfrm>
          <a:custGeom>
            <a:avLst/>
            <a:gdLst/>
            <a:ahLst/>
            <a:rect l="l" t="t" r="r" b="b"/>
            <a:pathLst>
              <a:path w="32974" h="1582734">
                <a:moveTo>
                  <a:pt x="0" y="0"/>
                </a:moveTo>
                <a:lnTo>
                  <a:pt x="32974" y="0"/>
                </a:lnTo>
                <a:lnTo>
                  <a:pt x="32974" y="1582734"/>
                </a:lnTo>
                <a:lnTo>
                  <a:pt x="0" y="1582734"/>
                </a:lnTo>
                <a:lnTo>
                  <a:pt x="0" y="0"/>
                </a:lnTo>
                <a:close/>
              </a:path>
            </a:pathLst>
          </a:custGeom>
          <a:solidFill>
            <a:srgbClr val="ddff00"/>
          </a:solidFill>
          <a:ln w="0">
            <a:noFill/>
          </a:ln>
        </p:spPr>
        <p:style>
          <a:lnRef idx="0"/>
          <a:fillRef idx="0"/>
          <a:effectRef idx="0"/>
          <a:fontRef idx="minor"/>
        </p:style>
      </p:sp>
      <p:sp>
        <p:nvSpPr>
          <p:cNvPr id="192" name="Shape 10"/>
          <p:cNvSpPr/>
          <p:nvPr/>
        </p:nvSpPr>
        <p:spPr>
          <a:xfrm>
            <a:off x="677880" y="3948480"/>
            <a:ext cx="184680" cy="147600"/>
          </a:xfrm>
          <a:custGeom>
            <a:avLst/>
            <a:gdLst/>
            <a:ahLst/>
            <a:rect l="l" t="t" r="r" b="b"/>
            <a:pathLst>
              <a:path w="185477" h="148381">
                <a:moveTo>
                  <a:pt x="78828" y="0"/>
                </a:moveTo>
                <a:cubicBezTo>
                  <a:pt x="71148" y="0"/>
                  <a:pt x="64917" y="6231"/>
                  <a:pt x="64917" y="13911"/>
                </a:cubicBezTo>
                <a:lnTo>
                  <a:pt x="64917" y="18548"/>
                </a:lnTo>
                <a:lnTo>
                  <a:pt x="60280" y="18548"/>
                </a:lnTo>
                <a:cubicBezTo>
                  <a:pt x="47470" y="18548"/>
                  <a:pt x="37095" y="28923"/>
                  <a:pt x="37095" y="41732"/>
                </a:cubicBezTo>
                <a:lnTo>
                  <a:pt x="37095" y="73263"/>
                </a:lnTo>
                <a:lnTo>
                  <a:pt x="30835" y="75756"/>
                </a:lnTo>
                <a:cubicBezTo>
                  <a:pt x="26546" y="77465"/>
                  <a:pt x="24315" y="82247"/>
                  <a:pt x="25793" y="86623"/>
                </a:cubicBezTo>
                <a:cubicBezTo>
                  <a:pt x="28807" y="95694"/>
                  <a:pt x="33560" y="103809"/>
                  <a:pt x="39617" y="110706"/>
                </a:cubicBezTo>
                <a:cubicBezTo>
                  <a:pt x="45442" y="108040"/>
                  <a:pt x="51702" y="106678"/>
                  <a:pt x="57961" y="106649"/>
                </a:cubicBezTo>
                <a:cubicBezTo>
                  <a:pt x="67554" y="106591"/>
                  <a:pt x="77176" y="109605"/>
                  <a:pt x="85319" y="115749"/>
                </a:cubicBezTo>
                <a:lnTo>
                  <a:pt x="85783" y="116097"/>
                </a:lnTo>
                <a:lnTo>
                  <a:pt x="85783" y="53788"/>
                </a:lnTo>
                <a:lnTo>
                  <a:pt x="55643" y="65844"/>
                </a:lnTo>
                <a:lnTo>
                  <a:pt x="55643" y="41732"/>
                </a:lnTo>
                <a:cubicBezTo>
                  <a:pt x="55643" y="39182"/>
                  <a:pt x="57730" y="37095"/>
                  <a:pt x="60280" y="37095"/>
                </a:cubicBezTo>
                <a:lnTo>
                  <a:pt x="125197" y="37095"/>
                </a:lnTo>
                <a:cubicBezTo>
                  <a:pt x="127747" y="37095"/>
                  <a:pt x="129834" y="39182"/>
                  <a:pt x="129834" y="41732"/>
                </a:cubicBezTo>
                <a:lnTo>
                  <a:pt x="129834" y="65844"/>
                </a:lnTo>
                <a:lnTo>
                  <a:pt x="99694" y="53788"/>
                </a:lnTo>
                <a:lnTo>
                  <a:pt x="99694" y="116097"/>
                </a:lnTo>
                <a:lnTo>
                  <a:pt x="100157" y="115749"/>
                </a:lnTo>
                <a:cubicBezTo>
                  <a:pt x="108127" y="109750"/>
                  <a:pt x="117517" y="106707"/>
                  <a:pt x="126936" y="106649"/>
                </a:cubicBezTo>
                <a:cubicBezTo>
                  <a:pt x="133398" y="106620"/>
                  <a:pt x="139861" y="107953"/>
                  <a:pt x="145860" y="110706"/>
                </a:cubicBezTo>
                <a:cubicBezTo>
                  <a:pt x="151917" y="103838"/>
                  <a:pt x="156670" y="95694"/>
                  <a:pt x="159684" y="86623"/>
                </a:cubicBezTo>
                <a:cubicBezTo>
                  <a:pt x="161133" y="82218"/>
                  <a:pt x="158930" y="77465"/>
                  <a:pt x="154641" y="75756"/>
                </a:cubicBezTo>
                <a:lnTo>
                  <a:pt x="148381" y="73263"/>
                </a:lnTo>
                <a:lnTo>
                  <a:pt x="148381" y="41732"/>
                </a:lnTo>
                <a:cubicBezTo>
                  <a:pt x="148381" y="28923"/>
                  <a:pt x="138006" y="18548"/>
                  <a:pt x="125197" y="18548"/>
                </a:cubicBezTo>
                <a:lnTo>
                  <a:pt x="120560" y="18548"/>
                </a:lnTo>
                <a:lnTo>
                  <a:pt x="120560" y="13911"/>
                </a:lnTo>
                <a:cubicBezTo>
                  <a:pt x="120560" y="6231"/>
                  <a:pt x="114329" y="0"/>
                  <a:pt x="106649" y="0"/>
                </a:cubicBezTo>
                <a:lnTo>
                  <a:pt x="78828" y="0"/>
                </a:lnTo>
                <a:close/>
                <a:moveTo>
                  <a:pt x="116908" y="137977"/>
                </a:moveTo>
                <a:cubicBezTo>
                  <a:pt x="123081" y="133311"/>
                  <a:pt x="131370" y="133311"/>
                  <a:pt x="137543" y="137977"/>
                </a:cubicBezTo>
                <a:cubicBezTo>
                  <a:pt x="143049" y="142150"/>
                  <a:pt x="149685" y="146150"/>
                  <a:pt x="157018" y="147628"/>
                </a:cubicBezTo>
                <a:cubicBezTo>
                  <a:pt x="164697" y="149193"/>
                  <a:pt x="172754" y="147860"/>
                  <a:pt x="180405" y="142093"/>
                </a:cubicBezTo>
                <a:cubicBezTo>
                  <a:pt x="183477" y="139774"/>
                  <a:pt x="184086" y="135427"/>
                  <a:pt x="181767" y="132355"/>
                </a:cubicBezTo>
                <a:cubicBezTo>
                  <a:pt x="179449" y="129283"/>
                  <a:pt x="175102" y="128674"/>
                  <a:pt x="172030" y="130993"/>
                </a:cubicBezTo>
                <a:cubicBezTo>
                  <a:pt x="167711" y="134239"/>
                  <a:pt x="163741" y="134789"/>
                  <a:pt x="159771" y="133978"/>
                </a:cubicBezTo>
                <a:cubicBezTo>
                  <a:pt x="155453" y="133108"/>
                  <a:pt x="150816" y="130529"/>
                  <a:pt x="145918" y="126849"/>
                </a:cubicBezTo>
                <a:cubicBezTo>
                  <a:pt x="134789" y="118444"/>
                  <a:pt x="119690" y="118444"/>
                  <a:pt x="108533" y="126849"/>
                </a:cubicBezTo>
                <a:cubicBezTo>
                  <a:pt x="101577" y="132094"/>
                  <a:pt x="96738" y="134471"/>
                  <a:pt x="92738" y="134471"/>
                </a:cubicBezTo>
                <a:cubicBezTo>
                  <a:pt x="88739" y="134471"/>
                  <a:pt x="83899" y="132094"/>
                  <a:pt x="76944" y="126849"/>
                </a:cubicBezTo>
                <a:cubicBezTo>
                  <a:pt x="65815" y="118444"/>
                  <a:pt x="50716" y="118444"/>
                  <a:pt x="39559" y="126849"/>
                </a:cubicBezTo>
                <a:cubicBezTo>
                  <a:pt x="33299" y="131573"/>
                  <a:pt x="27590" y="134326"/>
                  <a:pt x="22489" y="134297"/>
                </a:cubicBezTo>
                <a:cubicBezTo>
                  <a:pt x="19707" y="134268"/>
                  <a:pt x="16722" y="133427"/>
                  <a:pt x="13447" y="130964"/>
                </a:cubicBezTo>
                <a:cubicBezTo>
                  <a:pt x="10375" y="128645"/>
                  <a:pt x="6028" y="129254"/>
                  <a:pt x="3710" y="132326"/>
                </a:cubicBezTo>
                <a:cubicBezTo>
                  <a:pt x="1391" y="135398"/>
                  <a:pt x="2029" y="139774"/>
                  <a:pt x="5101" y="142093"/>
                </a:cubicBezTo>
                <a:cubicBezTo>
                  <a:pt x="10636" y="146266"/>
                  <a:pt x="16519" y="148178"/>
                  <a:pt x="22431" y="148207"/>
                </a:cubicBezTo>
                <a:cubicBezTo>
                  <a:pt x="32256" y="148265"/>
                  <a:pt x="41066" y="143165"/>
                  <a:pt x="47963" y="137977"/>
                </a:cubicBezTo>
                <a:cubicBezTo>
                  <a:pt x="54136" y="133311"/>
                  <a:pt x="62424" y="133311"/>
                  <a:pt x="68597" y="137977"/>
                </a:cubicBezTo>
                <a:cubicBezTo>
                  <a:pt x="75611" y="143281"/>
                  <a:pt x="83754" y="148381"/>
                  <a:pt x="92767" y="148381"/>
                </a:cubicBezTo>
                <a:cubicBezTo>
                  <a:pt x="101780" y="148381"/>
                  <a:pt x="109895" y="143252"/>
                  <a:pt x="116937" y="137977"/>
                </a:cubicBezTo>
                <a:close/>
              </a:path>
            </a:pathLst>
          </a:custGeom>
          <a:solidFill>
            <a:srgbClr val="ddff00"/>
          </a:solidFill>
          <a:ln w="0">
            <a:noFill/>
          </a:ln>
        </p:spPr>
        <p:style>
          <a:lnRef idx="0"/>
          <a:fillRef idx="0"/>
          <a:effectRef idx="0"/>
          <a:fontRef idx="minor"/>
        </p:style>
      </p:sp>
      <p:sp>
        <p:nvSpPr>
          <p:cNvPr id="193" name="Text 11"/>
          <p:cNvSpPr/>
          <p:nvPr/>
        </p:nvSpPr>
        <p:spPr>
          <a:xfrm>
            <a:off x="865440" y="3907440"/>
            <a:ext cx="2876400" cy="2300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70" spc="-1" strike="noStrike">
                <a:solidFill>
                  <a:srgbClr val="ffffff"/>
                </a:solidFill>
                <a:latin typeface="Liter"/>
                <a:ea typeface="Liter"/>
              </a:rPr>
              <a:t>Liverpool</a:t>
            </a:r>
            <a:endParaRPr b="0" lang="en-HK" sz="1170" spc="-1" strike="noStrike">
              <a:latin typeface="Arial"/>
            </a:endParaRPr>
          </a:p>
        </p:txBody>
      </p:sp>
      <p:sp>
        <p:nvSpPr>
          <p:cNvPr id="194" name="Text 12"/>
          <p:cNvSpPr/>
          <p:nvPr/>
        </p:nvSpPr>
        <p:spPr>
          <a:xfrm>
            <a:off x="676080" y="4204080"/>
            <a:ext cx="3057480" cy="12852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40" spc="-1" strike="noStrike">
                <a:solidFill>
                  <a:srgbClr val="ffffff">
                    <a:alpha val="80000"/>
                  </a:srgbClr>
                </a:solidFill>
                <a:latin typeface="Liter"/>
                <a:ea typeface="Liter"/>
              </a:rPr>
              <a:t>The port city embraced American rock and roll from sailors bringing records. </a:t>
            </a:r>
            <a:r>
              <a:rPr b="1" lang="en-US" sz="1040" spc="-1" strike="noStrike">
                <a:solidFill>
                  <a:srgbClr val="ddff00"/>
                </a:solidFill>
                <a:latin typeface="Liter"/>
                <a:ea typeface="Liter"/>
              </a:rPr>
              <a:t>Skiffle music</a:t>
            </a:r>
            <a:r>
              <a:rPr b="0" lang="en-US" sz="1040" spc="-1" strike="noStrike">
                <a:solidFill>
                  <a:srgbClr val="ffffff">
                    <a:alpha val="80000"/>
                  </a:srgbClr>
                </a:solidFill>
                <a:latin typeface="Liter"/>
                <a:ea typeface="Liter"/>
              </a:rPr>
              <a:t>—combining folk, jazz, country and blues—provided the backdrop. This produced upbeat, melodic </a:t>
            </a:r>
            <a:r>
              <a:rPr b="1" lang="en-US" sz="1040" spc="-1" strike="noStrike">
                <a:solidFill>
                  <a:srgbClr val="ffffff">
                    <a:alpha val="80000"/>
                  </a:srgbClr>
                </a:solidFill>
                <a:latin typeface="Liter"/>
                <a:ea typeface="Liter"/>
              </a:rPr>
              <a:t>Merseybeat</a:t>
            </a:r>
            <a:r>
              <a:rPr b="0" lang="en-US" sz="1040" spc="-1" strike="noStrike">
                <a:solidFill>
                  <a:srgbClr val="ffffff">
                    <a:alpha val="80000"/>
                  </a:srgbClr>
                </a:solidFill>
                <a:latin typeface="Liter"/>
                <a:ea typeface="Liter"/>
              </a:rPr>
              <a:t> exemplified by The Beatles and Gerry &amp; the Pacemakers.</a:t>
            </a:r>
            <a:endParaRPr b="0" lang="en-HK" sz="1040" spc="-1" strike="noStrike">
              <a:latin typeface="Arial"/>
            </a:endParaRPr>
          </a:p>
        </p:txBody>
      </p:sp>
      <p:sp>
        <p:nvSpPr>
          <p:cNvPr id="195" name="Shape 13"/>
          <p:cNvSpPr/>
          <p:nvPr/>
        </p:nvSpPr>
        <p:spPr>
          <a:xfrm>
            <a:off x="3812760" y="3907440"/>
            <a:ext cx="32400" cy="1581840"/>
          </a:xfrm>
          <a:custGeom>
            <a:avLst/>
            <a:gdLst/>
            <a:ahLst/>
            <a:rect l="l" t="t" r="r" b="b"/>
            <a:pathLst>
              <a:path w="32974" h="1582734">
                <a:moveTo>
                  <a:pt x="0" y="0"/>
                </a:moveTo>
                <a:lnTo>
                  <a:pt x="32974" y="0"/>
                </a:lnTo>
                <a:lnTo>
                  <a:pt x="32974" y="1582734"/>
                </a:lnTo>
                <a:lnTo>
                  <a:pt x="0" y="1582734"/>
                </a:lnTo>
                <a:lnTo>
                  <a:pt x="0" y="0"/>
                </a:lnTo>
                <a:close/>
              </a:path>
            </a:pathLst>
          </a:custGeom>
          <a:solidFill>
            <a:srgbClr val="ddff00"/>
          </a:solidFill>
          <a:ln w="0">
            <a:noFill/>
          </a:ln>
        </p:spPr>
        <p:style>
          <a:lnRef idx="0"/>
          <a:fillRef idx="0"/>
          <a:effectRef idx="0"/>
          <a:fontRef idx="minor"/>
        </p:style>
      </p:sp>
      <p:sp>
        <p:nvSpPr>
          <p:cNvPr id="196" name="Shape 14"/>
          <p:cNvSpPr/>
          <p:nvPr/>
        </p:nvSpPr>
        <p:spPr>
          <a:xfrm>
            <a:off x="4000320" y="3948480"/>
            <a:ext cx="110520" cy="147600"/>
          </a:xfrm>
          <a:custGeom>
            <a:avLst/>
            <a:gdLst/>
            <a:ahLst/>
            <a:rect l="l" t="t" r="r" b="b"/>
            <a:pathLst>
              <a:path w="111286" h="148381">
                <a:moveTo>
                  <a:pt x="18548" y="0"/>
                </a:moveTo>
                <a:cubicBezTo>
                  <a:pt x="8317" y="0"/>
                  <a:pt x="0" y="8317"/>
                  <a:pt x="0" y="18548"/>
                </a:cubicBezTo>
                <a:lnTo>
                  <a:pt x="0" y="129834"/>
                </a:lnTo>
                <a:cubicBezTo>
                  <a:pt x="0" y="140064"/>
                  <a:pt x="8317" y="148381"/>
                  <a:pt x="18548" y="148381"/>
                </a:cubicBezTo>
                <a:lnTo>
                  <a:pt x="92738" y="148381"/>
                </a:lnTo>
                <a:cubicBezTo>
                  <a:pt x="102969" y="148381"/>
                  <a:pt x="111286" y="140064"/>
                  <a:pt x="111286" y="129834"/>
                </a:cubicBezTo>
                <a:lnTo>
                  <a:pt x="111286" y="18548"/>
                </a:lnTo>
                <a:cubicBezTo>
                  <a:pt x="111286" y="8317"/>
                  <a:pt x="102969" y="0"/>
                  <a:pt x="92738" y="0"/>
                </a:cubicBezTo>
                <a:lnTo>
                  <a:pt x="18548" y="0"/>
                </a:lnTo>
                <a:close/>
                <a:moveTo>
                  <a:pt x="51006" y="102012"/>
                </a:moveTo>
                <a:lnTo>
                  <a:pt x="60280" y="102012"/>
                </a:lnTo>
                <a:cubicBezTo>
                  <a:pt x="65410" y="102012"/>
                  <a:pt x="69554" y="106156"/>
                  <a:pt x="69554" y="111286"/>
                </a:cubicBezTo>
                <a:lnTo>
                  <a:pt x="69554" y="134471"/>
                </a:lnTo>
                <a:lnTo>
                  <a:pt x="41732" y="134471"/>
                </a:lnTo>
                <a:lnTo>
                  <a:pt x="41732" y="111286"/>
                </a:lnTo>
                <a:cubicBezTo>
                  <a:pt x="41732" y="106156"/>
                  <a:pt x="45876" y="102012"/>
                  <a:pt x="51006" y="102012"/>
                </a:cubicBezTo>
                <a:close/>
                <a:moveTo>
                  <a:pt x="27822" y="32458"/>
                </a:moveTo>
                <a:cubicBezTo>
                  <a:pt x="27822" y="29908"/>
                  <a:pt x="29908" y="27822"/>
                  <a:pt x="32458" y="27822"/>
                </a:cubicBezTo>
                <a:lnTo>
                  <a:pt x="41732" y="27822"/>
                </a:lnTo>
                <a:cubicBezTo>
                  <a:pt x="44283" y="27822"/>
                  <a:pt x="46369" y="29908"/>
                  <a:pt x="46369" y="32458"/>
                </a:cubicBezTo>
                <a:lnTo>
                  <a:pt x="46369" y="41732"/>
                </a:lnTo>
                <a:cubicBezTo>
                  <a:pt x="46369" y="44283"/>
                  <a:pt x="44283" y="46369"/>
                  <a:pt x="41732" y="46369"/>
                </a:cubicBezTo>
                <a:lnTo>
                  <a:pt x="32458" y="46369"/>
                </a:lnTo>
                <a:cubicBezTo>
                  <a:pt x="29908" y="46369"/>
                  <a:pt x="27822" y="44283"/>
                  <a:pt x="27822" y="41732"/>
                </a:cubicBezTo>
                <a:lnTo>
                  <a:pt x="27822" y="32458"/>
                </a:lnTo>
                <a:close/>
                <a:moveTo>
                  <a:pt x="69554" y="27822"/>
                </a:moveTo>
                <a:lnTo>
                  <a:pt x="78828" y="27822"/>
                </a:lnTo>
                <a:cubicBezTo>
                  <a:pt x="81378" y="27822"/>
                  <a:pt x="83465" y="29908"/>
                  <a:pt x="83465" y="32458"/>
                </a:cubicBezTo>
                <a:lnTo>
                  <a:pt x="83465" y="41732"/>
                </a:lnTo>
                <a:cubicBezTo>
                  <a:pt x="83465" y="44283"/>
                  <a:pt x="81378" y="46369"/>
                  <a:pt x="78828" y="46369"/>
                </a:cubicBezTo>
                <a:lnTo>
                  <a:pt x="69554" y="46369"/>
                </a:lnTo>
                <a:cubicBezTo>
                  <a:pt x="67003" y="46369"/>
                  <a:pt x="64917" y="44283"/>
                  <a:pt x="64917" y="41732"/>
                </a:cubicBezTo>
                <a:lnTo>
                  <a:pt x="64917" y="32458"/>
                </a:lnTo>
                <a:cubicBezTo>
                  <a:pt x="64917" y="29908"/>
                  <a:pt x="67003" y="27822"/>
                  <a:pt x="69554" y="27822"/>
                </a:cubicBezTo>
                <a:close/>
                <a:moveTo>
                  <a:pt x="27822" y="69554"/>
                </a:moveTo>
                <a:cubicBezTo>
                  <a:pt x="27822" y="67003"/>
                  <a:pt x="29908" y="64917"/>
                  <a:pt x="32458" y="64917"/>
                </a:cubicBezTo>
                <a:lnTo>
                  <a:pt x="41732" y="64917"/>
                </a:lnTo>
                <a:cubicBezTo>
                  <a:pt x="44283" y="64917"/>
                  <a:pt x="46369" y="67003"/>
                  <a:pt x="46369" y="69554"/>
                </a:cubicBezTo>
                <a:lnTo>
                  <a:pt x="46369" y="78828"/>
                </a:lnTo>
                <a:cubicBezTo>
                  <a:pt x="46369" y="81378"/>
                  <a:pt x="44283" y="83465"/>
                  <a:pt x="41732" y="83465"/>
                </a:cubicBezTo>
                <a:lnTo>
                  <a:pt x="32458" y="83465"/>
                </a:lnTo>
                <a:cubicBezTo>
                  <a:pt x="29908" y="83465"/>
                  <a:pt x="27822" y="81378"/>
                  <a:pt x="27822" y="78828"/>
                </a:cubicBezTo>
                <a:lnTo>
                  <a:pt x="27822" y="69554"/>
                </a:lnTo>
                <a:close/>
                <a:moveTo>
                  <a:pt x="69554" y="64917"/>
                </a:moveTo>
                <a:lnTo>
                  <a:pt x="78828" y="64917"/>
                </a:lnTo>
                <a:cubicBezTo>
                  <a:pt x="81378" y="64917"/>
                  <a:pt x="83465" y="67003"/>
                  <a:pt x="83465" y="69554"/>
                </a:cubicBezTo>
                <a:lnTo>
                  <a:pt x="83465" y="78828"/>
                </a:lnTo>
                <a:cubicBezTo>
                  <a:pt x="83465" y="81378"/>
                  <a:pt x="81378" y="83465"/>
                  <a:pt x="78828" y="83465"/>
                </a:cubicBezTo>
                <a:lnTo>
                  <a:pt x="69554" y="83465"/>
                </a:lnTo>
                <a:cubicBezTo>
                  <a:pt x="67003" y="83465"/>
                  <a:pt x="64917" y="81378"/>
                  <a:pt x="64917" y="78828"/>
                </a:cubicBezTo>
                <a:lnTo>
                  <a:pt x="64917" y="69554"/>
                </a:lnTo>
                <a:cubicBezTo>
                  <a:pt x="64917" y="67003"/>
                  <a:pt x="67003" y="64917"/>
                  <a:pt x="69554" y="64917"/>
                </a:cubicBezTo>
                <a:close/>
              </a:path>
            </a:pathLst>
          </a:custGeom>
          <a:solidFill>
            <a:srgbClr val="ddff00"/>
          </a:solidFill>
          <a:ln w="0">
            <a:noFill/>
          </a:ln>
        </p:spPr>
        <p:style>
          <a:lnRef idx="0"/>
          <a:fillRef idx="0"/>
          <a:effectRef idx="0"/>
          <a:fontRef idx="minor"/>
        </p:style>
      </p:sp>
      <p:sp>
        <p:nvSpPr>
          <p:cNvPr id="197" name="Text 15"/>
          <p:cNvSpPr/>
          <p:nvPr/>
        </p:nvSpPr>
        <p:spPr>
          <a:xfrm>
            <a:off x="4150800" y="3907440"/>
            <a:ext cx="2876400" cy="2300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70" spc="-1" strike="noStrike">
                <a:solidFill>
                  <a:srgbClr val="ffffff"/>
                </a:solidFill>
                <a:latin typeface="Liter"/>
                <a:ea typeface="Liter"/>
              </a:rPr>
              <a:t>London</a:t>
            </a:r>
            <a:endParaRPr b="0" lang="en-HK" sz="1170" spc="-1" strike="noStrike">
              <a:latin typeface="Arial"/>
            </a:endParaRPr>
          </a:p>
        </p:txBody>
      </p:sp>
      <p:sp>
        <p:nvSpPr>
          <p:cNvPr id="198" name="Text 16"/>
          <p:cNvSpPr/>
          <p:nvPr/>
        </p:nvSpPr>
        <p:spPr>
          <a:xfrm>
            <a:off x="3961080" y="4204080"/>
            <a:ext cx="3057480" cy="10710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40" spc="-1" strike="noStrike">
                <a:solidFill>
                  <a:srgbClr val="ffffff">
                    <a:alpha val="80000"/>
                  </a:srgbClr>
                </a:solidFill>
                <a:latin typeface="Liter"/>
                <a:ea typeface="Liter"/>
              </a:rPr>
              <a:t>College students and bohemians were drawn to raw American </a:t>
            </a:r>
            <a:r>
              <a:rPr b="1" lang="en-US" sz="1040" spc="-1" strike="noStrike">
                <a:solidFill>
                  <a:srgbClr val="ddff00"/>
                </a:solidFill>
                <a:latin typeface="Liter"/>
                <a:ea typeface="Liter"/>
              </a:rPr>
              <a:t>blues and R&amp;B</a:t>
            </a:r>
            <a:r>
              <a:rPr b="0" lang="en-US" sz="1040" spc="-1" strike="noStrike">
                <a:solidFill>
                  <a:srgbClr val="ffffff">
                    <a:alpha val="80000"/>
                  </a:srgbClr>
                </a:solidFill>
                <a:latin typeface="Liter"/>
                <a:ea typeface="Liter"/>
              </a:rPr>
              <a:t>. Artists like Muddy Waters and B.B. King inspired a grittier, blues-infused rock sound exemplified by </a:t>
            </a:r>
            <a:r>
              <a:rPr b="1" lang="en-US" sz="1040" spc="-1" strike="noStrike">
                <a:solidFill>
                  <a:srgbClr val="ffffff">
                    <a:alpha val="80000"/>
                  </a:srgbClr>
                </a:solidFill>
                <a:latin typeface="Liter"/>
                <a:ea typeface="Liter"/>
              </a:rPr>
              <a:t>The Rolling Stones</a:t>
            </a:r>
            <a:r>
              <a:rPr b="0" lang="en-US" sz="1040" spc="-1" strike="noStrike">
                <a:solidFill>
                  <a:srgbClr val="ffffff">
                    <a:alpha val="80000"/>
                  </a:srgbClr>
                </a:solidFill>
                <a:latin typeface="Liter"/>
                <a:ea typeface="Liter"/>
              </a:rPr>
              <a:t> and The Yardbirds.</a:t>
            </a:r>
            <a:endParaRPr b="0" lang="en-HK" sz="1040" spc="-1" strike="noStrike">
              <a:latin typeface="Arial"/>
            </a:endParaRPr>
          </a:p>
        </p:txBody>
      </p:sp>
      <p:sp>
        <p:nvSpPr>
          <p:cNvPr id="199" name="Shape 17"/>
          <p:cNvSpPr/>
          <p:nvPr/>
        </p:nvSpPr>
        <p:spPr>
          <a:xfrm>
            <a:off x="333720" y="6128640"/>
            <a:ext cx="2192040" cy="831960"/>
          </a:xfrm>
          <a:custGeom>
            <a:avLst/>
            <a:gdLst/>
            <a:ahLst/>
            <a:rect l="l" t="t" r="r" b="b"/>
            <a:pathLst>
              <a:path w="2192746" h="832584">
                <a:moveTo>
                  <a:pt x="0" y="0"/>
                </a:moveTo>
                <a:lnTo>
                  <a:pt x="2192746" y="0"/>
                </a:lnTo>
                <a:lnTo>
                  <a:pt x="2192746" y="832584"/>
                </a:lnTo>
                <a:lnTo>
                  <a:pt x="0" y="832584"/>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200" name="Text 18"/>
          <p:cNvSpPr/>
          <p:nvPr/>
        </p:nvSpPr>
        <p:spPr>
          <a:xfrm>
            <a:off x="375120" y="6231600"/>
            <a:ext cx="2109600" cy="295920"/>
          </a:xfrm>
          <a:prstGeom prst="rect">
            <a:avLst/>
          </a:prstGeom>
          <a:noFill/>
          <a:ln w="0">
            <a:noFill/>
          </a:ln>
        </p:spPr>
        <p:style>
          <a:lnRef idx="0"/>
          <a:fillRef idx="0"/>
          <a:effectRef idx="0"/>
          <a:fontRef idx="minor"/>
        </p:style>
        <p:txBody>
          <a:bodyPr lIns="0" rIns="0" tIns="0" bIns="0" anchor="ctr">
            <a:noAutofit/>
          </a:bodyPr>
          <a:p>
            <a:pPr algn="ctr">
              <a:lnSpc>
                <a:spcPct val="100000"/>
              </a:lnSpc>
              <a:buNone/>
            </a:pPr>
            <a:r>
              <a:rPr b="1" lang="en-US" sz="1940" spc="-1" strike="noStrike">
                <a:solidFill>
                  <a:srgbClr val="ddff00"/>
                </a:solidFill>
                <a:latin typeface="Liter"/>
                <a:ea typeface="Liter"/>
              </a:rPr>
              <a:t>14</a:t>
            </a:r>
            <a:endParaRPr b="0" lang="en-HK" sz="1940" spc="-1" strike="noStrike">
              <a:latin typeface="Arial"/>
            </a:endParaRPr>
          </a:p>
        </p:txBody>
      </p:sp>
      <p:sp>
        <p:nvSpPr>
          <p:cNvPr id="201" name="Text 19"/>
          <p:cNvSpPr/>
          <p:nvPr/>
        </p:nvSpPr>
        <p:spPr>
          <a:xfrm>
            <a:off x="407880" y="6528600"/>
            <a:ext cx="2043720" cy="32904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0" lang="en-US" sz="910" spc="-1" strike="noStrike">
                <a:solidFill>
                  <a:srgbClr val="ffffff">
                    <a:alpha val="70000"/>
                  </a:srgbClr>
                </a:solidFill>
                <a:latin typeface="Liter"/>
                <a:ea typeface="Liter"/>
              </a:rPr>
              <a:t>British singles in</a:t>
            </a:r>
            <a:endParaRPr b="0" lang="en-HK" sz="910" spc="-1" strike="noStrike">
              <a:latin typeface="Arial"/>
            </a:endParaRPr>
          </a:p>
          <a:p>
            <a:pPr algn="ctr">
              <a:lnSpc>
                <a:spcPct val="120000"/>
              </a:lnSpc>
              <a:buNone/>
            </a:pPr>
            <a:r>
              <a:rPr b="0" lang="en-US" sz="910" spc="-1" strike="noStrike">
                <a:solidFill>
                  <a:srgbClr val="ffffff">
                    <a:alpha val="70000"/>
                  </a:srgbClr>
                </a:solidFill>
                <a:latin typeface="Liter"/>
                <a:ea typeface="Liter"/>
              </a:rPr>
              <a:t>U.S. Top 40 (1965)</a:t>
            </a:r>
            <a:endParaRPr b="0" lang="en-HK" sz="910" spc="-1" strike="noStrike">
              <a:latin typeface="Arial"/>
            </a:endParaRPr>
          </a:p>
        </p:txBody>
      </p:sp>
      <p:sp>
        <p:nvSpPr>
          <p:cNvPr id="202" name="Shape 20"/>
          <p:cNvSpPr/>
          <p:nvPr/>
        </p:nvSpPr>
        <p:spPr>
          <a:xfrm>
            <a:off x="2633760" y="6128640"/>
            <a:ext cx="2192040" cy="831960"/>
          </a:xfrm>
          <a:custGeom>
            <a:avLst/>
            <a:gdLst/>
            <a:ahLst/>
            <a:rect l="l" t="t" r="r" b="b"/>
            <a:pathLst>
              <a:path w="2192746" h="832584">
                <a:moveTo>
                  <a:pt x="0" y="0"/>
                </a:moveTo>
                <a:lnTo>
                  <a:pt x="2192746" y="0"/>
                </a:lnTo>
                <a:lnTo>
                  <a:pt x="2192746" y="832584"/>
                </a:lnTo>
                <a:lnTo>
                  <a:pt x="0" y="832584"/>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203" name="Text 21"/>
          <p:cNvSpPr/>
          <p:nvPr/>
        </p:nvSpPr>
        <p:spPr>
          <a:xfrm>
            <a:off x="2675160" y="6231600"/>
            <a:ext cx="2109600" cy="295920"/>
          </a:xfrm>
          <a:prstGeom prst="rect">
            <a:avLst/>
          </a:prstGeom>
          <a:noFill/>
          <a:ln w="0">
            <a:noFill/>
          </a:ln>
        </p:spPr>
        <p:style>
          <a:lnRef idx="0"/>
          <a:fillRef idx="0"/>
          <a:effectRef idx="0"/>
          <a:fontRef idx="minor"/>
        </p:style>
        <p:txBody>
          <a:bodyPr lIns="0" rIns="0" tIns="0" bIns="0" anchor="ctr">
            <a:noAutofit/>
          </a:bodyPr>
          <a:p>
            <a:pPr algn="ctr">
              <a:lnSpc>
                <a:spcPct val="100000"/>
              </a:lnSpc>
              <a:buNone/>
            </a:pPr>
            <a:r>
              <a:rPr b="1" lang="en-US" sz="1940" spc="-1" strike="noStrike">
                <a:solidFill>
                  <a:srgbClr val="ddff00"/>
                </a:solidFill>
                <a:latin typeface="Liter"/>
                <a:ea typeface="Liter"/>
              </a:rPr>
              <a:t>1.92M</a:t>
            </a:r>
            <a:endParaRPr b="0" lang="en-HK" sz="1940" spc="-1" strike="noStrike">
              <a:latin typeface="Arial"/>
            </a:endParaRPr>
          </a:p>
        </p:txBody>
      </p:sp>
      <p:sp>
        <p:nvSpPr>
          <p:cNvPr id="204" name="Text 22"/>
          <p:cNvSpPr/>
          <p:nvPr/>
        </p:nvSpPr>
        <p:spPr>
          <a:xfrm>
            <a:off x="2707920" y="6528600"/>
            <a:ext cx="2043720" cy="32904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0" lang="en-US" sz="910" spc="-1" strike="noStrike">
                <a:solidFill>
                  <a:srgbClr val="ffffff">
                    <a:alpha val="70000"/>
                  </a:srgbClr>
                </a:solidFill>
                <a:latin typeface="Liter"/>
                <a:ea typeface="Liter"/>
              </a:rPr>
              <a:t>"She Loves You"</a:t>
            </a:r>
            <a:endParaRPr b="0" lang="en-HK" sz="910" spc="-1" strike="noStrike">
              <a:latin typeface="Arial"/>
            </a:endParaRPr>
          </a:p>
          <a:p>
            <a:pPr algn="ctr">
              <a:lnSpc>
                <a:spcPct val="120000"/>
              </a:lnSpc>
              <a:buNone/>
            </a:pPr>
            <a:r>
              <a:rPr b="0" lang="en-US" sz="910" spc="-1" strike="noStrike">
                <a:solidFill>
                  <a:srgbClr val="ffffff">
                    <a:alpha val="70000"/>
                  </a:srgbClr>
                </a:solidFill>
                <a:latin typeface="Liter"/>
                <a:ea typeface="Liter"/>
              </a:rPr>
              <a:t>UK sales</a:t>
            </a:r>
            <a:endParaRPr b="0" lang="en-HK" sz="910" spc="-1" strike="noStrike">
              <a:latin typeface="Arial"/>
            </a:endParaRPr>
          </a:p>
        </p:txBody>
      </p:sp>
      <p:sp>
        <p:nvSpPr>
          <p:cNvPr id="205" name="Shape 23"/>
          <p:cNvSpPr/>
          <p:nvPr/>
        </p:nvSpPr>
        <p:spPr>
          <a:xfrm>
            <a:off x="4934160" y="6128640"/>
            <a:ext cx="2192040" cy="831960"/>
          </a:xfrm>
          <a:custGeom>
            <a:avLst/>
            <a:gdLst/>
            <a:ahLst/>
            <a:rect l="l" t="t" r="r" b="b"/>
            <a:pathLst>
              <a:path w="2192746" h="832584">
                <a:moveTo>
                  <a:pt x="0" y="0"/>
                </a:moveTo>
                <a:lnTo>
                  <a:pt x="2192746" y="0"/>
                </a:lnTo>
                <a:lnTo>
                  <a:pt x="2192746" y="832584"/>
                </a:lnTo>
                <a:lnTo>
                  <a:pt x="0" y="832584"/>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206" name="Text 24"/>
          <p:cNvSpPr/>
          <p:nvPr/>
        </p:nvSpPr>
        <p:spPr>
          <a:xfrm>
            <a:off x="4975200" y="6231600"/>
            <a:ext cx="2109600" cy="295920"/>
          </a:xfrm>
          <a:prstGeom prst="rect">
            <a:avLst/>
          </a:prstGeom>
          <a:noFill/>
          <a:ln w="0">
            <a:noFill/>
          </a:ln>
        </p:spPr>
        <p:style>
          <a:lnRef idx="0"/>
          <a:fillRef idx="0"/>
          <a:effectRef idx="0"/>
          <a:fontRef idx="minor"/>
        </p:style>
        <p:txBody>
          <a:bodyPr lIns="0" rIns="0" tIns="0" bIns="0" anchor="ctr">
            <a:noAutofit/>
          </a:bodyPr>
          <a:p>
            <a:pPr algn="ctr">
              <a:lnSpc>
                <a:spcPct val="100000"/>
              </a:lnSpc>
              <a:buNone/>
            </a:pPr>
            <a:r>
              <a:rPr b="1" lang="en-US" sz="1940" spc="-1" strike="noStrike">
                <a:solidFill>
                  <a:srgbClr val="ddff00"/>
                </a:solidFill>
                <a:latin typeface="Liter"/>
                <a:ea typeface="Liter"/>
              </a:rPr>
              <a:t>73M</a:t>
            </a:r>
            <a:endParaRPr b="0" lang="en-HK" sz="1940" spc="-1" strike="noStrike">
              <a:latin typeface="Arial"/>
            </a:endParaRPr>
          </a:p>
        </p:txBody>
      </p:sp>
      <p:sp>
        <p:nvSpPr>
          <p:cNvPr id="207" name="Text 25"/>
          <p:cNvSpPr/>
          <p:nvPr/>
        </p:nvSpPr>
        <p:spPr>
          <a:xfrm>
            <a:off x="5008320" y="6528600"/>
            <a:ext cx="2043720" cy="32904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0" lang="en-US" sz="910" spc="-1" strike="noStrike">
                <a:solidFill>
                  <a:srgbClr val="ffffff">
                    <a:alpha val="70000"/>
                  </a:srgbClr>
                </a:solidFill>
                <a:latin typeface="Liter"/>
                <a:ea typeface="Liter"/>
              </a:rPr>
              <a:t>TV viewers for</a:t>
            </a:r>
            <a:endParaRPr b="0" lang="en-HK" sz="910" spc="-1" strike="noStrike">
              <a:latin typeface="Arial"/>
            </a:endParaRPr>
          </a:p>
          <a:p>
            <a:pPr algn="ctr">
              <a:lnSpc>
                <a:spcPct val="120000"/>
              </a:lnSpc>
              <a:buNone/>
            </a:pPr>
            <a:r>
              <a:rPr b="0" lang="en-US" sz="910" spc="-1" strike="noStrike">
                <a:solidFill>
                  <a:srgbClr val="ffffff">
                    <a:alpha val="70000"/>
                  </a:srgbClr>
                </a:solidFill>
                <a:latin typeface="Liter"/>
                <a:ea typeface="Liter"/>
              </a:rPr>
              <a:t>Ed Sullivan debut</a:t>
            </a:r>
            <a:endParaRPr b="0" lang="en-HK" sz="910" spc="-1" strike="noStrike">
              <a:latin typeface="Arial"/>
            </a:endParaRPr>
          </a:p>
        </p:txBody>
      </p:sp>
      <p:sp>
        <p:nvSpPr>
          <p:cNvPr id="208" name="Image 0"/>
          <p:cNvSpPr/>
          <p:nvPr/>
        </p:nvSpPr>
        <p:spPr>
          <a:xfrm>
            <a:off x="7328880" y="1088280"/>
            <a:ext cx="4533120" cy="4063320"/>
          </a:xfrm>
          <a:prstGeom prst="roundRect">
            <a:avLst>
              <a:gd name="adj" fmla="val 0"/>
            </a:avLst>
          </a:prstGeom>
          <a:blipFill rotWithShape="0">
            <a:blip r:embed="rId1"/>
            <a:srcRect/>
            <a:stretch/>
          </a:blipFill>
          <a:ln w="0">
            <a:noFill/>
          </a:ln>
        </p:spPr>
        <p:style>
          <a:lnRef idx="0"/>
          <a:fillRef idx="0"/>
          <a:effectRef idx="0"/>
          <a:fontRef idx="minor"/>
        </p:style>
      </p:sp>
      <p:sp>
        <p:nvSpPr>
          <p:cNvPr id="209" name="Shape 26"/>
          <p:cNvSpPr/>
          <p:nvPr/>
        </p:nvSpPr>
        <p:spPr>
          <a:xfrm>
            <a:off x="7328880" y="1088280"/>
            <a:ext cx="4533120" cy="4063320"/>
          </a:xfrm>
          <a:custGeom>
            <a:avLst/>
            <a:gdLst/>
            <a:ahLst/>
            <a:rect l="l" t="t" r="r" b="b"/>
            <a:pathLst>
              <a:path w="4533874" h="4064000">
                <a:moveTo>
                  <a:pt x="0" y="0"/>
                </a:moveTo>
                <a:lnTo>
                  <a:pt x="4533874" y="0"/>
                </a:lnTo>
                <a:lnTo>
                  <a:pt x="4533874" y="4064000"/>
                </a:lnTo>
                <a:lnTo>
                  <a:pt x="0" y="4064000"/>
                </a:lnTo>
                <a:lnTo>
                  <a:pt x="0" y="0"/>
                </a:lnTo>
                <a:close/>
              </a:path>
            </a:pathLst>
          </a:custGeom>
          <a:gradFill rotWithShape="0">
            <a:gsLst>
              <a:gs pos="50000">
                <a:srgbClr val="000000">
                  <a:alpha val="0"/>
                </a:srgbClr>
              </a:gs>
              <a:gs pos="100000">
                <a:srgbClr val="000000"/>
              </a:gs>
            </a:gsLst>
            <a:lin ang="5400000"/>
          </a:gradFill>
          <a:ln w="0">
            <a:noFill/>
          </a:ln>
        </p:spPr>
        <p:style>
          <a:lnRef idx="0"/>
          <a:fillRef idx="0"/>
          <a:effectRef idx="0"/>
          <a:fontRef idx="minor"/>
        </p:style>
      </p:sp>
      <p:sp>
        <p:nvSpPr>
          <p:cNvPr id="210" name="Text 27"/>
          <p:cNvSpPr/>
          <p:nvPr/>
        </p:nvSpPr>
        <p:spPr>
          <a:xfrm>
            <a:off x="7460640" y="4591440"/>
            <a:ext cx="4327200" cy="1641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10" spc="-1" strike="noStrike">
                <a:solidFill>
                  <a:srgbClr val="ddff00"/>
                </a:solidFill>
                <a:latin typeface="Liter"/>
                <a:ea typeface="Liter"/>
              </a:rPr>
              <a:t>1964</a:t>
            </a:r>
            <a:endParaRPr b="0" lang="en-HK" sz="910" spc="-1" strike="noStrike">
              <a:latin typeface="Arial"/>
            </a:endParaRPr>
          </a:p>
        </p:txBody>
      </p:sp>
      <p:sp>
        <p:nvSpPr>
          <p:cNvPr id="211" name="Text 28"/>
          <p:cNvSpPr/>
          <p:nvPr/>
        </p:nvSpPr>
        <p:spPr>
          <a:xfrm>
            <a:off x="7460640" y="4789080"/>
            <a:ext cx="4343400" cy="2300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70" spc="-1" strike="noStrike">
                <a:solidFill>
                  <a:srgbClr val="ffffff"/>
                </a:solidFill>
                <a:latin typeface="Liter"/>
                <a:ea typeface="Liter"/>
              </a:rPr>
              <a:t>The Beatles on Ed Sullivan</a:t>
            </a:r>
            <a:endParaRPr b="0" lang="en-HK" sz="1170" spc="-1" strike="noStrike">
              <a:latin typeface="Arial"/>
            </a:endParaRPr>
          </a:p>
        </p:txBody>
      </p:sp>
      <p:sp>
        <p:nvSpPr>
          <p:cNvPr id="212" name="Shape 29"/>
          <p:cNvSpPr/>
          <p:nvPr/>
        </p:nvSpPr>
        <p:spPr>
          <a:xfrm>
            <a:off x="7337160" y="5292000"/>
            <a:ext cx="4516560" cy="1664280"/>
          </a:xfrm>
          <a:custGeom>
            <a:avLst/>
            <a:gdLst/>
            <a:ahLst/>
            <a:rect l="l" t="t" r="r" b="b"/>
            <a:pathLst>
              <a:path w="4517387" h="1665168">
                <a:moveTo>
                  <a:pt x="0" y="0"/>
                </a:moveTo>
                <a:lnTo>
                  <a:pt x="4517387" y="0"/>
                </a:lnTo>
                <a:lnTo>
                  <a:pt x="4517387" y="1665168"/>
                </a:lnTo>
                <a:lnTo>
                  <a:pt x="0" y="1665168"/>
                </a:lnTo>
                <a:lnTo>
                  <a:pt x="0" y="0"/>
                </a:lnTo>
                <a:close/>
              </a:path>
            </a:pathLst>
          </a:custGeom>
          <a:noFill/>
          <a:ln w="25400">
            <a:solidFill>
              <a:srgbClr val="ddff00"/>
            </a:solidFill>
            <a:round/>
          </a:ln>
        </p:spPr>
        <p:style>
          <a:lnRef idx="0"/>
          <a:fillRef idx="0"/>
          <a:effectRef idx="0"/>
          <a:fontRef idx="minor"/>
        </p:style>
      </p:sp>
      <p:sp>
        <p:nvSpPr>
          <p:cNvPr id="213" name="Text 30"/>
          <p:cNvSpPr/>
          <p:nvPr/>
        </p:nvSpPr>
        <p:spPr>
          <a:xfrm>
            <a:off x="7510320" y="5465160"/>
            <a:ext cx="4244760" cy="2300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70" spc="-1" strike="noStrike">
                <a:solidFill>
                  <a:srgbClr val="ddff00"/>
                </a:solidFill>
                <a:latin typeface="Liter"/>
                <a:ea typeface="Liter"/>
              </a:rPr>
              <a:t>Cultural Revolution</a:t>
            </a:r>
            <a:endParaRPr b="0" lang="en-HK" sz="1170" spc="-1" strike="noStrike">
              <a:latin typeface="Arial"/>
            </a:endParaRPr>
          </a:p>
        </p:txBody>
      </p:sp>
      <p:sp>
        <p:nvSpPr>
          <p:cNvPr id="214" name="Shape 31"/>
          <p:cNvSpPr/>
          <p:nvPr/>
        </p:nvSpPr>
        <p:spPr>
          <a:xfrm>
            <a:off x="7510320" y="5860800"/>
            <a:ext cx="65160" cy="65160"/>
          </a:xfrm>
          <a:custGeom>
            <a:avLst/>
            <a:gdLst/>
            <a:ahLst/>
            <a:rect l="l" t="t" r="r" b="b"/>
            <a:pathLst>
              <a:path w="65947" h="65947">
                <a:moveTo>
                  <a:pt x="0" y="0"/>
                </a:moveTo>
                <a:lnTo>
                  <a:pt x="65947" y="0"/>
                </a:lnTo>
                <a:lnTo>
                  <a:pt x="65947" y="65947"/>
                </a:lnTo>
                <a:lnTo>
                  <a:pt x="0" y="65947"/>
                </a:lnTo>
                <a:lnTo>
                  <a:pt x="0" y="0"/>
                </a:lnTo>
                <a:close/>
              </a:path>
            </a:pathLst>
          </a:custGeom>
          <a:solidFill>
            <a:srgbClr val="ddff00"/>
          </a:solidFill>
          <a:ln w="0">
            <a:noFill/>
          </a:ln>
        </p:spPr>
        <p:style>
          <a:lnRef idx="0"/>
          <a:fillRef idx="0"/>
          <a:effectRef idx="0"/>
          <a:fontRef idx="minor"/>
        </p:style>
      </p:sp>
      <p:sp>
        <p:nvSpPr>
          <p:cNvPr id="215" name="Text 32"/>
          <p:cNvSpPr/>
          <p:nvPr/>
        </p:nvSpPr>
        <p:spPr>
          <a:xfrm>
            <a:off x="7642080" y="5794920"/>
            <a:ext cx="3008160" cy="1972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40" spc="-1" strike="noStrike">
                <a:solidFill>
                  <a:srgbClr val="ffffff">
                    <a:alpha val="80000"/>
                  </a:srgbClr>
                </a:solidFill>
                <a:latin typeface="Liter"/>
                <a:ea typeface="Liter"/>
              </a:rPr>
              <a:t>Fashion:</a:t>
            </a:r>
            <a:r>
              <a:rPr b="0" lang="en-US" sz="1040" spc="-1" strike="noStrike">
                <a:solidFill>
                  <a:srgbClr val="ffffff">
                    <a:alpha val="80000"/>
                  </a:srgbClr>
                </a:solidFill>
                <a:latin typeface="Liter"/>
                <a:ea typeface="Liter"/>
              </a:rPr>
              <a:t> Mod style, mop-top haircuts, tailored suits</a:t>
            </a:r>
            <a:endParaRPr b="0" lang="en-HK" sz="1040" spc="-1" strike="noStrike">
              <a:latin typeface="Arial"/>
            </a:endParaRPr>
          </a:p>
        </p:txBody>
      </p:sp>
      <p:sp>
        <p:nvSpPr>
          <p:cNvPr id="216" name="Shape 33"/>
          <p:cNvSpPr/>
          <p:nvPr/>
        </p:nvSpPr>
        <p:spPr>
          <a:xfrm>
            <a:off x="7510320" y="6124680"/>
            <a:ext cx="65160" cy="65160"/>
          </a:xfrm>
          <a:custGeom>
            <a:avLst/>
            <a:gdLst/>
            <a:ahLst/>
            <a:rect l="l" t="t" r="r" b="b"/>
            <a:pathLst>
              <a:path w="65947" h="65947">
                <a:moveTo>
                  <a:pt x="0" y="0"/>
                </a:moveTo>
                <a:lnTo>
                  <a:pt x="65947" y="0"/>
                </a:lnTo>
                <a:lnTo>
                  <a:pt x="65947" y="65947"/>
                </a:lnTo>
                <a:lnTo>
                  <a:pt x="0" y="65947"/>
                </a:lnTo>
                <a:lnTo>
                  <a:pt x="0" y="0"/>
                </a:lnTo>
                <a:close/>
              </a:path>
            </a:pathLst>
          </a:custGeom>
          <a:solidFill>
            <a:srgbClr val="ddff00"/>
          </a:solidFill>
          <a:ln w="0">
            <a:noFill/>
          </a:ln>
        </p:spPr>
        <p:style>
          <a:lnRef idx="0"/>
          <a:fillRef idx="0"/>
          <a:effectRef idx="0"/>
          <a:fontRef idx="minor"/>
        </p:style>
      </p:sp>
      <p:sp>
        <p:nvSpPr>
          <p:cNvPr id="217" name="Text 34"/>
          <p:cNvSpPr/>
          <p:nvPr/>
        </p:nvSpPr>
        <p:spPr>
          <a:xfrm>
            <a:off x="7642080" y="6058800"/>
            <a:ext cx="3238920" cy="1972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40" spc="-1" strike="noStrike">
                <a:solidFill>
                  <a:srgbClr val="ffffff">
                    <a:alpha val="80000"/>
                  </a:srgbClr>
                </a:solidFill>
                <a:latin typeface="Liter"/>
                <a:ea typeface="Liter"/>
              </a:rPr>
              <a:t>Youth Culture:</a:t>
            </a:r>
            <a:r>
              <a:rPr b="0" lang="en-US" sz="1040" spc="-1" strike="noStrike">
                <a:solidFill>
                  <a:srgbClr val="ffffff">
                    <a:alpha val="80000"/>
                  </a:srgbClr>
                </a:solidFill>
                <a:latin typeface="Liter"/>
                <a:ea typeface="Liter"/>
              </a:rPr>
              <a:t> Teenagers found their voice and identity</a:t>
            </a:r>
            <a:endParaRPr b="0" lang="en-HK" sz="1040" spc="-1" strike="noStrike">
              <a:latin typeface="Arial"/>
            </a:endParaRPr>
          </a:p>
        </p:txBody>
      </p:sp>
      <p:sp>
        <p:nvSpPr>
          <p:cNvPr id="218" name="Shape 35"/>
          <p:cNvSpPr/>
          <p:nvPr/>
        </p:nvSpPr>
        <p:spPr>
          <a:xfrm>
            <a:off x="7510320" y="6388560"/>
            <a:ext cx="65160" cy="65160"/>
          </a:xfrm>
          <a:custGeom>
            <a:avLst/>
            <a:gdLst/>
            <a:ahLst/>
            <a:rect l="l" t="t" r="r" b="b"/>
            <a:pathLst>
              <a:path w="65947" h="65947">
                <a:moveTo>
                  <a:pt x="0" y="0"/>
                </a:moveTo>
                <a:lnTo>
                  <a:pt x="65947" y="0"/>
                </a:lnTo>
                <a:lnTo>
                  <a:pt x="65947" y="65947"/>
                </a:lnTo>
                <a:lnTo>
                  <a:pt x="0" y="65947"/>
                </a:lnTo>
                <a:lnTo>
                  <a:pt x="0" y="0"/>
                </a:lnTo>
                <a:close/>
              </a:path>
            </a:pathLst>
          </a:custGeom>
          <a:solidFill>
            <a:srgbClr val="ddff00"/>
          </a:solidFill>
          <a:ln w="0">
            <a:noFill/>
          </a:ln>
        </p:spPr>
        <p:style>
          <a:lnRef idx="0"/>
          <a:fillRef idx="0"/>
          <a:effectRef idx="0"/>
          <a:fontRef idx="minor"/>
        </p:style>
      </p:sp>
      <p:sp>
        <p:nvSpPr>
          <p:cNvPr id="219" name="Text 36"/>
          <p:cNvSpPr/>
          <p:nvPr/>
        </p:nvSpPr>
        <p:spPr>
          <a:xfrm>
            <a:off x="7642080" y="6322320"/>
            <a:ext cx="3263760" cy="1972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40" spc="-1" strike="noStrike">
                <a:solidFill>
                  <a:srgbClr val="ffffff">
                    <a:alpha val="80000"/>
                  </a:srgbClr>
                </a:solidFill>
                <a:latin typeface="Liter"/>
                <a:ea typeface="Liter"/>
              </a:rPr>
              <a:t>Counterculture:</a:t>
            </a:r>
            <a:r>
              <a:rPr b="0" lang="en-US" sz="1040" spc="-1" strike="noStrike">
                <a:solidFill>
                  <a:srgbClr val="ffffff">
                    <a:alpha val="80000"/>
                  </a:srgbClr>
                </a:solidFill>
                <a:latin typeface="Liter"/>
                <a:ea typeface="Liter"/>
              </a:rPr>
              <a:t> Music touched on peace, love, freedom</a:t>
            </a:r>
            <a:endParaRPr b="0" lang="en-HK" sz="1040" spc="-1" strike="noStrike">
              <a:latin typeface="Arial"/>
            </a:endParaRPr>
          </a:p>
        </p:txBody>
      </p:sp>
      <p:sp>
        <p:nvSpPr>
          <p:cNvPr id="220" name="Shape 37"/>
          <p:cNvSpPr/>
          <p:nvPr/>
        </p:nvSpPr>
        <p:spPr>
          <a:xfrm>
            <a:off x="7510320" y="6652080"/>
            <a:ext cx="65160" cy="65160"/>
          </a:xfrm>
          <a:custGeom>
            <a:avLst/>
            <a:gdLst/>
            <a:ahLst/>
            <a:rect l="l" t="t" r="r" b="b"/>
            <a:pathLst>
              <a:path w="65947" h="65947">
                <a:moveTo>
                  <a:pt x="0" y="0"/>
                </a:moveTo>
                <a:lnTo>
                  <a:pt x="65947" y="0"/>
                </a:lnTo>
                <a:lnTo>
                  <a:pt x="65947" y="65947"/>
                </a:lnTo>
                <a:lnTo>
                  <a:pt x="0" y="65947"/>
                </a:lnTo>
                <a:lnTo>
                  <a:pt x="0" y="0"/>
                </a:lnTo>
                <a:close/>
              </a:path>
            </a:pathLst>
          </a:custGeom>
          <a:solidFill>
            <a:srgbClr val="ddff00"/>
          </a:solidFill>
          <a:ln w="0">
            <a:noFill/>
          </a:ln>
        </p:spPr>
        <p:style>
          <a:lnRef idx="0"/>
          <a:fillRef idx="0"/>
          <a:effectRef idx="0"/>
          <a:fontRef idx="minor"/>
        </p:style>
      </p:sp>
      <p:sp>
        <p:nvSpPr>
          <p:cNvPr id="221" name="Text 38"/>
          <p:cNvSpPr/>
          <p:nvPr/>
        </p:nvSpPr>
        <p:spPr>
          <a:xfrm>
            <a:off x="7642080" y="6586200"/>
            <a:ext cx="4038480" cy="1972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40" spc="-1" strike="noStrike">
                <a:solidFill>
                  <a:srgbClr val="ffffff">
                    <a:alpha val="80000"/>
                  </a:srgbClr>
                </a:solidFill>
                <a:latin typeface="Liter"/>
                <a:ea typeface="Liter"/>
              </a:rPr>
              <a:t>Global Impact:</a:t>
            </a:r>
            <a:r>
              <a:rPr b="0" lang="en-US" sz="1040" spc="-1" strike="noStrike">
                <a:solidFill>
                  <a:srgbClr val="ffffff">
                    <a:alpha val="80000"/>
                  </a:srgbClr>
                </a:solidFill>
                <a:latin typeface="Liter"/>
                <a:ea typeface="Liter"/>
              </a:rPr>
              <a:t> Proved non-American acts could dominate U.S. charts</a:t>
            </a:r>
            <a:endParaRPr b="0" lang="en-HK" sz="1040" spc="-1" strike="noStrike">
              <a:latin typeface="Arial"/>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sp>
        <p:nvSpPr>
          <p:cNvPr id="222" name="Shape 0"/>
          <p:cNvSpPr/>
          <p:nvPr/>
        </p:nvSpPr>
        <p:spPr>
          <a:xfrm>
            <a:off x="317520" y="365040"/>
            <a:ext cx="62640" cy="380160"/>
          </a:xfrm>
          <a:custGeom>
            <a:avLst/>
            <a:gdLst/>
            <a:ahLst/>
            <a:rect l="l" t="t" r="r" b="b"/>
            <a:pathLst>
              <a:path w="63500" h="381000">
                <a:moveTo>
                  <a:pt x="0" y="0"/>
                </a:moveTo>
                <a:lnTo>
                  <a:pt x="63500" y="0"/>
                </a:lnTo>
                <a:lnTo>
                  <a:pt x="63500" y="381000"/>
                </a:lnTo>
                <a:lnTo>
                  <a:pt x="0" y="381000"/>
                </a:lnTo>
                <a:lnTo>
                  <a:pt x="0" y="0"/>
                </a:lnTo>
                <a:close/>
              </a:path>
            </a:pathLst>
          </a:custGeom>
          <a:solidFill>
            <a:srgbClr val="ddff00"/>
          </a:solidFill>
          <a:ln w="0">
            <a:noFill/>
          </a:ln>
        </p:spPr>
        <p:style>
          <a:lnRef idx="0"/>
          <a:fillRef idx="0"/>
          <a:effectRef idx="0"/>
          <a:fontRef idx="minor"/>
        </p:style>
      </p:sp>
      <p:sp>
        <p:nvSpPr>
          <p:cNvPr id="223" name="Text 1"/>
          <p:cNvSpPr/>
          <p:nvPr/>
        </p:nvSpPr>
        <p:spPr>
          <a:xfrm>
            <a:off x="507960" y="317520"/>
            <a:ext cx="5809680" cy="158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83" strike="noStrike">
                <a:solidFill>
                  <a:srgbClr val="ddff00"/>
                </a:solidFill>
                <a:latin typeface="Liter"/>
                <a:ea typeface="Liter"/>
              </a:rPr>
              <a:t>CHAPTER 02</a:t>
            </a:r>
            <a:endParaRPr b="0" lang="en-HK" sz="880" spc="-1" strike="noStrike">
              <a:latin typeface="Arial"/>
            </a:endParaRPr>
          </a:p>
        </p:txBody>
      </p:sp>
      <p:sp>
        <p:nvSpPr>
          <p:cNvPr id="224" name="Text 2"/>
          <p:cNvSpPr/>
          <p:nvPr/>
        </p:nvSpPr>
        <p:spPr>
          <a:xfrm>
            <a:off x="507960" y="476280"/>
            <a:ext cx="5896800" cy="316800"/>
          </a:xfrm>
          <a:prstGeom prst="rect">
            <a:avLst/>
          </a:prstGeom>
          <a:noFill/>
          <a:ln w="0">
            <a:noFill/>
          </a:ln>
        </p:spPr>
        <p:style>
          <a:lnRef idx="0"/>
          <a:fillRef idx="0"/>
          <a:effectRef idx="0"/>
          <a:fontRef idx="minor"/>
        </p:style>
        <p:txBody>
          <a:bodyPr lIns="0" rIns="0" tIns="0" bIns="0" anchor="ctr">
            <a:noAutofit/>
          </a:bodyPr>
          <a:p>
            <a:pPr>
              <a:lnSpc>
                <a:spcPct val="90000"/>
              </a:lnSpc>
              <a:buNone/>
            </a:pPr>
            <a:r>
              <a:rPr b="1" lang="en-US" sz="3600" spc="-1" strike="noStrike">
                <a:solidFill>
                  <a:srgbClr val="ffffff"/>
                </a:solidFill>
                <a:latin typeface="Liter"/>
                <a:ea typeface="Liter"/>
              </a:rPr>
              <a:t>The Rolling Stones &amp; The London Blues Scene</a:t>
            </a:r>
            <a:endParaRPr b="0" lang="en-HK" sz="3600" spc="-1" strike="noStrike">
              <a:latin typeface="Arial"/>
            </a:endParaRPr>
          </a:p>
        </p:txBody>
      </p:sp>
      <p:sp>
        <p:nvSpPr>
          <p:cNvPr id="225" name="Shape 3"/>
          <p:cNvSpPr/>
          <p:nvPr/>
        </p:nvSpPr>
        <p:spPr>
          <a:xfrm>
            <a:off x="317520" y="1047600"/>
            <a:ext cx="4547520" cy="2475720"/>
          </a:xfrm>
          <a:custGeom>
            <a:avLst/>
            <a:gdLst/>
            <a:ahLst/>
            <a:rect l="l" t="t" r="r" b="b"/>
            <a:pathLst>
              <a:path w="4548188" h="2476500">
                <a:moveTo>
                  <a:pt x="0" y="0"/>
                </a:moveTo>
                <a:lnTo>
                  <a:pt x="4548188" y="0"/>
                </a:lnTo>
                <a:lnTo>
                  <a:pt x="4548188" y="2476500"/>
                </a:lnTo>
                <a:lnTo>
                  <a:pt x="0" y="2476500"/>
                </a:lnTo>
                <a:lnTo>
                  <a:pt x="0" y="0"/>
                </a:lnTo>
                <a:close/>
              </a:path>
            </a:pathLst>
          </a:custGeom>
          <a:solidFill>
            <a:srgbClr val="ddff00"/>
          </a:solidFill>
          <a:ln w="0">
            <a:noFill/>
          </a:ln>
        </p:spPr>
        <p:style>
          <a:lnRef idx="0"/>
          <a:fillRef idx="0"/>
          <a:effectRef idx="0"/>
          <a:fontRef idx="minor"/>
        </p:style>
      </p:sp>
      <p:sp>
        <p:nvSpPr>
          <p:cNvPr id="226" name="Text 4"/>
          <p:cNvSpPr/>
          <p:nvPr/>
        </p:nvSpPr>
        <p:spPr>
          <a:xfrm>
            <a:off x="507960" y="1238400"/>
            <a:ext cx="4261680" cy="25344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500" spc="-1" strike="noStrike">
                <a:solidFill>
                  <a:srgbClr val="000000"/>
                </a:solidFill>
                <a:latin typeface="Liter"/>
                <a:ea typeface="Liter"/>
              </a:rPr>
              <a:t>The Bad Boys of Rock</a:t>
            </a:r>
            <a:endParaRPr b="0" lang="en-HK" sz="1500" spc="-1" strike="noStrike">
              <a:latin typeface="Arial"/>
            </a:endParaRPr>
          </a:p>
        </p:txBody>
      </p:sp>
      <p:sp>
        <p:nvSpPr>
          <p:cNvPr id="227" name="Text 5"/>
          <p:cNvSpPr/>
          <p:nvPr/>
        </p:nvSpPr>
        <p:spPr>
          <a:xfrm>
            <a:off x="507960" y="1587600"/>
            <a:ext cx="4230000" cy="8247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000" spc="-1" strike="noStrike">
                <a:solidFill>
                  <a:srgbClr val="000000"/>
                </a:solidFill>
                <a:latin typeface="Liter"/>
                <a:ea typeface="Liter"/>
              </a:rPr>
              <a:t>While The Beatles represented wholesome charm,</a:t>
            </a:r>
            <a:r>
              <a:rPr b="0" lang="en-US" sz="1000" spc="-1" strike="noStrike">
                <a:solidFill>
                  <a:srgbClr val="000000"/>
                </a:solidFill>
                <a:latin typeface="Liter"/>
                <a:ea typeface="Liter"/>
              </a:rPr>
              <a:t> The Rolling Stones brought danger and sexuality to rock. Their scruffy appearance and blues-influenced sound offered a stark contrast to the clean-cut image of early British Invasion bands.</a:t>
            </a:r>
            <a:endParaRPr b="0" lang="en-HK" sz="1000" spc="-1" strike="noStrike">
              <a:latin typeface="Arial"/>
            </a:endParaRPr>
          </a:p>
        </p:txBody>
      </p:sp>
      <p:sp>
        <p:nvSpPr>
          <p:cNvPr id="228" name="Text 6"/>
          <p:cNvSpPr/>
          <p:nvPr/>
        </p:nvSpPr>
        <p:spPr>
          <a:xfrm>
            <a:off x="507960" y="2508120"/>
            <a:ext cx="4230000" cy="8247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00" spc="-1" strike="noStrike">
                <a:solidFill>
                  <a:srgbClr val="000000">
                    <a:alpha val="80000"/>
                  </a:srgbClr>
                </a:solidFill>
                <a:latin typeface="Liter"/>
                <a:ea typeface="Liter"/>
              </a:rPr>
              <a:t>By embracing sex and youthful rebellion in their music, The Stones courted controversy but also elevated rock to new cultural heights. They expanded rock's scope by transitioning from singles artists into musicians capable of producing cohesive albums.</a:t>
            </a:r>
            <a:endParaRPr b="0" lang="en-HK" sz="1000" spc="-1" strike="noStrike">
              <a:latin typeface="Arial"/>
            </a:endParaRPr>
          </a:p>
        </p:txBody>
      </p:sp>
      <p:sp>
        <p:nvSpPr>
          <p:cNvPr id="229" name="Shape 7"/>
          <p:cNvSpPr/>
          <p:nvPr/>
        </p:nvSpPr>
        <p:spPr>
          <a:xfrm>
            <a:off x="325440" y="3659040"/>
            <a:ext cx="4531680" cy="2872800"/>
          </a:xfrm>
          <a:custGeom>
            <a:avLst/>
            <a:gdLst/>
            <a:ahLst/>
            <a:rect l="l" t="t" r="r" b="b"/>
            <a:pathLst>
              <a:path w="4532313" h="2873375">
                <a:moveTo>
                  <a:pt x="0" y="0"/>
                </a:moveTo>
                <a:lnTo>
                  <a:pt x="4532313" y="0"/>
                </a:lnTo>
                <a:lnTo>
                  <a:pt x="4532313" y="2873375"/>
                </a:lnTo>
                <a:lnTo>
                  <a:pt x="0" y="2873375"/>
                </a:lnTo>
                <a:lnTo>
                  <a:pt x="0" y="0"/>
                </a:lnTo>
                <a:close/>
              </a:path>
            </a:pathLst>
          </a:custGeom>
          <a:noFill/>
          <a:ln w="25400">
            <a:solidFill>
              <a:srgbClr val="ddff00"/>
            </a:solidFill>
            <a:round/>
          </a:ln>
        </p:spPr>
        <p:style>
          <a:lnRef idx="0"/>
          <a:fillRef idx="0"/>
          <a:effectRef idx="0"/>
          <a:fontRef idx="minor"/>
        </p:style>
      </p:sp>
      <p:sp>
        <p:nvSpPr>
          <p:cNvPr id="230" name="Text 8"/>
          <p:cNvSpPr/>
          <p:nvPr/>
        </p:nvSpPr>
        <p:spPr>
          <a:xfrm>
            <a:off x="492120" y="3825720"/>
            <a:ext cx="4277520" cy="2214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250" spc="-1" strike="noStrike">
                <a:solidFill>
                  <a:srgbClr val="ddff00"/>
                </a:solidFill>
                <a:latin typeface="Liter"/>
                <a:ea typeface="Liter"/>
              </a:rPr>
              <a:t>Key British Invasion Bands</a:t>
            </a:r>
            <a:endParaRPr b="0" lang="en-HK" sz="1250" spc="-1" strike="noStrike">
              <a:latin typeface="Arial"/>
            </a:endParaRPr>
          </a:p>
        </p:txBody>
      </p:sp>
      <p:sp>
        <p:nvSpPr>
          <p:cNvPr id="231" name="Shape 9"/>
          <p:cNvSpPr/>
          <p:nvPr/>
        </p:nvSpPr>
        <p:spPr>
          <a:xfrm>
            <a:off x="507960" y="4175280"/>
            <a:ext cx="30960" cy="412200"/>
          </a:xfrm>
          <a:custGeom>
            <a:avLst/>
            <a:gdLst/>
            <a:ahLst/>
            <a:rect l="l" t="t" r="r" b="b"/>
            <a:pathLst>
              <a:path w="31750" h="412750">
                <a:moveTo>
                  <a:pt x="0" y="0"/>
                </a:moveTo>
                <a:lnTo>
                  <a:pt x="31750" y="0"/>
                </a:lnTo>
                <a:lnTo>
                  <a:pt x="31750" y="412750"/>
                </a:lnTo>
                <a:lnTo>
                  <a:pt x="0" y="412750"/>
                </a:lnTo>
                <a:lnTo>
                  <a:pt x="0" y="0"/>
                </a:lnTo>
                <a:close/>
              </a:path>
            </a:pathLst>
          </a:custGeom>
          <a:solidFill>
            <a:srgbClr val="ddff00"/>
          </a:solidFill>
          <a:ln w="0">
            <a:noFill/>
          </a:ln>
        </p:spPr>
        <p:style>
          <a:lnRef idx="0"/>
          <a:fillRef idx="0"/>
          <a:effectRef idx="0"/>
          <a:fontRef idx="minor"/>
        </p:style>
      </p:sp>
      <p:sp>
        <p:nvSpPr>
          <p:cNvPr id="232" name="Shape 10"/>
          <p:cNvSpPr/>
          <p:nvPr/>
        </p:nvSpPr>
        <p:spPr>
          <a:xfrm>
            <a:off x="619200" y="4191120"/>
            <a:ext cx="380160" cy="380160"/>
          </a:xfrm>
          <a:custGeom>
            <a:avLst/>
            <a:gdLst/>
            <a:ahLst/>
            <a:rect l="l" t="t" r="r" b="b"/>
            <a:pathLst>
              <a:path w="381000" h="381000">
                <a:moveTo>
                  <a:pt x="0" y="0"/>
                </a:moveTo>
                <a:lnTo>
                  <a:pt x="381000" y="0"/>
                </a:lnTo>
                <a:lnTo>
                  <a:pt x="381000" y="381000"/>
                </a:lnTo>
                <a:lnTo>
                  <a:pt x="0" y="381000"/>
                </a:lnTo>
                <a:lnTo>
                  <a:pt x="0" y="0"/>
                </a:lnTo>
                <a:close/>
              </a:path>
            </a:pathLst>
          </a:custGeom>
          <a:solidFill>
            <a:srgbClr val="ddff00"/>
          </a:solidFill>
          <a:ln w="0">
            <a:noFill/>
          </a:ln>
        </p:spPr>
        <p:style>
          <a:lnRef idx="0"/>
          <a:fillRef idx="0"/>
          <a:effectRef idx="0"/>
          <a:fontRef idx="minor"/>
        </p:style>
      </p:sp>
      <p:sp>
        <p:nvSpPr>
          <p:cNvPr id="233" name="Shape 11"/>
          <p:cNvSpPr/>
          <p:nvPr/>
        </p:nvSpPr>
        <p:spPr>
          <a:xfrm>
            <a:off x="730080" y="4302000"/>
            <a:ext cx="158040" cy="158040"/>
          </a:xfrm>
          <a:custGeom>
            <a:avLst/>
            <a:gdLst/>
            <a:ahLst/>
            <a:rect l="l" t="t" r="r" b="b"/>
            <a:pathLst>
              <a:path w="158750" h="158750">
                <a:moveTo>
                  <a:pt x="144177" y="2170"/>
                </a:moveTo>
                <a:cubicBezTo>
                  <a:pt x="141263" y="-744"/>
                  <a:pt x="136550" y="-744"/>
                  <a:pt x="133666" y="2170"/>
                </a:cubicBezTo>
                <a:lnTo>
                  <a:pt x="118752" y="17053"/>
                </a:lnTo>
                <a:cubicBezTo>
                  <a:pt x="118008" y="17797"/>
                  <a:pt x="117419" y="18697"/>
                  <a:pt x="117047" y="19689"/>
                </a:cubicBezTo>
                <a:lnTo>
                  <a:pt x="112272" y="32401"/>
                </a:lnTo>
                <a:lnTo>
                  <a:pt x="88243" y="56462"/>
                </a:lnTo>
                <a:cubicBezTo>
                  <a:pt x="74259" y="47346"/>
                  <a:pt x="57454" y="47098"/>
                  <a:pt x="47625" y="56958"/>
                </a:cubicBezTo>
                <a:cubicBezTo>
                  <a:pt x="44214" y="60368"/>
                  <a:pt x="42044" y="64585"/>
                  <a:pt x="40990" y="69236"/>
                </a:cubicBezTo>
                <a:cubicBezTo>
                  <a:pt x="39843" y="74383"/>
                  <a:pt x="35068" y="78755"/>
                  <a:pt x="29797" y="79034"/>
                </a:cubicBezTo>
                <a:cubicBezTo>
                  <a:pt x="21859" y="79437"/>
                  <a:pt x="14511" y="82352"/>
                  <a:pt x="8930" y="87902"/>
                </a:cubicBezTo>
                <a:cubicBezTo>
                  <a:pt x="-4961" y="101792"/>
                  <a:pt x="-2356" y="126907"/>
                  <a:pt x="14728" y="143991"/>
                </a:cubicBezTo>
                <a:cubicBezTo>
                  <a:pt x="31812" y="161075"/>
                  <a:pt x="56927" y="163711"/>
                  <a:pt x="70817" y="149820"/>
                </a:cubicBezTo>
                <a:cubicBezTo>
                  <a:pt x="76367" y="144270"/>
                  <a:pt x="79313" y="136891"/>
                  <a:pt x="79685" y="128953"/>
                </a:cubicBezTo>
                <a:cubicBezTo>
                  <a:pt x="79964" y="123682"/>
                  <a:pt x="84336" y="118938"/>
                  <a:pt x="89483" y="117760"/>
                </a:cubicBezTo>
                <a:cubicBezTo>
                  <a:pt x="94134" y="116706"/>
                  <a:pt x="98351" y="114505"/>
                  <a:pt x="101761" y="111125"/>
                </a:cubicBezTo>
                <a:cubicBezTo>
                  <a:pt x="111621" y="101265"/>
                  <a:pt x="111373" y="84491"/>
                  <a:pt x="102257" y="70507"/>
                </a:cubicBezTo>
                <a:lnTo>
                  <a:pt x="126318" y="46447"/>
                </a:lnTo>
                <a:lnTo>
                  <a:pt x="139030" y="41672"/>
                </a:lnTo>
                <a:cubicBezTo>
                  <a:pt x="140022" y="41300"/>
                  <a:pt x="140922" y="40711"/>
                  <a:pt x="141666" y="39967"/>
                </a:cubicBezTo>
                <a:lnTo>
                  <a:pt x="156549" y="25084"/>
                </a:lnTo>
                <a:cubicBezTo>
                  <a:pt x="159463" y="22169"/>
                  <a:pt x="159463" y="17456"/>
                  <a:pt x="156549" y="14573"/>
                </a:cubicBezTo>
                <a:lnTo>
                  <a:pt x="144177" y="2170"/>
                </a:lnTo>
                <a:close/>
                <a:moveTo>
                  <a:pt x="64492" y="79375"/>
                </a:moveTo>
                <a:cubicBezTo>
                  <a:pt x="72706" y="79375"/>
                  <a:pt x="79375" y="86044"/>
                  <a:pt x="79375" y="94258"/>
                </a:cubicBezTo>
                <a:cubicBezTo>
                  <a:pt x="79375" y="102472"/>
                  <a:pt x="72706" y="109141"/>
                  <a:pt x="64492" y="109141"/>
                </a:cubicBezTo>
                <a:cubicBezTo>
                  <a:pt x="56278" y="109141"/>
                  <a:pt x="49609" y="102472"/>
                  <a:pt x="49609" y="94258"/>
                </a:cubicBezTo>
                <a:cubicBezTo>
                  <a:pt x="49609" y="86044"/>
                  <a:pt x="56278" y="79375"/>
                  <a:pt x="64492" y="79375"/>
                </a:cubicBezTo>
                <a:close/>
              </a:path>
            </a:pathLst>
          </a:custGeom>
          <a:solidFill>
            <a:srgbClr val="000000"/>
          </a:solidFill>
          <a:ln w="0">
            <a:noFill/>
          </a:ln>
        </p:spPr>
        <p:style>
          <a:lnRef idx="0"/>
          <a:fillRef idx="0"/>
          <a:effectRef idx="0"/>
          <a:fontRef idx="minor"/>
        </p:style>
      </p:sp>
      <p:sp>
        <p:nvSpPr>
          <p:cNvPr id="234" name="Text 12"/>
          <p:cNvSpPr/>
          <p:nvPr/>
        </p:nvSpPr>
        <p:spPr>
          <a:xfrm>
            <a:off x="1095480" y="4175280"/>
            <a:ext cx="3364920" cy="2214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The Who</a:t>
            </a:r>
            <a:endParaRPr b="0" lang="en-HK" sz="1130" spc="-1" strike="noStrike">
              <a:latin typeface="Arial"/>
            </a:endParaRPr>
          </a:p>
        </p:txBody>
      </p:sp>
      <p:sp>
        <p:nvSpPr>
          <p:cNvPr id="235" name="Text 13"/>
          <p:cNvSpPr/>
          <p:nvPr/>
        </p:nvSpPr>
        <p:spPr>
          <a:xfrm>
            <a:off x="1095480" y="4397400"/>
            <a:ext cx="3357000" cy="1897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70000"/>
                  </a:srgbClr>
                </a:solidFill>
                <a:latin typeface="Liter"/>
                <a:ea typeface="Liter"/>
              </a:rPr>
              <a:t>Raw energy, power chords, destroyed instruments on stage</a:t>
            </a:r>
            <a:endParaRPr b="0" lang="en-HK" sz="1000" spc="-1" strike="noStrike">
              <a:latin typeface="Arial"/>
            </a:endParaRPr>
          </a:p>
        </p:txBody>
      </p:sp>
      <p:sp>
        <p:nvSpPr>
          <p:cNvPr id="236" name="Shape 14"/>
          <p:cNvSpPr/>
          <p:nvPr/>
        </p:nvSpPr>
        <p:spPr>
          <a:xfrm>
            <a:off x="507960" y="4683240"/>
            <a:ext cx="30960" cy="412200"/>
          </a:xfrm>
          <a:custGeom>
            <a:avLst/>
            <a:gdLst/>
            <a:ahLst/>
            <a:rect l="l" t="t" r="r" b="b"/>
            <a:pathLst>
              <a:path w="31750" h="412750">
                <a:moveTo>
                  <a:pt x="0" y="0"/>
                </a:moveTo>
                <a:lnTo>
                  <a:pt x="31750" y="0"/>
                </a:lnTo>
                <a:lnTo>
                  <a:pt x="31750" y="412750"/>
                </a:lnTo>
                <a:lnTo>
                  <a:pt x="0" y="412750"/>
                </a:lnTo>
                <a:lnTo>
                  <a:pt x="0" y="0"/>
                </a:lnTo>
                <a:close/>
              </a:path>
            </a:pathLst>
          </a:custGeom>
          <a:solidFill>
            <a:srgbClr val="ddff00"/>
          </a:solidFill>
          <a:ln w="0">
            <a:noFill/>
          </a:ln>
        </p:spPr>
        <p:style>
          <a:lnRef idx="0"/>
          <a:fillRef idx="0"/>
          <a:effectRef idx="0"/>
          <a:fontRef idx="minor"/>
        </p:style>
      </p:sp>
      <p:sp>
        <p:nvSpPr>
          <p:cNvPr id="237" name="Shape 15"/>
          <p:cNvSpPr/>
          <p:nvPr/>
        </p:nvSpPr>
        <p:spPr>
          <a:xfrm>
            <a:off x="619200" y="4699080"/>
            <a:ext cx="380160" cy="380160"/>
          </a:xfrm>
          <a:custGeom>
            <a:avLst/>
            <a:gdLst/>
            <a:ahLst/>
            <a:rect l="l" t="t" r="r" b="b"/>
            <a:pathLst>
              <a:path w="381000" h="381000">
                <a:moveTo>
                  <a:pt x="0" y="0"/>
                </a:moveTo>
                <a:lnTo>
                  <a:pt x="381000" y="0"/>
                </a:lnTo>
                <a:lnTo>
                  <a:pt x="381000" y="381000"/>
                </a:lnTo>
                <a:lnTo>
                  <a:pt x="0" y="381000"/>
                </a:lnTo>
                <a:lnTo>
                  <a:pt x="0" y="0"/>
                </a:lnTo>
                <a:close/>
              </a:path>
            </a:pathLst>
          </a:custGeom>
          <a:solidFill>
            <a:srgbClr val="ddff00"/>
          </a:solidFill>
          <a:ln w="0">
            <a:noFill/>
          </a:ln>
        </p:spPr>
        <p:style>
          <a:lnRef idx="0"/>
          <a:fillRef idx="0"/>
          <a:effectRef idx="0"/>
          <a:fontRef idx="minor"/>
        </p:style>
      </p:sp>
      <p:sp>
        <p:nvSpPr>
          <p:cNvPr id="238" name="Shape 16"/>
          <p:cNvSpPr/>
          <p:nvPr/>
        </p:nvSpPr>
        <p:spPr>
          <a:xfrm>
            <a:off x="740160" y="4809960"/>
            <a:ext cx="138240" cy="158040"/>
          </a:xfrm>
          <a:custGeom>
            <a:avLst/>
            <a:gdLst/>
            <a:ahLst/>
            <a:rect l="l" t="t" r="r" b="b"/>
            <a:pathLst>
              <a:path w="138906" h="158750">
                <a:moveTo>
                  <a:pt x="105048" y="-3070"/>
                </a:moveTo>
                <a:cubicBezTo>
                  <a:pt x="108738" y="-403"/>
                  <a:pt x="110102" y="4434"/>
                  <a:pt x="108427" y="8651"/>
                </a:cubicBezTo>
                <a:lnTo>
                  <a:pt x="84119" y="69453"/>
                </a:lnTo>
                <a:lnTo>
                  <a:pt x="128984" y="69453"/>
                </a:lnTo>
                <a:cubicBezTo>
                  <a:pt x="133170" y="69453"/>
                  <a:pt x="136891" y="72058"/>
                  <a:pt x="138317" y="75995"/>
                </a:cubicBezTo>
                <a:cubicBezTo>
                  <a:pt x="139743" y="79933"/>
                  <a:pt x="138534" y="84336"/>
                  <a:pt x="135341" y="87002"/>
                </a:cubicBezTo>
                <a:lnTo>
                  <a:pt x="46044" y="161417"/>
                </a:lnTo>
                <a:cubicBezTo>
                  <a:pt x="42540" y="164331"/>
                  <a:pt x="37548" y="164486"/>
                  <a:pt x="33858" y="161820"/>
                </a:cubicBezTo>
                <a:cubicBezTo>
                  <a:pt x="30169" y="159153"/>
                  <a:pt x="28804" y="154316"/>
                  <a:pt x="30479" y="150099"/>
                </a:cubicBezTo>
                <a:lnTo>
                  <a:pt x="54787" y="89297"/>
                </a:lnTo>
                <a:lnTo>
                  <a:pt x="9922" y="89297"/>
                </a:lnTo>
                <a:cubicBezTo>
                  <a:pt x="5736" y="89297"/>
                  <a:pt x="2015" y="86692"/>
                  <a:pt x="589" y="82755"/>
                </a:cubicBezTo>
                <a:cubicBezTo>
                  <a:pt x="-837" y="78817"/>
                  <a:pt x="372" y="74414"/>
                  <a:pt x="3566" y="71748"/>
                </a:cubicBezTo>
                <a:lnTo>
                  <a:pt x="92863" y="-2667"/>
                </a:lnTo>
                <a:cubicBezTo>
                  <a:pt x="96366" y="-5581"/>
                  <a:pt x="101358" y="-5736"/>
                  <a:pt x="105048" y="-3070"/>
                </a:cubicBezTo>
                <a:close/>
              </a:path>
            </a:pathLst>
          </a:custGeom>
          <a:solidFill>
            <a:srgbClr val="000000"/>
          </a:solidFill>
          <a:ln w="0">
            <a:noFill/>
          </a:ln>
        </p:spPr>
        <p:style>
          <a:lnRef idx="0"/>
          <a:fillRef idx="0"/>
          <a:effectRef idx="0"/>
          <a:fontRef idx="minor"/>
        </p:style>
      </p:sp>
      <p:sp>
        <p:nvSpPr>
          <p:cNvPr id="239" name="Text 17"/>
          <p:cNvSpPr/>
          <p:nvPr/>
        </p:nvSpPr>
        <p:spPr>
          <a:xfrm>
            <a:off x="1095480" y="4683240"/>
            <a:ext cx="2499480" cy="2214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The Kinks</a:t>
            </a:r>
            <a:endParaRPr b="0" lang="en-HK" sz="1130" spc="-1" strike="noStrike">
              <a:latin typeface="Arial"/>
            </a:endParaRPr>
          </a:p>
        </p:txBody>
      </p:sp>
      <p:sp>
        <p:nvSpPr>
          <p:cNvPr id="240" name="Text 18"/>
          <p:cNvSpPr/>
          <p:nvPr/>
        </p:nvSpPr>
        <p:spPr>
          <a:xfrm>
            <a:off x="1095480" y="4905360"/>
            <a:ext cx="2491560" cy="1897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70000"/>
                  </a:srgbClr>
                </a:solidFill>
                <a:latin typeface="Liter"/>
                <a:ea typeface="Liter"/>
              </a:rPr>
              <a:t>Innovative songwriting, distorted guitar riffs</a:t>
            </a:r>
            <a:endParaRPr b="0" lang="en-HK" sz="1000" spc="-1" strike="noStrike">
              <a:latin typeface="Arial"/>
            </a:endParaRPr>
          </a:p>
        </p:txBody>
      </p:sp>
      <p:sp>
        <p:nvSpPr>
          <p:cNvPr id="241" name="Shape 19"/>
          <p:cNvSpPr/>
          <p:nvPr/>
        </p:nvSpPr>
        <p:spPr>
          <a:xfrm>
            <a:off x="507960" y="5191200"/>
            <a:ext cx="30960" cy="412200"/>
          </a:xfrm>
          <a:custGeom>
            <a:avLst/>
            <a:gdLst/>
            <a:ahLst/>
            <a:rect l="l" t="t" r="r" b="b"/>
            <a:pathLst>
              <a:path w="31750" h="412750">
                <a:moveTo>
                  <a:pt x="0" y="0"/>
                </a:moveTo>
                <a:lnTo>
                  <a:pt x="31750" y="0"/>
                </a:lnTo>
                <a:lnTo>
                  <a:pt x="31750" y="412750"/>
                </a:lnTo>
                <a:lnTo>
                  <a:pt x="0" y="412750"/>
                </a:lnTo>
                <a:lnTo>
                  <a:pt x="0" y="0"/>
                </a:lnTo>
                <a:close/>
              </a:path>
            </a:pathLst>
          </a:custGeom>
          <a:solidFill>
            <a:srgbClr val="ddff00"/>
          </a:solidFill>
          <a:ln w="0">
            <a:noFill/>
          </a:ln>
        </p:spPr>
        <p:style>
          <a:lnRef idx="0"/>
          <a:fillRef idx="0"/>
          <a:effectRef idx="0"/>
          <a:fontRef idx="minor"/>
        </p:style>
      </p:sp>
      <p:sp>
        <p:nvSpPr>
          <p:cNvPr id="242" name="Shape 20"/>
          <p:cNvSpPr/>
          <p:nvPr/>
        </p:nvSpPr>
        <p:spPr>
          <a:xfrm>
            <a:off x="619200" y="5207040"/>
            <a:ext cx="380160" cy="380160"/>
          </a:xfrm>
          <a:custGeom>
            <a:avLst/>
            <a:gdLst/>
            <a:ahLst/>
            <a:rect l="l" t="t" r="r" b="b"/>
            <a:pathLst>
              <a:path w="381000" h="381000">
                <a:moveTo>
                  <a:pt x="0" y="0"/>
                </a:moveTo>
                <a:lnTo>
                  <a:pt x="381000" y="0"/>
                </a:lnTo>
                <a:lnTo>
                  <a:pt x="381000" y="381000"/>
                </a:lnTo>
                <a:lnTo>
                  <a:pt x="0" y="381000"/>
                </a:lnTo>
                <a:lnTo>
                  <a:pt x="0" y="0"/>
                </a:lnTo>
                <a:close/>
              </a:path>
            </a:pathLst>
          </a:custGeom>
          <a:solidFill>
            <a:srgbClr val="ddff00"/>
          </a:solidFill>
          <a:ln w="0">
            <a:noFill/>
          </a:ln>
        </p:spPr>
        <p:style>
          <a:lnRef idx="0"/>
          <a:fillRef idx="0"/>
          <a:effectRef idx="0"/>
          <a:fontRef idx="minor"/>
        </p:style>
      </p:sp>
      <p:sp>
        <p:nvSpPr>
          <p:cNvPr id="243" name="Shape 21"/>
          <p:cNvSpPr/>
          <p:nvPr/>
        </p:nvSpPr>
        <p:spPr>
          <a:xfrm>
            <a:off x="740160" y="5318280"/>
            <a:ext cx="138240" cy="158040"/>
          </a:xfrm>
          <a:custGeom>
            <a:avLst/>
            <a:gdLst/>
            <a:ahLst/>
            <a:rect l="l" t="t" r="r" b="b"/>
            <a:pathLst>
              <a:path w="138906" h="158750">
                <a:moveTo>
                  <a:pt x="49764" y="-8186"/>
                </a:moveTo>
                <a:cubicBezTo>
                  <a:pt x="52648" y="-10604"/>
                  <a:pt x="56896" y="-10511"/>
                  <a:pt x="59655" y="-7906"/>
                </a:cubicBezTo>
                <a:cubicBezTo>
                  <a:pt x="63469" y="-4310"/>
                  <a:pt x="66880" y="-341"/>
                  <a:pt x="70166" y="3690"/>
                </a:cubicBezTo>
                <a:cubicBezTo>
                  <a:pt x="74352" y="8806"/>
                  <a:pt x="79375" y="15565"/>
                  <a:pt x="84212" y="23595"/>
                </a:cubicBezTo>
                <a:cubicBezTo>
                  <a:pt x="85824" y="21487"/>
                  <a:pt x="87313" y="19627"/>
                  <a:pt x="88615" y="18045"/>
                </a:cubicBezTo>
                <a:cubicBezTo>
                  <a:pt x="88956" y="17642"/>
                  <a:pt x="89297" y="17208"/>
                  <a:pt x="89638" y="16774"/>
                </a:cubicBezTo>
                <a:cubicBezTo>
                  <a:pt x="92087" y="13736"/>
                  <a:pt x="95126" y="9922"/>
                  <a:pt x="99188" y="9922"/>
                </a:cubicBezTo>
                <a:cubicBezTo>
                  <a:pt x="103343" y="9922"/>
                  <a:pt x="106257" y="13612"/>
                  <a:pt x="108738" y="16774"/>
                </a:cubicBezTo>
                <a:cubicBezTo>
                  <a:pt x="109141" y="17301"/>
                  <a:pt x="109544" y="17797"/>
                  <a:pt x="109947" y="18262"/>
                </a:cubicBezTo>
                <a:cubicBezTo>
                  <a:pt x="113140" y="22107"/>
                  <a:pt x="117388" y="27657"/>
                  <a:pt x="121636" y="34510"/>
                </a:cubicBezTo>
                <a:cubicBezTo>
                  <a:pt x="130070" y="48121"/>
                  <a:pt x="138875" y="67500"/>
                  <a:pt x="138875" y="89266"/>
                </a:cubicBezTo>
                <a:cubicBezTo>
                  <a:pt x="138875" y="127620"/>
                  <a:pt x="107776" y="158719"/>
                  <a:pt x="69422" y="158719"/>
                </a:cubicBezTo>
                <a:cubicBezTo>
                  <a:pt x="31068" y="158719"/>
                  <a:pt x="0" y="127651"/>
                  <a:pt x="0" y="89297"/>
                </a:cubicBezTo>
                <a:cubicBezTo>
                  <a:pt x="0" y="61051"/>
                  <a:pt x="12743" y="36587"/>
                  <a:pt x="24960" y="19534"/>
                </a:cubicBezTo>
                <a:cubicBezTo>
                  <a:pt x="31130" y="10945"/>
                  <a:pt x="37269" y="4062"/>
                  <a:pt x="41889" y="-651"/>
                </a:cubicBezTo>
                <a:cubicBezTo>
                  <a:pt x="44431" y="-3256"/>
                  <a:pt x="47005" y="-5829"/>
                  <a:pt x="49795" y="-8155"/>
                </a:cubicBezTo>
                <a:close/>
                <a:moveTo>
                  <a:pt x="69980" y="128984"/>
                </a:moveTo>
                <a:cubicBezTo>
                  <a:pt x="77825" y="128984"/>
                  <a:pt x="84770" y="126814"/>
                  <a:pt x="91312" y="122473"/>
                </a:cubicBezTo>
                <a:cubicBezTo>
                  <a:pt x="104366" y="113357"/>
                  <a:pt x="107869" y="95126"/>
                  <a:pt x="100025" y="80801"/>
                </a:cubicBezTo>
                <a:cubicBezTo>
                  <a:pt x="98630" y="78011"/>
                  <a:pt x="95064" y="77825"/>
                  <a:pt x="93049" y="80181"/>
                </a:cubicBezTo>
                <a:lnTo>
                  <a:pt x="85235" y="89266"/>
                </a:lnTo>
                <a:cubicBezTo>
                  <a:pt x="83189" y="91622"/>
                  <a:pt x="79499" y="91560"/>
                  <a:pt x="77577" y="89111"/>
                </a:cubicBezTo>
                <a:cubicBezTo>
                  <a:pt x="72213" y="82259"/>
                  <a:pt x="62353" y="69763"/>
                  <a:pt x="57330" y="63376"/>
                </a:cubicBezTo>
                <a:cubicBezTo>
                  <a:pt x="55656" y="61237"/>
                  <a:pt x="52617" y="60896"/>
                  <a:pt x="50664" y="62787"/>
                </a:cubicBezTo>
                <a:cubicBezTo>
                  <a:pt x="44990" y="68306"/>
                  <a:pt x="34696" y="80398"/>
                  <a:pt x="34696" y="95126"/>
                </a:cubicBezTo>
                <a:cubicBezTo>
                  <a:pt x="34696" y="116396"/>
                  <a:pt x="50385" y="128984"/>
                  <a:pt x="69949" y="128984"/>
                </a:cubicBezTo>
                <a:close/>
              </a:path>
            </a:pathLst>
          </a:custGeom>
          <a:solidFill>
            <a:srgbClr val="000000"/>
          </a:solidFill>
          <a:ln w="0">
            <a:noFill/>
          </a:ln>
        </p:spPr>
        <p:style>
          <a:lnRef idx="0"/>
          <a:fillRef idx="0"/>
          <a:effectRef idx="0"/>
          <a:fontRef idx="minor"/>
        </p:style>
      </p:sp>
      <p:sp>
        <p:nvSpPr>
          <p:cNvPr id="244" name="Text 22"/>
          <p:cNvSpPr/>
          <p:nvPr/>
        </p:nvSpPr>
        <p:spPr>
          <a:xfrm>
            <a:off x="1095480" y="5191200"/>
            <a:ext cx="2698200" cy="2214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The Animals</a:t>
            </a:r>
            <a:endParaRPr b="0" lang="en-HK" sz="1130" spc="-1" strike="noStrike">
              <a:latin typeface="Arial"/>
            </a:endParaRPr>
          </a:p>
        </p:txBody>
      </p:sp>
      <p:sp>
        <p:nvSpPr>
          <p:cNvPr id="245" name="Text 23"/>
          <p:cNvSpPr/>
          <p:nvPr/>
        </p:nvSpPr>
        <p:spPr>
          <a:xfrm>
            <a:off x="1095480" y="5413320"/>
            <a:ext cx="2689920" cy="1897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70000"/>
                  </a:srgbClr>
                </a:solidFill>
                <a:latin typeface="Liter"/>
                <a:ea typeface="Liter"/>
              </a:rPr>
              <a:t>"House of the Rising Sun" - gritty R&amp;B influence</a:t>
            </a:r>
            <a:endParaRPr b="0" lang="en-HK" sz="1000" spc="-1" strike="noStrike">
              <a:latin typeface="Arial"/>
            </a:endParaRPr>
          </a:p>
        </p:txBody>
      </p:sp>
      <p:sp>
        <p:nvSpPr>
          <p:cNvPr id="246" name="Shape 24"/>
          <p:cNvSpPr/>
          <p:nvPr/>
        </p:nvSpPr>
        <p:spPr>
          <a:xfrm>
            <a:off x="507960" y="5699160"/>
            <a:ext cx="30960" cy="412200"/>
          </a:xfrm>
          <a:custGeom>
            <a:avLst/>
            <a:gdLst/>
            <a:ahLst/>
            <a:rect l="l" t="t" r="r" b="b"/>
            <a:pathLst>
              <a:path w="31750" h="412750">
                <a:moveTo>
                  <a:pt x="0" y="0"/>
                </a:moveTo>
                <a:lnTo>
                  <a:pt x="31750" y="0"/>
                </a:lnTo>
                <a:lnTo>
                  <a:pt x="31750" y="412750"/>
                </a:lnTo>
                <a:lnTo>
                  <a:pt x="0" y="412750"/>
                </a:lnTo>
                <a:lnTo>
                  <a:pt x="0" y="0"/>
                </a:lnTo>
                <a:close/>
              </a:path>
            </a:pathLst>
          </a:custGeom>
          <a:solidFill>
            <a:srgbClr val="ddff00"/>
          </a:solidFill>
          <a:ln w="0">
            <a:noFill/>
          </a:ln>
        </p:spPr>
        <p:style>
          <a:lnRef idx="0"/>
          <a:fillRef idx="0"/>
          <a:effectRef idx="0"/>
          <a:fontRef idx="minor"/>
        </p:style>
      </p:sp>
      <p:sp>
        <p:nvSpPr>
          <p:cNvPr id="247" name="Shape 25"/>
          <p:cNvSpPr/>
          <p:nvPr/>
        </p:nvSpPr>
        <p:spPr>
          <a:xfrm>
            <a:off x="619200" y="5715000"/>
            <a:ext cx="380160" cy="380160"/>
          </a:xfrm>
          <a:custGeom>
            <a:avLst/>
            <a:gdLst/>
            <a:ahLst/>
            <a:rect l="l" t="t" r="r" b="b"/>
            <a:pathLst>
              <a:path w="381000" h="381000">
                <a:moveTo>
                  <a:pt x="0" y="0"/>
                </a:moveTo>
                <a:lnTo>
                  <a:pt x="381000" y="0"/>
                </a:lnTo>
                <a:lnTo>
                  <a:pt x="381000" y="381000"/>
                </a:lnTo>
                <a:lnTo>
                  <a:pt x="0" y="381000"/>
                </a:lnTo>
                <a:lnTo>
                  <a:pt x="0" y="0"/>
                </a:lnTo>
                <a:close/>
              </a:path>
            </a:pathLst>
          </a:custGeom>
          <a:solidFill>
            <a:srgbClr val="ddff00"/>
          </a:solidFill>
          <a:ln w="0">
            <a:noFill/>
          </a:ln>
        </p:spPr>
        <p:style>
          <a:lnRef idx="0"/>
          <a:fillRef idx="0"/>
          <a:effectRef idx="0"/>
          <a:fontRef idx="minor"/>
        </p:style>
      </p:sp>
      <p:sp>
        <p:nvSpPr>
          <p:cNvPr id="248" name="Shape 26"/>
          <p:cNvSpPr/>
          <p:nvPr/>
        </p:nvSpPr>
        <p:spPr>
          <a:xfrm>
            <a:off x="720360" y="5826240"/>
            <a:ext cx="177840" cy="158040"/>
          </a:xfrm>
          <a:custGeom>
            <a:avLst/>
            <a:gdLst/>
            <a:ahLst/>
            <a:rect l="l" t="t" r="r" b="b"/>
            <a:pathLst>
              <a:path w="178594" h="158750">
                <a:moveTo>
                  <a:pt x="95963" y="-5860"/>
                </a:moveTo>
                <a:cubicBezTo>
                  <a:pt x="94692" y="-8341"/>
                  <a:pt x="92118" y="-9922"/>
                  <a:pt x="89328" y="-9922"/>
                </a:cubicBezTo>
                <a:cubicBezTo>
                  <a:pt x="86537" y="-9922"/>
                  <a:pt x="83964" y="-8341"/>
                  <a:pt x="82693" y="-5860"/>
                </a:cubicBezTo>
                <a:lnTo>
                  <a:pt x="59872" y="38850"/>
                </a:lnTo>
                <a:lnTo>
                  <a:pt x="10294" y="46726"/>
                </a:lnTo>
                <a:cubicBezTo>
                  <a:pt x="7534" y="47160"/>
                  <a:pt x="5240" y="49113"/>
                  <a:pt x="4372" y="51780"/>
                </a:cubicBezTo>
                <a:cubicBezTo>
                  <a:pt x="3504" y="54446"/>
                  <a:pt x="4217" y="57361"/>
                  <a:pt x="6170" y="59345"/>
                </a:cubicBezTo>
                <a:lnTo>
                  <a:pt x="41641" y="94847"/>
                </a:lnTo>
                <a:lnTo>
                  <a:pt x="33827" y="144425"/>
                </a:lnTo>
                <a:cubicBezTo>
                  <a:pt x="33393" y="147185"/>
                  <a:pt x="34541" y="149975"/>
                  <a:pt x="36804" y="151619"/>
                </a:cubicBezTo>
                <a:cubicBezTo>
                  <a:pt x="39067" y="153262"/>
                  <a:pt x="42044" y="153510"/>
                  <a:pt x="44555" y="152239"/>
                </a:cubicBezTo>
                <a:lnTo>
                  <a:pt x="89328" y="129480"/>
                </a:lnTo>
                <a:lnTo>
                  <a:pt x="134069" y="152239"/>
                </a:lnTo>
                <a:cubicBezTo>
                  <a:pt x="136550" y="153510"/>
                  <a:pt x="139557" y="153262"/>
                  <a:pt x="141821" y="151619"/>
                </a:cubicBezTo>
                <a:cubicBezTo>
                  <a:pt x="144084" y="149975"/>
                  <a:pt x="145231" y="147216"/>
                  <a:pt x="144797" y="144425"/>
                </a:cubicBezTo>
                <a:lnTo>
                  <a:pt x="136953" y="94847"/>
                </a:lnTo>
                <a:lnTo>
                  <a:pt x="172424" y="59345"/>
                </a:lnTo>
                <a:cubicBezTo>
                  <a:pt x="174408" y="57361"/>
                  <a:pt x="175090" y="54446"/>
                  <a:pt x="174222" y="51780"/>
                </a:cubicBezTo>
                <a:cubicBezTo>
                  <a:pt x="173354" y="49113"/>
                  <a:pt x="171090" y="47160"/>
                  <a:pt x="168300" y="46726"/>
                </a:cubicBezTo>
                <a:lnTo>
                  <a:pt x="118752" y="38850"/>
                </a:lnTo>
                <a:lnTo>
                  <a:pt x="95963" y="-5860"/>
                </a:lnTo>
                <a:close/>
              </a:path>
            </a:pathLst>
          </a:custGeom>
          <a:solidFill>
            <a:srgbClr val="000000"/>
          </a:solidFill>
          <a:ln w="0">
            <a:noFill/>
          </a:ln>
        </p:spPr>
        <p:style>
          <a:lnRef idx="0"/>
          <a:fillRef idx="0"/>
          <a:effectRef idx="0"/>
          <a:fontRef idx="minor"/>
        </p:style>
      </p:sp>
      <p:sp>
        <p:nvSpPr>
          <p:cNvPr id="249" name="Text 27"/>
          <p:cNvSpPr/>
          <p:nvPr/>
        </p:nvSpPr>
        <p:spPr>
          <a:xfrm>
            <a:off x="1095480" y="5699160"/>
            <a:ext cx="2912400" cy="2214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The Yardbirds</a:t>
            </a:r>
            <a:endParaRPr b="0" lang="en-HK" sz="1130" spc="-1" strike="noStrike">
              <a:latin typeface="Arial"/>
            </a:endParaRPr>
          </a:p>
        </p:txBody>
      </p:sp>
      <p:sp>
        <p:nvSpPr>
          <p:cNvPr id="250" name="Text 28"/>
          <p:cNvSpPr/>
          <p:nvPr/>
        </p:nvSpPr>
        <p:spPr>
          <a:xfrm>
            <a:off x="1095480" y="5921280"/>
            <a:ext cx="2904480" cy="1897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70000"/>
                  </a:srgbClr>
                </a:solidFill>
                <a:latin typeface="Liter"/>
                <a:ea typeface="Liter"/>
              </a:rPr>
              <a:t>Guitar legends Eric Clapton, Jeff Beck, Jimmy Page</a:t>
            </a:r>
            <a:endParaRPr b="0" lang="en-HK" sz="1000" spc="-1" strike="noStrike">
              <a:latin typeface="Arial"/>
            </a:endParaRPr>
          </a:p>
        </p:txBody>
      </p:sp>
      <p:sp>
        <p:nvSpPr>
          <p:cNvPr id="251" name="Shape 29"/>
          <p:cNvSpPr/>
          <p:nvPr/>
        </p:nvSpPr>
        <p:spPr>
          <a:xfrm>
            <a:off x="5062680" y="1055520"/>
            <a:ext cx="6801840" cy="2745720"/>
          </a:xfrm>
          <a:custGeom>
            <a:avLst/>
            <a:gdLst/>
            <a:ahLst/>
            <a:rect l="l" t="t" r="r" b="b"/>
            <a:pathLst>
              <a:path w="6802438" h="2746375">
                <a:moveTo>
                  <a:pt x="0" y="0"/>
                </a:moveTo>
                <a:lnTo>
                  <a:pt x="6802438" y="0"/>
                </a:lnTo>
                <a:lnTo>
                  <a:pt x="6802438" y="2746375"/>
                </a:lnTo>
                <a:lnTo>
                  <a:pt x="0" y="2746375"/>
                </a:lnTo>
                <a:lnTo>
                  <a:pt x="0" y="0"/>
                </a:lnTo>
                <a:close/>
              </a:path>
            </a:pathLst>
          </a:custGeom>
          <a:noFill/>
          <a:ln w="25400">
            <a:solidFill>
              <a:srgbClr val="ddff00"/>
            </a:solidFill>
            <a:round/>
          </a:ln>
        </p:spPr>
        <p:style>
          <a:lnRef idx="0"/>
          <a:fillRef idx="0"/>
          <a:effectRef idx="0"/>
          <a:fontRef idx="minor"/>
        </p:style>
      </p:sp>
      <p:sp>
        <p:nvSpPr>
          <p:cNvPr id="252" name="Text 30"/>
          <p:cNvSpPr/>
          <p:nvPr/>
        </p:nvSpPr>
        <p:spPr>
          <a:xfrm>
            <a:off x="5261040" y="1254240"/>
            <a:ext cx="6500160" cy="25344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500" spc="-1" strike="noStrike">
                <a:solidFill>
                  <a:srgbClr val="ddff00"/>
                </a:solidFill>
                <a:latin typeface="Liter"/>
                <a:ea typeface="Liter"/>
              </a:rPr>
              <a:t>The British Invasion Timeline</a:t>
            </a:r>
            <a:endParaRPr b="0" lang="en-HK" sz="1500" spc="-1" strike="noStrike">
              <a:latin typeface="Arial"/>
            </a:endParaRPr>
          </a:p>
        </p:txBody>
      </p:sp>
      <p:sp>
        <p:nvSpPr>
          <p:cNvPr id="253" name="Shape 31"/>
          <p:cNvSpPr/>
          <p:nvPr/>
        </p:nvSpPr>
        <p:spPr>
          <a:xfrm>
            <a:off x="5261040" y="1635120"/>
            <a:ext cx="761400" cy="316800"/>
          </a:xfrm>
          <a:custGeom>
            <a:avLst/>
            <a:gdLst/>
            <a:ahLst/>
            <a:rect l="l" t="t" r="r" b="b"/>
            <a:pathLst>
              <a:path w="762000" h="317500">
                <a:moveTo>
                  <a:pt x="0" y="0"/>
                </a:moveTo>
                <a:lnTo>
                  <a:pt x="762000" y="0"/>
                </a:lnTo>
                <a:lnTo>
                  <a:pt x="762000" y="317500"/>
                </a:lnTo>
                <a:lnTo>
                  <a:pt x="0" y="317500"/>
                </a:lnTo>
                <a:lnTo>
                  <a:pt x="0" y="0"/>
                </a:lnTo>
                <a:close/>
              </a:path>
            </a:pathLst>
          </a:custGeom>
          <a:solidFill>
            <a:srgbClr val="ddff00"/>
          </a:solidFill>
          <a:ln w="0">
            <a:noFill/>
          </a:ln>
        </p:spPr>
        <p:style>
          <a:lnRef idx="0"/>
          <a:fillRef idx="0"/>
          <a:effectRef idx="0"/>
          <a:fontRef idx="minor"/>
        </p:style>
      </p:sp>
      <p:sp>
        <p:nvSpPr>
          <p:cNvPr id="254" name="Text 32"/>
          <p:cNvSpPr/>
          <p:nvPr/>
        </p:nvSpPr>
        <p:spPr>
          <a:xfrm>
            <a:off x="5229360" y="1635120"/>
            <a:ext cx="824760" cy="316800"/>
          </a:xfrm>
          <a:prstGeom prst="rect">
            <a:avLst/>
          </a:prstGeom>
          <a:noFill/>
          <a:ln w="0">
            <a:noFill/>
          </a:ln>
        </p:spPr>
        <p:style>
          <a:lnRef idx="0"/>
          <a:fillRef idx="0"/>
          <a:effectRef idx="0"/>
          <a:fontRef idx="minor"/>
        </p:style>
        <p:txBody>
          <a:bodyPr lIns="0" rIns="0" tIns="63360" bIns="63360" anchor="ctr">
            <a:noAutofit/>
          </a:bodyPr>
          <a:p>
            <a:pPr algn="ctr">
              <a:lnSpc>
                <a:spcPct val="130000"/>
              </a:lnSpc>
              <a:buNone/>
            </a:pPr>
            <a:r>
              <a:rPr b="1" lang="en-US" sz="1000" spc="-1" strike="noStrike">
                <a:solidFill>
                  <a:srgbClr val="000000"/>
                </a:solidFill>
                <a:latin typeface="Liter"/>
                <a:ea typeface="Liter"/>
              </a:rPr>
              <a:t>1963</a:t>
            </a:r>
            <a:endParaRPr b="0" lang="en-HK" sz="1000" spc="-1" strike="noStrike">
              <a:latin typeface="Arial"/>
            </a:endParaRPr>
          </a:p>
        </p:txBody>
      </p:sp>
      <p:sp>
        <p:nvSpPr>
          <p:cNvPr id="255" name="Shape 33"/>
          <p:cNvSpPr/>
          <p:nvPr/>
        </p:nvSpPr>
        <p:spPr>
          <a:xfrm>
            <a:off x="6165720" y="1635120"/>
            <a:ext cx="30960" cy="316800"/>
          </a:xfrm>
          <a:custGeom>
            <a:avLst/>
            <a:gdLst/>
            <a:ahLst/>
            <a:rect l="l" t="t" r="r" b="b"/>
            <a:pathLst>
              <a:path w="31750" h="317500">
                <a:moveTo>
                  <a:pt x="0" y="0"/>
                </a:moveTo>
                <a:lnTo>
                  <a:pt x="31750" y="0"/>
                </a:lnTo>
                <a:lnTo>
                  <a:pt x="31750" y="317500"/>
                </a:lnTo>
                <a:lnTo>
                  <a:pt x="0" y="317500"/>
                </a:lnTo>
                <a:lnTo>
                  <a:pt x="0" y="0"/>
                </a:lnTo>
                <a:close/>
              </a:path>
            </a:pathLst>
          </a:custGeom>
          <a:solidFill>
            <a:srgbClr val="ddff00"/>
          </a:solidFill>
          <a:ln w="0">
            <a:noFill/>
          </a:ln>
        </p:spPr>
        <p:style>
          <a:lnRef idx="0"/>
          <a:fillRef idx="0"/>
          <a:effectRef idx="0"/>
          <a:fontRef idx="minor"/>
        </p:style>
      </p:sp>
      <p:sp>
        <p:nvSpPr>
          <p:cNvPr id="256" name="Text 34"/>
          <p:cNvSpPr/>
          <p:nvPr/>
        </p:nvSpPr>
        <p:spPr>
          <a:xfrm>
            <a:off x="6308640" y="1635120"/>
            <a:ext cx="5420520" cy="1897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solidFill>
                <a:latin typeface="Liter"/>
                <a:ea typeface="Liter"/>
              </a:rPr>
              <a:t>The Beatles release "Please Please Me" and "From Me to You" - first UK #1 hits</a:t>
            </a:r>
            <a:endParaRPr b="0" lang="en-HK" sz="1000" spc="-1" strike="noStrike">
              <a:latin typeface="Arial"/>
            </a:endParaRPr>
          </a:p>
        </p:txBody>
      </p:sp>
      <p:sp>
        <p:nvSpPr>
          <p:cNvPr id="257" name="Shape 35"/>
          <p:cNvSpPr/>
          <p:nvPr/>
        </p:nvSpPr>
        <p:spPr>
          <a:xfrm>
            <a:off x="5261040" y="2048040"/>
            <a:ext cx="761400" cy="316800"/>
          </a:xfrm>
          <a:custGeom>
            <a:avLst/>
            <a:gdLst/>
            <a:ahLst/>
            <a:rect l="l" t="t" r="r" b="b"/>
            <a:pathLst>
              <a:path w="762000" h="317500">
                <a:moveTo>
                  <a:pt x="0" y="0"/>
                </a:moveTo>
                <a:lnTo>
                  <a:pt x="762000" y="0"/>
                </a:lnTo>
                <a:lnTo>
                  <a:pt x="762000" y="317500"/>
                </a:lnTo>
                <a:lnTo>
                  <a:pt x="0" y="317500"/>
                </a:lnTo>
                <a:lnTo>
                  <a:pt x="0" y="0"/>
                </a:lnTo>
                <a:close/>
              </a:path>
            </a:pathLst>
          </a:custGeom>
          <a:solidFill>
            <a:srgbClr val="ddff00"/>
          </a:solidFill>
          <a:ln w="0">
            <a:noFill/>
          </a:ln>
        </p:spPr>
        <p:style>
          <a:lnRef idx="0"/>
          <a:fillRef idx="0"/>
          <a:effectRef idx="0"/>
          <a:fontRef idx="minor"/>
        </p:style>
      </p:sp>
      <p:sp>
        <p:nvSpPr>
          <p:cNvPr id="258" name="Text 36"/>
          <p:cNvSpPr/>
          <p:nvPr/>
        </p:nvSpPr>
        <p:spPr>
          <a:xfrm>
            <a:off x="5229360" y="2048040"/>
            <a:ext cx="824760" cy="316800"/>
          </a:xfrm>
          <a:prstGeom prst="rect">
            <a:avLst/>
          </a:prstGeom>
          <a:noFill/>
          <a:ln w="0">
            <a:noFill/>
          </a:ln>
        </p:spPr>
        <p:style>
          <a:lnRef idx="0"/>
          <a:fillRef idx="0"/>
          <a:effectRef idx="0"/>
          <a:fontRef idx="minor"/>
        </p:style>
        <p:txBody>
          <a:bodyPr lIns="0" rIns="0" tIns="63360" bIns="63360" anchor="ctr">
            <a:noAutofit/>
          </a:bodyPr>
          <a:p>
            <a:pPr algn="ctr">
              <a:lnSpc>
                <a:spcPct val="130000"/>
              </a:lnSpc>
              <a:buNone/>
            </a:pPr>
            <a:r>
              <a:rPr b="1" lang="en-US" sz="1000" spc="-1" strike="noStrike">
                <a:solidFill>
                  <a:srgbClr val="000000"/>
                </a:solidFill>
                <a:latin typeface="Liter"/>
                <a:ea typeface="Liter"/>
              </a:rPr>
              <a:t>1964</a:t>
            </a:r>
            <a:endParaRPr b="0" lang="en-HK" sz="1000" spc="-1" strike="noStrike">
              <a:latin typeface="Arial"/>
            </a:endParaRPr>
          </a:p>
        </p:txBody>
      </p:sp>
      <p:sp>
        <p:nvSpPr>
          <p:cNvPr id="259" name="Shape 37"/>
          <p:cNvSpPr/>
          <p:nvPr/>
        </p:nvSpPr>
        <p:spPr>
          <a:xfrm>
            <a:off x="6165720" y="2048040"/>
            <a:ext cx="30960" cy="316800"/>
          </a:xfrm>
          <a:custGeom>
            <a:avLst/>
            <a:gdLst/>
            <a:ahLst/>
            <a:rect l="l" t="t" r="r" b="b"/>
            <a:pathLst>
              <a:path w="31750" h="317500">
                <a:moveTo>
                  <a:pt x="0" y="0"/>
                </a:moveTo>
                <a:lnTo>
                  <a:pt x="31750" y="0"/>
                </a:lnTo>
                <a:lnTo>
                  <a:pt x="31750" y="317500"/>
                </a:lnTo>
                <a:lnTo>
                  <a:pt x="0" y="317500"/>
                </a:lnTo>
                <a:lnTo>
                  <a:pt x="0" y="0"/>
                </a:lnTo>
                <a:close/>
              </a:path>
            </a:pathLst>
          </a:custGeom>
          <a:solidFill>
            <a:srgbClr val="ddff00"/>
          </a:solidFill>
          <a:ln w="0">
            <a:noFill/>
          </a:ln>
        </p:spPr>
        <p:style>
          <a:lnRef idx="0"/>
          <a:fillRef idx="0"/>
          <a:effectRef idx="0"/>
          <a:fontRef idx="minor"/>
        </p:style>
      </p:sp>
      <p:sp>
        <p:nvSpPr>
          <p:cNvPr id="260" name="Text 38"/>
          <p:cNvSpPr/>
          <p:nvPr/>
        </p:nvSpPr>
        <p:spPr>
          <a:xfrm>
            <a:off x="6308640" y="2048040"/>
            <a:ext cx="5420520" cy="1897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solidFill>
                <a:latin typeface="Liter"/>
                <a:ea typeface="Liter"/>
              </a:rPr>
              <a:t>February: Beatles on Ed Sullivan. "I Want to Hold Your Hand" tops U.S. charts</a:t>
            </a:r>
            <a:endParaRPr b="0" lang="en-HK" sz="1000" spc="-1" strike="noStrike">
              <a:latin typeface="Arial"/>
            </a:endParaRPr>
          </a:p>
        </p:txBody>
      </p:sp>
      <p:sp>
        <p:nvSpPr>
          <p:cNvPr id="261" name="Shape 39"/>
          <p:cNvSpPr/>
          <p:nvPr/>
        </p:nvSpPr>
        <p:spPr>
          <a:xfrm>
            <a:off x="5261040" y="2460600"/>
            <a:ext cx="761400" cy="316800"/>
          </a:xfrm>
          <a:custGeom>
            <a:avLst/>
            <a:gdLst/>
            <a:ahLst/>
            <a:rect l="l" t="t" r="r" b="b"/>
            <a:pathLst>
              <a:path w="762000" h="317500">
                <a:moveTo>
                  <a:pt x="0" y="0"/>
                </a:moveTo>
                <a:lnTo>
                  <a:pt x="762000" y="0"/>
                </a:lnTo>
                <a:lnTo>
                  <a:pt x="762000" y="317500"/>
                </a:lnTo>
                <a:lnTo>
                  <a:pt x="0" y="317500"/>
                </a:lnTo>
                <a:lnTo>
                  <a:pt x="0" y="0"/>
                </a:lnTo>
                <a:close/>
              </a:path>
            </a:pathLst>
          </a:custGeom>
          <a:solidFill>
            <a:srgbClr val="ddff00"/>
          </a:solidFill>
          <a:ln w="0">
            <a:noFill/>
          </a:ln>
        </p:spPr>
        <p:style>
          <a:lnRef idx="0"/>
          <a:fillRef idx="0"/>
          <a:effectRef idx="0"/>
          <a:fontRef idx="minor"/>
        </p:style>
      </p:sp>
      <p:sp>
        <p:nvSpPr>
          <p:cNvPr id="262" name="Text 40"/>
          <p:cNvSpPr/>
          <p:nvPr/>
        </p:nvSpPr>
        <p:spPr>
          <a:xfrm>
            <a:off x="5229360" y="2460600"/>
            <a:ext cx="824760" cy="316800"/>
          </a:xfrm>
          <a:prstGeom prst="rect">
            <a:avLst/>
          </a:prstGeom>
          <a:noFill/>
          <a:ln w="0">
            <a:noFill/>
          </a:ln>
        </p:spPr>
        <p:style>
          <a:lnRef idx="0"/>
          <a:fillRef idx="0"/>
          <a:effectRef idx="0"/>
          <a:fontRef idx="minor"/>
        </p:style>
        <p:txBody>
          <a:bodyPr lIns="0" rIns="0" tIns="63360" bIns="63360" anchor="ctr">
            <a:noAutofit/>
          </a:bodyPr>
          <a:p>
            <a:pPr algn="ctr">
              <a:lnSpc>
                <a:spcPct val="130000"/>
              </a:lnSpc>
              <a:buNone/>
            </a:pPr>
            <a:r>
              <a:rPr b="1" lang="en-US" sz="1000" spc="-1" strike="noStrike">
                <a:solidFill>
                  <a:srgbClr val="000000"/>
                </a:solidFill>
                <a:latin typeface="Liter"/>
                <a:ea typeface="Liter"/>
              </a:rPr>
              <a:t>1964</a:t>
            </a:r>
            <a:endParaRPr b="0" lang="en-HK" sz="1000" spc="-1" strike="noStrike">
              <a:latin typeface="Arial"/>
            </a:endParaRPr>
          </a:p>
        </p:txBody>
      </p:sp>
      <p:sp>
        <p:nvSpPr>
          <p:cNvPr id="263" name="Shape 41"/>
          <p:cNvSpPr/>
          <p:nvPr/>
        </p:nvSpPr>
        <p:spPr>
          <a:xfrm>
            <a:off x="6165720" y="2460600"/>
            <a:ext cx="30960" cy="316800"/>
          </a:xfrm>
          <a:custGeom>
            <a:avLst/>
            <a:gdLst/>
            <a:ahLst/>
            <a:rect l="l" t="t" r="r" b="b"/>
            <a:pathLst>
              <a:path w="31750" h="317500">
                <a:moveTo>
                  <a:pt x="0" y="0"/>
                </a:moveTo>
                <a:lnTo>
                  <a:pt x="31750" y="0"/>
                </a:lnTo>
                <a:lnTo>
                  <a:pt x="31750" y="317500"/>
                </a:lnTo>
                <a:lnTo>
                  <a:pt x="0" y="317500"/>
                </a:lnTo>
                <a:lnTo>
                  <a:pt x="0" y="0"/>
                </a:lnTo>
                <a:close/>
              </a:path>
            </a:pathLst>
          </a:custGeom>
          <a:solidFill>
            <a:srgbClr val="ddff00"/>
          </a:solidFill>
          <a:ln w="0">
            <a:noFill/>
          </a:ln>
        </p:spPr>
        <p:style>
          <a:lnRef idx="0"/>
          <a:fillRef idx="0"/>
          <a:effectRef idx="0"/>
          <a:fontRef idx="minor"/>
        </p:style>
      </p:sp>
      <p:sp>
        <p:nvSpPr>
          <p:cNvPr id="264" name="Text 42"/>
          <p:cNvSpPr/>
          <p:nvPr/>
        </p:nvSpPr>
        <p:spPr>
          <a:xfrm>
            <a:off x="6308640" y="2460600"/>
            <a:ext cx="5420520" cy="1897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solidFill>
                <a:latin typeface="Liter"/>
                <a:ea typeface="Liter"/>
              </a:rPr>
              <a:t>Rolling Stones release "(I Can't Get No) Satisfaction" - becomes anthem of rebellion</a:t>
            </a:r>
            <a:endParaRPr b="0" lang="en-HK" sz="1000" spc="-1" strike="noStrike">
              <a:latin typeface="Arial"/>
            </a:endParaRPr>
          </a:p>
        </p:txBody>
      </p:sp>
      <p:sp>
        <p:nvSpPr>
          <p:cNvPr id="265" name="Shape 43"/>
          <p:cNvSpPr/>
          <p:nvPr/>
        </p:nvSpPr>
        <p:spPr>
          <a:xfrm>
            <a:off x="5261040" y="2873520"/>
            <a:ext cx="761400" cy="316800"/>
          </a:xfrm>
          <a:custGeom>
            <a:avLst/>
            <a:gdLst/>
            <a:ahLst/>
            <a:rect l="l" t="t" r="r" b="b"/>
            <a:pathLst>
              <a:path w="762000" h="317500">
                <a:moveTo>
                  <a:pt x="0" y="0"/>
                </a:moveTo>
                <a:lnTo>
                  <a:pt x="762000" y="0"/>
                </a:lnTo>
                <a:lnTo>
                  <a:pt x="762000" y="317500"/>
                </a:lnTo>
                <a:lnTo>
                  <a:pt x="0" y="317500"/>
                </a:lnTo>
                <a:lnTo>
                  <a:pt x="0" y="0"/>
                </a:lnTo>
                <a:close/>
              </a:path>
            </a:pathLst>
          </a:custGeom>
          <a:solidFill>
            <a:srgbClr val="ddff00"/>
          </a:solidFill>
          <a:ln w="0">
            <a:noFill/>
          </a:ln>
        </p:spPr>
        <p:style>
          <a:lnRef idx="0"/>
          <a:fillRef idx="0"/>
          <a:effectRef idx="0"/>
          <a:fontRef idx="minor"/>
        </p:style>
      </p:sp>
      <p:sp>
        <p:nvSpPr>
          <p:cNvPr id="266" name="Text 44"/>
          <p:cNvSpPr/>
          <p:nvPr/>
        </p:nvSpPr>
        <p:spPr>
          <a:xfrm>
            <a:off x="5229360" y="2873520"/>
            <a:ext cx="824760" cy="316800"/>
          </a:xfrm>
          <a:prstGeom prst="rect">
            <a:avLst/>
          </a:prstGeom>
          <a:noFill/>
          <a:ln w="0">
            <a:noFill/>
          </a:ln>
        </p:spPr>
        <p:style>
          <a:lnRef idx="0"/>
          <a:fillRef idx="0"/>
          <a:effectRef idx="0"/>
          <a:fontRef idx="minor"/>
        </p:style>
        <p:txBody>
          <a:bodyPr lIns="0" rIns="0" tIns="63360" bIns="63360" anchor="ctr">
            <a:noAutofit/>
          </a:bodyPr>
          <a:p>
            <a:pPr algn="ctr">
              <a:lnSpc>
                <a:spcPct val="130000"/>
              </a:lnSpc>
              <a:buNone/>
            </a:pPr>
            <a:r>
              <a:rPr b="1" lang="en-US" sz="1000" spc="-1" strike="noStrike">
                <a:solidFill>
                  <a:srgbClr val="000000"/>
                </a:solidFill>
                <a:latin typeface="Liter"/>
                <a:ea typeface="Liter"/>
              </a:rPr>
              <a:t>1965</a:t>
            </a:r>
            <a:endParaRPr b="0" lang="en-HK" sz="1000" spc="-1" strike="noStrike">
              <a:latin typeface="Arial"/>
            </a:endParaRPr>
          </a:p>
        </p:txBody>
      </p:sp>
      <p:sp>
        <p:nvSpPr>
          <p:cNvPr id="267" name="Shape 45"/>
          <p:cNvSpPr/>
          <p:nvPr/>
        </p:nvSpPr>
        <p:spPr>
          <a:xfrm>
            <a:off x="6165720" y="2873520"/>
            <a:ext cx="30960" cy="316800"/>
          </a:xfrm>
          <a:custGeom>
            <a:avLst/>
            <a:gdLst/>
            <a:ahLst/>
            <a:rect l="l" t="t" r="r" b="b"/>
            <a:pathLst>
              <a:path w="31750" h="317500">
                <a:moveTo>
                  <a:pt x="0" y="0"/>
                </a:moveTo>
                <a:lnTo>
                  <a:pt x="31750" y="0"/>
                </a:lnTo>
                <a:lnTo>
                  <a:pt x="31750" y="317500"/>
                </a:lnTo>
                <a:lnTo>
                  <a:pt x="0" y="317500"/>
                </a:lnTo>
                <a:lnTo>
                  <a:pt x="0" y="0"/>
                </a:lnTo>
                <a:close/>
              </a:path>
            </a:pathLst>
          </a:custGeom>
          <a:solidFill>
            <a:srgbClr val="ddff00"/>
          </a:solidFill>
          <a:ln w="0">
            <a:noFill/>
          </a:ln>
        </p:spPr>
        <p:style>
          <a:lnRef idx="0"/>
          <a:fillRef idx="0"/>
          <a:effectRef idx="0"/>
          <a:fontRef idx="minor"/>
        </p:style>
      </p:sp>
      <p:sp>
        <p:nvSpPr>
          <p:cNvPr id="268" name="Text 46"/>
          <p:cNvSpPr/>
          <p:nvPr/>
        </p:nvSpPr>
        <p:spPr>
          <a:xfrm>
            <a:off x="6308640" y="2873520"/>
            <a:ext cx="5420520" cy="1897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solidFill>
                <a:latin typeface="Liter"/>
                <a:ea typeface="Liter"/>
              </a:rPr>
              <a:t>June 18: 14 British records in U.S. Top 40 - the invasion's peak</a:t>
            </a:r>
            <a:endParaRPr b="0" lang="en-HK" sz="1000" spc="-1" strike="noStrike">
              <a:latin typeface="Arial"/>
            </a:endParaRPr>
          </a:p>
        </p:txBody>
      </p:sp>
      <p:sp>
        <p:nvSpPr>
          <p:cNvPr id="269" name="Shape 47"/>
          <p:cNvSpPr/>
          <p:nvPr/>
        </p:nvSpPr>
        <p:spPr>
          <a:xfrm>
            <a:off x="5261040" y="3286080"/>
            <a:ext cx="761400" cy="316800"/>
          </a:xfrm>
          <a:custGeom>
            <a:avLst/>
            <a:gdLst/>
            <a:ahLst/>
            <a:rect l="l" t="t" r="r" b="b"/>
            <a:pathLst>
              <a:path w="762000" h="317500">
                <a:moveTo>
                  <a:pt x="0" y="0"/>
                </a:moveTo>
                <a:lnTo>
                  <a:pt x="762000" y="0"/>
                </a:lnTo>
                <a:lnTo>
                  <a:pt x="762000" y="317500"/>
                </a:lnTo>
                <a:lnTo>
                  <a:pt x="0" y="317500"/>
                </a:lnTo>
                <a:lnTo>
                  <a:pt x="0" y="0"/>
                </a:lnTo>
                <a:close/>
              </a:path>
            </a:pathLst>
          </a:custGeom>
          <a:solidFill>
            <a:srgbClr val="ddff00"/>
          </a:solidFill>
          <a:ln w="0">
            <a:noFill/>
          </a:ln>
        </p:spPr>
        <p:style>
          <a:lnRef idx="0"/>
          <a:fillRef idx="0"/>
          <a:effectRef idx="0"/>
          <a:fontRef idx="minor"/>
        </p:style>
      </p:sp>
      <p:sp>
        <p:nvSpPr>
          <p:cNvPr id="270" name="Text 48"/>
          <p:cNvSpPr/>
          <p:nvPr/>
        </p:nvSpPr>
        <p:spPr>
          <a:xfrm>
            <a:off x="5229360" y="3286080"/>
            <a:ext cx="824760" cy="316800"/>
          </a:xfrm>
          <a:prstGeom prst="rect">
            <a:avLst/>
          </a:prstGeom>
          <a:noFill/>
          <a:ln w="0">
            <a:noFill/>
          </a:ln>
        </p:spPr>
        <p:style>
          <a:lnRef idx="0"/>
          <a:fillRef idx="0"/>
          <a:effectRef idx="0"/>
          <a:fontRef idx="minor"/>
        </p:style>
        <p:txBody>
          <a:bodyPr lIns="0" rIns="0" tIns="63360" bIns="63360" anchor="ctr">
            <a:noAutofit/>
          </a:bodyPr>
          <a:p>
            <a:pPr algn="ctr">
              <a:lnSpc>
                <a:spcPct val="130000"/>
              </a:lnSpc>
              <a:buNone/>
            </a:pPr>
            <a:r>
              <a:rPr b="1" lang="en-US" sz="1000" spc="-1" strike="noStrike">
                <a:solidFill>
                  <a:srgbClr val="000000"/>
                </a:solidFill>
                <a:latin typeface="Liter"/>
                <a:ea typeface="Liter"/>
              </a:rPr>
              <a:t>1966</a:t>
            </a:r>
            <a:endParaRPr b="0" lang="en-HK" sz="1000" spc="-1" strike="noStrike">
              <a:latin typeface="Arial"/>
            </a:endParaRPr>
          </a:p>
        </p:txBody>
      </p:sp>
      <p:sp>
        <p:nvSpPr>
          <p:cNvPr id="271" name="Shape 49"/>
          <p:cNvSpPr/>
          <p:nvPr/>
        </p:nvSpPr>
        <p:spPr>
          <a:xfrm>
            <a:off x="6165720" y="3286080"/>
            <a:ext cx="30960" cy="316800"/>
          </a:xfrm>
          <a:custGeom>
            <a:avLst/>
            <a:gdLst/>
            <a:ahLst/>
            <a:rect l="l" t="t" r="r" b="b"/>
            <a:pathLst>
              <a:path w="31750" h="317500">
                <a:moveTo>
                  <a:pt x="0" y="0"/>
                </a:moveTo>
                <a:lnTo>
                  <a:pt x="31750" y="0"/>
                </a:lnTo>
                <a:lnTo>
                  <a:pt x="31750" y="317500"/>
                </a:lnTo>
                <a:lnTo>
                  <a:pt x="0" y="317500"/>
                </a:lnTo>
                <a:lnTo>
                  <a:pt x="0" y="0"/>
                </a:lnTo>
                <a:close/>
              </a:path>
            </a:pathLst>
          </a:custGeom>
          <a:solidFill>
            <a:srgbClr val="ddff00"/>
          </a:solidFill>
          <a:ln w="0">
            <a:noFill/>
          </a:ln>
        </p:spPr>
        <p:style>
          <a:lnRef idx="0"/>
          <a:fillRef idx="0"/>
          <a:effectRef idx="0"/>
          <a:fontRef idx="minor"/>
        </p:style>
      </p:sp>
      <p:sp>
        <p:nvSpPr>
          <p:cNvPr id="272" name="Text 50"/>
          <p:cNvSpPr/>
          <p:nvPr/>
        </p:nvSpPr>
        <p:spPr>
          <a:xfrm>
            <a:off x="6308640" y="3286080"/>
            <a:ext cx="5420520" cy="1897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solidFill>
                <a:latin typeface="Liter"/>
                <a:ea typeface="Liter"/>
              </a:rPr>
              <a:t>Time magazine cover: "London: The Swinging City" - America surrenders</a:t>
            </a:r>
            <a:endParaRPr b="0" lang="en-HK" sz="1000" spc="-1" strike="noStrike">
              <a:latin typeface="Arial"/>
            </a:endParaRPr>
          </a:p>
        </p:txBody>
      </p:sp>
      <p:sp>
        <p:nvSpPr>
          <p:cNvPr id="273" name="Shape 51"/>
          <p:cNvSpPr/>
          <p:nvPr/>
        </p:nvSpPr>
        <p:spPr>
          <a:xfrm>
            <a:off x="5054400" y="3936960"/>
            <a:ext cx="6817680" cy="1221480"/>
          </a:xfrm>
          <a:custGeom>
            <a:avLst/>
            <a:gdLst/>
            <a:ahLst/>
            <a:rect l="l" t="t" r="r" b="b"/>
            <a:pathLst>
              <a:path w="6818313" h="1222375">
                <a:moveTo>
                  <a:pt x="0" y="0"/>
                </a:moveTo>
                <a:lnTo>
                  <a:pt x="6818313" y="0"/>
                </a:lnTo>
                <a:lnTo>
                  <a:pt x="6818313" y="1222375"/>
                </a:lnTo>
                <a:lnTo>
                  <a:pt x="0" y="1222375"/>
                </a:lnTo>
                <a:lnTo>
                  <a:pt x="0" y="0"/>
                </a:lnTo>
                <a:close/>
              </a:path>
            </a:pathLst>
          </a:custGeom>
          <a:solidFill>
            <a:srgbClr val="ddff00"/>
          </a:solidFill>
          <a:ln w="0">
            <a:noFill/>
          </a:ln>
        </p:spPr>
        <p:style>
          <a:lnRef idx="0"/>
          <a:fillRef idx="0"/>
          <a:effectRef idx="0"/>
          <a:fontRef idx="minor"/>
        </p:style>
      </p:sp>
      <p:sp>
        <p:nvSpPr>
          <p:cNvPr id="274" name="Text 52"/>
          <p:cNvSpPr/>
          <p:nvPr/>
        </p:nvSpPr>
        <p:spPr>
          <a:xfrm>
            <a:off x="5213160" y="4095720"/>
            <a:ext cx="6579360" cy="2214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250" spc="-1" strike="noStrike">
                <a:solidFill>
                  <a:srgbClr val="000000"/>
                </a:solidFill>
                <a:latin typeface="Liter"/>
                <a:ea typeface="Liter"/>
              </a:rPr>
              <a:t>The Invasion's Legacy</a:t>
            </a:r>
            <a:endParaRPr b="0" lang="en-HK" sz="1250" spc="-1" strike="noStrike">
              <a:latin typeface="Arial"/>
            </a:endParaRPr>
          </a:p>
        </p:txBody>
      </p:sp>
      <p:sp>
        <p:nvSpPr>
          <p:cNvPr id="275" name="Text 53"/>
          <p:cNvSpPr/>
          <p:nvPr/>
        </p:nvSpPr>
        <p:spPr>
          <a:xfrm>
            <a:off x="5213160" y="4381560"/>
            <a:ext cx="6563520" cy="6184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000" spc="-1" strike="noStrike">
                <a:solidFill>
                  <a:srgbClr val="000000"/>
                </a:solidFill>
                <a:latin typeface="Liter"/>
                <a:ea typeface="Liter"/>
              </a:rPr>
              <a:t>The British Invasion proved that British musicians could not only match American artists but surpass them.</a:t>
            </a:r>
            <a:r>
              <a:rPr b="0" lang="en-US" sz="1000" spc="-1" strike="noStrike">
                <a:solidFill>
                  <a:srgbClr val="000000"/>
                </a:solidFill>
                <a:latin typeface="Liter"/>
                <a:ea typeface="Liter"/>
              </a:rPr>
              <a:t> By 1967, English and American bands were equal partners in one international rock culture. The invasion opened doors for foreign acts and established rock as a global phenomenon.</a:t>
            </a:r>
            <a:endParaRPr b="0" lang="en-HK" sz="1000" spc="-1" strike="noStrike">
              <a:latin typeface="Arial"/>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sp>
        <p:nvSpPr>
          <p:cNvPr id="276" name="Image 0"/>
          <p:cNvSpPr/>
          <p:nvPr/>
        </p:nvSpPr>
        <p:spPr>
          <a:xfrm>
            <a:off x="0" y="0"/>
            <a:ext cx="12191400" cy="6857280"/>
          </a:xfrm>
          <a:prstGeom prst="roundRect">
            <a:avLst>
              <a:gd name="adj" fmla="val 0"/>
            </a:avLst>
          </a:prstGeom>
          <a:blipFill rotWithShape="0">
            <a:blip r:embed="rId1"/>
            <a:srcRect/>
            <a:stretch/>
          </a:blipFill>
          <a:ln w="0">
            <a:noFill/>
          </a:ln>
        </p:spPr>
        <p:style>
          <a:lnRef idx="0"/>
          <a:fillRef idx="0"/>
          <a:effectRef idx="0"/>
          <a:fontRef idx="minor"/>
        </p:style>
      </p:sp>
      <p:sp>
        <p:nvSpPr>
          <p:cNvPr id="277" name="Shape 0"/>
          <p:cNvSpPr/>
          <p:nvPr/>
        </p:nvSpPr>
        <p:spPr>
          <a:xfrm>
            <a:off x="0" y="0"/>
            <a:ext cx="12191400" cy="6857280"/>
          </a:xfrm>
          <a:custGeom>
            <a:avLst/>
            <a:gdLst/>
            <a:ahLst/>
            <a:rect l="l" t="t" r="r" b="b"/>
            <a:pathLst>
              <a:path w="12192000" h="6858000">
                <a:moveTo>
                  <a:pt x="0" y="0"/>
                </a:moveTo>
                <a:lnTo>
                  <a:pt x="12192000" y="0"/>
                </a:lnTo>
                <a:lnTo>
                  <a:pt x="12192000" y="6858000"/>
                </a:lnTo>
                <a:lnTo>
                  <a:pt x="0" y="6858000"/>
                </a:lnTo>
                <a:lnTo>
                  <a:pt x="0" y="0"/>
                </a:lnTo>
                <a:close/>
              </a:path>
            </a:pathLst>
          </a:custGeom>
          <a:gradFill rotWithShape="0">
            <a:gsLst>
              <a:gs pos="0">
                <a:srgbClr val="000000"/>
              </a:gs>
              <a:gs pos="100000">
                <a:srgbClr val="000000">
                  <a:alpha val="60000"/>
                </a:srgbClr>
              </a:gs>
            </a:gsLst>
            <a:lin ang="0"/>
          </a:gradFill>
          <a:ln w="0">
            <a:noFill/>
          </a:ln>
        </p:spPr>
        <p:style>
          <a:lnRef idx="0"/>
          <a:fillRef idx="0"/>
          <a:effectRef idx="0"/>
          <a:fontRef idx="minor"/>
        </p:style>
      </p:sp>
      <p:sp>
        <p:nvSpPr>
          <p:cNvPr id="278" name="Shape 1"/>
          <p:cNvSpPr/>
          <p:nvPr/>
        </p:nvSpPr>
        <p:spPr>
          <a:xfrm rot="720000">
            <a:off x="10754280" y="5420160"/>
            <a:ext cx="875520" cy="875520"/>
          </a:xfrm>
          <a:custGeom>
            <a:avLst/>
            <a:gdLst/>
            <a:ahLst/>
            <a:rect l="l" t="t" r="r" b="b"/>
            <a:pathLst>
              <a:path w="876300" h="876300">
                <a:moveTo>
                  <a:pt x="0" y="0"/>
                </a:moveTo>
                <a:lnTo>
                  <a:pt x="876300" y="0"/>
                </a:lnTo>
                <a:lnTo>
                  <a:pt x="876300" y="876300"/>
                </a:lnTo>
                <a:lnTo>
                  <a:pt x="0" y="876300"/>
                </a:lnTo>
                <a:lnTo>
                  <a:pt x="0" y="0"/>
                </a:lnTo>
                <a:close/>
              </a:path>
            </a:pathLst>
          </a:custGeom>
          <a:noFill/>
          <a:ln w="50800">
            <a:solidFill>
              <a:srgbClr val="ddff00"/>
            </a:solidFill>
            <a:round/>
          </a:ln>
        </p:spPr>
        <p:style>
          <a:lnRef idx="0"/>
          <a:fillRef idx="0"/>
          <a:effectRef idx="0"/>
          <a:fontRef idx="minor"/>
        </p:style>
      </p:sp>
      <p:sp>
        <p:nvSpPr>
          <p:cNvPr id="279" name="Shape 2"/>
          <p:cNvSpPr/>
          <p:nvPr/>
        </p:nvSpPr>
        <p:spPr>
          <a:xfrm rot="21240000">
            <a:off x="320040" y="1310760"/>
            <a:ext cx="1218600" cy="1218600"/>
          </a:xfrm>
          <a:custGeom>
            <a:avLst/>
            <a:gdLst/>
            <a:ahLst/>
            <a:rect l="l" t="t" r="r" b="b"/>
            <a:pathLst>
              <a:path w="1219200" h="1219200">
                <a:moveTo>
                  <a:pt x="0" y="0"/>
                </a:moveTo>
                <a:lnTo>
                  <a:pt x="1219200" y="0"/>
                </a:lnTo>
                <a:lnTo>
                  <a:pt x="1219200" y="1219200"/>
                </a:lnTo>
                <a:lnTo>
                  <a:pt x="0" y="1219200"/>
                </a:lnTo>
                <a:lnTo>
                  <a:pt x="0" y="0"/>
                </a:lnTo>
                <a:close/>
              </a:path>
            </a:pathLst>
          </a:custGeom>
          <a:solidFill>
            <a:srgbClr val="ddff00"/>
          </a:solidFill>
          <a:ln w="0">
            <a:noFill/>
          </a:ln>
        </p:spPr>
        <p:style>
          <a:lnRef idx="0"/>
          <a:fillRef idx="0"/>
          <a:effectRef idx="0"/>
          <a:fontRef idx="minor"/>
        </p:style>
      </p:sp>
      <p:sp>
        <p:nvSpPr>
          <p:cNvPr id="280" name="Text 3"/>
          <p:cNvSpPr/>
          <p:nvPr/>
        </p:nvSpPr>
        <p:spPr>
          <a:xfrm>
            <a:off x="569520" y="1638360"/>
            <a:ext cx="1180440" cy="68508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5400" spc="-1" strike="noStrike">
                <a:solidFill>
                  <a:srgbClr val="000000"/>
                </a:solidFill>
                <a:latin typeface="Liter"/>
                <a:ea typeface="Liter"/>
              </a:rPr>
              <a:t>03</a:t>
            </a:r>
            <a:endParaRPr b="0" lang="en-HK" sz="5400" spc="-1" strike="noStrike">
              <a:latin typeface="Arial"/>
            </a:endParaRPr>
          </a:p>
        </p:txBody>
      </p:sp>
      <p:sp>
        <p:nvSpPr>
          <p:cNvPr id="281" name="Shape 4"/>
          <p:cNvSpPr/>
          <p:nvPr/>
        </p:nvSpPr>
        <p:spPr>
          <a:xfrm>
            <a:off x="1828800" y="1752480"/>
            <a:ext cx="3314160" cy="37440"/>
          </a:xfrm>
          <a:custGeom>
            <a:avLst/>
            <a:gdLst/>
            <a:ahLst/>
            <a:rect l="l" t="t" r="r" b="b"/>
            <a:pathLst>
              <a:path w="3314700" h="38100">
                <a:moveTo>
                  <a:pt x="0" y="0"/>
                </a:moveTo>
                <a:lnTo>
                  <a:pt x="3314700" y="0"/>
                </a:lnTo>
                <a:lnTo>
                  <a:pt x="3314700" y="38100"/>
                </a:lnTo>
                <a:lnTo>
                  <a:pt x="0" y="38100"/>
                </a:lnTo>
                <a:lnTo>
                  <a:pt x="0" y="0"/>
                </a:lnTo>
                <a:close/>
              </a:path>
            </a:pathLst>
          </a:custGeom>
          <a:solidFill>
            <a:srgbClr val="ddff00"/>
          </a:solidFill>
          <a:ln w="0">
            <a:noFill/>
          </a:ln>
        </p:spPr>
        <p:style>
          <a:lnRef idx="0"/>
          <a:fillRef idx="0"/>
          <a:effectRef idx="0"/>
          <a:fontRef idx="minor"/>
        </p:style>
      </p:sp>
      <p:sp>
        <p:nvSpPr>
          <p:cNvPr id="282" name="Text 5"/>
          <p:cNvSpPr/>
          <p:nvPr/>
        </p:nvSpPr>
        <p:spPr>
          <a:xfrm>
            <a:off x="1828800" y="1943280"/>
            <a:ext cx="3399840" cy="2660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350" spc="131" strike="noStrike">
                <a:solidFill>
                  <a:srgbClr val="ddff00"/>
                </a:solidFill>
                <a:latin typeface="Liter"/>
                <a:ea typeface="Liter"/>
              </a:rPr>
              <a:t>CHAPTER THREE</a:t>
            </a:r>
            <a:endParaRPr b="0" lang="en-HK" sz="1350" spc="-1" strike="noStrike">
              <a:latin typeface="Arial"/>
            </a:endParaRPr>
          </a:p>
        </p:txBody>
      </p:sp>
      <p:sp>
        <p:nvSpPr>
          <p:cNvPr id="283" name="Text 6"/>
          <p:cNvSpPr/>
          <p:nvPr/>
        </p:nvSpPr>
        <p:spPr>
          <a:xfrm>
            <a:off x="380880" y="2895480"/>
            <a:ext cx="5104800" cy="1713960"/>
          </a:xfrm>
          <a:prstGeom prst="rect">
            <a:avLst/>
          </a:prstGeom>
          <a:noFill/>
          <a:ln w="0">
            <a:noFill/>
          </a:ln>
        </p:spPr>
        <p:style>
          <a:lnRef idx="0"/>
          <a:fillRef idx="0"/>
          <a:effectRef idx="0"/>
          <a:fontRef idx="minor"/>
        </p:style>
        <p:txBody>
          <a:bodyPr lIns="0" rIns="0" tIns="0" bIns="0" anchor="ctr">
            <a:noAutofit/>
          </a:bodyPr>
          <a:p>
            <a:pPr>
              <a:lnSpc>
                <a:spcPct val="100000"/>
              </a:lnSpc>
              <a:buNone/>
            </a:pPr>
            <a:r>
              <a:rPr b="1" lang="en-US" sz="3600" spc="-1" strike="noStrike">
                <a:solidFill>
                  <a:srgbClr val="ffffff"/>
                </a:solidFill>
                <a:latin typeface="Liter"/>
                <a:ea typeface="Liter"/>
              </a:rPr>
              <a:t>CLASSIC ROCK</a:t>
            </a:r>
            <a:endParaRPr b="0" lang="en-HK" sz="3600" spc="-1" strike="noStrike">
              <a:latin typeface="Arial"/>
            </a:endParaRPr>
          </a:p>
          <a:p>
            <a:pPr>
              <a:lnSpc>
                <a:spcPct val="100000"/>
              </a:lnSpc>
              <a:buNone/>
            </a:pPr>
            <a:r>
              <a:rPr b="1" lang="en-US" sz="3600" spc="-1" strike="noStrike">
                <a:solidFill>
                  <a:srgbClr val="ddff00"/>
                </a:solidFill>
                <a:latin typeface="Liter"/>
                <a:ea typeface="Liter"/>
              </a:rPr>
              <a:t>&amp; HARD ROCK</a:t>
            </a:r>
            <a:endParaRPr b="0" lang="en-HK" sz="3600" spc="-1" strike="noStrike">
              <a:latin typeface="Arial"/>
            </a:endParaRPr>
          </a:p>
        </p:txBody>
      </p:sp>
      <p:sp>
        <p:nvSpPr>
          <p:cNvPr id="284" name="Text 7"/>
          <p:cNvSpPr/>
          <p:nvPr/>
        </p:nvSpPr>
        <p:spPr>
          <a:xfrm>
            <a:off x="380880" y="4838760"/>
            <a:ext cx="4876200" cy="3042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1800" spc="-1" strike="noStrike">
                <a:solidFill>
                  <a:srgbClr val="ffffff">
                    <a:alpha val="80000"/>
                  </a:srgbClr>
                </a:solidFill>
                <a:latin typeface="Liter"/>
                <a:ea typeface="Liter"/>
              </a:rPr>
              <a:t>Late 1960s-1970s: The Golden Age of Rock</a:t>
            </a:r>
            <a:endParaRPr b="0" lang="en-HK" sz="1800" spc="-1" strike="noStrike">
              <a:latin typeface="Arial"/>
            </a:endParaRPr>
          </a:p>
        </p:txBody>
      </p:sp>
      <p:sp>
        <p:nvSpPr>
          <p:cNvPr id="285" name="Shape 8"/>
          <p:cNvSpPr/>
          <p:nvPr/>
        </p:nvSpPr>
        <p:spPr>
          <a:xfrm>
            <a:off x="380880" y="5448240"/>
            <a:ext cx="761400" cy="37440"/>
          </a:xfrm>
          <a:custGeom>
            <a:avLst/>
            <a:gdLst/>
            <a:ahLst/>
            <a:rect l="l" t="t" r="r" b="b"/>
            <a:pathLst>
              <a:path w="762000" h="38100">
                <a:moveTo>
                  <a:pt x="0" y="0"/>
                </a:moveTo>
                <a:lnTo>
                  <a:pt x="762000" y="0"/>
                </a:lnTo>
                <a:lnTo>
                  <a:pt x="762000" y="38100"/>
                </a:lnTo>
                <a:lnTo>
                  <a:pt x="0" y="38100"/>
                </a:lnTo>
                <a:lnTo>
                  <a:pt x="0" y="0"/>
                </a:lnTo>
                <a:close/>
              </a:path>
            </a:pathLst>
          </a:custGeom>
          <a:solidFill>
            <a:srgbClr val="ddff00"/>
          </a:solidFill>
          <a:ln w="0">
            <a:noFill/>
          </a:ln>
        </p:spPr>
        <p:style>
          <a:lnRef idx="0"/>
          <a:fillRef idx="0"/>
          <a:effectRef idx="0"/>
          <a:fontRef idx="minor"/>
        </p:style>
      </p:sp>
      <p:sp>
        <p:nvSpPr>
          <p:cNvPr id="286" name="Shape 9"/>
          <p:cNvSpPr/>
          <p:nvPr/>
        </p:nvSpPr>
        <p:spPr>
          <a:xfrm>
            <a:off x="1295280" y="5448240"/>
            <a:ext cx="380160" cy="37440"/>
          </a:xfrm>
          <a:custGeom>
            <a:avLst/>
            <a:gdLst/>
            <a:ahLst/>
            <a:rect l="l" t="t" r="r" b="b"/>
            <a:pathLst>
              <a:path w="381000" h="38100">
                <a:moveTo>
                  <a:pt x="0" y="0"/>
                </a:moveTo>
                <a:lnTo>
                  <a:pt x="381000" y="0"/>
                </a:lnTo>
                <a:lnTo>
                  <a:pt x="381000" y="38100"/>
                </a:lnTo>
                <a:lnTo>
                  <a:pt x="0" y="38100"/>
                </a:lnTo>
                <a:lnTo>
                  <a:pt x="0" y="0"/>
                </a:lnTo>
                <a:close/>
              </a:path>
            </a:pathLst>
          </a:custGeom>
          <a:solidFill>
            <a:srgbClr val="ddff00"/>
          </a:solidFill>
          <a:ln w="0">
            <a:noFill/>
          </a:ln>
        </p:spPr>
        <p:style>
          <a:lnRef idx="0"/>
          <a:fillRef idx="0"/>
          <a:effectRef idx="0"/>
          <a:fontRef idx="minor"/>
        </p:style>
      </p:sp>
      <p:sp>
        <p:nvSpPr>
          <p:cNvPr id="287" name="Shape 10"/>
          <p:cNvSpPr/>
          <p:nvPr/>
        </p:nvSpPr>
        <p:spPr>
          <a:xfrm>
            <a:off x="1828800" y="5448240"/>
            <a:ext cx="189720" cy="37440"/>
          </a:xfrm>
          <a:custGeom>
            <a:avLst/>
            <a:gdLst/>
            <a:ahLst/>
            <a:rect l="l" t="t" r="r" b="b"/>
            <a:pathLst>
              <a:path w="190500" h="38100">
                <a:moveTo>
                  <a:pt x="0" y="0"/>
                </a:moveTo>
                <a:lnTo>
                  <a:pt x="190500" y="0"/>
                </a:lnTo>
                <a:lnTo>
                  <a:pt x="190500" y="38100"/>
                </a:lnTo>
                <a:lnTo>
                  <a:pt x="0" y="38100"/>
                </a:lnTo>
                <a:lnTo>
                  <a:pt x="0" y="0"/>
                </a:lnTo>
                <a:close/>
              </a:path>
            </a:pathLst>
          </a:custGeom>
          <a:solidFill>
            <a:srgbClr val="ddff00"/>
          </a:solidFill>
          <a:ln w="0">
            <a:noFill/>
          </a:ln>
        </p:spPr>
        <p:style>
          <a:lnRef idx="0"/>
          <a:fillRef idx="0"/>
          <a:effectRef idx="0"/>
          <a:fontRef idx="minor"/>
        </p:style>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sp>
        <p:nvSpPr>
          <p:cNvPr id="288" name="Shape 0"/>
          <p:cNvSpPr/>
          <p:nvPr/>
        </p:nvSpPr>
        <p:spPr>
          <a:xfrm>
            <a:off x="327240" y="376560"/>
            <a:ext cx="64800" cy="392040"/>
          </a:xfrm>
          <a:custGeom>
            <a:avLst/>
            <a:gdLst/>
            <a:ahLst/>
            <a:rect l="l" t="t" r="r" b="b"/>
            <a:pathLst>
              <a:path w="65460" h="392762">
                <a:moveTo>
                  <a:pt x="0" y="0"/>
                </a:moveTo>
                <a:lnTo>
                  <a:pt x="65460" y="0"/>
                </a:lnTo>
                <a:lnTo>
                  <a:pt x="65460" y="392762"/>
                </a:lnTo>
                <a:lnTo>
                  <a:pt x="0" y="392762"/>
                </a:lnTo>
                <a:lnTo>
                  <a:pt x="0" y="0"/>
                </a:lnTo>
                <a:close/>
              </a:path>
            </a:pathLst>
          </a:custGeom>
          <a:solidFill>
            <a:srgbClr val="ddff00"/>
          </a:solidFill>
          <a:ln w="0">
            <a:noFill/>
          </a:ln>
        </p:spPr>
        <p:style>
          <a:lnRef idx="0"/>
          <a:fillRef idx="0"/>
          <a:effectRef idx="0"/>
          <a:fontRef idx="minor"/>
        </p:style>
      </p:sp>
      <p:sp>
        <p:nvSpPr>
          <p:cNvPr id="289" name="Text 1"/>
          <p:cNvSpPr/>
          <p:nvPr/>
        </p:nvSpPr>
        <p:spPr>
          <a:xfrm>
            <a:off x="523800" y="327240"/>
            <a:ext cx="3198600" cy="1630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00" spc="86" strike="noStrike">
                <a:solidFill>
                  <a:srgbClr val="ddff00"/>
                </a:solidFill>
                <a:latin typeface="Liter"/>
                <a:ea typeface="Liter"/>
              </a:rPr>
              <a:t>CHAPTER 03</a:t>
            </a:r>
            <a:endParaRPr b="0" lang="en-HK" sz="900" spc="-1" strike="noStrike">
              <a:latin typeface="Arial"/>
            </a:endParaRPr>
          </a:p>
        </p:txBody>
      </p:sp>
      <p:sp>
        <p:nvSpPr>
          <p:cNvPr id="290" name="Text 2"/>
          <p:cNvSpPr/>
          <p:nvPr/>
        </p:nvSpPr>
        <p:spPr>
          <a:xfrm>
            <a:off x="523800" y="491040"/>
            <a:ext cx="3288600" cy="326520"/>
          </a:xfrm>
          <a:prstGeom prst="rect">
            <a:avLst/>
          </a:prstGeom>
          <a:noFill/>
          <a:ln w="0">
            <a:noFill/>
          </a:ln>
        </p:spPr>
        <p:style>
          <a:lnRef idx="0"/>
          <a:fillRef idx="0"/>
          <a:effectRef idx="0"/>
          <a:fontRef idx="minor"/>
        </p:style>
        <p:txBody>
          <a:bodyPr lIns="0" rIns="0" tIns="0" bIns="0" anchor="ctr">
            <a:noAutofit/>
          </a:bodyPr>
          <a:p>
            <a:pPr>
              <a:lnSpc>
                <a:spcPct val="90000"/>
              </a:lnSpc>
              <a:buNone/>
            </a:pPr>
            <a:r>
              <a:rPr b="1" lang="en-US" sz="3600" spc="-1" strike="noStrike">
                <a:solidFill>
                  <a:srgbClr val="ffffff"/>
                </a:solidFill>
                <a:latin typeface="Liter"/>
                <a:ea typeface="Liter"/>
              </a:rPr>
              <a:t>The Rise of Classic Rock</a:t>
            </a:r>
            <a:endParaRPr b="0" lang="en-HK" sz="3600" spc="-1" strike="noStrike">
              <a:latin typeface="Arial"/>
            </a:endParaRPr>
          </a:p>
        </p:txBody>
      </p:sp>
      <p:sp>
        <p:nvSpPr>
          <p:cNvPr id="291" name="Shape 3"/>
          <p:cNvSpPr/>
          <p:nvPr/>
        </p:nvSpPr>
        <p:spPr>
          <a:xfrm>
            <a:off x="327240" y="1080000"/>
            <a:ext cx="6798960" cy="2126880"/>
          </a:xfrm>
          <a:custGeom>
            <a:avLst/>
            <a:gdLst/>
            <a:ahLst/>
            <a:rect l="l" t="t" r="r" b="b"/>
            <a:pathLst>
              <a:path w="6799699" h="2127463">
                <a:moveTo>
                  <a:pt x="0" y="0"/>
                </a:moveTo>
                <a:lnTo>
                  <a:pt x="6799699" y="0"/>
                </a:lnTo>
                <a:lnTo>
                  <a:pt x="6799699" y="2127463"/>
                </a:lnTo>
                <a:lnTo>
                  <a:pt x="0" y="2127463"/>
                </a:lnTo>
                <a:lnTo>
                  <a:pt x="0" y="0"/>
                </a:lnTo>
                <a:close/>
              </a:path>
            </a:pathLst>
          </a:custGeom>
          <a:solidFill>
            <a:srgbClr val="ddff00"/>
          </a:solidFill>
          <a:ln w="0">
            <a:noFill/>
          </a:ln>
        </p:spPr>
        <p:style>
          <a:lnRef idx="0"/>
          <a:fillRef idx="0"/>
          <a:effectRef idx="0"/>
          <a:fontRef idx="minor"/>
        </p:style>
      </p:sp>
      <p:sp>
        <p:nvSpPr>
          <p:cNvPr id="292" name="Text 4"/>
          <p:cNvSpPr/>
          <p:nvPr/>
        </p:nvSpPr>
        <p:spPr>
          <a:xfrm>
            <a:off x="523800" y="1276560"/>
            <a:ext cx="6504480" cy="2610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540" spc="-1" strike="noStrike">
                <a:solidFill>
                  <a:srgbClr val="000000"/>
                </a:solidFill>
                <a:latin typeface="Liter"/>
                <a:ea typeface="Liter"/>
              </a:rPr>
              <a:t>From Singles to Albums</a:t>
            </a:r>
            <a:endParaRPr b="0" lang="en-HK" sz="1540" spc="-1" strike="noStrike">
              <a:latin typeface="Arial"/>
            </a:endParaRPr>
          </a:p>
        </p:txBody>
      </p:sp>
      <p:sp>
        <p:nvSpPr>
          <p:cNvPr id="293" name="Text 5"/>
          <p:cNvSpPr/>
          <p:nvPr/>
        </p:nvSpPr>
        <p:spPr>
          <a:xfrm>
            <a:off x="523800" y="1636560"/>
            <a:ext cx="6471720" cy="6375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030" spc="-1" strike="noStrike">
                <a:solidFill>
                  <a:srgbClr val="000000"/>
                </a:solidFill>
                <a:latin typeface="Liter"/>
                <a:ea typeface="Liter"/>
              </a:rPr>
              <a:t>Classic rock emerged in the late 1960s through the 1970s</a:t>
            </a:r>
            <a:r>
              <a:rPr b="0" lang="en-US" sz="1030" spc="-1" strike="noStrike">
                <a:solidFill>
                  <a:srgbClr val="000000"/>
                </a:solidFill>
                <a:latin typeface="Liter"/>
                <a:ea typeface="Liter"/>
              </a:rPr>
              <a:t> as rock musicians transitioned from singles-oriented artists to album-focused creators. This era saw the birth of Album-Oriented Rock (AOR), where radio stations played not just hit singles but deeper album tracks, allowing for extensive exploration of an artist's catalog.</a:t>
            </a:r>
            <a:endParaRPr b="0" lang="en-HK" sz="1030" spc="-1" strike="noStrike">
              <a:latin typeface="Arial"/>
            </a:endParaRPr>
          </a:p>
        </p:txBody>
      </p:sp>
      <p:sp>
        <p:nvSpPr>
          <p:cNvPr id="294" name="Text 6"/>
          <p:cNvSpPr/>
          <p:nvPr/>
        </p:nvSpPr>
        <p:spPr>
          <a:xfrm>
            <a:off x="523800" y="2373120"/>
            <a:ext cx="6471720" cy="6375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30" spc="-1" strike="noStrike">
                <a:solidFill>
                  <a:srgbClr val="000000">
                    <a:alpha val="80000"/>
                  </a:srgbClr>
                </a:solidFill>
                <a:latin typeface="Liter"/>
                <a:ea typeface="Liter"/>
              </a:rPr>
              <a:t>Classic rock is characterized by its melodic, radio-friendly sound with well-structured songs, catchy hooks, and strong vocal harmonies. It features prominent guitar work and classic rock instrumentation including electric guitars, bass, drums, and keyboards.</a:t>
            </a:r>
            <a:endParaRPr b="0" lang="en-HK" sz="1030" spc="-1" strike="noStrike">
              <a:latin typeface="Arial"/>
            </a:endParaRPr>
          </a:p>
        </p:txBody>
      </p:sp>
      <p:sp>
        <p:nvSpPr>
          <p:cNvPr id="295" name="Shape 7"/>
          <p:cNvSpPr/>
          <p:nvPr/>
        </p:nvSpPr>
        <p:spPr>
          <a:xfrm>
            <a:off x="335520" y="3346560"/>
            <a:ext cx="6782760" cy="2404800"/>
          </a:xfrm>
          <a:custGeom>
            <a:avLst/>
            <a:gdLst/>
            <a:ahLst/>
            <a:rect l="l" t="t" r="r" b="b"/>
            <a:pathLst>
              <a:path w="6783334" h="2405670">
                <a:moveTo>
                  <a:pt x="0" y="0"/>
                </a:moveTo>
                <a:lnTo>
                  <a:pt x="6783334" y="0"/>
                </a:lnTo>
                <a:lnTo>
                  <a:pt x="6783334" y="2405670"/>
                </a:lnTo>
                <a:lnTo>
                  <a:pt x="0" y="2405670"/>
                </a:lnTo>
                <a:lnTo>
                  <a:pt x="0" y="0"/>
                </a:lnTo>
                <a:close/>
              </a:path>
            </a:pathLst>
          </a:custGeom>
          <a:noFill/>
          <a:ln w="25400">
            <a:solidFill>
              <a:srgbClr val="ddff00"/>
            </a:solidFill>
            <a:round/>
          </a:ln>
        </p:spPr>
        <p:style>
          <a:lnRef idx="0"/>
          <a:fillRef idx="0"/>
          <a:effectRef idx="0"/>
          <a:fontRef idx="minor"/>
        </p:style>
      </p:sp>
      <p:sp>
        <p:nvSpPr>
          <p:cNvPr id="296" name="Text 8"/>
          <p:cNvSpPr/>
          <p:nvPr/>
        </p:nvSpPr>
        <p:spPr>
          <a:xfrm>
            <a:off x="507240" y="3518640"/>
            <a:ext cx="6520680" cy="2282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290" spc="-1" strike="noStrike">
                <a:solidFill>
                  <a:srgbClr val="ddff00"/>
                </a:solidFill>
                <a:latin typeface="Liter"/>
                <a:ea typeface="Liter"/>
              </a:rPr>
              <a:t>Iconic Classic Rock Albums</a:t>
            </a:r>
            <a:endParaRPr b="0" lang="en-HK" sz="1290" spc="-1" strike="noStrike">
              <a:latin typeface="Arial"/>
            </a:endParaRPr>
          </a:p>
        </p:txBody>
      </p:sp>
      <p:sp>
        <p:nvSpPr>
          <p:cNvPr id="297" name="Shape 9"/>
          <p:cNvSpPr/>
          <p:nvPr/>
        </p:nvSpPr>
        <p:spPr>
          <a:xfrm>
            <a:off x="511560" y="3882600"/>
            <a:ext cx="3165840" cy="793080"/>
          </a:xfrm>
          <a:custGeom>
            <a:avLst/>
            <a:gdLst/>
            <a:ahLst/>
            <a:rect l="l" t="t" r="r" b="b"/>
            <a:pathLst>
              <a:path w="3166647" h="793707">
                <a:moveTo>
                  <a:pt x="0" y="0"/>
                </a:moveTo>
                <a:lnTo>
                  <a:pt x="3166647" y="0"/>
                </a:lnTo>
                <a:lnTo>
                  <a:pt x="3166647" y="793707"/>
                </a:lnTo>
                <a:lnTo>
                  <a:pt x="0" y="793707"/>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298" name="Text 10"/>
          <p:cNvSpPr/>
          <p:nvPr/>
        </p:nvSpPr>
        <p:spPr>
          <a:xfrm>
            <a:off x="613800" y="3984840"/>
            <a:ext cx="3035160" cy="2282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60" spc="-1" strike="noStrike">
                <a:solidFill>
                  <a:srgbClr val="ffffff"/>
                </a:solidFill>
                <a:latin typeface="Liter"/>
                <a:ea typeface="Liter"/>
              </a:rPr>
              <a:t>Led Zeppelin IV</a:t>
            </a:r>
            <a:endParaRPr b="0" lang="en-HK" sz="1160" spc="-1" strike="noStrike">
              <a:latin typeface="Arial"/>
            </a:endParaRPr>
          </a:p>
        </p:txBody>
      </p:sp>
      <p:sp>
        <p:nvSpPr>
          <p:cNvPr id="299" name="Text 11"/>
          <p:cNvSpPr/>
          <p:nvPr/>
        </p:nvSpPr>
        <p:spPr>
          <a:xfrm>
            <a:off x="613800" y="4246920"/>
            <a:ext cx="3018600" cy="1630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00" spc="-1" strike="noStrike">
                <a:solidFill>
                  <a:srgbClr val="ffffff">
                    <a:alpha val="70000"/>
                  </a:srgbClr>
                </a:solidFill>
                <a:latin typeface="Liter"/>
                <a:ea typeface="Liter"/>
              </a:rPr>
              <a:t>Led Zeppelin (1971)</a:t>
            </a:r>
            <a:endParaRPr b="0" lang="en-HK" sz="900" spc="-1" strike="noStrike">
              <a:latin typeface="Arial"/>
            </a:endParaRPr>
          </a:p>
        </p:txBody>
      </p:sp>
      <p:sp>
        <p:nvSpPr>
          <p:cNvPr id="300" name="Text 12"/>
          <p:cNvSpPr/>
          <p:nvPr/>
        </p:nvSpPr>
        <p:spPr>
          <a:xfrm>
            <a:off x="613800" y="4443120"/>
            <a:ext cx="3010320" cy="13032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770" spc="-1" strike="noStrike">
                <a:solidFill>
                  <a:srgbClr val="ffffff">
                    <a:alpha val="60000"/>
                  </a:srgbClr>
                </a:solidFill>
                <a:latin typeface="Liter"/>
                <a:ea typeface="Liter"/>
              </a:rPr>
              <a:t>Features "Stairway to Heaven"</a:t>
            </a:r>
            <a:endParaRPr b="0" lang="en-HK" sz="770" spc="-1" strike="noStrike">
              <a:latin typeface="Arial"/>
            </a:endParaRPr>
          </a:p>
        </p:txBody>
      </p:sp>
      <p:sp>
        <p:nvSpPr>
          <p:cNvPr id="301" name="Shape 13"/>
          <p:cNvSpPr/>
          <p:nvPr/>
        </p:nvSpPr>
        <p:spPr>
          <a:xfrm>
            <a:off x="3782160" y="3882600"/>
            <a:ext cx="3165840" cy="793080"/>
          </a:xfrm>
          <a:custGeom>
            <a:avLst/>
            <a:gdLst/>
            <a:ahLst/>
            <a:rect l="l" t="t" r="r" b="b"/>
            <a:pathLst>
              <a:path w="3166647" h="793707">
                <a:moveTo>
                  <a:pt x="0" y="0"/>
                </a:moveTo>
                <a:lnTo>
                  <a:pt x="3166647" y="0"/>
                </a:lnTo>
                <a:lnTo>
                  <a:pt x="3166647" y="793707"/>
                </a:lnTo>
                <a:lnTo>
                  <a:pt x="0" y="793707"/>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302" name="Text 14"/>
          <p:cNvSpPr/>
          <p:nvPr/>
        </p:nvSpPr>
        <p:spPr>
          <a:xfrm>
            <a:off x="3884400" y="3984840"/>
            <a:ext cx="3035160" cy="2282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60" spc="-1" strike="noStrike">
                <a:solidFill>
                  <a:srgbClr val="ffffff"/>
                </a:solidFill>
                <a:latin typeface="Liter"/>
                <a:ea typeface="Liter"/>
              </a:rPr>
              <a:t>The Dark Side of the Moon</a:t>
            </a:r>
            <a:endParaRPr b="0" lang="en-HK" sz="1160" spc="-1" strike="noStrike">
              <a:latin typeface="Arial"/>
            </a:endParaRPr>
          </a:p>
        </p:txBody>
      </p:sp>
      <p:sp>
        <p:nvSpPr>
          <p:cNvPr id="303" name="Text 15"/>
          <p:cNvSpPr/>
          <p:nvPr/>
        </p:nvSpPr>
        <p:spPr>
          <a:xfrm>
            <a:off x="3884400" y="4246920"/>
            <a:ext cx="3018600" cy="1630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00" spc="-1" strike="noStrike">
                <a:solidFill>
                  <a:srgbClr val="ffffff">
                    <a:alpha val="70000"/>
                  </a:srgbClr>
                </a:solidFill>
                <a:latin typeface="Liter"/>
                <a:ea typeface="Liter"/>
              </a:rPr>
              <a:t>Pink Floyd (1973)</a:t>
            </a:r>
            <a:endParaRPr b="0" lang="en-HK" sz="900" spc="-1" strike="noStrike">
              <a:latin typeface="Arial"/>
            </a:endParaRPr>
          </a:p>
        </p:txBody>
      </p:sp>
      <p:sp>
        <p:nvSpPr>
          <p:cNvPr id="304" name="Text 16"/>
          <p:cNvSpPr/>
          <p:nvPr/>
        </p:nvSpPr>
        <p:spPr>
          <a:xfrm>
            <a:off x="3884400" y="4443120"/>
            <a:ext cx="3010320" cy="13032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770" spc="-1" strike="noStrike">
                <a:solidFill>
                  <a:srgbClr val="ffffff">
                    <a:alpha val="60000"/>
                  </a:srgbClr>
                </a:solidFill>
                <a:latin typeface="Liter"/>
                <a:ea typeface="Liter"/>
              </a:rPr>
              <a:t>Concept album masterpiece</a:t>
            </a:r>
            <a:endParaRPr b="0" lang="en-HK" sz="770" spc="-1" strike="noStrike">
              <a:latin typeface="Arial"/>
            </a:endParaRPr>
          </a:p>
        </p:txBody>
      </p:sp>
      <p:sp>
        <p:nvSpPr>
          <p:cNvPr id="305" name="Shape 17"/>
          <p:cNvSpPr/>
          <p:nvPr/>
        </p:nvSpPr>
        <p:spPr>
          <a:xfrm>
            <a:off x="511560" y="4782600"/>
            <a:ext cx="3165840" cy="793080"/>
          </a:xfrm>
          <a:custGeom>
            <a:avLst/>
            <a:gdLst/>
            <a:ahLst/>
            <a:rect l="l" t="t" r="r" b="b"/>
            <a:pathLst>
              <a:path w="3166647" h="793707">
                <a:moveTo>
                  <a:pt x="0" y="0"/>
                </a:moveTo>
                <a:lnTo>
                  <a:pt x="3166647" y="0"/>
                </a:lnTo>
                <a:lnTo>
                  <a:pt x="3166647" y="793707"/>
                </a:lnTo>
                <a:lnTo>
                  <a:pt x="0" y="793707"/>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306" name="Text 18"/>
          <p:cNvSpPr/>
          <p:nvPr/>
        </p:nvSpPr>
        <p:spPr>
          <a:xfrm>
            <a:off x="613800" y="4884840"/>
            <a:ext cx="3035160" cy="2282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60" spc="-1" strike="noStrike">
                <a:solidFill>
                  <a:srgbClr val="ffffff"/>
                </a:solidFill>
                <a:latin typeface="Liter"/>
                <a:ea typeface="Liter"/>
              </a:rPr>
              <a:t>Hotel California</a:t>
            </a:r>
            <a:endParaRPr b="0" lang="en-HK" sz="1160" spc="-1" strike="noStrike">
              <a:latin typeface="Arial"/>
            </a:endParaRPr>
          </a:p>
        </p:txBody>
      </p:sp>
      <p:sp>
        <p:nvSpPr>
          <p:cNvPr id="307" name="Text 19"/>
          <p:cNvSpPr/>
          <p:nvPr/>
        </p:nvSpPr>
        <p:spPr>
          <a:xfrm>
            <a:off x="613800" y="5146920"/>
            <a:ext cx="3018600" cy="1630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00" spc="-1" strike="noStrike">
                <a:solidFill>
                  <a:srgbClr val="ffffff">
                    <a:alpha val="70000"/>
                  </a:srgbClr>
                </a:solidFill>
                <a:latin typeface="Liter"/>
                <a:ea typeface="Liter"/>
              </a:rPr>
              <a:t>The Eagles (1976)</a:t>
            </a:r>
            <a:endParaRPr b="0" lang="en-HK" sz="900" spc="-1" strike="noStrike">
              <a:latin typeface="Arial"/>
            </a:endParaRPr>
          </a:p>
        </p:txBody>
      </p:sp>
      <p:sp>
        <p:nvSpPr>
          <p:cNvPr id="308" name="Text 20"/>
          <p:cNvSpPr/>
          <p:nvPr/>
        </p:nvSpPr>
        <p:spPr>
          <a:xfrm>
            <a:off x="613800" y="5343120"/>
            <a:ext cx="3010320" cy="13032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770" spc="-1" strike="noStrike">
                <a:solidFill>
                  <a:srgbClr val="ffffff">
                    <a:alpha val="60000"/>
                  </a:srgbClr>
                </a:solidFill>
                <a:latin typeface="Liter"/>
                <a:ea typeface="Liter"/>
              </a:rPr>
              <a:t>Title track guitar solo legendary</a:t>
            </a:r>
            <a:endParaRPr b="0" lang="en-HK" sz="770" spc="-1" strike="noStrike">
              <a:latin typeface="Arial"/>
            </a:endParaRPr>
          </a:p>
        </p:txBody>
      </p:sp>
      <p:sp>
        <p:nvSpPr>
          <p:cNvPr id="309" name="Shape 21"/>
          <p:cNvSpPr/>
          <p:nvPr/>
        </p:nvSpPr>
        <p:spPr>
          <a:xfrm>
            <a:off x="3782160" y="4782600"/>
            <a:ext cx="3165840" cy="793080"/>
          </a:xfrm>
          <a:custGeom>
            <a:avLst/>
            <a:gdLst/>
            <a:ahLst/>
            <a:rect l="l" t="t" r="r" b="b"/>
            <a:pathLst>
              <a:path w="3166647" h="793707">
                <a:moveTo>
                  <a:pt x="0" y="0"/>
                </a:moveTo>
                <a:lnTo>
                  <a:pt x="3166647" y="0"/>
                </a:lnTo>
                <a:lnTo>
                  <a:pt x="3166647" y="793707"/>
                </a:lnTo>
                <a:lnTo>
                  <a:pt x="0" y="793707"/>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310" name="Text 22"/>
          <p:cNvSpPr/>
          <p:nvPr/>
        </p:nvSpPr>
        <p:spPr>
          <a:xfrm>
            <a:off x="3884400" y="4884840"/>
            <a:ext cx="3035160" cy="2282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60" spc="-1" strike="noStrike">
                <a:solidFill>
                  <a:srgbClr val="ffffff"/>
                </a:solidFill>
                <a:latin typeface="Liter"/>
                <a:ea typeface="Liter"/>
              </a:rPr>
              <a:t>Who's Next</a:t>
            </a:r>
            <a:endParaRPr b="0" lang="en-HK" sz="1160" spc="-1" strike="noStrike">
              <a:latin typeface="Arial"/>
            </a:endParaRPr>
          </a:p>
        </p:txBody>
      </p:sp>
      <p:sp>
        <p:nvSpPr>
          <p:cNvPr id="311" name="Text 23"/>
          <p:cNvSpPr/>
          <p:nvPr/>
        </p:nvSpPr>
        <p:spPr>
          <a:xfrm>
            <a:off x="3884400" y="5146920"/>
            <a:ext cx="3018600" cy="1630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00" spc="-1" strike="noStrike">
                <a:solidFill>
                  <a:srgbClr val="ffffff">
                    <a:alpha val="70000"/>
                  </a:srgbClr>
                </a:solidFill>
                <a:latin typeface="Liter"/>
                <a:ea typeface="Liter"/>
              </a:rPr>
              <a:t>The Who (1971)</a:t>
            </a:r>
            <a:endParaRPr b="0" lang="en-HK" sz="900" spc="-1" strike="noStrike">
              <a:latin typeface="Arial"/>
            </a:endParaRPr>
          </a:p>
        </p:txBody>
      </p:sp>
      <p:sp>
        <p:nvSpPr>
          <p:cNvPr id="312" name="Text 24"/>
          <p:cNvSpPr/>
          <p:nvPr/>
        </p:nvSpPr>
        <p:spPr>
          <a:xfrm>
            <a:off x="3884400" y="5343120"/>
            <a:ext cx="3010320" cy="13032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770" spc="-1" strike="noStrike">
                <a:solidFill>
                  <a:srgbClr val="ffffff">
                    <a:alpha val="60000"/>
                  </a:srgbClr>
                </a:solidFill>
                <a:latin typeface="Liter"/>
                <a:ea typeface="Liter"/>
              </a:rPr>
              <a:t>"Baba O'Riley" &amp; "Won't Get Fooled Again"</a:t>
            </a:r>
            <a:endParaRPr b="0" lang="en-HK" sz="770" spc="-1" strike="noStrike">
              <a:latin typeface="Arial"/>
            </a:endParaRPr>
          </a:p>
        </p:txBody>
      </p:sp>
      <p:sp>
        <p:nvSpPr>
          <p:cNvPr id="313" name="Shape 25"/>
          <p:cNvSpPr/>
          <p:nvPr/>
        </p:nvSpPr>
        <p:spPr>
          <a:xfrm>
            <a:off x="879120" y="5891400"/>
            <a:ext cx="523080" cy="523080"/>
          </a:xfrm>
          <a:custGeom>
            <a:avLst/>
            <a:gdLst/>
            <a:ahLst/>
            <a:rect l="l" t="t" r="r" b="b"/>
            <a:pathLst>
              <a:path w="523683" h="523683">
                <a:moveTo>
                  <a:pt x="0" y="0"/>
                </a:moveTo>
                <a:lnTo>
                  <a:pt x="523683" y="0"/>
                </a:lnTo>
                <a:lnTo>
                  <a:pt x="523683" y="523683"/>
                </a:lnTo>
                <a:lnTo>
                  <a:pt x="0" y="523683"/>
                </a:lnTo>
                <a:lnTo>
                  <a:pt x="0" y="0"/>
                </a:lnTo>
                <a:close/>
              </a:path>
            </a:pathLst>
          </a:custGeom>
          <a:solidFill>
            <a:srgbClr val="ddff00"/>
          </a:solidFill>
          <a:ln w="0">
            <a:noFill/>
          </a:ln>
        </p:spPr>
        <p:style>
          <a:lnRef idx="0"/>
          <a:fillRef idx="0"/>
          <a:effectRef idx="0"/>
          <a:fontRef idx="minor"/>
        </p:style>
      </p:sp>
      <p:sp>
        <p:nvSpPr>
          <p:cNvPr id="314" name="Shape 26"/>
          <p:cNvSpPr/>
          <p:nvPr/>
        </p:nvSpPr>
        <p:spPr>
          <a:xfrm>
            <a:off x="1030320" y="6055200"/>
            <a:ext cx="220320" cy="195840"/>
          </a:xfrm>
          <a:custGeom>
            <a:avLst/>
            <a:gdLst/>
            <a:ahLst/>
            <a:rect l="l" t="t" r="r" b="b"/>
            <a:pathLst>
              <a:path w="220929" h="196381">
                <a:moveTo>
                  <a:pt x="120053" y="33446"/>
                </a:moveTo>
                <a:cubicBezTo>
                  <a:pt x="123582" y="30646"/>
                  <a:pt x="125807" y="26312"/>
                  <a:pt x="125807" y="21479"/>
                </a:cubicBezTo>
                <a:cubicBezTo>
                  <a:pt x="125807" y="13003"/>
                  <a:pt x="118941" y="6137"/>
                  <a:pt x="110464" y="6137"/>
                </a:cubicBezTo>
                <a:cubicBezTo>
                  <a:pt x="101988" y="6137"/>
                  <a:pt x="95122" y="13003"/>
                  <a:pt x="95122" y="21479"/>
                </a:cubicBezTo>
                <a:cubicBezTo>
                  <a:pt x="95122" y="26312"/>
                  <a:pt x="97385" y="30646"/>
                  <a:pt x="100876" y="33446"/>
                </a:cubicBezTo>
                <a:lnTo>
                  <a:pt x="74640" y="74717"/>
                </a:lnTo>
                <a:cubicBezTo>
                  <a:pt x="70805" y="80739"/>
                  <a:pt x="62635" y="82235"/>
                  <a:pt x="56920" y="77939"/>
                </a:cubicBezTo>
                <a:lnTo>
                  <a:pt x="34098" y="60871"/>
                </a:lnTo>
                <a:cubicBezTo>
                  <a:pt x="35824" y="58416"/>
                  <a:pt x="36821" y="55386"/>
                  <a:pt x="36821" y="52164"/>
                </a:cubicBezTo>
                <a:cubicBezTo>
                  <a:pt x="36821" y="43687"/>
                  <a:pt x="29956" y="36821"/>
                  <a:pt x="21479" y="36821"/>
                </a:cubicBezTo>
                <a:cubicBezTo>
                  <a:pt x="13003" y="36821"/>
                  <a:pt x="6137" y="43687"/>
                  <a:pt x="6137" y="52164"/>
                </a:cubicBezTo>
                <a:cubicBezTo>
                  <a:pt x="6137" y="60525"/>
                  <a:pt x="12849" y="67353"/>
                  <a:pt x="21172" y="67506"/>
                </a:cubicBezTo>
                <a:lnTo>
                  <a:pt x="33676" y="150930"/>
                </a:lnTo>
                <a:cubicBezTo>
                  <a:pt x="35479" y="162935"/>
                  <a:pt x="45797" y="171834"/>
                  <a:pt x="57955" y="171834"/>
                </a:cubicBezTo>
                <a:lnTo>
                  <a:pt x="162973" y="171834"/>
                </a:lnTo>
                <a:cubicBezTo>
                  <a:pt x="175132" y="171834"/>
                  <a:pt x="185450" y="162935"/>
                  <a:pt x="187253" y="150930"/>
                </a:cubicBezTo>
                <a:lnTo>
                  <a:pt x="199757" y="67506"/>
                </a:lnTo>
                <a:cubicBezTo>
                  <a:pt x="208080" y="67353"/>
                  <a:pt x="214792" y="60525"/>
                  <a:pt x="214792" y="52164"/>
                </a:cubicBezTo>
                <a:cubicBezTo>
                  <a:pt x="214792" y="43687"/>
                  <a:pt x="207926" y="36821"/>
                  <a:pt x="199450" y="36821"/>
                </a:cubicBezTo>
                <a:cubicBezTo>
                  <a:pt x="190973" y="36821"/>
                  <a:pt x="184107" y="43687"/>
                  <a:pt x="184107" y="52164"/>
                </a:cubicBezTo>
                <a:cubicBezTo>
                  <a:pt x="184107" y="55386"/>
                  <a:pt x="185105" y="58416"/>
                  <a:pt x="186831" y="60871"/>
                </a:cubicBezTo>
                <a:lnTo>
                  <a:pt x="164047" y="77977"/>
                </a:lnTo>
                <a:cubicBezTo>
                  <a:pt x="158332" y="82273"/>
                  <a:pt x="150163" y="80777"/>
                  <a:pt x="146327" y="74755"/>
                </a:cubicBezTo>
                <a:lnTo>
                  <a:pt x="120053" y="33446"/>
                </a:lnTo>
                <a:close/>
              </a:path>
            </a:pathLst>
          </a:custGeom>
          <a:solidFill>
            <a:srgbClr val="000000"/>
          </a:solidFill>
          <a:ln w="0">
            <a:noFill/>
          </a:ln>
        </p:spPr>
        <p:style>
          <a:lnRef idx="0"/>
          <a:fillRef idx="0"/>
          <a:effectRef idx="0"/>
          <a:fontRef idx="minor"/>
        </p:style>
      </p:sp>
      <p:sp>
        <p:nvSpPr>
          <p:cNvPr id="315" name="Text 27"/>
          <p:cNvSpPr/>
          <p:nvPr/>
        </p:nvSpPr>
        <p:spPr>
          <a:xfrm>
            <a:off x="298800" y="6480720"/>
            <a:ext cx="1684800" cy="16308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900" spc="-1" strike="noStrike">
                <a:solidFill>
                  <a:srgbClr val="ffffff"/>
                </a:solidFill>
                <a:latin typeface="Liter"/>
                <a:ea typeface="Liter"/>
              </a:rPr>
              <a:t>Queen</a:t>
            </a:r>
            <a:endParaRPr b="0" lang="en-HK" sz="900" spc="-1" strike="noStrike">
              <a:latin typeface="Arial"/>
            </a:endParaRPr>
          </a:p>
        </p:txBody>
      </p:sp>
      <p:sp>
        <p:nvSpPr>
          <p:cNvPr id="316" name="Shape 28"/>
          <p:cNvSpPr/>
          <p:nvPr/>
        </p:nvSpPr>
        <p:spPr>
          <a:xfrm>
            <a:off x="2604240" y="5891400"/>
            <a:ext cx="523080" cy="523080"/>
          </a:xfrm>
          <a:custGeom>
            <a:avLst/>
            <a:gdLst/>
            <a:ahLst/>
            <a:rect l="l" t="t" r="r" b="b"/>
            <a:pathLst>
              <a:path w="523683" h="523683">
                <a:moveTo>
                  <a:pt x="0" y="0"/>
                </a:moveTo>
                <a:lnTo>
                  <a:pt x="523683" y="0"/>
                </a:lnTo>
                <a:lnTo>
                  <a:pt x="523683" y="523683"/>
                </a:lnTo>
                <a:lnTo>
                  <a:pt x="0" y="523683"/>
                </a:lnTo>
                <a:lnTo>
                  <a:pt x="0" y="0"/>
                </a:lnTo>
                <a:close/>
              </a:path>
            </a:pathLst>
          </a:custGeom>
          <a:solidFill>
            <a:srgbClr val="ddff00"/>
          </a:solidFill>
          <a:ln w="0">
            <a:noFill/>
          </a:ln>
        </p:spPr>
        <p:style>
          <a:lnRef idx="0"/>
          <a:fillRef idx="0"/>
          <a:effectRef idx="0"/>
          <a:fontRef idx="minor"/>
        </p:style>
      </p:sp>
      <p:sp>
        <p:nvSpPr>
          <p:cNvPr id="317" name="Shape 29"/>
          <p:cNvSpPr/>
          <p:nvPr/>
        </p:nvSpPr>
        <p:spPr>
          <a:xfrm>
            <a:off x="2768040" y="6055200"/>
            <a:ext cx="195840" cy="195840"/>
          </a:xfrm>
          <a:custGeom>
            <a:avLst/>
            <a:gdLst/>
            <a:ahLst/>
            <a:rect l="l" t="t" r="r" b="b"/>
            <a:pathLst>
              <a:path w="196381" h="196381">
                <a:moveTo>
                  <a:pt x="49095" y="122738"/>
                </a:moveTo>
                <a:lnTo>
                  <a:pt x="9397" y="122738"/>
                </a:lnTo>
                <a:cubicBezTo>
                  <a:pt x="-153" y="122738"/>
                  <a:pt x="-6022" y="112344"/>
                  <a:pt x="-1112" y="104136"/>
                </a:cubicBezTo>
                <a:lnTo>
                  <a:pt x="19178" y="70306"/>
                </a:lnTo>
                <a:cubicBezTo>
                  <a:pt x="22515" y="64744"/>
                  <a:pt x="28498" y="61369"/>
                  <a:pt x="34980" y="61369"/>
                </a:cubicBezTo>
                <a:lnTo>
                  <a:pt x="71418" y="61369"/>
                </a:lnTo>
                <a:cubicBezTo>
                  <a:pt x="100607" y="11929"/>
                  <a:pt x="144141" y="9436"/>
                  <a:pt x="173253" y="13693"/>
                </a:cubicBezTo>
                <a:cubicBezTo>
                  <a:pt x="178162" y="14422"/>
                  <a:pt x="181998" y="18257"/>
                  <a:pt x="182688" y="23128"/>
                </a:cubicBezTo>
                <a:cubicBezTo>
                  <a:pt x="186946" y="52240"/>
                  <a:pt x="184453" y="95774"/>
                  <a:pt x="135012" y="124963"/>
                </a:cubicBezTo>
                <a:lnTo>
                  <a:pt x="135012" y="161401"/>
                </a:lnTo>
                <a:cubicBezTo>
                  <a:pt x="135012" y="167883"/>
                  <a:pt x="131637" y="173866"/>
                  <a:pt x="126075" y="177203"/>
                </a:cubicBezTo>
                <a:lnTo>
                  <a:pt x="92245" y="197494"/>
                </a:lnTo>
                <a:cubicBezTo>
                  <a:pt x="84076" y="202403"/>
                  <a:pt x="73643" y="196496"/>
                  <a:pt x="73643" y="186984"/>
                </a:cubicBezTo>
                <a:lnTo>
                  <a:pt x="73643" y="147286"/>
                </a:lnTo>
                <a:cubicBezTo>
                  <a:pt x="73643" y="133746"/>
                  <a:pt x="62635" y="122738"/>
                  <a:pt x="49095" y="122738"/>
                </a:cubicBezTo>
                <a:lnTo>
                  <a:pt x="49057" y="122738"/>
                </a:lnTo>
                <a:close/>
                <a:moveTo>
                  <a:pt x="153423" y="61369"/>
                </a:moveTo>
                <a:cubicBezTo>
                  <a:pt x="153423" y="51208"/>
                  <a:pt x="145173" y="42958"/>
                  <a:pt x="135012" y="42958"/>
                </a:cubicBezTo>
                <a:cubicBezTo>
                  <a:pt x="124851" y="42958"/>
                  <a:pt x="116601" y="51208"/>
                  <a:pt x="116601" y="61369"/>
                </a:cubicBezTo>
                <a:cubicBezTo>
                  <a:pt x="116601" y="71530"/>
                  <a:pt x="124851" y="79780"/>
                  <a:pt x="135012" y="79780"/>
                </a:cubicBezTo>
                <a:cubicBezTo>
                  <a:pt x="145173" y="79780"/>
                  <a:pt x="153423" y="71530"/>
                  <a:pt x="153423" y="61369"/>
                </a:cubicBezTo>
                <a:close/>
              </a:path>
            </a:pathLst>
          </a:custGeom>
          <a:solidFill>
            <a:srgbClr val="000000"/>
          </a:solidFill>
          <a:ln w="0">
            <a:noFill/>
          </a:ln>
        </p:spPr>
        <p:style>
          <a:lnRef idx="0"/>
          <a:fillRef idx="0"/>
          <a:effectRef idx="0"/>
          <a:fontRef idx="minor"/>
        </p:style>
      </p:sp>
      <p:sp>
        <p:nvSpPr>
          <p:cNvPr id="318" name="Text 30"/>
          <p:cNvSpPr/>
          <p:nvPr/>
        </p:nvSpPr>
        <p:spPr>
          <a:xfrm>
            <a:off x="2023920" y="6480720"/>
            <a:ext cx="1684800" cy="16308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900" spc="-1" strike="noStrike">
                <a:solidFill>
                  <a:srgbClr val="ffffff"/>
                </a:solidFill>
                <a:latin typeface="Liter"/>
                <a:ea typeface="Liter"/>
              </a:rPr>
              <a:t>David Bowie</a:t>
            </a:r>
            <a:endParaRPr b="0" lang="en-HK" sz="900" spc="-1" strike="noStrike">
              <a:latin typeface="Arial"/>
            </a:endParaRPr>
          </a:p>
        </p:txBody>
      </p:sp>
      <p:sp>
        <p:nvSpPr>
          <p:cNvPr id="319" name="Shape 31"/>
          <p:cNvSpPr/>
          <p:nvPr/>
        </p:nvSpPr>
        <p:spPr>
          <a:xfrm>
            <a:off x="4329720" y="5891400"/>
            <a:ext cx="523080" cy="523080"/>
          </a:xfrm>
          <a:custGeom>
            <a:avLst/>
            <a:gdLst/>
            <a:ahLst/>
            <a:rect l="l" t="t" r="r" b="b"/>
            <a:pathLst>
              <a:path w="523683" h="523683">
                <a:moveTo>
                  <a:pt x="0" y="0"/>
                </a:moveTo>
                <a:lnTo>
                  <a:pt x="523683" y="0"/>
                </a:lnTo>
                <a:lnTo>
                  <a:pt x="523683" y="523683"/>
                </a:lnTo>
                <a:lnTo>
                  <a:pt x="0" y="523683"/>
                </a:lnTo>
                <a:lnTo>
                  <a:pt x="0" y="0"/>
                </a:lnTo>
                <a:close/>
              </a:path>
            </a:pathLst>
          </a:custGeom>
          <a:solidFill>
            <a:srgbClr val="ddff00"/>
          </a:solidFill>
          <a:ln w="0">
            <a:noFill/>
          </a:ln>
        </p:spPr>
        <p:style>
          <a:lnRef idx="0"/>
          <a:fillRef idx="0"/>
          <a:effectRef idx="0"/>
          <a:fontRef idx="minor"/>
        </p:style>
      </p:sp>
      <p:sp>
        <p:nvSpPr>
          <p:cNvPr id="320" name="Shape 32"/>
          <p:cNvSpPr/>
          <p:nvPr/>
        </p:nvSpPr>
        <p:spPr>
          <a:xfrm>
            <a:off x="4493520" y="6055200"/>
            <a:ext cx="195840" cy="195840"/>
          </a:xfrm>
          <a:custGeom>
            <a:avLst/>
            <a:gdLst/>
            <a:ahLst/>
            <a:rect l="l" t="t" r="r" b="b"/>
            <a:pathLst>
              <a:path w="196381" h="196381">
                <a:moveTo>
                  <a:pt x="44761" y="12964"/>
                </a:moveTo>
                <a:cubicBezTo>
                  <a:pt x="46487" y="10625"/>
                  <a:pt x="49249" y="9205"/>
                  <a:pt x="52164" y="9205"/>
                </a:cubicBezTo>
                <a:lnTo>
                  <a:pt x="144217" y="9205"/>
                </a:lnTo>
                <a:cubicBezTo>
                  <a:pt x="147132" y="9205"/>
                  <a:pt x="149894" y="10586"/>
                  <a:pt x="151620" y="12964"/>
                </a:cubicBezTo>
                <a:lnTo>
                  <a:pt x="194578" y="71265"/>
                </a:lnTo>
                <a:cubicBezTo>
                  <a:pt x="197187" y="74794"/>
                  <a:pt x="196918" y="79665"/>
                  <a:pt x="194003" y="82925"/>
                </a:cubicBezTo>
                <a:lnTo>
                  <a:pt x="105018" y="181116"/>
                </a:lnTo>
                <a:cubicBezTo>
                  <a:pt x="103292" y="183033"/>
                  <a:pt x="100799" y="184146"/>
                  <a:pt x="98191" y="184146"/>
                </a:cubicBezTo>
                <a:cubicBezTo>
                  <a:pt x="95582" y="184146"/>
                  <a:pt x="93128" y="183033"/>
                  <a:pt x="91363" y="181116"/>
                </a:cubicBezTo>
                <a:lnTo>
                  <a:pt x="2378" y="82925"/>
                </a:lnTo>
                <a:cubicBezTo>
                  <a:pt x="-575" y="79665"/>
                  <a:pt x="-805" y="74794"/>
                  <a:pt x="1803" y="71265"/>
                </a:cubicBezTo>
                <a:lnTo>
                  <a:pt x="44761" y="12964"/>
                </a:lnTo>
                <a:close/>
                <a:moveTo>
                  <a:pt x="59528" y="28230"/>
                </a:moveTo>
                <a:cubicBezTo>
                  <a:pt x="58262" y="29189"/>
                  <a:pt x="57917" y="30915"/>
                  <a:pt x="58723" y="32257"/>
                </a:cubicBezTo>
                <a:lnTo>
                  <a:pt x="80739" y="68964"/>
                </a:lnTo>
                <a:lnTo>
                  <a:pt x="24279" y="73643"/>
                </a:lnTo>
                <a:cubicBezTo>
                  <a:pt x="22707" y="73758"/>
                  <a:pt x="21479" y="75100"/>
                  <a:pt x="21479" y="76711"/>
                </a:cubicBezTo>
                <a:cubicBezTo>
                  <a:pt x="21479" y="78322"/>
                  <a:pt x="22707" y="79626"/>
                  <a:pt x="24279" y="79780"/>
                </a:cubicBezTo>
                <a:lnTo>
                  <a:pt x="97922" y="85917"/>
                </a:lnTo>
                <a:cubicBezTo>
                  <a:pt x="98076" y="85917"/>
                  <a:pt x="98267" y="85917"/>
                  <a:pt x="98421" y="85917"/>
                </a:cubicBezTo>
                <a:lnTo>
                  <a:pt x="172064" y="79780"/>
                </a:lnTo>
                <a:cubicBezTo>
                  <a:pt x="173636" y="79665"/>
                  <a:pt x="174864" y="78322"/>
                  <a:pt x="174864" y="76711"/>
                </a:cubicBezTo>
                <a:cubicBezTo>
                  <a:pt x="174864" y="75100"/>
                  <a:pt x="173636" y="73796"/>
                  <a:pt x="172064" y="73643"/>
                </a:cubicBezTo>
                <a:lnTo>
                  <a:pt x="115604" y="68925"/>
                </a:lnTo>
                <a:lnTo>
                  <a:pt x="137620" y="32257"/>
                </a:lnTo>
                <a:cubicBezTo>
                  <a:pt x="138426" y="30915"/>
                  <a:pt x="138081" y="29150"/>
                  <a:pt x="136815" y="28230"/>
                </a:cubicBezTo>
                <a:cubicBezTo>
                  <a:pt x="135549" y="27309"/>
                  <a:pt x="133785" y="27463"/>
                  <a:pt x="132711" y="28613"/>
                </a:cubicBezTo>
                <a:lnTo>
                  <a:pt x="98191" y="66049"/>
                </a:lnTo>
                <a:lnTo>
                  <a:pt x="63632" y="28613"/>
                </a:lnTo>
                <a:cubicBezTo>
                  <a:pt x="62558" y="27463"/>
                  <a:pt x="60794" y="27309"/>
                  <a:pt x="59528" y="28230"/>
                </a:cubicBezTo>
                <a:close/>
              </a:path>
            </a:pathLst>
          </a:custGeom>
          <a:solidFill>
            <a:srgbClr val="000000"/>
          </a:solidFill>
          <a:ln w="0">
            <a:noFill/>
          </a:ln>
        </p:spPr>
        <p:style>
          <a:lnRef idx="0"/>
          <a:fillRef idx="0"/>
          <a:effectRef idx="0"/>
          <a:fontRef idx="minor"/>
        </p:style>
      </p:sp>
      <p:sp>
        <p:nvSpPr>
          <p:cNvPr id="321" name="Text 33"/>
          <p:cNvSpPr/>
          <p:nvPr/>
        </p:nvSpPr>
        <p:spPr>
          <a:xfrm>
            <a:off x="3749400" y="6480720"/>
            <a:ext cx="1684800" cy="16308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900" spc="-1" strike="noStrike">
                <a:solidFill>
                  <a:srgbClr val="ffffff"/>
                </a:solidFill>
                <a:latin typeface="Liter"/>
                <a:ea typeface="Liter"/>
              </a:rPr>
              <a:t>Elton John</a:t>
            </a:r>
            <a:endParaRPr b="0" lang="en-HK" sz="900" spc="-1" strike="noStrike">
              <a:latin typeface="Arial"/>
            </a:endParaRPr>
          </a:p>
        </p:txBody>
      </p:sp>
      <p:sp>
        <p:nvSpPr>
          <p:cNvPr id="322" name="Shape 34"/>
          <p:cNvSpPr/>
          <p:nvPr/>
        </p:nvSpPr>
        <p:spPr>
          <a:xfrm>
            <a:off x="6055200" y="5891400"/>
            <a:ext cx="523080" cy="523080"/>
          </a:xfrm>
          <a:custGeom>
            <a:avLst/>
            <a:gdLst/>
            <a:ahLst/>
            <a:rect l="l" t="t" r="r" b="b"/>
            <a:pathLst>
              <a:path w="523683" h="523683">
                <a:moveTo>
                  <a:pt x="0" y="0"/>
                </a:moveTo>
                <a:lnTo>
                  <a:pt x="523683" y="0"/>
                </a:lnTo>
                <a:lnTo>
                  <a:pt x="523683" y="523683"/>
                </a:lnTo>
                <a:lnTo>
                  <a:pt x="0" y="523683"/>
                </a:lnTo>
                <a:lnTo>
                  <a:pt x="0" y="0"/>
                </a:lnTo>
                <a:close/>
              </a:path>
            </a:pathLst>
          </a:custGeom>
          <a:solidFill>
            <a:srgbClr val="ddff00"/>
          </a:solidFill>
          <a:ln w="0">
            <a:noFill/>
          </a:ln>
        </p:spPr>
        <p:style>
          <a:lnRef idx="0"/>
          <a:fillRef idx="0"/>
          <a:effectRef idx="0"/>
          <a:fontRef idx="minor"/>
        </p:style>
      </p:sp>
      <p:sp>
        <p:nvSpPr>
          <p:cNvPr id="323" name="Shape 35"/>
          <p:cNvSpPr/>
          <p:nvPr/>
        </p:nvSpPr>
        <p:spPr>
          <a:xfrm>
            <a:off x="6231240" y="6055200"/>
            <a:ext cx="171000" cy="195840"/>
          </a:xfrm>
          <a:custGeom>
            <a:avLst/>
            <a:gdLst/>
            <a:ahLst/>
            <a:rect l="l" t="t" r="r" b="b"/>
            <a:pathLst>
              <a:path w="171834" h="196381">
                <a:moveTo>
                  <a:pt x="129949" y="-3797"/>
                </a:moveTo>
                <a:cubicBezTo>
                  <a:pt x="134513" y="-499"/>
                  <a:pt x="136201" y="5485"/>
                  <a:pt x="134130" y="10701"/>
                </a:cubicBezTo>
                <a:lnTo>
                  <a:pt x="104059" y="85917"/>
                </a:lnTo>
                <a:lnTo>
                  <a:pt x="159560" y="85917"/>
                </a:lnTo>
                <a:cubicBezTo>
                  <a:pt x="164738" y="85917"/>
                  <a:pt x="169340" y="89139"/>
                  <a:pt x="171105" y="94010"/>
                </a:cubicBezTo>
                <a:cubicBezTo>
                  <a:pt x="172869" y="98881"/>
                  <a:pt x="171373" y="104328"/>
                  <a:pt x="167423" y="107626"/>
                </a:cubicBezTo>
                <a:lnTo>
                  <a:pt x="56958" y="199680"/>
                </a:lnTo>
                <a:cubicBezTo>
                  <a:pt x="52624" y="203285"/>
                  <a:pt x="46449" y="203477"/>
                  <a:pt x="41884" y="200178"/>
                </a:cubicBezTo>
                <a:cubicBezTo>
                  <a:pt x="37320" y="196880"/>
                  <a:pt x="35632" y="190896"/>
                  <a:pt x="37704" y="185680"/>
                </a:cubicBezTo>
                <a:lnTo>
                  <a:pt x="67775" y="110464"/>
                </a:lnTo>
                <a:lnTo>
                  <a:pt x="12274" y="110464"/>
                </a:lnTo>
                <a:cubicBezTo>
                  <a:pt x="7096" y="110464"/>
                  <a:pt x="2493" y="107243"/>
                  <a:pt x="729" y="102371"/>
                </a:cubicBezTo>
                <a:cubicBezTo>
                  <a:pt x="-1036" y="97500"/>
                  <a:pt x="460" y="92054"/>
                  <a:pt x="4411" y="88755"/>
                </a:cubicBezTo>
                <a:lnTo>
                  <a:pt x="114875" y="-3299"/>
                </a:lnTo>
                <a:cubicBezTo>
                  <a:pt x="119210" y="-6904"/>
                  <a:pt x="125385" y="-7096"/>
                  <a:pt x="129949" y="-3797"/>
                </a:cubicBezTo>
                <a:close/>
              </a:path>
            </a:pathLst>
          </a:custGeom>
          <a:solidFill>
            <a:srgbClr val="000000"/>
          </a:solidFill>
          <a:ln w="0">
            <a:noFill/>
          </a:ln>
        </p:spPr>
        <p:style>
          <a:lnRef idx="0"/>
          <a:fillRef idx="0"/>
          <a:effectRef idx="0"/>
          <a:fontRef idx="minor"/>
        </p:style>
      </p:sp>
      <p:sp>
        <p:nvSpPr>
          <p:cNvPr id="324" name="Text 36"/>
          <p:cNvSpPr/>
          <p:nvPr/>
        </p:nvSpPr>
        <p:spPr>
          <a:xfrm>
            <a:off x="5474880" y="6480720"/>
            <a:ext cx="1684800" cy="16308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900" spc="-1" strike="noStrike">
                <a:solidFill>
                  <a:srgbClr val="ffffff"/>
                </a:solidFill>
                <a:latin typeface="Liter"/>
                <a:ea typeface="Liter"/>
              </a:rPr>
              <a:t>Aerosmith</a:t>
            </a:r>
            <a:endParaRPr b="0" lang="en-HK" sz="900" spc="-1" strike="noStrike">
              <a:latin typeface="Arial"/>
            </a:endParaRPr>
          </a:p>
        </p:txBody>
      </p:sp>
      <p:sp>
        <p:nvSpPr>
          <p:cNvPr id="325" name="Image 0"/>
          <p:cNvSpPr/>
          <p:nvPr/>
        </p:nvSpPr>
        <p:spPr>
          <a:xfrm>
            <a:off x="7327080" y="1080000"/>
            <a:ext cx="4532400" cy="3501360"/>
          </a:xfrm>
          <a:prstGeom prst="roundRect">
            <a:avLst>
              <a:gd name="adj" fmla="val 0"/>
            </a:avLst>
          </a:prstGeom>
          <a:blipFill rotWithShape="0">
            <a:blip r:embed="rId1"/>
            <a:srcRect/>
            <a:stretch/>
          </a:blipFill>
          <a:ln w="0">
            <a:noFill/>
          </a:ln>
        </p:spPr>
        <p:style>
          <a:lnRef idx="0"/>
          <a:fillRef idx="0"/>
          <a:effectRef idx="0"/>
          <a:fontRef idx="minor"/>
        </p:style>
      </p:sp>
      <p:sp>
        <p:nvSpPr>
          <p:cNvPr id="326" name="Shape 37"/>
          <p:cNvSpPr/>
          <p:nvPr/>
        </p:nvSpPr>
        <p:spPr>
          <a:xfrm>
            <a:off x="7327080" y="1080000"/>
            <a:ext cx="4532400" cy="3501360"/>
          </a:xfrm>
          <a:custGeom>
            <a:avLst/>
            <a:gdLst/>
            <a:ahLst/>
            <a:rect l="l" t="t" r="r" b="b"/>
            <a:pathLst>
              <a:path w="4533133" h="3502132">
                <a:moveTo>
                  <a:pt x="0" y="0"/>
                </a:moveTo>
                <a:lnTo>
                  <a:pt x="4533133" y="0"/>
                </a:lnTo>
                <a:lnTo>
                  <a:pt x="4533133" y="3502132"/>
                </a:lnTo>
                <a:lnTo>
                  <a:pt x="0" y="3502132"/>
                </a:lnTo>
                <a:lnTo>
                  <a:pt x="0" y="0"/>
                </a:lnTo>
                <a:close/>
              </a:path>
            </a:pathLst>
          </a:custGeom>
          <a:gradFill rotWithShape="0">
            <a:gsLst>
              <a:gs pos="50000">
                <a:srgbClr val="000000">
                  <a:alpha val="0"/>
                </a:srgbClr>
              </a:gs>
              <a:gs pos="100000">
                <a:srgbClr val="000000"/>
              </a:gs>
            </a:gsLst>
            <a:lin ang="5400000"/>
          </a:gradFill>
          <a:ln w="0">
            <a:noFill/>
          </a:ln>
        </p:spPr>
        <p:style>
          <a:lnRef idx="0"/>
          <a:fillRef idx="0"/>
          <a:effectRef idx="0"/>
          <a:fontRef idx="minor"/>
        </p:style>
      </p:sp>
      <p:sp>
        <p:nvSpPr>
          <p:cNvPr id="327" name="Text 38"/>
          <p:cNvSpPr/>
          <p:nvPr/>
        </p:nvSpPr>
        <p:spPr>
          <a:xfrm>
            <a:off x="7458120" y="4025880"/>
            <a:ext cx="4327920" cy="1630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00" spc="-1" strike="noStrike">
                <a:solidFill>
                  <a:srgbClr val="ddff00"/>
                </a:solidFill>
                <a:latin typeface="Liter"/>
                <a:ea typeface="Liter"/>
              </a:rPr>
              <a:t>1970s ROCK</a:t>
            </a:r>
            <a:endParaRPr b="0" lang="en-HK" sz="900" spc="-1" strike="noStrike">
              <a:latin typeface="Arial"/>
            </a:endParaRPr>
          </a:p>
        </p:txBody>
      </p:sp>
      <p:sp>
        <p:nvSpPr>
          <p:cNvPr id="328" name="Text 39"/>
          <p:cNvSpPr/>
          <p:nvPr/>
        </p:nvSpPr>
        <p:spPr>
          <a:xfrm>
            <a:off x="7458120" y="4222080"/>
            <a:ext cx="4344120" cy="2282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60" spc="-1" strike="noStrike">
                <a:solidFill>
                  <a:srgbClr val="ffffff"/>
                </a:solidFill>
                <a:latin typeface="Liter"/>
                <a:ea typeface="Liter"/>
              </a:rPr>
              <a:t>Stadium Rock Era</a:t>
            </a:r>
            <a:endParaRPr b="0" lang="en-HK" sz="1160" spc="-1" strike="noStrike">
              <a:latin typeface="Arial"/>
            </a:endParaRPr>
          </a:p>
        </p:txBody>
      </p:sp>
      <p:sp>
        <p:nvSpPr>
          <p:cNvPr id="329" name="Shape 40"/>
          <p:cNvSpPr/>
          <p:nvPr/>
        </p:nvSpPr>
        <p:spPr>
          <a:xfrm>
            <a:off x="7335360" y="4721400"/>
            <a:ext cx="4516200" cy="1914120"/>
          </a:xfrm>
          <a:custGeom>
            <a:avLst/>
            <a:gdLst/>
            <a:ahLst/>
            <a:rect l="l" t="t" r="r" b="b"/>
            <a:pathLst>
              <a:path w="4516768" h="1914717">
                <a:moveTo>
                  <a:pt x="0" y="0"/>
                </a:moveTo>
                <a:lnTo>
                  <a:pt x="4516768" y="0"/>
                </a:lnTo>
                <a:lnTo>
                  <a:pt x="4516768" y="1914717"/>
                </a:lnTo>
                <a:lnTo>
                  <a:pt x="0" y="1914717"/>
                </a:lnTo>
                <a:lnTo>
                  <a:pt x="0" y="0"/>
                </a:lnTo>
                <a:close/>
              </a:path>
            </a:pathLst>
          </a:custGeom>
          <a:noFill/>
          <a:ln w="25400">
            <a:solidFill>
              <a:srgbClr val="ddff00"/>
            </a:solidFill>
            <a:round/>
          </a:ln>
        </p:spPr>
        <p:style>
          <a:lnRef idx="0"/>
          <a:fillRef idx="0"/>
          <a:effectRef idx="0"/>
          <a:fontRef idx="minor"/>
        </p:style>
      </p:sp>
      <p:sp>
        <p:nvSpPr>
          <p:cNvPr id="330" name="Text 41"/>
          <p:cNvSpPr/>
          <p:nvPr/>
        </p:nvSpPr>
        <p:spPr>
          <a:xfrm>
            <a:off x="7507080" y="4893120"/>
            <a:ext cx="4246200" cy="2282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60" spc="-1" strike="noStrike">
                <a:solidFill>
                  <a:srgbClr val="ddff00"/>
                </a:solidFill>
                <a:latin typeface="Liter"/>
                <a:ea typeface="Liter"/>
              </a:rPr>
              <a:t>Musical Characteristics</a:t>
            </a:r>
            <a:endParaRPr b="0" lang="en-HK" sz="1160" spc="-1" strike="noStrike">
              <a:latin typeface="Arial"/>
            </a:endParaRPr>
          </a:p>
        </p:txBody>
      </p:sp>
      <p:sp>
        <p:nvSpPr>
          <p:cNvPr id="331" name="Shape 42"/>
          <p:cNvSpPr/>
          <p:nvPr/>
        </p:nvSpPr>
        <p:spPr>
          <a:xfrm>
            <a:off x="7507080" y="5285880"/>
            <a:ext cx="64800" cy="64800"/>
          </a:xfrm>
          <a:custGeom>
            <a:avLst/>
            <a:gdLst/>
            <a:ahLst/>
            <a:rect l="l" t="t" r="r" b="b"/>
            <a:pathLst>
              <a:path w="65460" h="65460">
                <a:moveTo>
                  <a:pt x="0" y="0"/>
                </a:moveTo>
                <a:lnTo>
                  <a:pt x="65460" y="0"/>
                </a:lnTo>
                <a:lnTo>
                  <a:pt x="65460" y="65460"/>
                </a:lnTo>
                <a:lnTo>
                  <a:pt x="0" y="65460"/>
                </a:lnTo>
                <a:lnTo>
                  <a:pt x="0" y="0"/>
                </a:lnTo>
                <a:close/>
              </a:path>
            </a:pathLst>
          </a:custGeom>
          <a:solidFill>
            <a:srgbClr val="ddff00"/>
          </a:solidFill>
          <a:ln w="0">
            <a:noFill/>
          </a:ln>
        </p:spPr>
        <p:style>
          <a:lnRef idx="0"/>
          <a:fillRef idx="0"/>
          <a:effectRef idx="0"/>
          <a:fontRef idx="minor"/>
        </p:style>
      </p:sp>
      <p:sp>
        <p:nvSpPr>
          <p:cNvPr id="332" name="Text 43"/>
          <p:cNvSpPr/>
          <p:nvPr/>
        </p:nvSpPr>
        <p:spPr>
          <a:xfrm>
            <a:off x="7638120" y="5220360"/>
            <a:ext cx="2380320" cy="1958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30" spc="-1" strike="noStrike">
                <a:solidFill>
                  <a:srgbClr val="ffffff">
                    <a:alpha val="80000"/>
                  </a:srgbClr>
                </a:solidFill>
                <a:latin typeface="Liter"/>
                <a:ea typeface="Liter"/>
              </a:rPr>
              <a:t>Melodic hooks</a:t>
            </a:r>
            <a:r>
              <a:rPr b="0" lang="en-US" sz="1030" spc="-1" strike="noStrike">
                <a:solidFill>
                  <a:srgbClr val="ffffff">
                    <a:alpha val="80000"/>
                  </a:srgbClr>
                </a:solidFill>
                <a:latin typeface="Liter"/>
                <a:ea typeface="Liter"/>
              </a:rPr>
              <a:t> and memorable choruses</a:t>
            </a:r>
            <a:endParaRPr b="0" lang="en-HK" sz="1030" spc="-1" strike="noStrike">
              <a:latin typeface="Arial"/>
            </a:endParaRPr>
          </a:p>
        </p:txBody>
      </p:sp>
      <p:sp>
        <p:nvSpPr>
          <p:cNvPr id="333" name="Shape 44"/>
          <p:cNvSpPr/>
          <p:nvPr/>
        </p:nvSpPr>
        <p:spPr>
          <a:xfrm>
            <a:off x="7507080" y="5547600"/>
            <a:ext cx="64800" cy="64800"/>
          </a:xfrm>
          <a:custGeom>
            <a:avLst/>
            <a:gdLst/>
            <a:ahLst/>
            <a:rect l="l" t="t" r="r" b="b"/>
            <a:pathLst>
              <a:path w="65460" h="65460">
                <a:moveTo>
                  <a:pt x="0" y="0"/>
                </a:moveTo>
                <a:lnTo>
                  <a:pt x="65460" y="0"/>
                </a:lnTo>
                <a:lnTo>
                  <a:pt x="65460" y="65460"/>
                </a:lnTo>
                <a:lnTo>
                  <a:pt x="0" y="65460"/>
                </a:lnTo>
                <a:lnTo>
                  <a:pt x="0" y="0"/>
                </a:lnTo>
                <a:close/>
              </a:path>
            </a:pathLst>
          </a:custGeom>
          <a:solidFill>
            <a:srgbClr val="ddff00"/>
          </a:solidFill>
          <a:ln w="0">
            <a:noFill/>
          </a:ln>
        </p:spPr>
        <p:style>
          <a:lnRef idx="0"/>
          <a:fillRef idx="0"/>
          <a:effectRef idx="0"/>
          <a:fontRef idx="minor"/>
        </p:style>
      </p:sp>
      <p:sp>
        <p:nvSpPr>
          <p:cNvPr id="334" name="Text 45"/>
          <p:cNvSpPr/>
          <p:nvPr/>
        </p:nvSpPr>
        <p:spPr>
          <a:xfrm>
            <a:off x="7638120" y="5482440"/>
            <a:ext cx="2437560" cy="1958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30" spc="-1" strike="noStrike">
                <a:solidFill>
                  <a:srgbClr val="ffffff">
                    <a:alpha val="80000"/>
                  </a:srgbClr>
                </a:solidFill>
                <a:latin typeface="Liter"/>
                <a:ea typeface="Liter"/>
              </a:rPr>
              <a:t>Prominent guitar work</a:t>
            </a:r>
            <a:r>
              <a:rPr b="0" lang="en-US" sz="1030" spc="-1" strike="noStrike">
                <a:solidFill>
                  <a:srgbClr val="ffffff">
                    <a:alpha val="80000"/>
                  </a:srgbClr>
                </a:solidFill>
                <a:latin typeface="Liter"/>
                <a:ea typeface="Liter"/>
              </a:rPr>
              <a:t> with solos and riffs</a:t>
            </a:r>
            <a:endParaRPr b="0" lang="en-HK" sz="1030" spc="-1" strike="noStrike">
              <a:latin typeface="Arial"/>
            </a:endParaRPr>
          </a:p>
        </p:txBody>
      </p:sp>
      <p:sp>
        <p:nvSpPr>
          <p:cNvPr id="335" name="Shape 46"/>
          <p:cNvSpPr/>
          <p:nvPr/>
        </p:nvSpPr>
        <p:spPr>
          <a:xfrm>
            <a:off x="7507080" y="5809680"/>
            <a:ext cx="64800" cy="64800"/>
          </a:xfrm>
          <a:custGeom>
            <a:avLst/>
            <a:gdLst/>
            <a:ahLst/>
            <a:rect l="l" t="t" r="r" b="b"/>
            <a:pathLst>
              <a:path w="65460" h="65460">
                <a:moveTo>
                  <a:pt x="0" y="0"/>
                </a:moveTo>
                <a:lnTo>
                  <a:pt x="65460" y="0"/>
                </a:lnTo>
                <a:lnTo>
                  <a:pt x="65460" y="65460"/>
                </a:lnTo>
                <a:lnTo>
                  <a:pt x="0" y="65460"/>
                </a:lnTo>
                <a:lnTo>
                  <a:pt x="0" y="0"/>
                </a:lnTo>
                <a:close/>
              </a:path>
            </a:pathLst>
          </a:custGeom>
          <a:solidFill>
            <a:srgbClr val="ddff00"/>
          </a:solidFill>
          <a:ln w="0">
            <a:noFill/>
          </a:ln>
        </p:spPr>
        <p:style>
          <a:lnRef idx="0"/>
          <a:fillRef idx="0"/>
          <a:effectRef idx="0"/>
          <a:fontRef idx="minor"/>
        </p:style>
      </p:sp>
      <p:sp>
        <p:nvSpPr>
          <p:cNvPr id="336" name="Text 47"/>
          <p:cNvSpPr/>
          <p:nvPr/>
        </p:nvSpPr>
        <p:spPr>
          <a:xfrm>
            <a:off x="7638120" y="5748120"/>
            <a:ext cx="1418400" cy="1875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30" spc="-1" strike="noStrike">
                <a:solidFill>
                  <a:srgbClr val="ffffff">
                    <a:alpha val="80000"/>
                  </a:srgbClr>
                </a:solidFill>
                <a:latin typeface="Liter"/>
                <a:ea typeface="Liter"/>
              </a:rPr>
              <a:t>Strong vocal harmonies</a:t>
            </a:r>
            <a:endParaRPr b="0" lang="en-HK" sz="1030" spc="-1" strike="noStrike">
              <a:latin typeface="Arial"/>
            </a:endParaRPr>
          </a:p>
        </p:txBody>
      </p:sp>
      <p:sp>
        <p:nvSpPr>
          <p:cNvPr id="337" name="Shape 48"/>
          <p:cNvSpPr/>
          <p:nvPr/>
        </p:nvSpPr>
        <p:spPr>
          <a:xfrm>
            <a:off x="7507080" y="6071400"/>
            <a:ext cx="64800" cy="64800"/>
          </a:xfrm>
          <a:custGeom>
            <a:avLst/>
            <a:gdLst/>
            <a:ahLst/>
            <a:rect l="l" t="t" r="r" b="b"/>
            <a:pathLst>
              <a:path w="65460" h="65460">
                <a:moveTo>
                  <a:pt x="0" y="0"/>
                </a:moveTo>
                <a:lnTo>
                  <a:pt x="65460" y="0"/>
                </a:lnTo>
                <a:lnTo>
                  <a:pt x="65460" y="65460"/>
                </a:lnTo>
                <a:lnTo>
                  <a:pt x="0" y="65460"/>
                </a:lnTo>
                <a:lnTo>
                  <a:pt x="0" y="0"/>
                </a:lnTo>
                <a:close/>
              </a:path>
            </a:pathLst>
          </a:custGeom>
          <a:solidFill>
            <a:srgbClr val="ddff00"/>
          </a:solidFill>
          <a:ln w="0">
            <a:noFill/>
          </a:ln>
        </p:spPr>
        <p:style>
          <a:lnRef idx="0"/>
          <a:fillRef idx="0"/>
          <a:effectRef idx="0"/>
          <a:fontRef idx="minor"/>
        </p:style>
      </p:sp>
      <p:sp>
        <p:nvSpPr>
          <p:cNvPr id="338" name="Text 49"/>
          <p:cNvSpPr/>
          <p:nvPr/>
        </p:nvSpPr>
        <p:spPr>
          <a:xfrm>
            <a:off x="7638120" y="6005880"/>
            <a:ext cx="2887560" cy="1958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30" spc="-1" strike="noStrike">
                <a:solidFill>
                  <a:srgbClr val="ffffff">
                    <a:alpha val="80000"/>
                  </a:srgbClr>
                </a:solidFill>
                <a:latin typeface="Liter"/>
                <a:ea typeface="Liter"/>
              </a:rPr>
              <a:t>Keyboard integration</a:t>
            </a:r>
            <a:r>
              <a:rPr b="0" lang="en-US" sz="1030" spc="-1" strike="noStrike">
                <a:solidFill>
                  <a:srgbClr val="ffffff">
                    <a:alpha val="80000"/>
                  </a:srgbClr>
                </a:solidFill>
                <a:latin typeface="Liter"/>
                <a:ea typeface="Liter"/>
              </a:rPr>
              <a:t> (piano, organ, synthesizers)</a:t>
            </a:r>
            <a:endParaRPr b="0" lang="en-HK" sz="1030" spc="-1" strike="noStrike">
              <a:latin typeface="Arial"/>
            </a:endParaRPr>
          </a:p>
        </p:txBody>
      </p:sp>
      <p:sp>
        <p:nvSpPr>
          <p:cNvPr id="339" name="Shape 50"/>
          <p:cNvSpPr/>
          <p:nvPr/>
        </p:nvSpPr>
        <p:spPr>
          <a:xfrm>
            <a:off x="7507080" y="6333120"/>
            <a:ext cx="64800" cy="64800"/>
          </a:xfrm>
          <a:custGeom>
            <a:avLst/>
            <a:gdLst/>
            <a:ahLst/>
            <a:rect l="l" t="t" r="r" b="b"/>
            <a:pathLst>
              <a:path w="65460" h="65460">
                <a:moveTo>
                  <a:pt x="0" y="0"/>
                </a:moveTo>
                <a:lnTo>
                  <a:pt x="65460" y="0"/>
                </a:lnTo>
                <a:lnTo>
                  <a:pt x="65460" y="65460"/>
                </a:lnTo>
                <a:lnTo>
                  <a:pt x="0" y="65460"/>
                </a:lnTo>
                <a:lnTo>
                  <a:pt x="0" y="0"/>
                </a:lnTo>
                <a:close/>
              </a:path>
            </a:pathLst>
          </a:custGeom>
          <a:solidFill>
            <a:srgbClr val="ddff00"/>
          </a:solidFill>
          <a:ln w="0">
            <a:noFill/>
          </a:ln>
        </p:spPr>
        <p:style>
          <a:lnRef idx="0"/>
          <a:fillRef idx="0"/>
          <a:effectRef idx="0"/>
          <a:fontRef idx="minor"/>
        </p:style>
      </p:sp>
      <p:sp>
        <p:nvSpPr>
          <p:cNvPr id="340" name="Text 51"/>
          <p:cNvSpPr/>
          <p:nvPr/>
        </p:nvSpPr>
        <p:spPr>
          <a:xfrm>
            <a:off x="7638120" y="6271920"/>
            <a:ext cx="1538640" cy="1875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30" spc="-1" strike="noStrike">
                <a:solidFill>
                  <a:srgbClr val="ffffff">
                    <a:alpha val="80000"/>
                  </a:srgbClr>
                </a:solidFill>
                <a:latin typeface="Liter"/>
                <a:ea typeface="Liter"/>
              </a:rPr>
              <a:t>Radio-friendly production</a:t>
            </a:r>
            <a:endParaRPr b="0" lang="en-HK" sz="1030" spc="-1" strike="noStrike">
              <a:latin typeface="Arial"/>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sp>
        <p:nvSpPr>
          <p:cNvPr id="341" name="Shape 0"/>
          <p:cNvSpPr/>
          <p:nvPr/>
        </p:nvSpPr>
        <p:spPr>
          <a:xfrm>
            <a:off x="317520" y="365040"/>
            <a:ext cx="62640" cy="380160"/>
          </a:xfrm>
          <a:custGeom>
            <a:avLst/>
            <a:gdLst/>
            <a:ahLst/>
            <a:rect l="l" t="t" r="r" b="b"/>
            <a:pathLst>
              <a:path w="63500" h="381000">
                <a:moveTo>
                  <a:pt x="0" y="0"/>
                </a:moveTo>
                <a:lnTo>
                  <a:pt x="63500" y="0"/>
                </a:lnTo>
                <a:lnTo>
                  <a:pt x="63500" y="381000"/>
                </a:lnTo>
                <a:lnTo>
                  <a:pt x="0" y="381000"/>
                </a:lnTo>
                <a:lnTo>
                  <a:pt x="0" y="0"/>
                </a:lnTo>
                <a:close/>
              </a:path>
            </a:pathLst>
          </a:custGeom>
          <a:solidFill>
            <a:srgbClr val="ddff00"/>
          </a:solidFill>
          <a:ln w="0">
            <a:noFill/>
          </a:ln>
        </p:spPr>
        <p:style>
          <a:lnRef idx="0"/>
          <a:fillRef idx="0"/>
          <a:effectRef idx="0"/>
          <a:fontRef idx="minor"/>
        </p:style>
      </p:sp>
      <p:sp>
        <p:nvSpPr>
          <p:cNvPr id="342" name="Text 1"/>
          <p:cNvSpPr/>
          <p:nvPr/>
        </p:nvSpPr>
        <p:spPr>
          <a:xfrm>
            <a:off x="507960" y="317520"/>
            <a:ext cx="4388760" cy="158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83" strike="noStrike">
                <a:solidFill>
                  <a:srgbClr val="ddff00"/>
                </a:solidFill>
                <a:latin typeface="Liter"/>
                <a:ea typeface="Liter"/>
              </a:rPr>
              <a:t>CHAPTER 03</a:t>
            </a:r>
            <a:endParaRPr b="0" lang="en-HK" sz="880" spc="-1" strike="noStrike">
              <a:latin typeface="Arial"/>
            </a:endParaRPr>
          </a:p>
        </p:txBody>
      </p:sp>
      <p:sp>
        <p:nvSpPr>
          <p:cNvPr id="343" name="Text 2"/>
          <p:cNvSpPr/>
          <p:nvPr/>
        </p:nvSpPr>
        <p:spPr>
          <a:xfrm>
            <a:off x="507960" y="476280"/>
            <a:ext cx="4475880" cy="316800"/>
          </a:xfrm>
          <a:prstGeom prst="rect">
            <a:avLst/>
          </a:prstGeom>
          <a:noFill/>
          <a:ln w="0">
            <a:noFill/>
          </a:ln>
        </p:spPr>
        <p:style>
          <a:lnRef idx="0"/>
          <a:fillRef idx="0"/>
          <a:effectRef idx="0"/>
          <a:fontRef idx="minor"/>
        </p:style>
        <p:txBody>
          <a:bodyPr lIns="0" rIns="0" tIns="0" bIns="0" anchor="ctr">
            <a:noAutofit/>
          </a:bodyPr>
          <a:p>
            <a:pPr>
              <a:lnSpc>
                <a:spcPct val="90000"/>
              </a:lnSpc>
              <a:buNone/>
            </a:pPr>
            <a:r>
              <a:rPr b="1" lang="en-US" sz="3600" spc="-1" strike="noStrike">
                <a:solidFill>
                  <a:srgbClr val="ffffff"/>
                </a:solidFill>
                <a:latin typeface="Liter"/>
                <a:ea typeface="Liter"/>
              </a:rPr>
              <a:t>Hard Rock: Louder, Heavier, Faster</a:t>
            </a:r>
            <a:endParaRPr b="0" lang="en-HK" sz="3600" spc="-1" strike="noStrike">
              <a:latin typeface="Arial"/>
            </a:endParaRPr>
          </a:p>
        </p:txBody>
      </p:sp>
      <p:sp>
        <p:nvSpPr>
          <p:cNvPr id="344" name="Shape 3"/>
          <p:cNvSpPr/>
          <p:nvPr/>
        </p:nvSpPr>
        <p:spPr>
          <a:xfrm>
            <a:off x="317520" y="1047600"/>
            <a:ext cx="4547520" cy="2475720"/>
          </a:xfrm>
          <a:custGeom>
            <a:avLst/>
            <a:gdLst/>
            <a:ahLst/>
            <a:rect l="l" t="t" r="r" b="b"/>
            <a:pathLst>
              <a:path w="4548188" h="2476500">
                <a:moveTo>
                  <a:pt x="0" y="0"/>
                </a:moveTo>
                <a:lnTo>
                  <a:pt x="4548188" y="0"/>
                </a:lnTo>
                <a:lnTo>
                  <a:pt x="4548188" y="2476500"/>
                </a:lnTo>
                <a:lnTo>
                  <a:pt x="0" y="2476500"/>
                </a:lnTo>
                <a:lnTo>
                  <a:pt x="0" y="0"/>
                </a:lnTo>
                <a:close/>
              </a:path>
            </a:pathLst>
          </a:custGeom>
          <a:solidFill>
            <a:srgbClr val="ddff00"/>
          </a:solidFill>
          <a:ln w="0">
            <a:noFill/>
          </a:ln>
        </p:spPr>
        <p:style>
          <a:lnRef idx="0"/>
          <a:fillRef idx="0"/>
          <a:effectRef idx="0"/>
          <a:fontRef idx="minor"/>
        </p:style>
      </p:sp>
      <p:sp>
        <p:nvSpPr>
          <p:cNvPr id="345" name="Text 4"/>
          <p:cNvSpPr/>
          <p:nvPr/>
        </p:nvSpPr>
        <p:spPr>
          <a:xfrm>
            <a:off x="507960" y="1238400"/>
            <a:ext cx="4261680" cy="25344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500" spc="-1" strike="noStrike">
                <a:solidFill>
                  <a:srgbClr val="000000"/>
                </a:solidFill>
                <a:latin typeface="Liter"/>
                <a:ea typeface="Liter"/>
              </a:rPr>
              <a:t>The Evolution of Power</a:t>
            </a:r>
            <a:endParaRPr b="0" lang="en-HK" sz="1500" spc="-1" strike="noStrike">
              <a:latin typeface="Arial"/>
            </a:endParaRPr>
          </a:p>
        </p:txBody>
      </p:sp>
      <p:sp>
        <p:nvSpPr>
          <p:cNvPr id="346" name="Text 5"/>
          <p:cNvSpPr/>
          <p:nvPr/>
        </p:nvSpPr>
        <p:spPr>
          <a:xfrm>
            <a:off x="507960" y="1587600"/>
            <a:ext cx="4230000" cy="8247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000" spc="-1" strike="noStrike">
                <a:solidFill>
                  <a:srgbClr val="000000"/>
                </a:solidFill>
                <a:latin typeface="Liter"/>
                <a:ea typeface="Liter"/>
              </a:rPr>
              <a:t>Hard rock emerged as a subgenre that combined the sound and attitude of rock 'n' roll with a heavier, more aggressive approach.</a:t>
            </a:r>
            <a:r>
              <a:rPr b="0" lang="en-US" sz="1000" spc="-1" strike="noStrike">
                <a:solidFill>
                  <a:srgbClr val="000000"/>
                </a:solidFill>
                <a:latin typeface="Liter"/>
                <a:ea typeface="Liter"/>
              </a:rPr>
              <a:t> It grew out of the blues-based rock and psychedelic rock of the 1960s, pushing the boundaries of volume, distortion, and intensity.</a:t>
            </a:r>
            <a:endParaRPr b="0" lang="en-HK" sz="1000" spc="-1" strike="noStrike">
              <a:latin typeface="Arial"/>
            </a:endParaRPr>
          </a:p>
        </p:txBody>
      </p:sp>
      <p:sp>
        <p:nvSpPr>
          <p:cNvPr id="347" name="Text 6"/>
          <p:cNvSpPr/>
          <p:nvPr/>
        </p:nvSpPr>
        <p:spPr>
          <a:xfrm>
            <a:off x="507960" y="2508120"/>
            <a:ext cx="4230000" cy="8247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00" spc="-1" strike="noStrike">
                <a:solidFill>
                  <a:srgbClr val="000000">
                    <a:alpha val="80000"/>
                  </a:srgbClr>
                </a:solidFill>
                <a:latin typeface="Liter"/>
                <a:ea typeface="Liter"/>
              </a:rPr>
              <a:t>Hard rock is characterized by powerful, distorted guitar riffs, strong rhythm sections, and often high-energy, driving tempos. Extended guitar solos became a signature element, showcasing technical virtuosity and emotional expression.</a:t>
            </a:r>
            <a:endParaRPr b="0" lang="en-HK" sz="1000" spc="-1" strike="noStrike">
              <a:latin typeface="Arial"/>
            </a:endParaRPr>
          </a:p>
        </p:txBody>
      </p:sp>
      <p:sp>
        <p:nvSpPr>
          <p:cNvPr id="348" name="Shape 7"/>
          <p:cNvSpPr/>
          <p:nvPr/>
        </p:nvSpPr>
        <p:spPr>
          <a:xfrm>
            <a:off x="325440" y="3659040"/>
            <a:ext cx="4531680" cy="2872800"/>
          </a:xfrm>
          <a:custGeom>
            <a:avLst/>
            <a:gdLst/>
            <a:ahLst/>
            <a:rect l="l" t="t" r="r" b="b"/>
            <a:pathLst>
              <a:path w="4532313" h="2873375">
                <a:moveTo>
                  <a:pt x="0" y="0"/>
                </a:moveTo>
                <a:lnTo>
                  <a:pt x="4532313" y="0"/>
                </a:lnTo>
                <a:lnTo>
                  <a:pt x="4532313" y="2873375"/>
                </a:lnTo>
                <a:lnTo>
                  <a:pt x="0" y="2873375"/>
                </a:lnTo>
                <a:lnTo>
                  <a:pt x="0" y="0"/>
                </a:lnTo>
                <a:close/>
              </a:path>
            </a:pathLst>
          </a:custGeom>
          <a:noFill/>
          <a:ln w="25400">
            <a:solidFill>
              <a:srgbClr val="ddff00"/>
            </a:solidFill>
            <a:round/>
          </a:ln>
        </p:spPr>
        <p:style>
          <a:lnRef idx="0"/>
          <a:fillRef idx="0"/>
          <a:effectRef idx="0"/>
          <a:fontRef idx="minor"/>
        </p:style>
      </p:sp>
      <p:sp>
        <p:nvSpPr>
          <p:cNvPr id="349" name="Text 8"/>
          <p:cNvSpPr/>
          <p:nvPr/>
        </p:nvSpPr>
        <p:spPr>
          <a:xfrm>
            <a:off x="492120" y="3825720"/>
            <a:ext cx="4277520" cy="2214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250" spc="-1" strike="noStrike">
                <a:solidFill>
                  <a:srgbClr val="ddff00"/>
                </a:solidFill>
                <a:latin typeface="Liter"/>
                <a:ea typeface="Liter"/>
              </a:rPr>
              <a:t>Hard Rock Pioneers</a:t>
            </a:r>
            <a:endParaRPr b="0" lang="en-HK" sz="1250" spc="-1" strike="noStrike">
              <a:latin typeface="Arial"/>
            </a:endParaRPr>
          </a:p>
        </p:txBody>
      </p:sp>
      <p:sp>
        <p:nvSpPr>
          <p:cNvPr id="350" name="Shape 9"/>
          <p:cNvSpPr/>
          <p:nvPr/>
        </p:nvSpPr>
        <p:spPr>
          <a:xfrm>
            <a:off x="507960" y="4175280"/>
            <a:ext cx="30960" cy="602640"/>
          </a:xfrm>
          <a:custGeom>
            <a:avLst/>
            <a:gdLst/>
            <a:ahLst/>
            <a:rect l="l" t="t" r="r" b="b"/>
            <a:pathLst>
              <a:path w="31750" h="603250">
                <a:moveTo>
                  <a:pt x="0" y="0"/>
                </a:moveTo>
                <a:lnTo>
                  <a:pt x="31750" y="0"/>
                </a:lnTo>
                <a:lnTo>
                  <a:pt x="31750" y="603250"/>
                </a:lnTo>
                <a:lnTo>
                  <a:pt x="0" y="603250"/>
                </a:lnTo>
                <a:lnTo>
                  <a:pt x="0" y="0"/>
                </a:lnTo>
                <a:close/>
              </a:path>
            </a:pathLst>
          </a:custGeom>
          <a:solidFill>
            <a:srgbClr val="ddff00"/>
          </a:solidFill>
          <a:ln w="0">
            <a:noFill/>
          </a:ln>
        </p:spPr>
        <p:style>
          <a:lnRef idx="0"/>
          <a:fillRef idx="0"/>
          <a:effectRef idx="0"/>
          <a:fontRef idx="minor"/>
        </p:style>
      </p:sp>
      <p:sp>
        <p:nvSpPr>
          <p:cNvPr id="351" name="Shape 10"/>
          <p:cNvSpPr/>
          <p:nvPr/>
        </p:nvSpPr>
        <p:spPr>
          <a:xfrm>
            <a:off x="619200" y="4175280"/>
            <a:ext cx="380160" cy="380160"/>
          </a:xfrm>
          <a:custGeom>
            <a:avLst/>
            <a:gdLst/>
            <a:ahLst/>
            <a:rect l="l" t="t" r="r" b="b"/>
            <a:pathLst>
              <a:path w="381000" h="381000">
                <a:moveTo>
                  <a:pt x="0" y="0"/>
                </a:moveTo>
                <a:lnTo>
                  <a:pt x="381000" y="0"/>
                </a:lnTo>
                <a:lnTo>
                  <a:pt x="381000" y="381000"/>
                </a:lnTo>
                <a:lnTo>
                  <a:pt x="0" y="381000"/>
                </a:lnTo>
                <a:lnTo>
                  <a:pt x="0" y="0"/>
                </a:lnTo>
                <a:close/>
              </a:path>
            </a:pathLst>
          </a:custGeom>
          <a:solidFill>
            <a:srgbClr val="ddff00"/>
          </a:solidFill>
          <a:ln w="0">
            <a:noFill/>
          </a:ln>
        </p:spPr>
        <p:style>
          <a:lnRef idx="0"/>
          <a:fillRef idx="0"/>
          <a:effectRef idx="0"/>
          <a:fontRef idx="minor"/>
        </p:style>
      </p:sp>
      <p:sp>
        <p:nvSpPr>
          <p:cNvPr id="352" name="Shape 11"/>
          <p:cNvSpPr/>
          <p:nvPr/>
        </p:nvSpPr>
        <p:spPr>
          <a:xfrm>
            <a:off x="740160" y="4286160"/>
            <a:ext cx="138240" cy="158040"/>
          </a:xfrm>
          <a:custGeom>
            <a:avLst/>
            <a:gdLst/>
            <a:ahLst/>
            <a:rect l="l" t="t" r="r" b="b"/>
            <a:pathLst>
              <a:path w="138906" h="158750">
                <a:moveTo>
                  <a:pt x="49764" y="-8186"/>
                </a:moveTo>
                <a:cubicBezTo>
                  <a:pt x="52648" y="-10604"/>
                  <a:pt x="56896" y="-10511"/>
                  <a:pt x="59655" y="-7906"/>
                </a:cubicBezTo>
                <a:cubicBezTo>
                  <a:pt x="63469" y="-4310"/>
                  <a:pt x="66880" y="-341"/>
                  <a:pt x="70166" y="3690"/>
                </a:cubicBezTo>
                <a:cubicBezTo>
                  <a:pt x="74352" y="8806"/>
                  <a:pt x="79375" y="15565"/>
                  <a:pt x="84212" y="23595"/>
                </a:cubicBezTo>
                <a:cubicBezTo>
                  <a:pt x="85824" y="21487"/>
                  <a:pt x="87313" y="19627"/>
                  <a:pt x="88615" y="18045"/>
                </a:cubicBezTo>
                <a:cubicBezTo>
                  <a:pt x="88956" y="17642"/>
                  <a:pt x="89297" y="17208"/>
                  <a:pt x="89638" y="16774"/>
                </a:cubicBezTo>
                <a:cubicBezTo>
                  <a:pt x="92087" y="13736"/>
                  <a:pt x="95126" y="9922"/>
                  <a:pt x="99188" y="9922"/>
                </a:cubicBezTo>
                <a:cubicBezTo>
                  <a:pt x="103343" y="9922"/>
                  <a:pt x="106257" y="13612"/>
                  <a:pt x="108738" y="16774"/>
                </a:cubicBezTo>
                <a:cubicBezTo>
                  <a:pt x="109141" y="17301"/>
                  <a:pt x="109544" y="17797"/>
                  <a:pt x="109947" y="18262"/>
                </a:cubicBezTo>
                <a:cubicBezTo>
                  <a:pt x="113140" y="22107"/>
                  <a:pt x="117388" y="27657"/>
                  <a:pt x="121636" y="34510"/>
                </a:cubicBezTo>
                <a:cubicBezTo>
                  <a:pt x="130070" y="48121"/>
                  <a:pt x="138875" y="67500"/>
                  <a:pt x="138875" y="89266"/>
                </a:cubicBezTo>
                <a:cubicBezTo>
                  <a:pt x="138875" y="127620"/>
                  <a:pt x="107776" y="158719"/>
                  <a:pt x="69422" y="158719"/>
                </a:cubicBezTo>
                <a:cubicBezTo>
                  <a:pt x="31068" y="158719"/>
                  <a:pt x="0" y="127651"/>
                  <a:pt x="0" y="89297"/>
                </a:cubicBezTo>
                <a:cubicBezTo>
                  <a:pt x="0" y="61051"/>
                  <a:pt x="12743" y="36587"/>
                  <a:pt x="24960" y="19534"/>
                </a:cubicBezTo>
                <a:cubicBezTo>
                  <a:pt x="31130" y="10945"/>
                  <a:pt x="37269" y="4062"/>
                  <a:pt x="41889" y="-651"/>
                </a:cubicBezTo>
                <a:cubicBezTo>
                  <a:pt x="44431" y="-3256"/>
                  <a:pt x="47005" y="-5829"/>
                  <a:pt x="49795" y="-8155"/>
                </a:cubicBezTo>
                <a:close/>
                <a:moveTo>
                  <a:pt x="69980" y="128984"/>
                </a:moveTo>
                <a:cubicBezTo>
                  <a:pt x="77825" y="128984"/>
                  <a:pt x="84770" y="126814"/>
                  <a:pt x="91312" y="122473"/>
                </a:cubicBezTo>
                <a:cubicBezTo>
                  <a:pt x="104366" y="113357"/>
                  <a:pt x="107869" y="95126"/>
                  <a:pt x="100025" y="80801"/>
                </a:cubicBezTo>
                <a:cubicBezTo>
                  <a:pt x="98630" y="78011"/>
                  <a:pt x="95064" y="77825"/>
                  <a:pt x="93049" y="80181"/>
                </a:cubicBezTo>
                <a:lnTo>
                  <a:pt x="85235" y="89266"/>
                </a:lnTo>
                <a:cubicBezTo>
                  <a:pt x="83189" y="91622"/>
                  <a:pt x="79499" y="91560"/>
                  <a:pt x="77577" y="89111"/>
                </a:cubicBezTo>
                <a:cubicBezTo>
                  <a:pt x="72213" y="82259"/>
                  <a:pt x="62353" y="69763"/>
                  <a:pt x="57330" y="63376"/>
                </a:cubicBezTo>
                <a:cubicBezTo>
                  <a:pt x="55656" y="61237"/>
                  <a:pt x="52617" y="60896"/>
                  <a:pt x="50664" y="62787"/>
                </a:cubicBezTo>
                <a:cubicBezTo>
                  <a:pt x="44990" y="68306"/>
                  <a:pt x="34696" y="80398"/>
                  <a:pt x="34696" y="95126"/>
                </a:cubicBezTo>
                <a:cubicBezTo>
                  <a:pt x="34696" y="116396"/>
                  <a:pt x="50385" y="128984"/>
                  <a:pt x="69949" y="128984"/>
                </a:cubicBezTo>
                <a:close/>
              </a:path>
            </a:pathLst>
          </a:custGeom>
          <a:solidFill>
            <a:srgbClr val="000000"/>
          </a:solidFill>
          <a:ln w="0">
            <a:noFill/>
          </a:ln>
        </p:spPr>
        <p:style>
          <a:lnRef idx="0"/>
          <a:fillRef idx="0"/>
          <a:effectRef idx="0"/>
          <a:fontRef idx="minor"/>
        </p:style>
      </p:sp>
      <p:sp>
        <p:nvSpPr>
          <p:cNvPr id="353" name="Text 12"/>
          <p:cNvSpPr/>
          <p:nvPr/>
        </p:nvSpPr>
        <p:spPr>
          <a:xfrm>
            <a:off x="1095480" y="4175280"/>
            <a:ext cx="3666240" cy="2214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Led Zeppelin</a:t>
            </a:r>
            <a:endParaRPr b="0" lang="en-HK" sz="1130" spc="-1" strike="noStrike">
              <a:latin typeface="Arial"/>
            </a:endParaRPr>
          </a:p>
        </p:txBody>
      </p:sp>
      <p:sp>
        <p:nvSpPr>
          <p:cNvPr id="354" name="Text 13"/>
          <p:cNvSpPr/>
          <p:nvPr/>
        </p:nvSpPr>
        <p:spPr>
          <a:xfrm>
            <a:off x="1095480" y="4397400"/>
            <a:ext cx="3658320" cy="3801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70000"/>
                  </a:srgbClr>
                </a:solidFill>
                <a:latin typeface="Liter"/>
                <a:ea typeface="Liter"/>
              </a:rPr>
              <a:t>Jimmy Page's monster riffs and studio wizardry redefined rock guitar</a:t>
            </a:r>
            <a:endParaRPr b="0" lang="en-HK" sz="1000" spc="-1" strike="noStrike">
              <a:latin typeface="Arial"/>
            </a:endParaRPr>
          </a:p>
        </p:txBody>
      </p:sp>
      <p:sp>
        <p:nvSpPr>
          <p:cNvPr id="355" name="Shape 14"/>
          <p:cNvSpPr/>
          <p:nvPr/>
        </p:nvSpPr>
        <p:spPr>
          <a:xfrm>
            <a:off x="507960" y="4873680"/>
            <a:ext cx="30960" cy="412200"/>
          </a:xfrm>
          <a:custGeom>
            <a:avLst/>
            <a:gdLst/>
            <a:ahLst/>
            <a:rect l="l" t="t" r="r" b="b"/>
            <a:pathLst>
              <a:path w="31750" h="412750">
                <a:moveTo>
                  <a:pt x="0" y="0"/>
                </a:moveTo>
                <a:lnTo>
                  <a:pt x="31750" y="0"/>
                </a:lnTo>
                <a:lnTo>
                  <a:pt x="31750" y="412750"/>
                </a:lnTo>
                <a:lnTo>
                  <a:pt x="0" y="412750"/>
                </a:lnTo>
                <a:lnTo>
                  <a:pt x="0" y="0"/>
                </a:lnTo>
                <a:close/>
              </a:path>
            </a:pathLst>
          </a:custGeom>
          <a:solidFill>
            <a:srgbClr val="ddff00"/>
          </a:solidFill>
          <a:ln w="0">
            <a:noFill/>
          </a:ln>
        </p:spPr>
        <p:style>
          <a:lnRef idx="0"/>
          <a:fillRef idx="0"/>
          <a:effectRef idx="0"/>
          <a:fontRef idx="minor"/>
        </p:style>
      </p:sp>
      <p:sp>
        <p:nvSpPr>
          <p:cNvPr id="356" name="Shape 15"/>
          <p:cNvSpPr/>
          <p:nvPr/>
        </p:nvSpPr>
        <p:spPr>
          <a:xfrm>
            <a:off x="619200" y="4873680"/>
            <a:ext cx="380160" cy="380160"/>
          </a:xfrm>
          <a:custGeom>
            <a:avLst/>
            <a:gdLst/>
            <a:ahLst/>
            <a:rect l="l" t="t" r="r" b="b"/>
            <a:pathLst>
              <a:path w="381000" h="381000">
                <a:moveTo>
                  <a:pt x="0" y="0"/>
                </a:moveTo>
                <a:lnTo>
                  <a:pt x="381000" y="0"/>
                </a:lnTo>
                <a:lnTo>
                  <a:pt x="381000" y="381000"/>
                </a:lnTo>
                <a:lnTo>
                  <a:pt x="0" y="381000"/>
                </a:lnTo>
                <a:lnTo>
                  <a:pt x="0" y="0"/>
                </a:lnTo>
                <a:close/>
              </a:path>
            </a:pathLst>
          </a:custGeom>
          <a:solidFill>
            <a:srgbClr val="ddff00"/>
          </a:solidFill>
          <a:ln w="0">
            <a:noFill/>
          </a:ln>
        </p:spPr>
        <p:style>
          <a:lnRef idx="0"/>
          <a:fillRef idx="0"/>
          <a:effectRef idx="0"/>
          <a:fontRef idx="minor"/>
        </p:style>
      </p:sp>
      <p:sp>
        <p:nvSpPr>
          <p:cNvPr id="357" name="Shape 16"/>
          <p:cNvSpPr/>
          <p:nvPr/>
        </p:nvSpPr>
        <p:spPr>
          <a:xfrm>
            <a:off x="740160" y="4984920"/>
            <a:ext cx="138240" cy="158040"/>
          </a:xfrm>
          <a:custGeom>
            <a:avLst/>
            <a:gdLst/>
            <a:ahLst/>
            <a:rect l="l" t="t" r="r" b="b"/>
            <a:pathLst>
              <a:path w="138906" h="158750">
                <a:moveTo>
                  <a:pt x="105048" y="-3070"/>
                </a:moveTo>
                <a:cubicBezTo>
                  <a:pt x="108738" y="-403"/>
                  <a:pt x="110102" y="4434"/>
                  <a:pt x="108427" y="8651"/>
                </a:cubicBezTo>
                <a:lnTo>
                  <a:pt x="84119" y="69453"/>
                </a:lnTo>
                <a:lnTo>
                  <a:pt x="128984" y="69453"/>
                </a:lnTo>
                <a:cubicBezTo>
                  <a:pt x="133170" y="69453"/>
                  <a:pt x="136891" y="72058"/>
                  <a:pt x="138317" y="75995"/>
                </a:cubicBezTo>
                <a:cubicBezTo>
                  <a:pt x="139743" y="79933"/>
                  <a:pt x="138534" y="84336"/>
                  <a:pt x="135341" y="87002"/>
                </a:cubicBezTo>
                <a:lnTo>
                  <a:pt x="46044" y="161417"/>
                </a:lnTo>
                <a:cubicBezTo>
                  <a:pt x="42540" y="164331"/>
                  <a:pt x="37548" y="164486"/>
                  <a:pt x="33858" y="161820"/>
                </a:cubicBezTo>
                <a:cubicBezTo>
                  <a:pt x="30169" y="159153"/>
                  <a:pt x="28804" y="154316"/>
                  <a:pt x="30479" y="150099"/>
                </a:cubicBezTo>
                <a:lnTo>
                  <a:pt x="54787" y="89297"/>
                </a:lnTo>
                <a:lnTo>
                  <a:pt x="9922" y="89297"/>
                </a:lnTo>
                <a:cubicBezTo>
                  <a:pt x="5736" y="89297"/>
                  <a:pt x="2015" y="86692"/>
                  <a:pt x="589" y="82755"/>
                </a:cubicBezTo>
                <a:cubicBezTo>
                  <a:pt x="-837" y="78817"/>
                  <a:pt x="372" y="74414"/>
                  <a:pt x="3566" y="71748"/>
                </a:cubicBezTo>
                <a:lnTo>
                  <a:pt x="92863" y="-2667"/>
                </a:lnTo>
                <a:cubicBezTo>
                  <a:pt x="96366" y="-5581"/>
                  <a:pt x="101358" y="-5736"/>
                  <a:pt x="105048" y="-3070"/>
                </a:cubicBezTo>
                <a:close/>
              </a:path>
            </a:pathLst>
          </a:custGeom>
          <a:solidFill>
            <a:srgbClr val="000000"/>
          </a:solidFill>
          <a:ln w="0">
            <a:noFill/>
          </a:ln>
        </p:spPr>
        <p:style>
          <a:lnRef idx="0"/>
          <a:fillRef idx="0"/>
          <a:effectRef idx="0"/>
          <a:fontRef idx="minor"/>
        </p:style>
      </p:sp>
      <p:sp>
        <p:nvSpPr>
          <p:cNvPr id="358" name="Text 17"/>
          <p:cNvSpPr/>
          <p:nvPr/>
        </p:nvSpPr>
        <p:spPr>
          <a:xfrm>
            <a:off x="1095480" y="4873680"/>
            <a:ext cx="3142440" cy="2214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Deep Purple</a:t>
            </a:r>
            <a:endParaRPr b="0" lang="en-HK" sz="1130" spc="-1" strike="noStrike">
              <a:latin typeface="Arial"/>
            </a:endParaRPr>
          </a:p>
        </p:txBody>
      </p:sp>
      <p:sp>
        <p:nvSpPr>
          <p:cNvPr id="359" name="Text 18"/>
          <p:cNvSpPr/>
          <p:nvPr/>
        </p:nvSpPr>
        <p:spPr>
          <a:xfrm>
            <a:off x="1095480" y="5095800"/>
            <a:ext cx="3134520" cy="1897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70000"/>
                  </a:srgbClr>
                </a:solidFill>
                <a:latin typeface="Liter"/>
                <a:ea typeface="Liter"/>
              </a:rPr>
              <a:t>Ritchie Blackmore's classical-influenced guitar mastery</a:t>
            </a:r>
            <a:endParaRPr b="0" lang="en-HK" sz="1000" spc="-1" strike="noStrike">
              <a:latin typeface="Arial"/>
            </a:endParaRPr>
          </a:p>
        </p:txBody>
      </p:sp>
      <p:sp>
        <p:nvSpPr>
          <p:cNvPr id="360" name="Shape 19"/>
          <p:cNvSpPr/>
          <p:nvPr/>
        </p:nvSpPr>
        <p:spPr>
          <a:xfrm>
            <a:off x="507960" y="5381640"/>
            <a:ext cx="30960" cy="412200"/>
          </a:xfrm>
          <a:custGeom>
            <a:avLst/>
            <a:gdLst/>
            <a:ahLst/>
            <a:rect l="l" t="t" r="r" b="b"/>
            <a:pathLst>
              <a:path w="31750" h="412750">
                <a:moveTo>
                  <a:pt x="0" y="0"/>
                </a:moveTo>
                <a:lnTo>
                  <a:pt x="31750" y="0"/>
                </a:lnTo>
                <a:lnTo>
                  <a:pt x="31750" y="412750"/>
                </a:lnTo>
                <a:lnTo>
                  <a:pt x="0" y="412750"/>
                </a:lnTo>
                <a:lnTo>
                  <a:pt x="0" y="0"/>
                </a:lnTo>
                <a:close/>
              </a:path>
            </a:pathLst>
          </a:custGeom>
          <a:solidFill>
            <a:srgbClr val="ddff00"/>
          </a:solidFill>
          <a:ln w="0">
            <a:noFill/>
          </a:ln>
        </p:spPr>
        <p:style>
          <a:lnRef idx="0"/>
          <a:fillRef idx="0"/>
          <a:effectRef idx="0"/>
          <a:fontRef idx="minor"/>
        </p:style>
      </p:sp>
      <p:sp>
        <p:nvSpPr>
          <p:cNvPr id="361" name="Shape 20"/>
          <p:cNvSpPr/>
          <p:nvPr/>
        </p:nvSpPr>
        <p:spPr>
          <a:xfrm>
            <a:off x="619200" y="5381640"/>
            <a:ext cx="380160" cy="380160"/>
          </a:xfrm>
          <a:custGeom>
            <a:avLst/>
            <a:gdLst/>
            <a:ahLst/>
            <a:rect l="l" t="t" r="r" b="b"/>
            <a:pathLst>
              <a:path w="381000" h="381000">
                <a:moveTo>
                  <a:pt x="0" y="0"/>
                </a:moveTo>
                <a:lnTo>
                  <a:pt x="381000" y="0"/>
                </a:lnTo>
                <a:lnTo>
                  <a:pt x="381000" y="381000"/>
                </a:lnTo>
                <a:lnTo>
                  <a:pt x="0" y="381000"/>
                </a:lnTo>
                <a:lnTo>
                  <a:pt x="0" y="0"/>
                </a:lnTo>
                <a:close/>
              </a:path>
            </a:pathLst>
          </a:custGeom>
          <a:solidFill>
            <a:srgbClr val="ddff00"/>
          </a:solidFill>
          <a:ln w="0">
            <a:noFill/>
          </a:ln>
        </p:spPr>
        <p:style>
          <a:lnRef idx="0"/>
          <a:fillRef idx="0"/>
          <a:effectRef idx="0"/>
          <a:fontRef idx="minor"/>
        </p:style>
      </p:sp>
      <p:sp>
        <p:nvSpPr>
          <p:cNvPr id="362" name="Shape 21"/>
          <p:cNvSpPr/>
          <p:nvPr/>
        </p:nvSpPr>
        <p:spPr>
          <a:xfrm>
            <a:off x="730080" y="5492880"/>
            <a:ext cx="158040" cy="158040"/>
          </a:xfrm>
          <a:custGeom>
            <a:avLst/>
            <a:gdLst/>
            <a:ahLst/>
            <a:rect l="l" t="t" r="r" b="b"/>
            <a:pathLst>
              <a:path w="158750" h="158750">
                <a:moveTo>
                  <a:pt x="128984" y="132519"/>
                </a:moveTo>
                <a:cubicBezTo>
                  <a:pt x="147123" y="118876"/>
                  <a:pt x="158750" y="97917"/>
                  <a:pt x="158750" y="74414"/>
                </a:cubicBezTo>
                <a:cubicBezTo>
                  <a:pt x="158750" y="33331"/>
                  <a:pt x="123217" y="0"/>
                  <a:pt x="79375" y="0"/>
                </a:cubicBezTo>
                <a:cubicBezTo>
                  <a:pt x="35533" y="0"/>
                  <a:pt x="0" y="33331"/>
                  <a:pt x="0" y="74414"/>
                </a:cubicBezTo>
                <a:cubicBezTo>
                  <a:pt x="0" y="97917"/>
                  <a:pt x="11627" y="118876"/>
                  <a:pt x="29766" y="132519"/>
                </a:cubicBezTo>
                <a:lnTo>
                  <a:pt x="29766" y="143867"/>
                </a:lnTo>
                <a:cubicBezTo>
                  <a:pt x="29766" y="152084"/>
                  <a:pt x="36432" y="158750"/>
                  <a:pt x="44648" y="158750"/>
                </a:cubicBezTo>
                <a:lnTo>
                  <a:pt x="54570" y="158750"/>
                </a:lnTo>
                <a:lnTo>
                  <a:pt x="54570" y="146348"/>
                </a:lnTo>
                <a:cubicBezTo>
                  <a:pt x="54570" y="142224"/>
                  <a:pt x="57888" y="138906"/>
                  <a:pt x="62012" y="138906"/>
                </a:cubicBezTo>
                <a:cubicBezTo>
                  <a:pt x="66135" y="138906"/>
                  <a:pt x="69453" y="142224"/>
                  <a:pt x="69453" y="146348"/>
                </a:cubicBezTo>
                <a:lnTo>
                  <a:pt x="69453" y="158750"/>
                </a:lnTo>
                <a:lnTo>
                  <a:pt x="89297" y="158750"/>
                </a:lnTo>
                <a:lnTo>
                  <a:pt x="89297" y="146348"/>
                </a:lnTo>
                <a:cubicBezTo>
                  <a:pt x="89297" y="142224"/>
                  <a:pt x="92615" y="138906"/>
                  <a:pt x="96738" y="138906"/>
                </a:cubicBezTo>
                <a:cubicBezTo>
                  <a:pt x="100862" y="138906"/>
                  <a:pt x="104180" y="142224"/>
                  <a:pt x="104180" y="146348"/>
                </a:cubicBezTo>
                <a:lnTo>
                  <a:pt x="104180" y="158750"/>
                </a:lnTo>
                <a:lnTo>
                  <a:pt x="114102" y="158750"/>
                </a:lnTo>
                <a:cubicBezTo>
                  <a:pt x="122318" y="158750"/>
                  <a:pt x="128984" y="152084"/>
                  <a:pt x="128984" y="143867"/>
                </a:cubicBezTo>
                <a:lnTo>
                  <a:pt x="128984" y="132519"/>
                </a:lnTo>
                <a:close/>
                <a:moveTo>
                  <a:pt x="29766" y="79375"/>
                </a:moveTo>
                <a:cubicBezTo>
                  <a:pt x="29766" y="68423"/>
                  <a:pt x="38657" y="59531"/>
                  <a:pt x="49609" y="59531"/>
                </a:cubicBezTo>
                <a:cubicBezTo>
                  <a:pt x="60561" y="59531"/>
                  <a:pt x="69453" y="68423"/>
                  <a:pt x="69453" y="79375"/>
                </a:cubicBezTo>
                <a:cubicBezTo>
                  <a:pt x="69453" y="90327"/>
                  <a:pt x="60561" y="99219"/>
                  <a:pt x="49609" y="99219"/>
                </a:cubicBezTo>
                <a:cubicBezTo>
                  <a:pt x="38657" y="99219"/>
                  <a:pt x="29766" y="90327"/>
                  <a:pt x="29766" y="79375"/>
                </a:cubicBezTo>
                <a:close/>
                <a:moveTo>
                  <a:pt x="109141" y="59531"/>
                </a:moveTo>
                <a:cubicBezTo>
                  <a:pt x="120093" y="59531"/>
                  <a:pt x="128984" y="68423"/>
                  <a:pt x="128984" y="79375"/>
                </a:cubicBezTo>
                <a:cubicBezTo>
                  <a:pt x="128984" y="90327"/>
                  <a:pt x="120093" y="99219"/>
                  <a:pt x="109141" y="99219"/>
                </a:cubicBezTo>
                <a:cubicBezTo>
                  <a:pt x="98189" y="99219"/>
                  <a:pt x="89297" y="90327"/>
                  <a:pt x="89297" y="79375"/>
                </a:cubicBezTo>
                <a:cubicBezTo>
                  <a:pt x="89297" y="68423"/>
                  <a:pt x="98189" y="59531"/>
                  <a:pt x="109141" y="59531"/>
                </a:cubicBezTo>
                <a:close/>
              </a:path>
            </a:pathLst>
          </a:custGeom>
          <a:solidFill>
            <a:srgbClr val="000000"/>
          </a:solidFill>
          <a:ln w="0">
            <a:noFill/>
          </a:ln>
        </p:spPr>
        <p:style>
          <a:lnRef idx="0"/>
          <a:fillRef idx="0"/>
          <a:effectRef idx="0"/>
          <a:fontRef idx="minor"/>
        </p:style>
      </p:sp>
      <p:sp>
        <p:nvSpPr>
          <p:cNvPr id="363" name="Text 22"/>
          <p:cNvSpPr/>
          <p:nvPr/>
        </p:nvSpPr>
        <p:spPr>
          <a:xfrm>
            <a:off x="1095480" y="5381640"/>
            <a:ext cx="3039480" cy="2214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Black Sabbath</a:t>
            </a:r>
            <a:endParaRPr b="0" lang="en-HK" sz="1130" spc="-1" strike="noStrike">
              <a:latin typeface="Arial"/>
            </a:endParaRPr>
          </a:p>
        </p:txBody>
      </p:sp>
      <p:sp>
        <p:nvSpPr>
          <p:cNvPr id="364" name="Text 23"/>
          <p:cNvSpPr/>
          <p:nvPr/>
        </p:nvSpPr>
        <p:spPr>
          <a:xfrm>
            <a:off x="1095480" y="5603760"/>
            <a:ext cx="3031560" cy="1897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70000"/>
                  </a:srgbClr>
                </a:solidFill>
                <a:latin typeface="Liter"/>
                <a:ea typeface="Liter"/>
              </a:rPr>
              <a:t>Tony Iommi's downtuned, heavy riffs pioneered metal</a:t>
            </a:r>
            <a:endParaRPr b="0" lang="en-HK" sz="1000" spc="-1" strike="noStrike">
              <a:latin typeface="Arial"/>
            </a:endParaRPr>
          </a:p>
        </p:txBody>
      </p:sp>
      <p:sp>
        <p:nvSpPr>
          <p:cNvPr id="365" name="Shape 24"/>
          <p:cNvSpPr/>
          <p:nvPr/>
        </p:nvSpPr>
        <p:spPr>
          <a:xfrm>
            <a:off x="507960" y="5889600"/>
            <a:ext cx="30960" cy="412200"/>
          </a:xfrm>
          <a:custGeom>
            <a:avLst/>
            <a:gdLst/>
            <a:ahLst/>
            <a:rect l="l" t="t" r="r" b="b"/>
            <a:pathLst>
              <a:path w="31750" h="412750">
                <a:moveTo>
                  <a:pt x="0" y="0"/>
                </a:moveTo>
                <a:lnTo>
                  <a:pt x="31750" y="0"/>
                </a:lnTo>
                <a:lnTo>
                  <a:pt x="31750" y="412750"/>
                </a:lnTo>
                <a:lnTo>
                  <a:pt x="0" y="412750"/>
                </a:lnTo>
                <a:lnTo>
                  <a:pt x="0" y="0"/>
                </a:lnTo>
                <a:close/>
              </a:path>
            </a:pathLst>
          </a:custGeom>
          <a:solidFill>
            <a:srgbClr val="ddff00"/>
          </a:solidFill>
          <a:ln w="0">
            <a:noFill/>
          </a:ln>
        </p:spPr>
        <p:style>
          <a:lnRef idx="0"/>
          <a:fillRef idx="0"/>
          <a:effectRef idx="0"/>
          <a:fontRef idx="minor"/>
        </p:style>
      </p:sp>
      <p:sp>
        <p:nvSpPr>
          <p:cNvPr id="366" name="Shape 25"/>
          <p:cNvSpPr/>
          <p:nvPr/>
        </p:nvSpPr>
        <p:spPr>
          <a:xfrm>
            <a:off x="619200" y="5889600"/>
            <a:ext cx="380160" cy="380160"/>
          </a:xfrm>
          <a:custGeom>
            <a:avLst/>
            <a:gdLst/>
            <a:ahLst/>
            <a:rect l="l" t="t" r="r" b="b"/>
            <a:pathLst>
              <a:path w="381000" h="381000">
                <a:moveTo>
                  <a:pt x="0" y="0"/>
                </a:moveTo>
                <a:lnTo>
                  <a:pt x="381000" y="0"/>
                </a:lnTo>
                <a:lnTo>
                  <a:pt x="381000" y="381000"/>
                </a:lnTo>
                <a:lnTo>
                  <a:pt x="0" y="381000"/>
                </a:lnTo>
                <a:lnTo>
                  <a:pt x="0" y="0"/>
                </a:lnTo>
                <a:close/>
              </a:path>
            </a:pathLst>
          </a:custGeom>
          <a:solidFill>
            <a:srgbClr val="ddff00"/>
          </a:solidFill>
          <a:ln w="0">
            <a:noFill/>
          </a:ln>
        </p:spPr>
        <p:style>
          <a:lnRef idx="0"/>
          <a:fillRef idx="0"/>
          <a:effectRef idx="0"/>
          <a:fontRef idx="minor"/>
        </p:style>
      </p:sp>
      <p:sp>
        <p:nvSpPr>
          <p:cNvPr id="367" name="Shape 26"/>
          <p:cNvSpPr/>
          <p:nvPr/>
        </p:nvSpPr>
        <p:spPr>
          <a:xfrm>
            <a:off x="740160" y="6000840"/>
            <a:ext cx="138240" cy="158040"/>
          </a:xfrm>
          <a:custGeom>
            <a:avLst/>
            <a:gdLst/>
            <a:ahLst/>
            <a:rect l="l" t="t" r="r" b="b"/>
            <a:pathLst>
              <a:path w="138906" h="158750">
                <a:moveTo>
                  <a:pt x="105048" y="-3070"/>
                </a:moveTo>
                <a:cubicBezTo>
                  <a:pt x="108738" y="-403"/>
                  <a:pt x="110102" y="4434"/>
                  <a:pt x="108427" y="8651"/>
                </a:cubicBezTo>
                <a:lnTo>
                  <a:pt x="84119" y="69453"/>
                </a:lnTo>
                <a:lnTo>
                  <a:pt x="128984" y="69453"/>
                </a:lnTo>
                <a:cubicBezTo>
                  <a:pt x="133170" y="69453"/>
                  <a:pt x="136891" y="72058"/>
                  <a:pt x="138317" y="75995"/>
                </a:cubicBezTo>
                <a:cubicBezTo>
                  <a:pt x="139743" y="79933"/>
                  <a:pt x="138534" y="84336"/>
                  <a:pt x="135341" y="87002"/>
                </a:cubicBezTo>
                <a:lnTo>
                  <a:pt x="46044" y="161417"/>
                </a:lnTo>
                <a:cubicBezTo>
                  <a:pt x="42540" y="164331"/>
                  <a:pt x="37548" y="164486"/>
                  <a:pt x="33858" y="161820"/>
                </a:cubicBezTo>
                <a:cubicBezTo>
                  <a:pt x="30169" y="159153"/>
                  <a:pt x="28804" y="154316"/>
                  <a:pt x="30479" y="150099"/>
                </a:cubicBezTo>
                <a:lnTo>
                  <a:pt x="54787" y="89297"/>
                </a:lnTo>
                <a:lnTo>
                  <a:pt x="9922" y="89297"/>
                </a:lnTo>
                <a:cubicBezTo>
                  <a:pt x="5736" y="89297"/>
                  <a:pt x="2015" y="86692"/>
                  <a:pt x="589" y="82755"/>
                </a:cubicBezTo>
                <a:cubicBezTo>
                  <a:pt x="-837" y="78817"/>
                  <a:pt x="372" y="74414"/>
                  <a:pt x="3566" y="71748"/>
                </a:cubicBezTo>
                <a:lnTo>
                  <a:pt x="92863" y="-2667"/>
                </a:lnTo>
                <a:cubicBezTo>
                  <a:pt x="96366" y="-5581"/>
                  <a:pt x="101358" y="-5736"/>
                  <a:pt x="105048" y="-3070"/>
                </a:cubicBezTo>
                <a:close/>
              </a:path>
            </a:pathLst>
          </a:custGeom>
          <a:solidFill>
            <a:srgbClr val="000000"/>
          </a:solidFill>
          <a:ln w="0">
            <a:noFill/>
          </a:ln>
        </p:spPr>
        <p:style>
          <a:lnRef idx="0"/>
          <a:fillRef idx="0"/>
          <a:effectRef idx="0"/>
          <a:fontRef idx="minor"/>
        </p:style>
      </p:sp>
      <p:sp>
        <p:nvSpPr>
          <p:cNvPr id="368" name="Text 27"/>
          <p:cNvSpPr/>
          <p:nvPr/>
        </p:nvSpPr>
        <p:spPr>
          <a:xfrm>
            <a:off x="1095480" y="5889600"/>
            <a:ext cx="2864880" cy="2214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AC/DC</a:t>
            </a:r>
            <a:endParaRPr b="0" lang="en-HK" sz="1130" spc="-1" strike="noStrike">
              <a:latin typeface="Arial"/>
            </a:endParaRPr>
          </a:p>
        </p:txBody>
      </p:sp>
      <p:sp>
        <p:nvSpPr>
          <p:cNvPr id="369" name="Text 28"/>
          <p:cNvSpPr/>
          <p:nvPr/>
        </p:nvSpPr>
        <p:spPr>
          <a:xfrm>
            <a:off x="1095480" y="6111720"/>
            <a:ext cx="2856960" cy="1897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70000"/>
                  </a:srgbClr>
                </a:solidFill>
                <a:latin typeface="Liter"/>
                <a:ea typeface="Liter"/>
              </a:rPr>
              <a:t>Raw, blues-based hard rock with infectious energy</a:t>
            </a:r>
            <a:endParaRPr b="0" lang="en-HK" sz="1000" spc="-1" strike="noStrike">
              <a:latin typeface="Arial"/>
            </a:endParaRPr>
          </a:p>
        </p:txBody>
      </p:sp>
      <p:sp>
        <p:nvSpPr>
          <p:cNvPr id="370" name="Shape 29"/>
          <p:cNvSpPr/>
          <p:nvPr/>
        </p:nvSpPr>
        <p:spPr>
          <a:xfrm>
            <a:off x="5062680" y="1055520"/>
            <a:ext cx="6801840" cy="3602880"/>
          </a:xfrm>
          <a:custGeom>
            <a:avLst/>
            <a:gdLst/>
            <a:ahLst/>
            <a:rect l="l" t="t" r="r" b="b"/>
            <a:pathLst>
              <a:path w="6802438" h="3603625">
                <a:moveTo>
                  <a:pt x="0" y="0"/>
                </a:moveTo>
                <a:lnTo>
                  <a:pt x="6802438" y="0"/>
                </a:lnTo>
                <a:lnTo>
                  <a:pt x="6802438" y="3603625"/>
                </a:lnTo>
                <a:lnTo>
                  <a:pt x="0" y="3603625"/>
                </a:lnTo>
                <a:lnTo>
                  <a:pt x="0" y="0"/>
                </a:lnTo>
                <a:close/>
              </a:path>
            </a:pathLst>
          </a:custGeom>
          <a:noFill/>
          <a:ln w="25400">
            <a:solidFill>
              <a:srgbClr val="ddff00"/>
            </a:solidFill>
            <a:round/>
          </a:ln>
        </p:spPr>
        <p:style>
          <a:lnRef idx="0"/>
          <a:fillRef idx="0"/>
          <a:effectRef idx="0"/>
          <a:fontRef idx="minor"/>
        </p:style>
      </p:sp>
      <p:sp>
        <p:nvSpPr>
          <p:cNvPr id="371" name="Text 30"/>
          <p:cNvSpPr/>
          <p:nvPr/>
        </p:nvSpPr>
        <p:spPr>
          <a:xfrm>
            <a:off x="5261040" y="1254240"/>
            <a:ext cx="6500160" cy="25344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500" spc="-1" strike="noStrike">
                <a:solidFill>
                  <a:srgbClr val="ddff00"/>
                </a:solidFill>
                <a:latin typeface="Liter"/>
                <a:ea typeface="Liter"/>
              </a:rPr>
              <a:t>Defining Hard Rock Albums</a:t>
            </a:r>
            <a:endParaRPr b="0" lang="en-HK" sz="1500" spc="-1" strike="noStrike">
              <a:latin typeface="Arial"/>
            </a:endParaRPr>
          </a:p>
        </p:txBody>
      </p:sp>
      <p:sp>
        <p:nvSpPr>
          <p:cNvPr id="372" name="Shape 31"/>
          <p:cNvSpPr/>
          <p:nvPr/>
        </p:nvSpPr>
        <p:spPr>
          <a:xfrm>
            <a:off x="5261040" y="1635120"/>
            <a:ext cx="634320" cy="634320"/>
          </a:xfrm>
          <a:custGeom>
            <a:avLst/>
            <a:gdLst/>
            <a:ahLst/>
            <a:rect l="l" t="t" r="r" b="b"/>
            <a:pathLst>
              <a:path w="635000" h="635000">
                <a:moveTo>
                  <a:pt x="0" y="0"/>
                </a:moveTo>
                <a:lnTo>
                  <a:pt x="635000" y="0"/>
                </a:lnTo>
                <a:lnTo>
                  <a:pt x="635000" y="635000"/>
                </a:lnTo>
                <a:lnTo>
                  <a:pt x="0" y="635000"/>
                </a:lnTo>
                <a:lnTo>
                  <a:pt x="0" y="0"/>
                </a:lnTo>
                <a:close/>
              </a:path>
            </a:pathLst>
          </a:custGeom>
          <a:solidFill>
            <a:srgbClr val="ddff00"/>
          </a:solidFill>
          <a:ln w="0">
            <a:noFill/>
          </a:ln>
        </p:spPr>
        <p:style>
          <a:lnRef idx="0"/>
          <a:fillRef idx="0"/>
          <a:effectRef idx="0"/>
          <a:fontRef idx="minor"/>
        </p:style>
      </p:sp>
      <p:sp>
        <p:nvSpPr>
          <p:cNvPr id="373" name="Text 32"/>
          <p:cNvSpPr/>
          <p:nvPr/>
        </p:nvSpPr>
        <p:spPr>
          <a:xfrm>
            <a:off x="5469480" y="1825560"/>
            <a:ext cx="308880" cy="25344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500" spc="-1" strike="noStrike">
                <a:solidFill>
                  <a:srgbClr val="000000"/>
                </a:solidFill>
                <a:latin typeface="Liter"/>
                <a:ea typeface="Liter"/>
              </a:rPr>
              <a:t>LZ</a:t>
            </a:r>
            <a:endParaRPr b="0" lang="en-HK" sz="1500" spc="-1" strike="noStrike">
              <a:latin typeface="Arial"/>
            </a:endParaRPr>
          </a:p>
        </p:txBody>
      </p:sp>
      <p:sp>
        <p:nvSpPr>
          <p:cNvPr id="374" name="Text 33"/>
          <p:cNvSpPr/>
          <p:nvPr/>
        </p:nvSpPr>
        <p:spPr>
          <a:xfrm>
            <a:off x="6022800" y="1762200"/>
            <a:ext cx="5714280" cy="2214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Physical Graffiti</a:t>
            </a:r>
            <a:endParaRPr b="0" lang="en-HK" sz="1130" spc="-1" strike="noStrike">
              <a:latin typeface="Arial"/>
            </a:endParaRPr>
          </a:p>
        </p:txBody>
      </p:sp>
      <p:sp>
        <p:nvSpPr>
          <p:cNvPr id="375" name="Text 34"/>
          <p:cNvSpPr/>
          <p:nvPr/>
        </p:nvSpPr>
        <p:spPr>
          <a:xfrm>
            <a:off x="6022800" y="1984320"/>
            <a:ext cx="5698440" cy="158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ffffff">
                    <a:alpha val="70000"/>
                  </a:srgbClr>
                </a:solidFill>
                <a:latin typeface="Liter"/>
                <a:ea typeface="Liter"/>
              </a:rPr>
              <a:t>Led Zeppelin (1975) - Double album masterpiece</a:t>
            </a:r>
            <a:endParaRPr b="0" lang="en-HK" sz="880" spc="-1" strike="noStrike">
              <a:latin typeface="Arial"/>
            </a:endParaRPr>
          </a:p>
        </p:txBody>
      </p:sp>
      <p:sp>
        <p:nvSpPr>
          <p:cNvPr id="376" name="Shape 35"/>
          <p:cNvSpPr/>
          <p:nvPr/>
        </p:nvSpPr>
        <p:spPr>
          <a:xfrm>
            <a:off x="5261040" y="2365200"/>
            <a:ext cx="634320" cy="634320"/>
          </a:xfrm>
          <a:custGeom>
            <a:avLst/>
            <a:gdLst/>
            <a:ahLst/>
            <a:rect l="l" t="t" r="r" b="b"/>
            <a:pathLst>
              <a:path w="635000" h="635000">
                <a:moveTo>
                  <a:pt x="0" y="0"/>
                </a:moveTo>
                <a:lnTo>
                  <a:pt x="635000" y="0"/>
                </a:lnTo>
                <a:lnTo>
                  <a:pt x="635000" y="635000"/>
                </a:lnTo>
                <a:lnTo>
                  <a:pt x="0" y="635000"/>
                </a:lnTo>
                <a:lnTo>
                  <a:pt x="0" y="0"/>
                </a:lnTo>
                <a:close/>
              </a:path>
            </a:pathLst>
          </a:custGeom>
          <a:solidFill>
            <a:srgbClr val="ddff00"/>
          </a:solidFill>
          <a:ln w="0">
            <a:noFill/>
          </a:ln>
        </p:spPr>
        <p:style>
          <a:lnRef idx="0"/>
          <a:fillRef idx="0"/>
          <a:effectRef idx="0"/>
          <a:fontRef idx="minor"/>
        </p:style>
      </p:sp>
      <p:sp>
        <p:nvSpPr>
          <p:cNvPr id="377" name="Text 36"/>
          <p:cNvSpPr/>
          <p:nvPr/>
        </p:nvSpPr>
        <p:spPr>
          <a:xfrm>
            <a:off x="5454000" y="2556000"/>
            <a:ext cx="340560" cy="25344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500" spc="-1" strike="noStrike">
                <a:solidFill>
                  <a:srgbClr val="000000"/>
                </a:solidFill>
                <a:latin typeface="Liter"/>
                <a:ea typeface="Liter"/>
              </a:rPr>
              <a:t>DP</a:t>
            </a:r>
            <a:endParaRPr b="0" lang="en-HK" sz="1500" spc="-1" strike="noStrike">
              <a:latin typeface="Arial"/>
            </a:endParaRPr>
          </a:p>
        </p:txBody>
      </p:sp>
      <p:sp>
        <p:nvSpPr>
          <p:cNvPr id="378" name="Text 37"/>
          <p:cNvSpPr/>
          <p:nvPr/>
        </p:nvSpPr>
        <p:spPr>
          <a:xfrm>
            <a:off x="6022800" y="2492280"/>
            <a:ext cx="5714280" cy="2214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Machine Head</a:t>
            </a:r>
            <a:endParaRPr b="0" lang="en-HK" sz="1130" spc="-1" strike="noStrike">
              <a:latin typeface="Arial"/>
            </a:endParaRPr>
          </a:p>
        </p:txBody>
      </p:sp>
      <p:sp>
        <p:nvSpPr>
          <p:cNvPr id="379" name="Text 38"/>
          <p:cNvSpPr/>
          <p:nvPr/>
        </p:nvSpPr>
        <p:spPr>
          <a:xfrm>
            <a:off x="6022800" y="2714760"/>
            <a:ext cx="5698440" cy="158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ffffff">
                    <a:alpha val="70000"/>
                  </a:srgbClr>
                </a:solidFill>
                <a:latin typeface="Liter"/>
                <a:ea typeface="Liter"/>
              </a:rPr>
              <a:t>Deep Purple (1972) - "Smoke on the Water"</a:t>
            </a:r>
            <a:endParaRPr b="0" lang="en-HK" sz="880" spc="-1" strike="noStrike">
              <a:latin typeface="Arial"/>
            </a:endParaRPr>
          </a:p>
        </p:txBody>
      </p:sp>
      <p:sp>
        <p:nvSpPr>
          <p:cNvPr id="380" name="Shape 39"/>
          <p:cNvSpPr/>
          <p:nvPr/>
        </p:nvSpPr>
        <p:spPr>
          <a:xfrm>
            <a:off x="5261040" y="3095640"/>
            <a:ext cx="634320" cy="634320"/>
          </a:xfrm>
          <a:custGeom>
            <a:avLst/>
            <a:gdLst/>
            <a:ahLst/>
            <a:rect l="l" t="t" r="r" b="b"/>
            <a:pathLst>
              <a:path w="635000" h="635000">
                <a:moveTo>
                  <a:pt x="0" y="0"/>
                </a:moveTo>
                <a:lnTo>
                  <a:pt x="635000" y="0"/>
                </a:lnTo>
                <a:lnTo>
                  <a:pt x="635000" y="635000"/>
                </a:lnTo>
                <a:lnTo>
                  <a:pt x="0" y="635000"/>
                </a:lnTo>
                <a:lnTo>
                  <a:pt x="0" y="0"/>
                </a:lnTo>
                <a:close/>
              </a:path>
            </a:pathLst>
          </a:custGeom>
          <a:solidFill>
            <a:srgbClr val="ddff00"/>
          </a:solidFill>
          <a:ln w="0">
            <a:noFill/>
          </a:ln>
        </p:spPr>
        <p:style>
          <a:lnRef idx="0"/>
          <a:fillRef idx="0"/>
          <a:effectRef idx="0"/>
          <a:fontRef idx="minor"/>
        </p:style>
      </p:sp>
      <p:sp>
        <p:nvSpPr>
          <p:cNvPr id="381" name="Text 40"/>
          <p:cNvSpPr/>
          <p:nvPr/>
        </p:nvSpPr>
        <p:spPr>
          <a:xfrm>
            <a:off x="5460840" y="3286080"/>
            <a:ext cx="332640" cy="25344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500" spc="-1" strike="noStrike">
                <a:solidFill>
                  <a:srgbClr val="000000"/>
                </a:solidFill>
                <a:latin typeface="Liter"/>
                <a:ea typeface="Liter"/>
              </a:rPr>
              <a:t>BS</a:t>
            </a:r>
            <a:endParaRPr b="0" lang="en-HK" sz="1500" spc="-1" strike="noStrike">
              <a:latin typeface="Arial"/>
            </a:endParaRPr>
          </a:p>
        </p:txBody>
      </p:sp>
      <p:sp>
        <p:nvSpPr>
          <p:cNvPr id="382" name="Text 41"/>
          <p:cNvSpPr/>
          <p:nvPr/>
        </p:nvSpPr>
        <p:spPr>
          <a:xfrm>
            <a:off x="6022800" y="3222720"/>
            <a:ext cx="5714280" cy="2214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Paranoid</a:t>
            </a:r>
            <a:endParaRPr b="0" lang="en-HK" sz="1130" spc="-1" strike="noStrike">
              <a:latin typeface="Arial"/>
            </a:endParaRPr>
          </a:p>
        </p:txBody>
      </p:sp>
      <p:sp>
        <p:nvSpPr>
          <p:cNvPr id="383" name="Text 42"/>
          <p:cNvSpPr/>
          <p:nvPr/>
        </p:nvSpPr>
        <p:spPr>
          <a:xfrm>
            <a:off x="6022800" y="3444840"/>
            <a:ext cx="5698440" cy="158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ffffff">
                    <a:alpha val="70000"/>
                  </a:srgbClr>
                </a:solidFill>
                <a:latin typeface="Liter"/>
                <a:ea typeface="Liter"/>
              </a:rPr>
              <a:t>Black Sabbath (1970) - "Iron Man" &amp; "War Pigs"</a:t>
            </a:r>
            <a:endParaRPr b="0" lang="en-HK" sz="880" spc="-1" strike="noStrike">
              <a:latin typeface="Arial"/>
            </a:endParaRPr>
          </a:p>
        </p:txBody>
      </p:sp>
      <p:sp>
        <p:nvSpPr>
          <p:cNvPr id="384" name="Shape 43"/>
          <p:cNvSpPr/>
          <p:nvPr/>
        </p:nvSpPr>
        <p:spPr>
          <a:xfrm>
            <a:off x="5261040" y="3825720"/>
            <a:ext cx="634320" cy="634320"/>
          </a:xfrm>
          <a:custGeom>
            <a:avLst/>
            <a:gdLst/>
            <a:ahLst/>
            <a:rect l="l" t="t" r="r" b="b"/>
            <a:pathLst>
              <a:path w="635000" h="635000">
                <a:moveTo>
                  <a:pt x="0" y="0"/>
                </a:moveTo>
                <a:lnTo>
                  <a:pt x="635000" y="0"/>
                </a:lnTo>
                <a:lnTo>
                  <a:pt x="635000" y="635000"/>
                </a:lnTo>
                <a:lnTo>
                  <a:pt x="0" y="635000"/>
                </a:lnTo>
                <a:lnTo>
                  <a:pt x="0" y="0"/>
                </a:lnTo>
                <a:close/>
              </a:path>
            </a:pathLst>
          </a:custGeom>
          <a:solidFill>
            <a:srgbClr val="ddff00"/>
          </a:solidFill>
          <a:ln w="0">
            <a:noFill/>
          </a:ln>
        </p:spPr>
        <p:style>
          <a:lnRef idx="0"/>
          <a:fillRef idx="0"/>
          <a:effectRef idx="0"/>
          <a:fontRef idx="minor"/>
        </p:style>
      </p:sp>
      <p:sp>
        <p:nvSpPr>
          <p:cNvPr id="385" name="Text 44"/>
          <p:cNvSpPr/>
          <p:nvPr/>
        </p:nvSpPr>
        <p:spPr>
          <a:xfrm>
            <a:off x="5448600" y="4016520"/>
            <a:ext cx="356400" cy="25344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500" spc="-1" strike="noStrike">
                <a:solidFill>
                  <a:srgbClr val="000000"/>
                </a:solidFill>
                <a:latin typeface="Liter"/>
                <a:ea typeface="Liter"/>
              </a:rPr>
              <a:t>AC</a:t>
            </a:r>
            <a:endParaRPr b="0" lang="en-HK" sz="1500" spc="-1" strike="noStrike">
              <a:latin typeface="Arial"/>
            </a:endParaRPr>
          </a:p>
        </p:txBody>
      </p:sp>
      <p:sp>
        <p:nvSpPr>
          <p:cNvPr id="386" name="Text 45"/>
          <p:cNvSpPr/>
          <p:nvPr/>
        </p:nvSpPr>
        <p:spPr>
          <a:xfrm>
            <a:off x="6022800" y="3952800"/>
            <a:ext cx="5714280" cy="2214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Highway to Hell</a:t>
            </a:r>
            <a:endParaRPr b="0" lang="en-HK" sz="1130" spc="-1" strike="noStrike">
              <a:latin typeface="Arial"/>
            </a:endParaRPr>
          </a:p>
        </p:txBody>
      </p:sp>
      <p:sp>
        <p:nvSpPr>
          <p:cNvPr id="387" name="Text 46"/>
          <p:cNvSpPr/>
          <p:nvPr/>
        </p:nvSpPr>
        <p:spPr>
          <a:xfrm>
            <a:off x="6022800" y="4175280"/>
            <a:ext cx="5698440" cy="158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ffffff">
                    <a:alpha val="70000"/>
                  </a:srgbClr>
                </a:solidFill>
                <a:latin typeface="Liter"/>
                <a:ea typeface="Liter"/>
              </a:rPr>
              <a:t>AC/DC (1979) - Breakthrough album</a:t>
            </a:r>
            <a:endParaRPr b="0" lang="en-HK" sz="880" spc="-1" strike="noStrike">
              <a:latin typeface="Arial"/>
            </a:endParaRPr>
          </a:p>
        </p:txBody>
      </p:sp>
      <p:sp>
        <p:nvSpPr>
          <p:cNvPr id="388" name="Shape 47"/>
          <p:cNvSpPr/>
          <p:nvPr/>
        </p:nvSpPr>
        <p:spPr>
          <a:xfrm>
            <a:off x="5054400" y="4794120"/>
            <a:ext cx="6817680" cy="1396440"/>
          </a:xfrm>
          <a:custGeom>
            <a:avLst/>
            <a:gdLst/>
            <a:ahLst/>
            <a:rect l="l" t="t" r="r" b="b"/>
            <a:pathLst>
              <a:path w="6818313" h="1397000">
                <a:moveTo>
                  <a:pt x="0" y="0"/>
                </a:moveTo>
                <a:lnTo>
                  <a:pt x="6818313" y="0"/>
                </a:lnTo>
                <a:lnTo>
                  <a:pt x="6818313" y="1397000"/>
                </a:lnTo>
                <a:lnTo>
                  <a:pt x="0" y="1397000"/>
                </a:lnTo>
                <a:lnTo>
                  <a:pt x="0" y="0"/>
                </a:lnTo>
                <a:close/>
              </a:path>
            </a:pathLst>
          </a:custGeom>
          <a:solidFill>
            <a:srgbClr val="ddff00"/>
          </a:solidFill>
          <a:ln w="0">
            <a:noFill/>
          </a:ln>
        </p:spPr>
        <p:style>
          <a:lnRef idx="0"/>
          <a:fillRef idx="0"/>
          <a:effectRef idx="0"/>
          <a:fontRef idx="minor"/>
        </p:style>
      </p:sp>
      <p:sp>
        <p:nvSpPr>
          <p:cNvPr id="389" name="Text 48"/>
          <p:cNvSpPr/>
          <p:nvPr/>
        </p:nvSpPr>
        <p:spPr>
          <a:xfrm>
            <a:off x="5213160" y="4952880"/>
            <a:ext cx="6579360" cy="2214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250" spc="-1" strike="noStrike">
                <a:solidFill>
                  <a:srgbClr val="000000"/>
                </a:solidFill>
                <a:latin typeface="Liter"/>
                <a:ea typeface="Liter"/>
              </a:rPr>
              <a:t>Key Characteristics</a:t>
            </a:r>
            <a:endParaRPr b="0" lang="en-HK" sz="1250" spc="-1" strike="noStrike">
              <a:latin typeface="Arial"/>
            </a:endParaRPr>
          </a:p>
        </p:txBody>
      </p:sp>
      <p:sp>
        <p:nvSpPr>
          <p:cNvPr id="390" name="Shape 49"/>
          <p:cNvSpPr/>
          <p:nvPr/>
        </p:nvSpPr>
        <p:spPr>
          <a:xfrm>
            <a:off x="5237280" y="5302080"/>
            <a:ext cx="110520" cy="126360"/>
          </a:xfrm>
          <a:custGeom>
            <a:avLst/>
            <a:gdLst/>
            <a:ahLst/>
            <a:rect l="l" t="t" r="r" b="b"/>
            <a:pathLst>
              <a:path w="111125" h="127000">
                <a:moveTo>
                  <a:pt x="107851" y="17388"/>
                </a:moveTo>
                <a:cubicBezTo>
                  <a:pt x="111398" y="19968"/>
                  <a:pt x="112192" y="24929"/>
                  <a:pt x="109612" y="28476"/>
                </a:cubicBezTo>
                <a:lnTo>
                  <a:pt x="46112" y="115788"/>
                </a:lnTo>
                <a:cubicBezTo>
                  <a:pt x="44748" y="117673"/>
                  <a:pt x="42639" y="118839"/>
                  <a:pt x="40308" y="119038"/>
                </a:cubicBezTo>
                <a:cubicBezTo>
                  <a:pt x="37976" y="119236"/>
                  <a:pt x="35719" y="118368"/>
                  <a:pt x="34082" y="116731"/>
                </a:cubicBezTo>
                <a:lnTo>
                  <a:pt x="2332" y="84981"/>
                </a:lnTo>
                <a:cubicBezTo>
                  <a:pt x="-769" y="81880"/>
                  <a:pt x="-769" y="76845"/>
                  <a:pt x="2332" y="73744"/>
                </a:cubicBezTo>
                <a:cubicBezTo>
                  <a:pt x="5432" y="70644"/>
                  <a:pt x="10468" y="70644"/>
                  <a:pt x="13568" y="73744"/>
                </a:cubicBezTo>
                <a:lnTo>
                  <a:pt x="38745" y="98921"/>
                </a:lnTo>
                <a:lnTo>
                  <a:pt x="96788" y="19124"/>
                </a:lnTo>
                <a:cubicBezTo>
                  <a:pt x="99368" y="15577"/>
                  <a:pt x="104329" y="14784"/>
                  <a:pt x="107876" y="17363"/>
                </a:cubicBezTo>
                <a:close/>
              </a:path>
            </a:pathLst>
          </a:custGeom>
          <a:solidFill>
            <a:srgbClr val="000000"/>
          </a:solidFill>
          <a:ln w="0">
            <a:noFill/>
          </a:ln>
        </p:spPr>
        <p:style>
          <a:lnRef idx="0"/>
          <a:fillRef idx="0"/>
          <a:effectRef idx="0"/>
          <a:fontRef idx="minor"/>
        </p:style>
      </p:sp>
      <p:sp>
        <p:nvSpPr>
          <p:cNvPr id="391" name="Text 50"/>
          <p:cNvSpPr/>
          <p:nvPr/>
        </p:nvSpPr>
        <p:spPr>
          <a:xfrm>
            <a:off x="5435640" y="5270400"/>
            <a:ext cx="1189800" cy="1897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000000"/>
                </a:solidFill>
                <a:latin typeface="Liter"/>
                <a:ea typeface="Liter"/>
              </a:rPr>
              <a:t>Distorted guitar riffs</a:t>
            </a:r>
            <a:endParaRPr b="0" lang="en-HK" sz="1000" spc="-1" strike="noStrike">
              <a:latin typeface="Arial"/>
            </a:endParaRPr>
          </a:p>
        </p:txBody>
      </p:sp>
      <p:sp>
        <p:nvSpPr>
          <p:cNvPr id="392" name="Shape 51"/>
          <p:cNvSpPr/>
          <p:nvPr/>
        </p:nvSpPr>
        <p:spPr>
          <a:xfrm>
            <a:off x="8535960" y="5302080"/>
            <a:ext cx="110520" cy="126360"/>
          </a:xfrm>
          <a:custGeom>
            <a:avLst/>
            <a:gdLst/>
            <a:ahLst/>
            <a:rect l="l" t="t" r="r" b="b"/>
            <a:pathLst>
              <a:path w="111125" h="127000">
                <a:moveTo>
                  <a:pt x="107851" y="17388"/>
                </a:moveTo>
                <a:cubicBezTo>
                  <a:pt x="111398" y="19968"/>
                  <a:pt x="112192" y="24929"/>
                  <a:pt x="109612" y="28476"/>
                </a:cubicBezTo>
                <a:lnTo>
                  <a:pt x="46112" y="115788"/>
                </a:lnTo>
                <a:cubicBezTo>
                  <a:pt x="44748" y="117673"/>
                  <a:pt x="42639" y="118839"/>
                  <a:pt x="40308" y="119038"/>
                </a:cubicBezTo>
                <a:cubicBezTo>
                  <a:pt x="37976" y="119236"/>
                  <a:pt x="35719" y="118368"/>
                  <a:pt x="34082" y="116731"/>
                </a:cubicBezTo>
                <a:lnTo>
                  <a:pt x="2332" y="84981"/>
                </a:lnTo>
                <a:cubicBezTo>
                  <a:pt x="-769" y="81880"/>
                  <a:pt x="-769" y="76845"/>
                  <a:pt x="2332" y="73744"/>
                </a:cubicBezTo>
                <a:cubicBezTo>
                  <a:pt x="5432" y="70644"/>
                  <a:pt x="10468" y="70644"/>
                  <a:pt x="13568" y="73744"/>
                </a:cubicBezTo>
                <a:lnTo>
                  <a:pt x="38745" y="98921"/>
                </a:lnTo>
                <a:lnTo>
                  <a:pt x="96788" y="19124"/>
                </a:lnTo>
                <a:cubicBezTo>
                  <a:pt x="99368" y="15577"/>
                  <a:pt x="104329" y="14784"/>
                  <a:pt x="107876" y="17363"/>
                </a:cubicBezTo>
                <a:close/>
              </a:path>
            </a:pathLst>
          </a:custGeom>
          <a:solidFill>
            <a:srgbClr val="000000"/>
          </a:solidFill>
          <a:ln w="0">
            <a:noFill/>
          </a:ln>
        </p:spPr>
        <p:style>
          <a:lnRef idx="0"/>
          <a:fillRef idx="0"/>
          <a:effectRef idx="0"/>
          <a:fontRef idx="minor"/>
        </p:style>
      </p:sp>
      <p:sp>
        <p:nvSpPr>
          <p:cNvPr id="393" name="Text 52"/>
          <p:cNvSpPr/>
          <p:nvPr/>
        </p:nvSpPr>
        <p:spPr>
          <a:xfrm>
            <a:off x="8734320" y="5270400"/>
            <a:ext cx="1428120" cy="1897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000000"/>
                </a:solidFill>
                <a:latin typeface="Liter"/>
                <a:ea typeface="Liter"/>
              </a:rPr>
              <a:t>Powerful rhythm section</a:t>
            </a:r>
            <a:endParaRPr b="0" lang="en-HK" sz="1000" spc="-1" strike="noStrike">
              <a:latin typeface="Arial"/>
            </a:endParaRPr>
          </a:p>
        </p:txBody>
      </p:sp>
      <p:sp>
        <p:nvSpPr>
          <p:cNvPr id="394" name="Shape 53"/>
          <p:cNvSpPr/>
          <p:nvPr/>
        </p:nvSpPr>
        <p:spPr>
          <a:xfrm>
            <a:off x="5237280" y="5587920"/>
            <a:ext cx="110520" cy="126360"/>
          </a:xfrm>
          <a:custGeom>
            <a:avLst/>
            <a:gdLst/>
            <a:ahLst/>
            <a:rect l="l" t="t" r="r" b="b"/>
            <a:pathLst>
              <a:path w="111125" h="127000">
                <a:moveTo>
                  <a:pt x="107851" y="17388"/>
                </a:moveTo>
                <a:cubicBezTo>
                  <a:pt x="111398" y="19968"/>
                  <a:pt x="112192" y="24929"/>
                  <a:pt x="109612" y="28476"/>
                </a:cubicBezTo>
                <a:lnTo>
                  <a:pt x="46112" y="115788"/>
                </a:lnTo>
                <a:cubicBezTo>
                  <a:pt x="44748" y="117673"/>
                  <a:pt x="42639" y="118839"/>
                  <a:pt x="40308" y="119038"/>
                </a:cubicBezTo>
                <a:cubicBezTo>
                  <a:pt x="37976" y="119236"/>
                  <a:pt x="35719" y="118368"/>
                  <a:pt x="34082" y="116731"/>
                </a:cubicBezTo>
                <a:lnTo>
                  <a:pt x="2332" y="84981"/>
                </a:lnTo>
                <a:cubicBezTo>
                  <a:pt x="-769" y="81880"/>
                  <a:pt x="-769" y="76845"/>
                  <a:pt x="2332" y="73744"/>
                </a:cubicBezTo>
                <a:cubicBezTo>
                  <a:pt x="5432" y="70644"/>
                  <a:pt x="10468" y="70644"/>
                  <a:pt x="13568" y="73744"/>
                </a:cubicBezTo>
                <a:lnTo>
                  <a:pt x="38745" y="98921"/>
                </a:lnTo>
                <a:lnTo>
                  <a:pt x="96788" y="19124"/>
                </a:lnTo>
                <a:cubicBezTo>
                  <a:pt x="99368" y="15577"/>
                  <a:pt x="104329" y="14784"/>
                  <a:pt x="107876" y="17363"/>
                </a:cubicBezTo>
                <a:close/>
              </a:path>
            </a:pathLst>
          </a:custGeom>
          <a:solidFill>
            <a:srgbClr val="000000"/>
          </a:solidFill>
          <a:ln w="0">
            <a:noFill/>
          </a:ln>
        </p:spPr>
        <p:style>
          <a:lnRef idx="0"/>
          <a:fillRef idx="0"/>
          <a:effectRef idx="0"/>
          <a:fontRef idx="minor"/>
        </p:style>
      </p:sp>
      <p:sp>
        <p:nvSpPr>
          <p:cNvPr id="395" name="Text 54"/>
          <p:cNvSpPr/>
          <p:nvPr/>
        </p:nvSpPr>
        <p:spPr>
          <a:xfrm>
            <a:off x="5435640" y="5556240"/>
            <a:ext cx="1269360" cy="1897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000000"/>
                </a:solidFill>
                <a:latin typeface="Liter"/>
                <a:ea typeface="Liter"/>
              </a:rPr>
              <a:t>Extended guitar solos</a:t>
            </a:r>
            <a:endParaRPr b="0" lang="en-HK" sz="1000" spc="-1" strike="noStrike">
              <a:latin typeface="Arial"/>
            </a:endParaRPr>
          </a:p>
        </p:txBody>
      </p:sp>
      <p:sp>
        <p:nvSpPr>
          <p:cNvPr id="396" name="Shape 55"/>
          <p:cNvSpPr/>
          <p:nvPr/>
        </p:nvSpPr>
        <p:spPr>
          <a:xfrm>
            <a:off x="8535960" y="5587920"/>
            <a:ext cx="110520" cy="126360"/>
          </a:xfrm>
          <a:custGeom>
            <a:avLst/>
            <a:gdLst/>
            <a:ahLst/>
            <a:rect l="l" t="t" r="r" b="b"/>
            <a:pathLst>
              <a:path w="111125" h="127000">
                <a:moveTo>
                  <a:pt x="107851" y="17388"/>
                </a:moveTo>
                <a:cubicBezTo>
                  <a:pt x="111398" y="19968"/>
                  <a:pt x="112192" y="24929"/>
                  <a:pt x="109612" y="28476"/>
                </a:cubicBezTo>
                <a:lnTo>
                  <a:pt x="46112" y="115788"/>
                </a:lnTo>
                <a:cubicBezTo>
                  <a:pt x="44748" y="117673"/>
                  <a:pt x="42639" y="118839"/>
                  <a:pt x="40308" y="119038"/>
                </a:cubicBezTo>
                <a:cubicBezTo>
                  <a:pt x="37976" y="119236"/>
                  <a:pt x="35719" y="118368"/>
                  <a:pt x="34082" y="116731"/>
                </a:cubicBezTo>
                <a:lnTo>
                  <a:pt x="2332" y="84981"/>
                </a:lnTo>
                <a:cubicBezTo>
                  <a:pt x="-769" y="81880"/>
                  <a:pt x="-769" y="76845"/>
                  <a:pt x="2332" y="73744"/>
                </a:cubicBezTo>
                <a:cubicBezTo>
                  <a:pt x="5432" y="70644"/>
                  <a:pt x="10468" y="70644"/>
                  <a:pt x="13568" y="73744"/>
                </a:cubicBezTo>
                <a:lnTo>
                  <a:pt x="38745" y="98921"/>
                </a:lnTo>
                <a:lnTo>
                  <a:pt x="96788" y="19124"/>
                </a:lnTo>
                <a:cubicBezTo>
                  <a:pt x="99368" y="15577"/>
                  <a:pt x="104329" y="14784"/>
                  <a:pt x="107876" y="17363"/>
                </a:cubicBezTo>
                <a:close/>
              </a:path>
            </a:pathLst>
          </a:custGeom>
          <a:solidFill>
            <a:srgbClr val="000000"/>
          </a:solidFill>
          <a:ln w="0">
            <a:noFill/>
          </a:ln>
        </p:spPr>
        <p:style>
          <a:lnRef idx="0"/>
          <a:fillRef idx="0"/>
          <a:effectRef idx="0"/>
          <a:fontRef idx="minor"/>
        </p:style>
      </p:sp>
      <p:sp>
        <p:nvSpPr>
          <p:cNvPr id="397" name="Text 56"/>
          <p:cNvSpPr/>
          <p:nvPr/>
        </p:nvSpPr>
        <p:spPr>
          <a:xfrm>
            <a:off x="8734320" y="5556240"/>
            <a:ext cx="1221480" cy="1897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000000"/>
                </a:solidFill>
                <a:latin typeface="Liter"/>
                <a:ea typeface="Liter"/>
              </a:rPr>
              <a:t>High-energy tempos</a:t>
            </a:r>
            <a:endParaRPr b="0" lang="en-HK" sz="1000" spc="-1" strike="noStrike">
              <a:latin typeface="Arial"/>
            </a:endParaRPr>
          </a:p>
        </p:txBody>
      </p:sp>
      <p:sp>
        <p:nvSpPr>
          <p:cNvPr id="398" name="Shape 57"/>
          <p:cNvSpPr/>
          <p:nvPr/>
        </p:nvSpPr>
        <p:spPr>
          <a:xfrm>
            <a:off x="5237280" y="5873760"/>
            <a:ext cx="110520" cy="126360"/>
          </a:xfrm>
          <a:custGeom>
            <a:avLst/>
            <a:gdLst/>
            <a:ahLst/>
            <a:rect l="l" t="t" r="r" b="b"/>
            <a:pathLst>
              <a:path w="111125" h="127000">
                <a:moveTo>
                  <a:pt x="107851" y="17388"/>
                </a:moveTo>
                <a:cubicBezTo>
                  <a:pt x="111398" y="19968"/>
                  <a:pt x="112192" y="24929"/>
                  <a:pt x="109612" y="28476"/>
                </a:cubicBezTo>
                <a:lnTo>
                  <a:pt x="46112" y="115788"/>
                </a:lnTo>
                <a:cubicBezTo>
                  <a:pt x="44748" y="117673"/>
                  <a:pt x="42639" y="118839"/>
                  <a:pt x="40308" y="119038"/>
                </a:cubicBezTo>
                <a:cubicBezTo>
                  <a:pt x="37976" y="119236"/>
                  <a:pt x="35719" y="118368"/>
                  <a:pt x="34082" y="116731"/>
                </a:cubicBezTo>
                <a:lnTo>
                  <a:pt x="2332" y="84981"/>
                </a:lnTo>
                <a:cubicBezTo>
                  <a:pt x="-769" y="81880"/>
                  <a:pt x="-769" y="76845"/>
                  <a:pt x="2332" y="73744"/>
                </a:cubicBezTo>
                <a:cubicBezTo>
                  <a:pt x="5432" y="70644"/>
                  <a:pt x="10468" y="70644"/>
                  <a:pt x="13568" y="73744"/>
                </a:cubicBezTo>
                <a:lnTo>
                  <a:pt x="38745" y="98921"/>
                </a:lnTo>
                <a:lnTo>
                  <a:pt x="96788" y="19124"/>
                </a:lnTo>
                <a:cubicBezTo>
                  <a:pt x="99368" y="15577"/>
                  <a:pt x="104329" y="14784"/>
                  <a:pt x="107876" y="17363"/>
                </a:cubicBezTo>
                <a:close/>
              </a:path>
            </a:pathLst>
          </a:custGeom>
          <a:solidFill>
            <a:srgbClr val="000000"/>
          </a:solidFill>
          <a:ln w="0">
            <a:noFill/>
          </a:ln>
        </p:spPr>
        <p:style>
          <a:lnRef idx="0"/>
          <a:fillRef idx="0"/>
          <a:effectRef idx="0"/>
          <a:fontRef idx="minor"/>
        </p:style>
      </p:sp>
      <p:sp>
        <p:nvSpPr>
          <p:cNvPr id="399" name="Text 58"/>
          <p:cNvSpPr/>
          <p:nvPr/>
        </p:nvSpPr>
        <p:spPr>
          <a:xfrm>
            <a:off x="5435640" y="5842080"/>
            <a:ext cx="1340640" cy="1897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000000"/>
                </a:solidFill>
                <a:latin typeface="Liter"/>
                <a:ea typeface="Liter"/>
              </a:rPr>
              <a:t>Raw, aggressive sound</a:t>
            </a:r>
            <a:endParaRPr b="0" lang="en-HK" sz="1000" spc="-1" strike="noStrike">
              <a:latin typeface="Arial"/>
            </a:endParaRPr>
          </a:p>
        </p:txBody>
      </p:sp>
      <p:sp>
        <p:nvSpPr>
          <p:cNvPr id="400" name="Shape 59"/>
          <p:cNvSpPr/>
          <p:nvPr/>
        </p:nvSpPr>
        <p:spPr>
          <a:xfrm>
            <a:off x="8535960" y="5873760"/>
            <a:ext cx="110520" cy="126360"/>
          </a:xfrm>
          <a:custGeom>
            <a:avLst/>
            <a:gdLst/>
            <a:ahLst/>
            <a:rect l="l" t="t" r="r" b="b"/>
            <a:pathLst>
              <a:path w="111125" h="127000">
                <a:moveTo>
                  <a:pt x="107851" y="17388"/>
                </a:moveTo>
                <a:cubicBezTo>
                  <a:pt x="111398" y="19968"/>
                  <a:pt x="112192" y="24929"/>
                  <a:pt x="109612" y="28476"/>
                </a:cubicBezTo>
                <a:lnTo>
                  <a:pt x="46112" y="115788"/>
                </a:lnTo>
                <a:cubicBezTo>
                  <a:pt x="44748" y="117673"/>
                  <a:pt x="42639" y="118839"/>
                  <a:pt x="40308" y="119038"/>
                </a:cubicBezTo>
                <a:cubicBezTo>
                  <a:pt x="37976" y="119236"/>
                  <a:pt x="35719" y="118368"/>
                  <a:pt x="34082" y="116731"/>
                </a:cubicBezTo>
                <a:lnTo>
                  <a:pt x="2332" y="84981"/>
                </a:lnTo>
                <a:cubicBezTo>
                  <a:pt x="-769" y="81880"/>
                  <a:pt x="-769" y="76845"/>
                  <a:pt x="2332" y="73744"/>
                </a:cubicBezTo>
                <a:cubicBezTo>
                  <a:pt x="5432" y="70644"/>
                  <a:pt x="10468" y="70644"/>
                  <a:pt x="13568" y="73744"/>
                </a:cubicBezTo>
                <a:lnTo>
                  <a:pt x="38745" y="98921"/>
                </a:lnTo>
                <a:lnTo>
                  <a:pt x="96788" y="19124"/>
                </a:lnTo>
                <a:cubicBezTo>
                  <a:pt x="99368" y="15577"/>
                  <a:pt x="104329" y="14784"/>
                  <a:pt x="107876" y="17363"/>
                </a:cubicBezTo>
                <a:close/>
              </a:path>
            </a:pathLst>
          </a:custGeom>
          <a:solidFill>
            <a:srgbClr val="000000"/>
          </a:solidFill>
          <a:ln w="0">
            <a:noFill/>
          </a:ln>
        </p:spPr>
        <p:style>
          <a:lnRef idx="0"/>
          <a:fillRef idx="0"/>
          <a:effectRef idx="0"/>
          <a:fontRef idx="minor"/>
        </p:style>
      </p:sp>
      <p:sp>
        <p:nvSpPr>
          <p:cNvPr id="401" name="Text 60"/>
          <p:cNvSpPr/>
          <p:nvPr/>
        </p:nvSpPr>
        <p:spPr>
          <a:xfrm>
            <a:off x="8734320" y="5842080"/>
            <a:ext cx="1396440" cy="1897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000000"/>
                </a:solidFill>
                <a:latin typeface="Liter"/>
                <a:ea typeface="Liter"/>
              </a:rPr>
              <a:t>Blues-based foundation</a:t>
            </a:r>
            <a:endParaRPr b="0" lang="en-HK" sz="1000" spc="-1" strike="noStrike">
              <a:latin typeface="Arial"/>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sp>
        <p:nvSpPr>
          <p:cNvPr id="402" name="Image 0"/>
          <p:cNvSpPr/>
          <p:nvPr/>
        </p:nvSpPr>
        <p:spPr>
          <a:xfrm>
            <a:off x="0" y="0"/>
            <a:ext cx="12191400" cy="6857280"/>
          </a:xfrm>
          <a:prstGeom prst="roundRect">
            <a:avLst>
              <a:gd name="adj" fmla="val 0"/>
            </a:avLst>
          </a:prstGeom>
          <a:blipFill rotWithShape="0">
            <a:blip r:embed="rId1"/>
            <a:srcRect/>
            <a:stretch/>
          </a:blipFill>
          <a:ln w="0">
            <a:noFill/>
          </a:ln>
        </p:spPr>
        <p:style>
          <a:lnRef idx="0"/>
          <a:fillRef idx="0"/>
          <a:effectRef idx="0"/>
          <a:fontRef idx="minor"/>
        </p:style>
      </p:sp>
      <p:sp>
        <p:nvSpPr>
          <p:cNvPr id="403" name="Shape 0"/>
          <p:cNvSpPr/>
          <p:nvPr/>
        </p:nvSpPr>
        <p:spPr>
          <a:xfrm>
            <a:off x="0" y="0"/>
            <a:ext cx="12191400" cy="6857280"/>
          </a:xfrm>
          <a:custGeom>
            <a:avLst/>
            <a:gdLst/>
            <a:ahLst/>
            <a:rect l="l" t="t" r="r" b="b"/>
            <a:pathLst>
              <a:path w="12192000" h="6858000">
                <a:moveTo>
                  <a:pt x="0" y="0"/>
                </a:moveTo>
                <a:lnTo>
                  <a:pt x="12192000" y="0"/>
                </a:lnTo>
                <a:lnTo>
                  <a:pt x="12192000" y="6858000"/>
                </a:lnTo>
                <a:lnTo>
                  <a:pt x="0" y="6858000"/>
                </a:lnTo>
                <a:lnTo>
                  <a:pt x="0" y="0"/>
                </a:lnTo>
                <a:close/>
              </a:path>
            </a:pathLst>
          </a:custGeom>
          <a:gradFill rotWithShape="0">
            <a:gsLst>
              <a:gs pos="0">
                <a:srgbClr val="000000"/>
              </a:gs>
              <a:gs pos="100000">
                <a:srgbClr val="000000">
                  <a:alpha val="60000"/>
                </a:srgbClr>
              </a:gs>
            </a:gsLst>
            <a:lin ang="0"/>
          </a:gradFill>
          <a:ln w="0">
            <a:noFill/>
          </a:ln>
        </p:spPr>
        <p:style>
          <a:lnRef idx="0"/>
          <a:fillRef idx="0"/>
          <a:effectRef idx="0"/>
          <a:fontRef idx="minor"/>
        </p:style>
      </p:sp>
      <p:sp>
        <p:nvSpPr>
          <p:cNvPr id="404" name="Shape 1"/>
          <p:cNvSpPr/>
          <p:nvPr/>
        </p:nvSpPr>
        <p:spPr>
          <a:xfrm rot="720000">
            <a:off x="10754280" y="5420160"/>
            <a:ext cx="875520" cy="875520"/>
          </a:xfrm>
          <a:custGeom>
            <a:avLst/>
            <a:gdLst/>
            <a:ahLst/>
            <a:rect l="l" t="t" r="r" b="b"/>
            <a:pathLst>
              <a:path w="876300" h="876300">
                <a:moveTo>
                  <a:pt x="0" y="0"/>
                </a:moveTo>
                <a:lnTo>
                  <a:pt x="876300" y="0"/>
                </a:lnTo>
                <a:lnTo>
                  <a:pt x="876300" y="876300"/>
                </a:lnTo>
                <a:lnTo>
                  <a:pt x="0" y="876300"/>
                </a:lnTo>
                <a:lnTo>
                  <a:pt x="0" y="0"/>
                </a:lnTo>
                <a:close/>
              </a:path>
            </a:pathLst>
          </a:custGeom>
          <a:noFill/>
          <a:ln w="50800">
            <a:solidFill>
              <a:srgbClr val="ddff00"/>
            </a:solidFill>
            <a:round/>
          </a:ln>
        </p:spPr>
        <p:style>
          <a:lnRef idx="0"/>
          <a:fillRef idx="0"/>
          <a:effectRef idx="0"/>
          <a:fontRef idx="minor"/>
        </p:style>
      </p:sp>
      <p:sp>
        <p:nvSpPr>
          <p:cNvPr id="405" name="Shape 2"/>
          <p:cNvSpPr/>
          <p:nvPr/>
        </p:nvSpPr>
        <p:spPr>
          <a:xfrm rot="21240000">
            <a:off x="320040" y="1310760"/>
            <a:ext cx="1218600" cy="1218600"/>
          </a:xfrm>
          <a:custGeom>
            <a:avLst/>
            <a:gdLst/>
            <a:ahLst/>
            <a:rect l="l" t="t" r="r" b="b"/>
            <a:pathLst>
              <a:path w="1219200" h="1219200">
                <a:moveTo>
                  <a:pt x="0" y="0"/>
                </a:moveTo>
                <a:lnTo>
                  <a:pt x="1219200" y="0"/>
                </a:lnTo>
                <a:lnTo>
                  <a:pt x="1219200" y="1219200"/>
                </a:lnTo>
                <a:lnTo>
                  <a:pt x="0" y="1219200"/>
                </a:lnTo>
                <a:lnTo>
                  <a:pt x="0" y="0"/>
                </a:lnTo>
                <a:close/>
              </a:path>
            </a:pathLst>
          </a:custGeom>
          <a:solidFill>
            <a:srgbClr val="ddff00"/>
          </a:solidFill>
          <a:ln w="0">
            <a:noFill/>
          </a:ln>
        </p:spPr>
        <p:style>
          <a:lnRef idx="0"/>
          <a:fillRef idx="0"/>
          <a:effectRef idx="0"/>
          <a:fontRef idx="minor"/>
        </p:style>
      </p:sp>
      <p:sp>
        <p:nvSpPr>
          <p:cNvPr id="406" name="Text 3"/>
          <p:cNvSpPr/>
          <p:nvPr/>
        </p:nvSpPr>
        <p:spPr>
          <a:xfrm>
            <a:off x="569880" y="1638360"/>
            <a:ext cx="1180440" cy="68508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5400" spc="-1" strike="noStrike">
                <a:solidFill>
                  <a:srgbClr val="000000"/>
                </a:solidFill>
                <a:latin typeface="Liter"/>
                <a:ea typeface="Liter"/>
              </a:rPr>
              <a:t>04</a:t>
            </a:r>
            <a:endParaRPr b="0" lang="en-HK" sz="5400" spc="-1" strike="noStrike">
              <a:latin typeface="Arial"/>
            </a:endParaRPr>
          </a:p>
        </p:txBody>
      </p:sp>
      <p:sp>
        <p:nvSpPr>
          <p:cNvPr id="407" name="Shape 4"/>
          <p:cNvSpPr/>
          <p:nvPr/>
        </p:nvSpPr>
        <p:spPr>
          <a:xfrm>
            <a:off x="1828800" y="1752480"/>
            <a:ext cx="3209040" cy="37440"/>
          </a:xfrm>
          <a:custGeom>
            <a:avLst/>
            <a:gdLst/>
            <a:ahLst/>
            <a:rect l="l" t="t" r="r" b="b"/>
            <a:pathLst>
              <a:path w="3209925" h="38100">
                <a:moveTo>
                  <a:pt x="0" y="0"/>
                </a:moveTo>
                <a:lnTo>
                  <a:pt x="3209925" y="0"/>
                </a:lnTo>
                <a:lnTo>
                  <a:pt x="3209925" y="38100"/>
                </a:lnTo>
                <a:lnTo>
                  <a:pt x="0" y="38100"/>
                </a:lnTo>
                <a:lnTo>
                  <a:pt x="0" y="0"/>
                </a:lnTo>
                <a:close/>
              </a:path>
            </a:pathLst>
          </a:custGeom>
          <a:solidFill>
            <a:srgbClr val="ddff00"/>
          </a:solidFill>
          <a:ln w="0">
            <a:noFill/>
          </a:ln>
        </p:spPr>
        <p:style>
          <a:lnRef idx="0"/>
          <a:fillRef idx="0"/>
          <a:effectRef idx="0"/>
          <a:fontRef idx="minor"/>
        </p:style>
      </p:sp>
      <p:sp>
        <p:nvSpPr>
          <p:cNvPr id="408" name="Text 5"/>
          <p:cNvSpPr/>
          <p:nvPr/>
        </p:nvSpPr>
        <p:spPr>
          <a:xfrm>
            <a:off x="1828800" y="1943280"/>
            <a:ext cx="3295080" cy="2660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350" spc="131" strike="noStrike">
                <a:solidFill>
                  <a:srgbClr val="ddff00"/>
                </a:solidFill>
                <a:latin typeface="Liter"/>
                <a:ea typeface="Liter"/>
              </a:rPr>
              <a:t>CHAPTER FOUR</a:t>
            </a:r>
            <a:endParaRPr b="0" lang="en-HK" sz="1350" spc="-1" strike="noStrike">
              <a:latin typeface="Arial"/>
            </a:endParaRPr>
          </a:p>
        </p:txBody>
      </p:sp>
      <p:sp>
        <p:nvSpPr>
          <p:cNvPr id="409" name="Text 6"/>
          <p:cNvSpPr/>
          <p:nvPr/>
        </p:nvSpPr>
        <p:spPr>
          <a:xfrm>
            <a:off x="380880" y="2895480"/>
            <a:ext cx="5000040" cy="1713960"/>
          </a:xfrm>
          <a:prstGeom prst="rect">
            <a:avLst/>
          </a:prstGeom>
          <a:noFill/>
          <a:ln w="0">
            <a:noFill/>
          </a:ln>
        </p:spPr>
        <p:style>
          <a:lnRef idx="0"/>
          <a:fillRef idx="0"/>
          <a:effectRef idx="0"/>
          <a:fontRef idx="minor"/>
        </p:style>
        <p:txBody>
          <a:bodyPr lIns="0" rIns="0" tIns="0" bIns="0" anchor="ctr">
            <a:noAutofit/>
          </a:bodyPr>
          <a:p>
            <a:pPr>
              <a:lnSpc>
                <a:spcPct val="100000"/>
              </a:lnSpc>
              <a:buNone/>
            </a:pPr>
            <a:r>
              <a:rPr b="1" lang="en-US" sz="3600" spc="-1" strike="noStrike">
                <a:solidFill>
                  <a:srgbClr val="ffffff"/>
                </a:solidFill>
                <a:latin typeface="Liter"/>
                <a:ea typeface="Liter"/>
              </a:rPr>
              <a:t>BIRTH OF</a:t>
            </a:r>
            <a:endParaRPr b="0" lang="en-HK" sz="3600" spc="-1" strike="noStrike">
              <a:latin typeface="Arial"/>
            </a:endParaRPr>
          </a:p>
          <a:p>
            <a:pPr>
              <a:lnSpc>
                <a:spcPct val="100000"/>
              </a:lnSpc>
              <a:buNone/>
            </a:pPr>
            <a:r>
              <a:rPr b="1" lang="en-US" sz="3600" spc="-1" strike="noStrike">
                <a:solidFill>
                  <a:srgbClr val="ddff00"/>
                </a:solidFill>
                <a:latin typeface="Liter"/>
                <a:ea typeface="Liter"/>
              </a:rPr>
              <a:t>HEAVY METAL</a:t>
            </a:r>
            <a:endParaRPr b="0" lang="en-HK" sz="3600" spc="-1" strike="noStrike">
              <a:latin typeface="Arial"/>
            </a:endParaRPr>
          </a:p>
        </p:txBody>
      </p:sp>
      <p:sp>
        <p:nvSpPr>
          <p:cNvPr id="410" name="Text 7"/>
          <p:cNvSpPr/>
          <p:nvPr/>
        </p:nvSpPr>
        <p:spPr>
          <a:xfrm>
            <a:off x="380880" y="4838760"/>
            <a:ext cx="4771440" cy="3042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1800" spc="-1" strike="noStrike">
                <a:solidFill>
                  <a:srgbClr val="ffffff">
                    <a:alpha val="80000"/>
                  </a:srgbClr>
                </a:solidFill>
                <a:latin typeface="Liter"/>
                <a:ea typeface="Liter"/>
              </a:rPr>
              <a:t>Late 1960s-1970s: The Unholy Trinity</a:t>
            </a:r>
            <a:endParaRPr b="0" lang="en-HK" sz="1800" spc="-1" strike="noStrike">
              <a:latin typeface="Arial"/>
            </a:endParaRPr>
          </a:p>
        </p:txBody>
      </p:sp>
      <p:sp>
        <p:nvSpPr>
          <p:cNvPr id="411" name="Shape 8"/>
          <p:cNvSpPr/>
          <p:nvPr/>
        </p:nvSpPr>
        <p:spPr>
          <a:xfrm>
            <a:off x="380880" y="5448240"/>
            <a:ext cx="761400" cy="37440"/>
          </a:xfrm>
          <a:custGeom>
            <a:avLst/>
            <a:gdLst/>
            <a:ahLst/>
            <a:rect l="l" t="t" r="r" b="b"/>
            <a:pathLst>
              <a:path w="762000" h="38100">
                <a:moveTo>
                  <a:pt x="0" y="0"/>
                </a:moveTo>
                <a:lnTo>
                  <a:pt x="762000" y="0"/>
                </a:lnTo>
                <a:lnTo>
                  <a:pt x="762000" y="38100"/>
                </a:lnTo>
                <a:lnTo>
                  <a:pt x="0" y="38100"/>
                </a:lnTo>
                <a:lnTo>
                  <a:pt x="0" y="0"/>
                </a:lnTo>
                <a:close/>
              </a:path>
            </a:pathLst>
          </a:custGeom>
          <a:solidFill>
            <a:srgbClr val="ddff00"/>
          </a:solidFill>
          <a:ln w="0">
            <a:noFill/>
          </a:ln>
        </p:spPr>
        <p:style>
          <a:lnRef idx="0"/>
          <a:fillRef idx="0"/>
          <a:effectRef idx="0"/>
          <a:fontRef idx="minor"/>
        </p:style>
      </p:sp>
      <p:sp>
        <p:nvSpPr>
          <p:cNvPr id="412" name="Shape 9"/>
          <p:cNvSpPr/>
          <p:nvPr/>
        </p:nvSpPr>
        <p:spPr>
          <a:xfrm>
            <a:off x="1295280" y="5448240"/>
            <a:ext cx="380160" cy="37440"/>
          </a:xfrm>
          <a:custGeom>
            <a:avLst/>
            <a:gdLst/>
            <a:ahLst/>
            <a:rect l="l" t="t" r="r" b="b"/>
            <a:pathLst>
              <a:path w="381000" h="38100">
                <a:moveTo>
                  <a:pt x="0" y="0"/>
                </a:moveTo>
                <a:lnTo>
                  <a:pt x="381000" y="0"/>
                </a:lnTo>
                <a:lnTo>
                  <a:pt x="381000" y="38100"/>
                </a:lnTo>
                <a:lnTo>
                  <a:pt x="0" y="38100"/>
                </a:lnTo>
                <a:lnTo>
                  <a:pt x="0" y="0"/>
                </a:lnTo>
                <a:close/>
              </a:path>
            </a:pathLst>
          </a:custGeom>
          <a:solidFill>
            <a:srgbClr val="ddff00"/>
          </a:solidFill>
          <a:ln w="0">
            <a:noFill/>
          </a:ln>
        </p:spPr>
        <p:style>
          <a:lnRef idx="0"/>
          <a:fillRef idx="0"/>
          <a:effectRef idx="0"/>
          <a:fontRef idx="minor"/>
        </p:style>
      </p:sp>
      <p:sp>
        <p:nvSpPr>
          <p:cNvPr id="413" name="Shape 10"/>
          <p:cNvSpPr/>
          <p:nvPr/>
        </p:nvSpPr>
        <p:spPr>
          <a:xfrm>
            <a:off x="1828800" y="5448240"/>
            <a:ext cx="189720" cy="37440"/>
          </a:xfrm>
          <a:custGeom>
            <a:avLst/>
            <a:gdLst/>
            <a:ahLst/>
            <a:rect l="l" t="t" r="r" b="b"/>
            <a:pathLst>
              <a:path w="190500" h="38100">
                <a:moveTo>
                  <a:pt x="0" y="0"/>
                </a:moveTo>
                <a:lnTo>
                  <a:pt x="190500" y="0"/>
                </a:lnTo>
                <a:lnTo>
                  <a:pt x="190500" y="38100"/>
                </a:lnTo>
                <a:lnTo>
                  <a:pt x="0" y="38100"/>
                </a:lnTo>
                <a:lnTo>
                  <a:pt x="0" y="0"/>
                </a:lnTo>
                <a:close/>
              </a:path>
            </a:pathLst>
          </a:custGeom>
          <a:solidFill>
            <a:srgbClr val="ddff00"/>
          </a:solidFill>
          <a:ln w="0">
            <a:noFill/>
          </a:ln>
        </p:spPr>
        <p:style>
          <a:lnRef idx="0"/>
          <a:fillRef idx="0"/>
          <a:effectRef idx="0"/>
          <a:fontRef idx="minor"/>
        </p:style>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sp>
        <p:nvSpPr>
          <p:cNvPr id="414" name="Shape 0"/>
          <p:cNvSpPr/>
          <p:nvPr/>
        </p:nvSpPr>
        <p:spPr>
          <a:xfrm>
            <a:off x="317520" y="365040"/>
            <a:ext cx="62640" cy="380160"/>
          </a:xfrm>
          <a:custGeom>
            <a:avLst/>
            <a:gdLst/>
            <a:ahLst/>
            <a:rect l="l" t="t" r="r" b="b"/>
            <a:pathLst>
              <a:path w="63500" h="381000">
                <a:moveTo>
                  <a:pt x="0" y="0"/>
                </a:moveTo>
                <a:lnTo>
                  <a:pt x="63500" y="0"/>
                </a:lnTo>
                <a:lnTo>
                  <a:pt x="63500" y="381000"/>
                </a:lnTo>
                <a:lnTo>
                  <a:pt x="0" y="381000"/>
                </a:lnTo>
                <a:lnTo>
                  <a:pt x="0" y="0"/>
                </a:lnTo>
                <a:close/>
              </a:path>
            </a:pathLst>
          </a:custGeom>
          <a:solidFill>
            <a:srgbClr val="ddff00"/>
          </a:solidFill>
          <a:ln w="0">
            <a:noFill/>
          </a:ln>
        </p:spPr>
        <p:style>
          <a:lnRef idx="0"/>
          <a:fillRef idx="0"/>
          <a:effectRef idx="0"/>
          <a:fontRef idx="minor"/>
        </p:style>
      </p:sp>
      <p:sp>
        <p:nvSpPr>
          <p:cNvPr id="415" name="Text 1"/>
          <p:cNvSpPr/>
          <p:nvPr/>
        </p:nvSpPr>
        <p:spPr>
          <a:xfrm>
            <a:off x="507960" y="317520"/>
            <a:ext cx="4095000" cy="158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83" strike="noStrike">
                <a:solidFill>
                  <a:srgbClr val="ddff00"/>
                </a:solidFill>
                <a:latin typeface="Liter"/>
                <a:ea typeface="Liter"/>
              </a:rPr>
              <a:t>CHAPTER 04</a:t>
            </a:r>
            <a:endParaRPr b="0" lang="en-HK" sz="880" spc="-1" strike="noStrike">
              <a:latin typeface="Arial"/>
            </a:endParaRPr>
          </a:p>
        </p:txBody>
      </p:sp>
      <p:sp>
        <p:nvSpPr>
          <p:cNvPr id="416" name="Text 2"/>
          <p:cNvSpPr/>
          <p:nvPr/>
        </p:nvSpPr>
        <p:spPr>
          <a:xfrm>
            <a:off x="507960" y="476280"/>
            <a:ext cx="4182480" cy="316800"/>
          </a:xfrm>
          <a:prstGeom prst="rect">
            <a:avLst/>
          </a:prstGeom>
          <a:noFill/>
          <a:ln w="0">
            <a:noFill/>
          </a:ln>
        </p:spPr>
        <p:style>
          <a:lnRef idx="0"/>
          <a:fillRef idx="0"/>
          <a:effectRef idx="0"/>
          <a:fontRef idx="minor"/>
        </p:style>
        <p:txBody>
          <a:bodyPr lIns="0" rIns="0" tIns="0" bIns="0" anchor="ctr">
            <a:noAutofit/>
          </a:bodyPr>
          <a:p>
            <a:pPr>
              <a:lnSpc>
                <a:spcPct val="90000"/>
              </a:lnSpc>
              <a:buNone/>
            </a:pPr>
            <a:r>
              <a:rPr b="1" lang="en-US" sz="3600" spc="-1" strike="noStrike">
                <a:solidFill>
                  <a:srgbClr val="ffffff"/>
                </a:solidFill>
                <a:latin typeface="Liter"/>
                <a:ea typeface="Liter"/>
              </a:rPr>
              <a:t>The Three Pillars of Heavy Metal</a:t>
            </a:r>
            <a:endParaRPr b="0" lang="en-HK" sz="3600" spc="-1" strike="noStrike">
              <a:latin typeface="Arial"/>
            </a:endParaRPr>
          </a:p>
        </p:txBody>
      </p:sp>
      <p:sp>
        <p:nvSpPr>
          <p:cNvPr id="417" name="Shape 3"/>
          <p:cNvSpPr/>
          <p:nvPr/>
        </p:nvSpPr>
        <p:spPr>
          <a:xfrm>
            <a:off x="317520" y="1047600"/>
            <a:ext cx="6817680" cy="2063160"/>
          </a:xfrm>
          <a:custGeom>
            <a:avLst/>
            <a:gdLst/>
            <a:ahLst/>
            <a:rect l="l" t="t" r="r" b="b"/>
            <a:pathLst>
              <a:path w="6818313" h="2063750">
                <a:moveTo>
                  <a:pt x="0" y="0"/>
                </a:moveTo>
                <a:lnTo>
                  <a:pt x="6818313" y="0"/>
                </a:lnTo>
                <a:lnTo>
                  <a:pt x="6818313" y="2063750"/>
                </a:lnTo>
                <a:lnTo>
                  <a:pt x="0" y="2063750"/>
                </a:lnTo>
                <a:lnTo>
                  <a:pt x="0" y="0"/>
                </a:lnTo>
                <a:close/>
              </a:path>
            </a:pathLst>
          </a:custGeom>
          <a:solidFill>
            <a:srgbClr val="ddff00"/>
          </a:solidFill>
          <a:ln w="0">
            <a:noFill/>
          </a:ln>
        </p:spPr>
        <p:style>
          <a:lnRef idx="0"/>
          <a:fillRef idx="0"/>
          <a:effectRef idx="0"/>
          <a:fontRef idx="minor"/>
        </p:style>
      </p:sp>
      <p:sp>
        <p:nvSpPr>
          <p:cNvPr id="418" name="Text 4"/>
          <p:cNvSpPr/>
          <p:nvPr/>
        </p:nvSpPr>
        <p:spPr>
          <a:xfrm>
            <a:off x="507960" y="1238400"/>
            <a:ext cx="6531840" cy="25344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500" spc="-1" strike="noStrike">
                <a:solidFill>
                  <a:srgbClr val="000000"/>
                </a:solidFill>
                <a:latin typeface="Liter"/>
                <a:ea typeface="Liter"/>
              </a:rPr>
              <a:t>The Unholy Trinity</a:t>
            </a:r>
            <a:endParaRPr b="0" lang="en-HK" sz="1500" spc="-1" strike="noStrike">
              <a:latin typeface="Arial"/>
            </a:endParaRPr>
          </a:p>
        </p:txBody>
      </p:sp>
      <p:sp>
        <p:nvSpPr>
          <p:cNvPr id="419" name="Text 5"/>
          <p:cNvSpPr/>
          <p:nvPr/>
        </p:nvSpPr>
        <p:spPr>
          <a:xfrm>
            <a:off x="507960" y="1587600"/>
            <a:ext cx="6500160" cy="6184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000" spc="-1" strike="noStrike">
                <a:solidFill>
                  <a:srgbClr val="000000"/>
                </a:solidFill>
                <a:latin typeface="Liter"/>
                <a:ea typeface="Liter"/>
              </a:rPr>
              <a:t>In the late 1960s, three British bands emerged that would forge heavy metal:</a:t>
            </a:r>
            <a:r>
              <a:rPr b="0" lang="en-US" sz="1000" spc="-1" strike="noStrike">
                <a:solidFill>
                  <a:srgbClr val="000000"/>
                </a:solidFill>
                <a:latin typeface="Liter"/>
                <a:ea typeface="Liter"/>
              </a:rPr>
              <a:t> Led Zeppelin, Black Sabbath, and Deep Purple. Often called the "unholy trinity," these pioneering groups crystallized the heavy metal sound and style that would dominate the 1970s and beyond.</a:t>
            </a:r>
            <a:endParaRPr b="0" lang="en-HK" sz="1000" spc="-1" strike="noStrike">
              <a:latin typeface="Arial"/>
            </a:endParaRPr>
          </a:p>
        </p:txBody>
      </p:sp>
      <p:sp>
        <p:nvSpPr>
          <p:cNvPr id="420" name="Text 6"/>
          <p:cNvSpPr/>
          <p:nvPr/>
        </p:nvSpPr>
        <p:spPr>
          <a:xfrm>
            <a:off x="507960" y="2301840"/>
            <a:ext cx="6500160" cy="6184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00" spc="-1" strike="noStrike">
                <a:solidFill>
                  <a:srgbClr val="000000">
                    <a:alpha val="80000"/>
                  </a:srgbClr>
                </a:solidFill>
                <a:latin typeface="Liter"/>
                <a:ea typeface="Liter"/>
              </a:rPr>
              <a:t>Each band contributed unique elements—Led Zeppelin's riff-driven anthems, Black Sabbath's dark and heavy atmosphere, and Deep Purple's technical virtuosity. Together, they established the musical and visual style that would define the genre.</a:t>
            </a:r>
            <a:endParaRPr b="0" lang="en-HK" sz="1000" spc="-1" strike="noStrike">
              <a:latin typeface="Arial"/>
            </a:endParaRPr>
          </a:p>
        </p:txBody>
      </p:sp>
      <p:sp>
        <p:nvSpPr>
          <p:cNvPr id="421" name="Shape 7"/>
          <p:cNvSpPr/>
          <p:nvPr/>
        </p:nvSpPr>
        <p:spPr>
          <a:xfrm>
            <a:off x="325440" y="3246480"/>
            <a:ext cx="2174040" cy="3285360"/>
          </a:xfrm>
          <a:custGeom>
            <a:avLst/>
            <a:gdLst/>
            <a:ahLst/>
            <a:rect l="l" t="t" r="r" b="b"/>
            <a:pathLst>
              <a:path w="2174875" h="3286125">
                <a:moveTo>
                  <a:pt x="0" y="0"/>
                </a:moveTo>
                <a:lnTo>
                  <a:pt x="2174875" y="0"/>
                </a:lnTo>
                <a:lnTo>
                  <a:pt x="2174875" y="3286125"/>
                </a:lnTo>
                <a:lnTo>
                  <a:pt x="0" y="3286125"/>
                </a:lnTo>
                <a:lnTo>
                  <a:pt x="0" y="0"/>
                </a:lnTo>
                <a:close/>
              </a:path>
            </a:pathLst>
          </a:custGeom>
          <a:noFill/>
          <a:ln w="25400">
            <a:solidFill>
              <a:srgbClr val="ddff00"/>
            </a:solidFill>
            <a:round/>
          </a:ln>
        </p:spPr>
        <p:style>
          <a:lnRef idx="0"/>
          <a:fillRef idx="0"/>
          <a:effectRef idx="0"/>
          <a:fontRef idx="minor"/>
        </p:style>
      </p:sp>
      <p:sp>
        <p:nvSpPr>
          <p:cNvPr id="422" name="Shape 8"/>
          <p:cNvSpPr/>
          <p:nvPr/>
        </p:nvSpPr>
        <p:spPr>
          <a:xfrm>
            <a:off x="1157760" y="3381480"/>
            <a:ext cx="507240" cy="507240"/>
          </a:xfrm>
          <a:custGeom>
            <a:avLst/>
            <a:gdLst/>
            <a:ahLst/>
            <a:rect l="l" t="t" r="r" b="b"/>
            <a:pathLst>
              <a:path w="508000" h="508000">
                <a:moveTo>
                  <a:pt x="0" y="0"/>
                </a:moveTo>
                <a:lnTo>
                  <a:pt x="508000" y="0"/>
                </a:lnTo>
                <a:lnTo>
                  <a:pt x="508000" y="508000"/>
                </a:lnTo>
                <a:lnTo>
                  <a:pt x="0" y="508000"/>
                </a:lnTo>
                <a:lnTo>
                  <a:pt x="0" y="0"/>
                </a:lnTo>
                <a:close/>
              </a:path>
            </a:pathLst>
          </a:custGeom>
          <a:solidFill>
            <a:srgbClr val="ddff00"/>
          </a:solidFill>
          <a:ln w="0">
            <a:noFill/>
          </a:ln>
        </p:spPr>
        <p:style>
          <a:lnRef idx="0"/>
          <a:fillRef idx="0"/>
          <a:effectRef idx="0"/>
          <a:fontRef idx="minor"/>
        </p:style>
      </p:sp>
      <p:sp>
        <p:nvSpPr>
          <p:cNvPr id="423" name="Shape 9"/>
          <p:cNvSpPr/>
          <p:nvPr/>
        </p:nvSpPr>
        <p:spPr>
          <a:xfrm>
            <a:off x="1309680" y="3516480"/>
            <a:ext cx="207720" cy="237240"/>
          </a:xfrm>
          <a:custGeom>
            <a:avLst/>
            <a:gdLst/>
            <a:ahLst/>
            <a:rect l="l" t="t" r="r" b="b"/>
            <a:pathLst>
              <a:path w="208359" h="238125">
                <a:moveTo>
                  <a:pt x="157572" y="-4604"/>
                </a:moveTo>
                <a:cubicBezTo>
                  <a:pt x="163106" y="-605"/>
                  <a:pt x="165153" y="6651"/>
                  <a:pt x="162641" y="12976"/>
                </a:cubicBezTo>
                <a:lnTo>
                  <a:pt x="126178" y="104180"/>
                </a:lnTo>
                <a:lnTo>
                  <a:pt x="193477" y="104180"/>
                </a:lnTo>
                <a:cubicBezTo>
                  <a:pt x="199755" y="104180"/>
                  <a:pt x="205336" y="108086"/>
                  <a:pt x="207476" y="113993"/>
                </a:cubicBezTo>
                <a:cubicBezTo>
                  <a:pt x="209615" y="119900"/>
                  <a:pt x="207801" y="126504"/>
                  <a:pt x="203011" y="130504"/>
                </a:cubicBezTo>
                <a:lnTo>
                  <a:pt x="69066" y="242125"/>
                </a:lnTo>
                <a:cubicBezTo>
                  <a:pt x="63810" y="246497"/>
                  <a:pt x="56322" y="246729"/>
                  <a:pt x="50788" y="242729"/>
                </a:cubicBezTo>
                <a:cubicBezTo>
                  <a:pt x="45253" y="238730"/>
                  <a:pt x="43207" y="231474"/>
                  <a:pt x="45718" y="225149"/>
                </a:cubicBezTo>
                <a:lnTo>
                  <a:pt x="82181" y="133945"/>
                </a:lnTo>
                <a:lnTo>
                  <a:pt x="14883" y="133945"/>
                </a:lnTo>
                <a:cubicBezTo>
                  <a:pt x="8604" y="133945"/>
                  <a:pt x="3023" y="130039"/>
                  <a:pt x="884" y="124132"/>
                </a:cubicBezTo>
                <a:cubicBezTo>
                  <a:pt x="-1256" y="118225"/>
                  <a:pt x="558" y="111621"/>
                  <a:pt x="5349" y="107621"/>
                </a:cubicBezTo>
                <a:lnTo>
                  <a:pt x="139294" y="-4000"/>
                </a:lnTo>
                <a:cubicBezTo>
                  <a:pt x="144549" y="-8372"/>
                  <a:pt x="152037" y="-8604"/>
                  <a:pt x="157572" y="-4604"/>
                </a:cubicBezTo>
                <a:close/>
              </a:path>
            </a:pathLst>
          </a:custGeom>
          <a:solidFill>
            <a:srgbClr val="000000"/>
          </a:solidFill>
          <a:ln w="0">
            <a:noFill/>
          </a:ln>
        </p:spPr>
        <p:style>
          <a:lnRef idx="0"/>
          <a:fillRef idx="0"/>
          <a:effectRef idx="0"/>
          <a:fontRef idx="minor"/>
        </p:style>
      </p:sp>
      <p:sp>
        <p:nvSpPr>
          <p:cNvPr id="424" name="Text 10"/>
          <p:cNvSpPr/>
          <p:nvPr/>
        </p:nvSpPr>
        <p:spPr>
          <a:xfrm>
            <a:off x="420840" y="3952800"/>
            <a:ext cx="1983600" cy="22140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1250" spc="-1" strike="noStrike">
                <a:solidFill>
                  <a:srgbClr val="ffffff"/>
                </a:solidFill>
                <a:latin typeface="Liter"/>
                <a:ea typeface="Liter"/>
              </a:rPr>
              <a:t>Led Zeppelin</a:t>
            </a:r>
            <a:endParaRPr b="0" lang="en-HK" sz="1250" spc="-1" strike="noStrike">
              <a:latin typeface="Arial"/>
            </a:endParaRPr>
          </a:p>
        </p:txBody>
      </p:sp>
      <p:sp>
        <p:nvSpPr>
          <p:cNvPr id="425" name="Text 11"/>
          <p:cNvSpPr/>
          <p:nvPr/>
        </p:nvSpPr>
        <p:spPr>
          <a:xfrm>
            <a:off x="432720" y="4175280"/>
            <a:ext cx="1959840" cy="15804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0" lang="en-US" sz="880" spc="-1" strike="noStrike">
                <a:solidFill>
                  <a:srgbClr val="ddff00"/>
                </a:solidFill>
                <a:latin typeface="Liter"/>
                <a:ea typeface="Liter"/>
              </a:rPr>
              <a:t>The Blueprint</a:t>
            </a:r>
            <a:endParaRPr b="0" lang="en-HK" sz="880" spc="-1" strike="noStrike">
              <a:latin typeface="Arial"/>
            </a:endParaRPr>
          </a:p>
        </p:txBody>
      </p:sp>
      <p:sp>
        <p:nvSpPr>
          <p:cNvPr id="426" name="Text 12"/>
          <p:cNvSpPr/>
          <p:nvPr/>
        </p:nvSpPr>
        <p:spPr>
          <a:xfrm>
            <a:off x="460440" y="4429080"/>
            <a:ext cx="1959840" cy="158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1" strike="noStrike">
                <a:solidFill>
                  <a:srgbClr val="ffffff">
                    <a:alpha val="80000"/>
                  </a:srgbClr>
                </a:solidFill>
                <a:latin typeface="Liter"/>
                <a:ea typeface="Liter"/>
              </a:rPr>
              <a:t>Formed:</a:t>
            </a:r>
            <a:r>
              <a:rPr b="0" lang="en-US" sz="880" spc="-1" strike="noStrike">
                <a:solidFill>
                  <a:srgbClr val="ffffff">
                    <a:alpha val="80000"/>
                  </a:srgbClr>
                </a:solidFill>
                <a:latin typeface="Liter"/>
                <a:ea typeface="Liter"/>
              </a:rPr>
              <a:t> 1968, London</a:t>
            </a:r>
            <a:endParaRPr b="0" lang="en-HK" sz="880" spc="-1" strike="noStrike">
              <a:latin typeface="Arial"/>
            </a:endParaRPr>
          </a:p>
        </p:txBody>
      </p:sp>
      <p:sp>
        <p:nvSpPr>
          <p:cNvPr id="427" name="Text 13"/>
          <p:cNvSpPr/>
          <p:nvPr/>
        </p:nvSpPr>
        <p:spPr>
          <a:xfrm>
            <a:off x="460440" y="4651200"/>
            <a:ext cx="1959840" cy="3168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1" strike="noStrike">
                <a:solidFill>
                  <a:srgbClr val="ffffff">
                    <a:alpha val="80000"/>
                  </a:srgbClr>
                </a:solidFill>
                <a:latin typeface="Liter"/>
                <a:ea typeface="Liter"/>
              </a:rPr>
              <a:t>Key Members:</a:t>
            </a:r>
            <a:r>
              <a:rPr b="0" lang="en-US" sz="880" spc="-1" strike="noStrike">
                <a:solidFill>
                  <a:srgbClr val="ffffff">
                    <a:alpha val="80000"/>
                  </a:srgbClr>
                </a:solidFill>
                <a:latin typeface="Liter"/>
                <a:ea typeface="Liter"/>
              </a:rPr>
              <a:t> Jimmy Page, Robert Plant, John Paul Jones, John Bonham</a:t>
            </a:r>
            <a:endParaRPr b="0" lang="en-HK" sz="880" spc="-1" strike="noStrike">
              <a:latin typeface="Arial"/>
            </a:endParaRPr>
          </a:p>
        </p:txBody>
      </p:sp>
      <p:sp>
        <p:nvSpPr>
          <p:cNvPr id="428" name="Text 14"/>
          <p:cNvSpPr/>
          <p:nvPr/>
        </p:nvSpPr>
        <p:spPr>
          <a:xfrm>
            <a:off x="460440" y="5032440"/>
            <a:ext cx="1959840" cy="3168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1" strike="noStrike">
                <a:solidFill>
                  <a:srgbClr val="ffffff">
                    <a:alpha val="80000"/>
                  </a:srgbClr>
                </a:solidFill>
                <a:latin typeface="Liter"/>
                <a:ea typeface="Liter"/>
              </a:rPr>
              <a:t>Contribution:</a:t>
            </a:r>
            <a:r>
              <a:rPr b="0" lang="en-US" sz="880" spc="-1" strike="noStrike">
                <a:solidFill>
                  <a:srgbClr val="ffffff">
                    <a:alpha val="80000"/>
                  </a:srgbClr>
                </a:solidFill>
                <a:latin typeface="Liter"/>
                <a:ea typeface="Liter"/>
              </a:rPr>
              <a:t> Blues-rock fusion, monster riffs, mythological themes</a:t>
            </a:r>
            <a:endParaRPr b="0" lang="en-HK" sz="880" spc="-1" strike="noStrike">
              <a:latin typeface="Arial"/>
            </a:endParaRPr>
          </a:p>
        </p:txBody>
      </p:sp>
      <p:sp>
        <p:nvSpPr>
          <p:cNvPr id="429" name="Text 15"/>
          <p:cNvSpPr/>
          <p:nvPr/>
        </p:nvSpPr>
        <p:spPr>
          <a:xfrm>
            <a:off x="460440" y="5413320"/>
            <a:ext cx="1959840" cy="4755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1" strike="noStrike">
                <a:solidFill>
                  <a:srgbClr val="ffffff">
                    <a:alpha val="80000"/>
                  </a:srgbClr>
                </a:solidFill>
                <a:latin typeface="Liter"/>
                <a:ea typeface="Liter"/>
              </a:rPr>
              <a:t>Iconic Tracks:</a:t>
            </a:r>
            <a:r>
              <a:rPr b="0" lang="en-US" sz="880" spc="-1" strike="noStrike">
                <a:solidFill>
                  <a:srgbClr val="ffffff">
                    <a:alpha val="80000"/>
                  </a:srgbClr>
                </a:solidFill>
                <a:latin typeface="Liter"/>
                <a:ea typeface="Liter"/>
              </a:rPr>
              <a:t> "Whole Lotta Love," "Stairway to Heaven," "Immigrant Song"</a:t>
            </a:r>
            <a:endParaRPr b="0" lang="en-HK" sz="880" spc="-1" strike="noStrike">
              <a:latin typeface="Arial"/>
            </a:endParaRPr>
          </a:p>
        </p:txBody>
      </p:sp>
      <p:sp>
        <p:nvSpPr>
          <p:cNvPr id="430" name="Shape 16"/>
          <p:cNvSpPr/>
          <p:nvPr/>
        </p:nvSpPr>
        <p:spPr>
          <a:xfrm>
            <a:off x="460440" y="6044400"/>
            <a:ext cx="1904400" cy="7200"/>
          </a:xfrm>
          <a:custGeom>
            <a:avLst/>
            <a:gdLst/>
            <a:ahLst/>
            <a:rect l="l" t="t" r="r" b="b"/>
            <a:pathLst>
              <a:path w="1905000" h="7938">
                <a:moveTo>
                  <a:pt x="0" y="0"/>
                </a:moveTo>
                <a:lnTo>
                  <a:pt x="1905000" y="0"/>
                </a:lnTo>
                <a:lnTo>
                  <a:pt x="1905000" y="7938"/>
                </a:lnTo>
                <a:lnTo>
                  <a:pt x="0" y="7938"/>
                </a:lnTo>
                <a:lnTo>
                  <a:pt x="0" y="0"/>
                </a:lnTo>
                <a:close/>
              </a:path>
            </a:pathLst>
          </a:custGeom>
          <a:solidFill>
            <a:srgbClr val="ddff00">
              <a:alpha val="30000"/>
            </a:srgbClr>
          </a:solidFill>
          <a:ln w="0">
            <a:noFill/>
          </a:ln>
        </p:spPr>
        <p:style>
          <a:lnRef idx="0"/>
          <a:fillRef idx="0"/>
          <a:effectRef idx="0"/>
          <a:fontRef idx="minor"/>
        </p:style>
      </p:sp>
      <p:sp>
        <p:nvSpPr>
          <p:cNvPr id="431" name="Text 17"/>
          <p:cNvSpPr/>
          <p:nvPr/>
        </p:nvSpPr>
        <p:spPr>
          <a:xfrm>
            <a:off x="460440" y="6143760"/>
            <a:ext cx="1951920" cy="25344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750" spc="-1" strike="noStrike">
                <a:solidFill>
                  <a:srgbClr val="ffffff">
                    <a:alpha val="60000"/>
                  </a:srgbClr>
                </a:solidFill>
                <a:latin typeface="Liter"/>
                <a:ea typeface="Liter"/>
              </a:rPr>
              <a:t>Pioneered stadium rock and album-oriented approach</a:t>
            </a:r>
            <a:endParaRPr b="0" lang="en-HK" sz="750" spc="-1" strike="noStrike">
              <a:latin typeface="Arial"/>
            </a:endParaRPr>
          </a:p>
        </p:txBody>
      </p:sp>
      <p:sp>
        <p:nvSpPr>
          <p:cNvPr id="432" name="Shape 18"/>
          <p:cNvSpPr/>
          <p:nvPr/>
        </p:nvSpPr>
        <p:spPr>
          <a:xfrm>
            <a:off x="2640960" y="3246480"/>
            <a:ext cx="2174040" cy="3285360"/>
          </a:xfrm>
          <a:custGeom>
            <a:avLst/>
            <a:gdLst/>
            <a:ahLst/>
            <a:rect l="l" t="t" r="r" b="b"/>
            <a:pathLst>
              <a:path w="2174875" h="3286125">
                <a:moveTo>
                  <a:pt x="0" y="0"/>
                </a:moveTo>
                <a:lnTo>
                  <a:pt x="2174875" y="0"/>
                </a:lnTo>
                <a:lnTo>
                  <a:pt x="2174875" y="3286125"/>
                </a:lnTo>
                <a:lnTo>
                  <a:pt x="0" y="3286125"/>
                </a:lnTo>
                <a:lnTo>
                  <a:pt x="0" y="0"/>
                </a:lnTo>
                <a:close/>
              </a:path>
            </a:pathLst>
          </a:custGeom>
          <a:noFill/>
          <a:ln w="25400">
            <a:solidFill>
              <a:srgbClr val="ddff00"/>
            </a:solidFill>
            <a:round/>
          </a:ln>
        </p:spPr>
        <p:style>
          <a:lnRef idx="0"/>
          <a:fillRef idx="0"/>
          <a:effectRef idx="0"/>
          <a:fontRef idx="minor"/>
        </p:style>
      </p:sp>
      <p:sp>
        <p:nvSpPr>
          <p:cNvPr id="433" name="Shape 19"/>
          <p:cNvSpPr/>
          <p:nvPr/>
        </p:nvSpPr>
        <p:spPr>
          <a:xfrm>
            <a:off x="3473640" y="3381480"/>
            <a:ext cx="507240" cy="507240"/>
          </a:xfrm>
          <a:custGeom>
            <a:avLst/>
            <a:gdLst/>
            <a:ahLst/>
            <a:rect l="l" t="t" r="r" b="b"/>
            <a:pathLst>
              <a:path w="508000" h="508000">
                <a:moveTo>
                  <a:pt x="0" y="0"/>
                </a:moveTo>
                <a:lnTo>
                  <a:pt x="508000" y="0"/>
                </a:lnTo>
                <a:lnTo>
                  <a:pt x="508000" y="508000"/>
                </a:lnTo>
                <a:lnTo>
                  <a:pt x="0" y="508000"/>
                </a:lnTo>
                <a:lnTo>
                  <a:pt x="0" y="0"/>
                </a:lnTo>
                <a:close/>
              </a:path>
            </a:pathLst>
          </a:custGeom>
          <a:solidFill>
            <a:srgbClr val="ddff00"/>
          </a:solidFill>
          <a:ln w="0">
            <a:noFill/>
          </a:ln>
        </p:spPr>
        <p:style>
          <a:lnRef idx="0"/>
          <a:fillRef idx="0"/>
          <a:effectRef idx="0"/>
          <a:fontRef idx="minor"/>
        </p:style>
      </p:sp>
      <p:sp>
        <p:nvSpPr>
          <p:cNvPr id="434" name="Shape 20"/>
          <p:cNvSpPr/>
          <p:nvPr/>
        </p:nvSpPr>
        <p:spPr>
          <a:xfrm>
            <a:off x="3610440" y="3516480"/>
            <a:ext cx="237240" cy="237240"/>
          </a:xfrm>
          <a:custGeom>
            <a:avLst/>
            <a:gdLst/>
            <a:ahLst/>
            <a:rect l="l" t="t" r="r" b="b"/>
            <a:pathLst>
              <a:path w="238125" h="238125">
                <a:moveTo>
                  <a:pt x="193477" y="198779"/>
                </a:moveTo>
                <a:cubicBezTo>
                  <a:pt x="220684" y="178315"/>
                  <a:pt x="238125" y="146875"/>
                  <a:pt x="238125" y="111621"/>
                </a:cubicBezTo>
                <a:cubicBezTo>
                  <a:pt x="238125" y="49997"/>
                  <a:pt x="184826" y="0"/>
                  <a:pt x="119062" y="0"/>
                </a:cubicBezTo>
                <a:cubicBezTo>
                  <a:pt x="53299" y="0"/>
                  <a:pt x="0" y="49997"/>
                  <a:pt x="0" y="111621"/>
                </a:cubicBezTo>
                <a:cubicBezTo>
                  <a:pt x="0" y="146875"/>
                  <a:pt x="17441" y="178315"/>
                  <a:pt x="44648" y="198779"/>
                </a:cubicBezTo>
                <a:lnTo>
                  <a:pt x="44648" y="215801"/>
                </a:lnTo>
                <a:cubicBezTo>
                  <a:pt x="44648" y="228126"/>
                  <a:pt x="54648" y="238125"/>
                  <a:pt x="66973" y="238125"/>
                </a:cubicBezTo>
                <a:lnTo>
                  <a:pt x="81855" y="238125"/>
                </a:lnTo>
                <a:lnTo>
                  <a:pt x="81855" y="219521"/>
                </a:lnTo>
                <a:cubicBezTo>
                  <a:pt x="81855" y="213336"/>
                  <a:pt x="86832" y="208359"/>
                  <a:pt x="93018" y="208359"/>
                </a:cubicBezTo>
                <a:cubicBezTo>
                  <a:pt x="99203" y="208359"/>
                  <a:pt x="104180" y="213336"/>
                  <a:pt x="104180" y="219521"/>
                </a:cubicBezTo>
                <a:lnTo>
                  <a:pt x="104180" y="238125"/>
                </a:lnTo>
                <a:lnTo>
                  <a:pt x="133945" y="238125"/>
                </a:lnTo>
                <a:lnTo>
                  <a:pt x="133945" y="219521"/>
                </a:lnTo>
                <a:cubicBezTo>
                  <a:pt x="133945" y="213336"/>
                  <a:pt x="138922" y="208359"/>
                  <a:pt x="145107" y="208359"/>
                </a:cubicBezTo>
                <a:cubicBezTo>
                  <a:pt x="151293" y="208359"/>
                  <a:pt x="156270" y="213336"/>
                  <a:pt x="156270" y="219521"/>
                </a:cubicBezTo>
                <a:lnTo>
                  <a:pt x="156270" y="238125"/>
                </a:lnTo>
                <a:lnTo>
                  <a:pt x="171152" y="238125"/>
                </a:lnTo>
                <a:cubicBezTo>
                  <a:pt x="183477" y="238125"/>
                  <a:pt x="193477" y="228126"/>
                  <a:pt x="193477" y="215801"/>
                </a:cubicBezTo>
                <a:lnTo>
                  <a:pt x="193477" y="198779"/>
                </a:lnTo>
                <a:close/>
                <a:moveTo>
                  <a:pt x="44648" y="119062"/>
                </a:moveTo>
                <a:cubicBezTo>
                  <a:pt x="44648" y="102634"/>
                  <a:pt x="57986" y="89297"/>
                  <a:pt x="74414" y="89297"/>
                </a:cubicBezTo>
                <a:cubicBezTo>
                  <a:pt x="90842" y="89297"/>
                  <a:pt x="104180" y="102634"/>
                  <a:pt x="104180" y="119062"/>
                </a:cubicBezTo>
                <a:cubicBezTo>
                  <a:pt x="104180" y="135491"/>
                  <a:pt x="90842" y="148828"/>
                  <a:pt x="74414" y="148828"/>
                </a:cubicBezTo>
                <a:cubicBezTo>
                  <a:pt x="57986" y="148828"/>
                  <a:pt x="44648" y="135491"/>
                  <a:pt x="44648" y="119062"/>
                </a:cubicBezTo>
                <a:close/>
                <a:moveTo>
                  <a:pt x="163711" y="89297"/>
                </a:moveTo>
                <a:cubicBezTo>
                  <a:pt x="180139" y="89297"/>
                  <a:pt x="193477" y="102634"/>
                  <a:pt x="193477" y="119062"/>
                </a:cubicBezTo>
                <a:cubicBezTo>
                  <a:pt x="193477" y="135491"/>
                  <a:pt x="180139" y="148828"/>
                  <a:pt x="163711" y="148828"/>
                </a:cubicBezTo>
                <a:cubicBezTo>
                  <a:pt x="147283" y="148828"/>
                  <a:pt x="133945" y="135491"/>
                  <a:pt x="133945" y="119062"/>
                </a:cubicBezTo>
                <a:cubicBezTo>
                  <a:pt x="133945" y="102634"/>
                  <a:pt x="147283" y="89297"/>
                  <a:pt x="163711" y="89297"/>
                </a:cubicBezTo>
                <a:close/>
              </a:path>
            </a:pathLst>
          </a:custGeom>
          <a:solidFill>
            <a:srgbClr val="000000"/>
          </a:solidFill>
          <a:ln w="0">
            <a:noFill/>
          </a:ln>
        </p:spPr>
        <p:style>
          <a:lnRef idx="0"/>
          <a:fillRef idx="0"/>
          <a:effectRef idx="0"/>
          <a:fontRef idx="minor"/>
        </p:style>
      </p:sp>
      <p:sp>
        <p:nvSpPr>
          <p:cNvPr id="435" name="Text 21"/>
          <p:cNvSpPr/>
          <p:nvPr/>
        </p:nvSpPr>
        <p:spPr>
          <a:xfrm>
            <a:off x="2736360" y="3952800"/>
            <a:ext cx="1983600" cy="22140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1250" spc="-1" strike="noStrike">
                <a:solidFill>
                  <a:srgbClr val="ffffff"/>
                </a:solidFill>
                <a:latin typeface="Liter"/>
                <a:ea typeface="Liter"/>
              </a:rPr>
              <a:t>Black Sabbath</a:t>
            </a:r>
            <a:endParaRPr b="0" lang="en-HK" sz="1250" spc="-1" strike="noStrike">
              <a:latin typeface="Arial"/>
            </a:endParaRPr>
          </a:p>
        </p:txBody>
      </p:sp>
      <p:sp>
        <p:nvSpPr>
          <p:cNvPr id="436" name="Text 22"/>
          <p:cNvSpPr/>
          <p:nvPr/>
        </p:nvSpPr>
        <p:spPr>
          <a:xfrm>
            <a:off x="2748240" y="4175280"/>
            <a:ext cx="1959840" cy="15804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0" lang="en-US" sz="880" spc="-1" strike="noStrike">
                <a:solidFill>
                  <a:srgbClr val="ddff00"/>
                </a:solidFill>
                <a:latin typeface="Liter"/>
                <a:ea typeface="Liter"/>
              </a:rPr>
              <a:t>The Darkness</a:t>
            </a:r>
            <a:endParaRPr b="0" lang="en-HK" sz="880" spc="-1" strike="noStrike">
              <a:latin typeface="Arial"/>
            </a:endParaRPr>
          </a:p>
        </p:txBody>
      </p:sp>
      <p:sp>
        <p:nvSpPr>
          <p:cNvPr id="437" name="Text 23"/>
          <p:cNvSpPr/>
          <p:nvPr/>
        </p:nvSpPr>
        <p:spPr>
          <a:xfrm>
            <a:off x="2775960" y="4429080"/>
            <a:ext cx="1959840" cy="158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1" strike="noStrike">
                <a:solidFill>
                  <a:srgbClr val="ffffff">
                    <a:alpha val="80000"/>
                  </a:srgbClr>
                </a:solidFill>
                <a:latin typeface="Liter"/>
                <a:ea typeface="Liter"/>
              </a:rPr>
              <a:t>Formed:</a:t>
            </a:r>
            <a:r>
              <a:rPr b="0" lang="en-US" sz="880" spc="-1" strike="noStrike">
                <a:solidFill>
                  <a:srgbClr val="ffffff">
                    <a:alpha val="80000"/>
                  </a:srgbClr>
                </a:solidFill>
                <a:latin typeface="Liter"/>
                <a:ea typeface="Liter"/>
              </a:rPr>
              <a:t> 1968, Birmingham</a:t>
            </a:r>
            <a:endParaRPr b="0" lang="en-HK" sz="880" spc="-1" strike="noStrike">
              <a:latin typeface="Arial"/>
            </a:endParaRPr>
          </a:p>
        </p:txBody>
      </p:sp>
      <p:sp>
        <p:nvSpPr>
          <p:cNvPr id="438" name="Text 24"/>
          <p:cNvSpPr/>
          <p:nvPr/>
        </p:nvSpPr>
        <p:spPr>
          <a:xfrm>
            <a:off x="2775960" y="4651200"/>
            <a:ext cx="1959840" cy="3168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1" strike="noStrike">
                <a:solidFill>
                  <a:srgbClr val="ffffff">
                    <a:alpha val="80000"/>
                  </a:srgbClr>
                </a:solidFill>
                <a:latin typeface="Liter"/>
                <a:ea typeface="Liter"/>
              </a:rPr>
              <a:t>Key Members:</a:t>
            </a:r>
            <a:r>
              <a:rPr b="0" lang="en-US" sz="880" spc="-1" strike="noStrike">
                <a:solidFill>
                  <a:srgbClr val="ffffff">
                    <a:alpha val="80000"/>
                  </a:srgbClr>
                </a:solidFill>
                <a:latin typeface="Liter"/>
                <a:ea typeface="Liter"/>
              </a:rPr>
              <a:t> Tony Iommi, Ozzy Osbourne, Geezer Butler, Bill Ward</a:t>
            </a:r>
            <a:endParaRPr b="0" lang="en-HK" sz="880" spc="-1" strike="noStrike">
              <a:latin typeface="Arial"/>
            </a:endParaRPr>
          </a:p>
        </p:txBody>
      </p:sp>
      <p:sp>
        <p:nvSpPr>
          <p:cNvPr id="439" name="Text 25"/>
          <p:cNvSpPr/>
          <p:nvPr/>
        </p:nvSpPr>
        <p:spPr>
          <a:xfrm>
            <a:off x="2775960" y="5032440"/>
            <a:ext cx="1959840" cy="3168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1" strike="noStrike">
                <a:solidFill>
                  <a:srgbClr val="ffffff">
                    <a:alpha val="80000"/>
                  </a:srgbClr>
                </a:solidFill>
                <a:latin typeface="Liter"/>
                <a:ea typeface="Liter"/>
              </a:rPr>
              <a:t>Contribution:</a:t>
            </a:r>
            <a:r>
              <a:rPr b="0" lang="en-US" sz="880" spc="-1" strike="noStrike">
                <a:solidFill>
                  <a:srgbClr val="ffffff">
                    <a:alpha val="80000"/>
                  </a:srgbClr>
                </a:solidFill>
                <a:latin typeface="Liter"/>
                <a:ea typeface="Liter"/>
              </a:rPr>
              <a:t> Downtuned guitars, occult themes, doom atmosphere</a:t>
            </a:r>
            <a:endParaRPr b="0" lang="en-HK" sz="880" spc="-1" strike="noStrike">
              <a:latin typeface="Arial"/>
            </a:endParaRPr>
          </a:p>
        </p:txBody>
      </p:sp>
      <p:sp>
        <p:nvSpPr>
          <p:cNvPr id="440" name="Text 26"/>
          <p:cNvSpPr/>
          <p:nvPr/>
        </p:nvSpPr>
        <p:spPr>
          <a:xfrm>
            <a:off x="2775960" y="5413320"/>
            <a:ext cx="1959840" cy="3168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1" strike="noStrike">
                <a:solidFill>
                  <a:srgbClr val="ffffff">
                    <a:alpha val="80000"/>
                  </a:srgbClr>
                </a:solidFill>
                <a:latin typeface="Liter"/>
                <a:ea typeface="Liter"/>
              </a:rPr>
              <a:t>Iconic Tracks:</a:t>
            </a:r>
            <a:r>
              <a:rPr b="0" lang="en-US" sz="880" spc="-1" strike="noStrike">
                <a:solidFill>
                  <a:srgbClr val="ffffff">
                    <a:alpha val="80000"/>
                  </a:srgbClr>
                </a:solidFill>
                <a:latin typeface="Liter"/>
                <a:ea typeface="Liter"/>
              </a:rPr>
              <a:t> "Paranoid," "Iron Man," "War Pigs"</a:t>
            </a:r>
            <a:endParaRPr b="0" lang="en-HK" sz="880" spc="-1" strike="noStrike">
              <a:latin typeface="Arial"/>
            </a:endParaRPr>
          </a:p>
        </p:txBody>
      </p:sp>
      <p:sp>
        <p:nvSpPr>
          <p:cNvPr id="441" name="Shape 27"/>
          <p:cNvSpPr/>
          <p:nvPr/>
        </p:nvSpPr>
        <p:spPr>
          <a:xfrm>
            <a:off x="2775960" y="6044400"/>
            <a:ext cx="1904400" cy="7200"/>
          </a:xfrm>
          <a:custGeom>
            <a:avLst/>
            <a:gdLst/>
            <a:ahLst/>
            <a:rect l="l" t="t" r="r" b="b"/>
            <a:pathLst>
              <a:path w="1905000" h="7938">
                <a:moveTo>
                  <a:pt x="0" y="0"/>
                </a:moveTo>
                <a:lnTo>
                  <a:pt x="1905000" y="0"/>
                </a:lnTo>
                <a:lnTo>
                  <a:pt x="1905000" y="7938"/>
                </a:lnTo>
                <a:lnTo>
                  <a:pt x="0" y="7938"/>
                </a:lnTo>
                <a:lnTo>
                  <a:pt x="0" y="0"/>
                </a:lnTo>
                <a:close/>
              </a:path>
            </a:pathLst>
          </a:custGeom>
          <a:solidFill>
            <a:srgbClr val="ddff00">
              <a:alpha val="30000"/>
            </a:srgbClr>
          </a:solidFill>
          <a:ln w="0">
            <a:noFill/>
          </a:ln>
        </p:spPr>
        <p:style>
          <a:lnRef idx="0"/>
          <a:fillRef idx="0"/>
          <a:effectRef idx="0"/>
          <a:fontRef idx="minor"/>
        </p:style>
      </p:sp>
      <p:sp>
        <p:nvSpPr>
          <p:cNvPr id="442" name="Text 28"/>
          <p:cNvSpPr/>
          <p:nvPr/>
        </p:nvSpPr>
        <p:spPr>
          <a:xfrm>
            <a:off x="2775960" y="6143760"/>
            <a:ext cx="1951920" cy="25344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750" spc="-1" strike="noStrike">
                <a:solidFill>
                  <a:srgbClr val="ffffff">
                    <a:alpha val="60000"/>
                  </a:srgbClr>
                </a:solidFill>
                <a:latin typeface="Liter"/>
                <a:ea typeface="Liter"/>
              </a:rPr>
              <a:t>Pioneered doom, stoner, and sludge metal subgenres</a:t>
            </a:r>
            <a:endParaRPr b="0" lang="en-HK" sz="750" spc="-1" strike="noStrike">
              <a:latin typeface="Arial"/>
            </a:endParaRPr>
          </a:p>
        </p:txBody>
      </p:sp>
      <p:sp>
        <p:nvSpPr>
          <p:cNvPr id="443" name="Shape 29"/>
          <p:cNvSpPr/>
          <p:nvPr/>
        </p:nvSpPr>
        <p:spPr>
          <a:xfrm>
            <a:off x="4956840" y="3246480"/>
            <a:ext cx="2174040" cy="3285360"/>
          </a:xfrm>
          <a:custGeom>
            <a:avLst/>
            <a:gdLst/>
            <a:ahLst/>
            <a:rect l="l" t="t" r="r" b="b"/>
            <a:pathLst>
              <a:path w="2174875" h="3286125">
                <a:moveTo>
                  <a:pt x="0" y="0"/>
                </a:moveTo>
                <a:lnTo>
                  <a:pt x="2174875" y="0"/>
                </a:lnTo>
                <a:lnTo>
                  <a:pt x="2174875" y="3286125"/>
                </a:lnTo>
                <a:lnTo>
                  <a:pt x="0" y="3286125"/>
                </a:lnTo>
                <a:lnTo>
                  <a:pt x="0" y="0"/>
                </a:lnTo>
                <a:close/>
              </a:path>
            </a:pathLst>
          </a:custGeom>
          <a:noFill/>
          <a:ln w="25400">
            <a:solidFill>
              <a:srgbClr val="ddff00"/>
            </a:solidFill>
            <a:round/>
          </a:ln>
        </p:spPr>
        <p:style>
          <a:lnRef idx="0"/>
          <a:fillRef idx="0"/>
          <a:effectRef idx="0"/>
          <a:fontRef idx="minor"/>
        </p:style>
      </p:sp>
      <p:sp>
        <p:nvSpPr>
          <p:cNvPr id="444" name="Shape 30"/>
          <p:cNvSpPr/>
          <p:nvPr/>
        </p:nvSpPr>
        <p:spPr>
          <a:xfrm>
            <a:off x="5789160" y="3381480"/>
            <a:ext cx="507240" cy="507240"/>
          </a:xfrm>
          <a:custGeom>
            <a:avLst/>
            <a:gdLst/>
            <a:ahLst/>
            <a:rect l="l" t="t" r="r" b="b"/>
            <a:pathLst>
              <a:path w="508000" h="508000">
                <a:moveTo>
                  <a:pt x="0" y="0"/>
                </a:moveTo>
                <a:lnTo>
                  <a:pt x="508000" y="0"/>
                </a:lnTo>
                <a:lnTo>
                  <a:pt x="508000" y="508000"/>
                </a:lnTo>
                <a:lnTo>
                  <a:pt x="0" y="508000"/>
                </a:lnTo>
                <a:lnTo>
                  <a:pt x="0" y="0"/>
                </a:lnTo>
                <a:close/>
              </a:path>
            </a:pathLst>
          </a:custGeom>
          <a:solidFill>
            <a:srgbClr val="ddff00"/>
          </a:solidFill>
          <a:ln w="0">
            <a:noFill/>
          </a:ln>
        </p:spPr>
        <p:style>
          <a:lnRef idx="0"/>
          <a:fillRef idx="0"/>
          <a:effectRef idx="0"/>
          <a:fontRef idx="minor"/>
        </p:style>
      </p:sp>
      <p:sp>
        <p:nvSpPr>
          <p:cNvPr id="445" name="Shape 31"/>
          <p:cNvSpPr/>
          <p:nvPr/>
        </p:nvSpPr>
        <p:spPr>
          <a:xfrm>
            <a:off x="5911200" y="3516480"/>
            <a:ext cx="267120" cy="237240"/>
          </a:xfrm>
          <a:custGeom>
            <a:avLst/>
            <a:gdLst/>
            <a:ahLst/>
            <a:rect l="l" t="t" r="r" b="b"/>
            <a:pathLst>
              <a:path w="267891" h="238125">
                <a:moveTo>
                  <a:pt x="145573" y="40556"/>
                </a:moveTo>
                <a:cubicBezTo>
                  <a:pt x="149851" y="37161"/>
                  <a:pt x="152549" y="31905"/>
                  <a:pt x="152549" y="26045"/>
                </a:cubicBezTo>
                <a:cubicBezTo>
                  <a:pt x="152549" y="15766"/>
                  <a:pt x="144224" y="7441"/>
                  <a:pt x="133945" y="7441"/>
                </a:cubicBezTo>
                <a:cubicBezTo>
                  <a:pt x="123667" y="7441"/>
                  <a:pt x="115342" y="15766"/>
                  <a:pt x="115342" y="26045"/>
                </a:cubicBezTo>
                <a:cubicBezTo>
                  <a:pt x="115342" y="31905"/>
                  <a:pt x="118086" y="37161"/>
                  <a:pt x="122318" y="40556"/>
                </a:cubicBezTo>
                <a:lnTo>
                  <a:pt x="90506" y="90599"/>
                </a:lnTo>
                <a:cubicBezTo>
                  <a:pt x="85855" y="97901"/>
                  <a:pt x="75949" y="99715"/>
                  <a:pt x="69019" y="94506"/>
                </a:cubicBezTo>
                <a:lnTo>
                  <a:pt x="41346" y="73809"/>
                </a:lnTo>
                <a:cubicBezTo>
                  <a:pt x="43439" y="70833"/>
                  <a:pt x="44648" y="67159"/>
                  <a:pt x="44648" y="63252"/>
                </a:cubicBezTo>
                <a:cubicBezTo>
                  <a:pt x="44648" y="52974"/>
                  <a:pt x="36323" y="44648"/>
                  <a:pt x="26045" y="44648"/>
                </a:cubicBezTo>
                <a:cubicBezTo>
                  <a:pt x="15766" y="44648"/>
                  <a:pt x="7441" y="52974"/>
                  <a:pt x="7441" y="63252"/>
                </a:cubicBezTo>
                <a:cubicBezTo>
                  <a:pt x="7441" y="73391"/>
                  <a:pt x="15580" y="81669"/>
                  <a:pt x="25673" y="81855"/>
                </a:cubicBezTo>
                <a:lnTo>
                  <a:pt x="40835" y="183012"/>
                </a:lnTo>
                <a:cubicBezTo>
                  <a:pt x="43021" y="197569"/>
                  <a:pt x="55531" y="208359"/>
                  <a:pt x="70275" y="208359"/>
                </a:cubicBezTo>
                <a:lnTo>
                  <a:pt x="197616" y="208359"/>
                </a:lnTo>
                <a:cubicBezTo>
                  <a:pt x="212359" y="208359"/>
                  <a:pt x="224870" y="197569"/>
                  <a:pt x="227056" y="183012"/>
                </a:cubicBezTo>
                <a:lnTo>
                  <a:pt x="242218" y="81855"/>
                </a:lnTo>
                <a:cubicBezTo>
                  <a:pt x="252310" y="81669"/>
                  <a:pt x="260449" y="73391"/>
                  <a:pt x="260449" y="63252"/>
                </a:cubicBezTo>
                <a:cubicBezTo>
                  <a:pt x="260449" y="52974"/>
                  <a:pt x="252124" y="44648"/>
                  <a:pt x="241846" y="44648"/>
                </a:cubicBezTo>
                <a:cubicBezTo>
                  <a:pt x="231567" y="44648"/>
                  <a:pt x="223242" y="52974"/>
                  <a:pt x="223242" y="63252"/>
                </a:cubicBezTo>
                <a:cubicBezTo>
                  <a:pt x="223242" y="67159"/>
                  <a:pt x="224451" y="70833"/>
                  <a:pt x="226544" y="73809"/>
                </a:cubicBezTo>
                <a:lnTo>
                  <a:pt x="198918" y="94552"/>
                </a:lnTo>
                <a:cubicBezTo>
                  <a:pt x="191988" y="99761"/>
                  <a:pt x="182082" y="97948"/>
                  <a:pt x="177431" y="90646"/>
                </a:cubicBezTo>
                <a:lnTo>
                  <a:pt x="145573" y="40556"/>
                </a:lnTo>
                <a:close/>
              </a:path>
            </a:pathLst>
          </a:custGeom>
          <a:solidFill>
            <a:srgbClr val="000000"/>
          </a:solidFill>
          <a:ln w="0">
            <a:noFill/>
          </a:ln>
        </p:spPr>
        <p:style>
          <a:lnRef idx="0"/>
          <a:fillRef idx="0"/>
          <a:effectRef idx="0"/>
          <a:fontRef idx="minor"/>
        </p:style>
      </p:sp>
      <p:sp>
        <p:nvSpPr>
          <p:cNvPr id="446" name="Text 32"/>
          <p:cNvSpPr/>
          <p:nvPr/>
        </p:nvSpPr>
        <p:spPr>
          <a:xfrm>
            <a:off x="5051880" y="3952800"/>
            <a:ext cx="1983600" cy="22140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1250" spc="-1" strike="noStrike">
                <a:solidFill>
                  <a:srgbClr val="ffffff"/>
                </a:solidFill>
                <a:latin typeface="Liter"/>
                <a:ea typeface="Liter"/>
              </a:rPr>
              <a:t>Deep Purple</a:t>
            </a:r>
            <a:endParaRPr b="0" lang="en-HK" sz="1250" spc="-1" strike="noStrike">
              <a:latin typeface="Arial"/>
            </a:endParaRPr>
          </a:p>
        </p:txBody>
      </p:sp>
      <p:sp>
        <p:nvSpPr>
          <p:cNvPr id="447" name="Text 33"/>
          <p:cNvSpPr/>
          <p:nvPr/>
        </p:nvSpPr>
        <p:spPr>
          <a:xfrm>
            <a:off x="5063760" y="4175280"/>
            <a:ext cx="1959840" cy="15804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0" lang="en-US" sz="880" spc="-1" strike="noStrike">
                <a:solidFill>
                  <a:srgbClr val="ddff00"/>
                </a:solidFill>
                <a:latin typeface="Liter"/>
                <a:ea typeface="Liter"/>
              </a:rPr>
              <a:t>The Virtuosos</a:t>
            </a:r>
            <a:endParaRPr b="0" lang="en-HK" sz="880" spc="-1" strike="noStrike">
              <a:latin typeface="Arial"/>
            </a:endParaRPr>
          </a:p>
        </p:txBody>
      </p:sp>
      <p:sp>
        <p:nvSpPr>
          <p:cNvPr id="448" name="Text 34"/>
          <p:cNvSpPr/>
          <p:nvPr/>
        </p:nvSpPr>
        <p:spPr>
          <a:xfrm>
            <a:off x="5091480" y="4429080"/>
            <a:ext cx="1959840" cy="158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1" strike="noStrike">
                <a:solidFill>
                  <a:srgbClr val="ffffff">
                    <a:alpha val="80000"/>
                  </a:srgbClr>
                </a:solidFill>
                <a:latin typeface="Liter"/>
                <a:ea typeface="Liter"/>
              </a:rPr>
              <a:t>Formed:</a:t>
            </a:r>
            <a:r>
              <a:rPr b="0" lang="en-US" sz="880" spc="-1" strike="noStrike">
                <a:solidFill>
                  <a:srgbClr val="ffffff">
                    <a:alpha val="80000"/>
                  </a:srgbClr>
                </a:solidFill>
                <a:latin typeface="Liter"/>
                <a:ea typeface="Liter"/>
              </a:rPr>
              <a:t> 1968, Hertford</a:t>
            </a:r>
            <a:endParaRPr b="0" lang="en-HK" sz="880" spc="-1" strike="noStrike">
              <a:latin typeface="Arial"/>
            </a:endParaRPr>
          </a:p>
        </p:txBody>
      </p:sp>
      <p:sp>
        <p:nvSpPr>
          <p:cNvPr id="449" name="Text 35"/>
          <p:cNvSpPr/>
          <p:nvPr/>
        </p:nvSpPr>
        <p:spPr>
          <a:xfrm>
            <a:off x="5091480" y="4651200"/>
            <a:ext cx="1959840" cy="4755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1" strike="noStrike">
                <a:solidFill>
                  <a:srgbClr val="ffffff">
                    <a:alpha val="80000"/>
                  </a:srgbClr>
                </a:solidFill>
                <a:latin typeface="Liter"/>
                <a:ea typeface="Liter"/>
              </a:rPr>
              <a:t>Key Members:</a:t>
            </a:r>
            <a:r>
              <a:rPr b="0" lang="en-US" sz="880" spc="-1" strike="noStrike">
                <a:solidFill>
                  <a:srgbClr val="ffffff">
                    <a:alpha val="80000"/>
                  </a:srgbClr>
                </a:solidFill>
                <a:latin typeface="Liter"/>
                <a:ea typeface="Liter"/>
              </a:rPr>
              <a:t> Ritchie Blackmore, Ian Gillan, Roger Glover, Jon Lord, Ian Paice</a:t>
            </a:r>
            <a:endParaRPr b="0" lang="en-HK" sz="880" spc="-1" strike="noStrike">
              <a:latin typeface="Arial"/>
            </a:endParaRPr>
          </a:p>
        </p:txBody>
      </p:sp>
      <p:sp>
        <p:nvSpPr>
          <p:cNvPr id="450" name="Text 36"/>
          <p:cNvSpPr/>
          <p:nvPr/>
        </p:nvSpPr>
        <p:spPr>
          <a:xfrm>
            <a:off x="5091480" y="5191200"/>
            <a:ext cx="1959840" cy="4755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1" strike="noStrike">
                <a:solidFill>
                  <a:srgbClr val="ffffff">
                    <a:alpha val="80000"/>
                  </a:srgbClr>
                </a:solidFill>
                <a:latin typeface="Liter"/>
                <a:ea typeface="Liter"/>
              </a:rPr>
              <a:t>Contribution:</a:t>
            </a:r>
            <a:r>
              <a:rPr b="0" lang="en-US" sz="880" spc="-1" strike="noStrike">
                <a:solidFill>
                  <a:srgbClr val="ffffff">
                    <a:alpha val="80000"/>
                  </a:srgbClr>
                </a:solidFill>
                <a:latin typeface="Liter"/>
                <a:ea typeface="Liter"/>
              </a:rPr>
              <a:t> Classical influences, technical precision, keyboard-guitar interplay</a:t>
            </a:r>
            <a:endParaRPr b="0" lang="en-HK" sz="880" spc="-1" strike="noStrike">
              <a:latin typeface="Arial"/>
            </a:endParaRPr>
          </a:p>
        </p:txBody>
      </p:sp>
      <p:sp>
        <p:nvSpPr>
          <p:cNvPr id="451" name="Text 37"/>
          <p:cNvSpPr/>
          <p:nvPr/>
        </p:nvSpPr>
        <p:spPr>
          <a:xfrm>
            <a:off x="5091480" y="5730840"/>
            <a:ext cx="1959840" cy="3168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1" strike="noStrike">
                <a:solidFill>
                  <a:srgbClr val="ffffff">
                    <a:alpha val="80000"/>
                  </a:srgbClr>
                </a:solidFill>
                <a:latin typeface="Liter"/>
                <a:ea typeface="Liter"/>
              </a:rPr>
              <a:t>Iconic Tracks:</a:t>
            </a:r>
            <a:r>
              <a:rPr b="0" lang="en-US" sz="880" spc="-1" strike="noStrike">
                <a:solidFill>
                  <a:srgbClr val="ffffff">
                    <a:alpha val="80000"/>
                  </a:srgbClr>
                </a:solidFill>
                <a:latin typeface="Liter"/>
                <a:ea typeface="Liter"/>
              </a:rPr>
              <a:t> "Smoke on the Water," "Highway Star," "Child in Time"</a:t>
            </a:r>
            <a:endParaRPr b="0" lang="en-HK" sz="880" spc="-1" strike="noStrike">
              <a:latin typeface="Arial"/>
            </a:endParaRPr>
          </a:p>
        </p:txBody>
      </p:sp>
      <p:sp>
        <p:nvSpPr>
          <p:cNvPr id="452" name="Shape 38"/>
          <p:cNvSpPr/>
          <p:nvPr/>
        </p:nvSpPr>
        <p:spPr>
          <a:xfrm>
            <a:off x="5091480" y="6171480"/>
            <a:ext cx="1904400" cy="7200"/>
          </a:xfrm>
          <a:custGeom>
            <a:avLst/>
            <a:gdLst/>
            <a:ahLst/>
            <a:rect l="l" t="t" r="r" b="b"/>
            <a:pathLst>
              <a:path w="1905000" h="7938">
                <a:moveTo>
                  <a:pt x="0" y="0"/>
                </a:moveTo>
                <a:lnTo>
                  <a:pt x="1905000" y="0"/>
                </a:lnTo>
                <a:lnTo>
                  <a:pt x="1905000" y="7938"/>
                </a:lnTo>
                <a:lnTo>
                  <a:pt x="0" y="7938"/>
                </a:lnTo>
                <a:lnTo>
                  <a:pt x="0" y="0"/>
                </a:lnTo>
                <a:close/>
              </a:path>
            </a:pathLst>
          </a:custGeom>
          <a:solidFill>
            <a:srgbClr val="ddff00">
              <a:alpha val="30000"/>
            </a:srgbClr>
          </a:solidFill>
          <a:ln w="0">
            <a:noFill/>
          </a:ln>
        </p:spPr>
        <p:style>
          <a:lnRef idx="0"/>
          <a:fillRef idx="0"/>
          <a:effectRef idx="0"/>
          <a:fontRef idx="minor"/>
        </p:style>
      </p:sp>
      <p:sp>
        <p:nvSpPr>
          <p:cNvPr id="453" name="Text 39"/>
          <p:cNvSpPr/>
          <p:nvPr/>
        </p:nvSpPr>
        <p:spPr>
          <a:xfrm>
            <a:off x="5091480" y="6270480"/>
            <a:ext cx="1951920" cy="12636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750" spc="-1" strike="noStrike">
                <a:solidFill>
                  <a:srgbClr val="ffffff">
                    <a:alpha val="60000"/>
                  </a:srgbClr>
                </a:solidFill>
                <a:latin typeface="Liter"/>
                <a:ea typeface="Liter"/>
              </a:rPr>
              <a:t>Brought classical sophistication to heavy rock</a:t>
            </a:r>
            <a:endParaRPr b="0" lang="en-HK" sz="750" spc="-1" strike="noStrike">
              <a:latin typeface="Arial"/>
            </a:endParaRPr>
          </a:p>
        </p:txBody>
      </p:sp>
      <p:sp>
        <p:nvSpPr>
          <p:cNvPr id="454" name="Image 0"/>
          <p:cNvSpPr/>
          <p:nvPr/>
        </p:nvSpPr>
        <p:spPr>
          <a:xfrm>
            <a:off x="7327800" y="1047600"/>
            <a:ext cx="4547520" cy="3190320"/>
          </a:xfrm>
          <a:prstGeom prst="roundRect">
            <a:avLst>
              <a:gd name="adj" fmla="val 0"/>
            </a:avLst>
          </a:prstGeom>
          <a:blipFill rotWithShape="0">
            <a:blip r:embed="rId1"/>
            <a:srcRect/>
            <a:stretch/>
          </a:blipFill>
          <a:ln w="0">
            <a:noFill/>
          </a:ln>
        </p:spPr>
        <p:style>
          <a:lnRef idx="0"/>
          <a:fillRef idx="0"/>
          <a:effectRef idx="0"/>
          <a:fontRef idx="minor"/>
        </p:style>
      </p:sp>
      <p:sp>
        <p:nvSpPr>
          <p:cNvPr id="455" name="Shape 40"/>
          <p:cNvSpPr/>
          <p:nvPr/>
        </p:nvSpPr>
        <p:spPr>
          <a:xfrm>
            <a:off x="7327800" y="1047600"/>
            <a:ext cx="4547520" cy="3190320"/>
          </a:xfrm>
          <a:custGeom>
            <a:avLst/>
            <a:gdLst/>
            <a:ahLst/>
            <a:rect l="l" t="t" r="r" b="b"/>
            <a:pathLst>
              <a:path w="4548188" h="3190875">
                <a:moveTo>
                  <a:pt x="0" y="0"/>
                </a:moveTo>
                <a:lnTo>
                  <a:pt x="4548188" y="0"/>
                </a:lnTo>
                <a:lnTo>
                  <a:pt x="4548188" y="3190875"/>
                </a:lnTo>
                <a:lnTo>
                  <a:pt x="0" y="3190875"/>
                </a:lnTo>
                <a:lnTo>
                  <a:pt x="0" y="0"/>
                </a:lnTo>
                <a:close/>
              </a:path>
            </a:pathLst>
          </a:custGeom>
          <a:gradFill rotWithShape="0">
            <a:gsLst>
              <a:gs pos="50000">
                <a:srgbClr val="000000">
                  <a:alpha val="0"/>
                </a:srgbClr>
              </a:gs>
              <a:gs pos="100000">
                <a:srgbClr val="000000"/>
              </a:gs>
            </a:gsLst>
            <a:lin ang="5400000"/>
          </a:gradFill>
          <a:ln w="0">
            <a:noFill/>
          </a:ln>
        </p:spPr>
        <p:style>
          <a:lnRef idx="0"/>
          <a:fillRef idx="0"/>
          <a:effectRef idx="0"/>
          <a:fontRef idx="minor"/>
        </p:style>
      </p:sp>
      <p:sp>
        <p:nvSpPr>
          <p:cNvPr id="456" name="Text 41"/>
          <p:cNvSpPr/>
          <p:nvPr/>
        </p:nvSpPr>
        <p:spPr>
          <a:xfrm>
            <a:off x="7454880" y="3699000"/>
            <a:ext cx="4349160" cy="158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1" strike="noStrike">
                <a:solidFill>
                  <a:srgbClr val="ddff00"/>
                </a:solidFill>
                <a:latin typeface="Liter"/>
                <a:ea typeface="Liter"/>
              </a:rPr>
              <a:t>HEAVY METAL</a:t>
            </a:r>
            <a:endParaRPr b="0" lang="en-HK" sz="880" spc="-1" strike="noStrike">
              <a:latin typeface="Arial"/>
            </a:endParaRPr>
          </a:p>
        </p:txBody>
      </p:sp>
      <p:sp>
        <p:nvSpPr>
          <p:cNvPr id="457" name="Text 42"/>
          <p:cNvSpPr/>
          <p:nvPr/>
        </p:nvSpPr>
        <p:spPr>
          <a:xfrm>
            <a:off x="7454880" y="3889440"/>
            <a:ext cx="4365000" cy="2214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The Birth of a Genre</a:t>
            </a:r>
            <a:endParaRPr b="0" lang="en-HK" sz="1130" spc="-1" strike="noStrike">
              <a:latin typeface="Arial"/>
            </a:endParaRPr>
          </a:p>
        </p:txBody>
      </p:sp>
      <p:sp>
        <p:nvSpPr>
          <p:cNvPr id="458" name="Shape 43"/>
          <p:cNvSpPr/>
          <p:nvPr/>
        </p:nvSpPr>
        <p:spPr>
          <a:xfrm>
            <a:off x="7327800" y="4365720"/>
            <a:ext cx="4547520" cy="2174040"/>
          </a:xfrm>
          <a:custGeom>
            <a:avLst/>
            <a:gdLst/>
            <a:ahLst/>
            <a:rect l="l" t="t" r="r" b="b"/>
            <a:pathLst>
              <a:path w="4548188" h="2174875">
                <a:moveTo>
                  <a:pt x="0" y="0"/>
                </a:moveTo>
                <a:lnTo>
                  <a:pt x="4548188" y="0"/>
                </a:lnTo>
                <a:lnTo>
                  <a:pt x="4548188" y="2174875"/>
                </a:lnTo>
                <a:lnTo>
                  <a:pt x="0" y="2174875"/>
                </a:lnTo>
                <a:lnTo>
                  <a:pt x="0" y="0"/>
                </a:lnTo>
                <a:close/>
              </a:path>
            </a:pathLst>
          </a:custGeom>
          <a:solidFill>
            <a:srgbClr val="ddff00"/>
          </a:solidFill>
          <a:ln w="0">
            <a:noFill/>
          </a:ln>
        </p:spPr>
        <p:style>
          <a:lnRef idx="0"/>
          <a:fillRef idx="0"/>
          <a:effectRef idx="0"/>
          <a:fontRef idx="minor"/>
        </p:style>
      </p:sp>
      <p:sp>
        <p:nvSpPr>
          <p:cNvPr id="459" name="Text 44"/>
          <p:cNvSpPr/>
          <p:nvPr/>
        </p:nvSpPr>
        <p:spPr>
          <a:xfrm>
            <a:off x="7486560" y="4524480"/>
            <a:ext cx="4309200" cy="2214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250" spc="-1" strike="noStrike">
                <a:solidFill>
                  <a:srgbClr val="000000"/>
                </a:solidFill>
                <a:latin typeface="Liter"/>
                <a:ea typeface="Liter"/>
              </a:rPr>
              <a:t>Legacy &amp; Influence</a:t>
            </a:r>
            <a:endParaRPr b="0" lang="en-HK" sz="1250" spc="-1" strike="noStrike">
              <a:latin typeface="Arial"/>
            </a:endParaRPr>
          </a:p>
        </p:txBody>
      </p:sp>
      <p:sp>
        <p:nvSpPr>
          <p:cNvPr id="460" name="Text 45"/>
          <p:cNvSpPr/>
          <p:nvPr/>
        </p:nvSpPr>
        <p:spPr>
          <a:xfrm>
            <a:off x="7486560" y="4842000"/>
            <a:ext cx="4293360" cy="6184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000" spc="-1" strike="noStrike">
                <a:solidFill>
                  <a:srgbClr val="000000"/>
                </a:solidFill>
                <a:latin typeface="Liter"/>
                <a:ea typeface="Liter"/>
              </a:rPr>
              <a:t>These three bands laid the foundation for all heavy metal that followed.</a:t>
            </a:r>
            <a:r>
              <a:rPr b="0" lang="en-US" sz="1000" spc="-1" strike="noStrike">
                <a:solidFill>
                  <a:srgbClr val="000000"/>
                </a:solidFill>
                <a:latin typeface="Liter"/>
                <a:ea typeface="Liter"/>
              </a:rPr>
              <a:t> Their influence can be heard in nearly every metal subgenre, from traditional heavy metal to thrash, death, and beyond.</a:t>
            </a:r>
            <a:endParaRPr b="0" lang="en-HK" sz="1000" spc="-1" strike="noStrike">
              <a:latin typeface="Arial"/>
            </a:endParaRPr>
          </a:p>
        </p:txBody>
      </p:sp>
      <p:sp>
        <p:nvSpPr>
          <p:cNvPr id="461" name="Text 46"/>
          <p:cNvSpPr/>
          <p:nvPr/>
        </p:nvSpPr>
        <p:spPr>
          <a:xfrm>
            <a:off x="7486560" y="5556240"/>
            <a:ext cx="4293360" cy="8247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00" spc="-1" strike="noStrike">
                <a:solidFill>
                  <a:srgbClr val="000000">
                    <a:alpha val="80000"/>
                  </a:srgbClr>
                </a:solidFill>
                <a:latin typeface="Liter"/>
                <a:ea typeface="Liter"/>
              </a:rPr>
              <a:t>They established the visual aesthetic—leather, long hair, dark imagery—and the sonic template: distorted guitars, powerful vocals, and thunderous drums. Without them, the world of rock music would be a very different place.</a:t>
            </a:r>
            <a:endParaRPr b="0" lang="en-HK" sz="1000" spc="-1" strike="noStrike">
              <a:latin typeface="Arial"/>
            </a:endParaRPr>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sp>
        <p:nvSpPr>
          <p:cNvPr id="462" name="Image 0"/>
          <p:cNvSpPr/>
          <p:nvPr/>
        </p:nvSpPr>
        <p:spPr>
          <a:xfrm>
            <a:off x="0" y="0"/>
            <a:ext cx="12191400" cy="6857280"/>
          </a:xfrm>
          <a:prstGeom prst="roundRect">
            <a:avLst>
              <a:gd name="adj" fmla="val 0"/>
            </a:avLst>
          </a:prstGeom>
          <a:blipFill rotWithShape="0">
            <a:blip r:embed="rId1"/>
            <a:srcRect/>
            <a:stretch/>
          </a:blipFill>
          <a:ln w="0">
            <a:noFill/>
          </a:ln>
        </p:spPr>
        <p:style>
          <a:lnRef idx="0"/>
          <a:fillRef idx="0"/>
          <a:effectRef idx="0"/>
          <a:fontRef idx="minor"/>
        </p:style>
      </p:sp>
      <p:sp>
        <p:nvSpPr>
          <p:cNvPr id="463" name="Shape 0"/>
          <p:cNvSpPr/>
          <p:nvPr/>
        </p:nvSpPr>
        <p:spPr>
          <a:xfrm>
            <a:off x="0" y="0"/>
            <a:ext cx="12191400" cy="6857280"/>
          </a:xfrm>
          <a:custGeom>
            <a:avLst/>
            <a:gdLst/>
            <a:ahLst/>
            <a:rect l="l" t="t" r="r" b="b"/>
            <a:pathLst>
              <a:path w="12192000" h="6858000">
                <a:moveTo>
                  <a:pt x="0" y="0"/>
                </a:moveTo>
                <a:lnTo>
                  <a:pt x="12192000" y="0"/>
                </a:lnTo>
                <a:lnTo>
                  <a:pt x="12192000" y="6858000"/>
                </a:lnTo>
                <a:lnTo>
                  <a:pt x="0" y="6858000"/>
                </a:lnTo>
                <a:lnTo>
                  <a:pt x="0" y="0"/>
                </a:lnTo>
                <a:close/>
              </a:path>
            </a:pathLst>
          </a:custGeom>
          <a:gradFill rotWithShape="0">
            <a:gsLst>
              <a:gs pos="0">
                <a:srgbClr val="000000"/>
              </a:gs>
              <a:gs pos="100000">
                <a:srgbClr val="000000">
                  <a:alpha val="60000"/>
                </a:srgbClr>
              </a:gs>
            </a:gsLst>
            <a:lin ang="0"/>
          </a:gradFill>
          <a:ln w="0">
            <a:noFill/>
          </a:ln>
        </p:spPr>
        <p:style>
          <a:lnRef idx="0"/>
          <a:fillRef idx="0"/>
          <a:effectRef idx="0"/>
          <a:fontRef idx="minor"/>
        </p:style>
      </p:sp>
      <p:sp>
        <p:nvSpPr>
          <p:cNvPr id="464" name="Shape 1"/>
          <p:cNvSpPr/>
          <p:nvPr/>
        </p:nvSpPr>
        <p:spPr>
          <a:xfrm rot="720000">
            <a:off x="10754280" y="5420160"/>
            <a:ext cx="875520" cy="875520"/>
          </a:xfrm>
          <a:custGeom>
            <a:avLst/>
            <a:gdLst/>
            <a:ahLst/>
            <a:rect l="l" t="t" r="r" b="b"/>
            <a:pathLst>
              <a:path w="876300" h="876300">
                <a:moveTo>
                  <a:pt x="0" y="0"/>
                </a:moveTo>
                <a:lnTo>
                  <a:pt x="876300" y="0"/>
                </a:lnTo>
                <a:lnTo>
                  <a:pt x="876300" y="876300"/>
                </a:lnTo>
                <a:lnTo>
                  <a:pt x="0" y="876300"/>
                </a:lnTo>
                <a:lnTo>
                  <a:pt x="0" y="0"/>
                </a:lnTo>
                <a:close/>
              </a:path>
            </a:pathLst>
          </a:custGeom>
          <a:noFill/>
          <a:ln w="50800">
            <a:solidFill>
              <a:srgbClr val="ddff00"/>
            </a:solidFill>
            <a:round/>
          </a:ln>
        </p:spPr>
        <p:style>
          <a:lnRef idx="0"/>
          <a:fillRef idx="0"/>
          <a:effectRef idx="0"/>
          <a:fontRef idx="minor"/>
        </p:style>
      </p:sp>
      <p:sp>
        <p:nvSpPr>
          <p:cNvPr id="465" name="Shape 2"/>
          <p:cNvSpPr/>
          <p:nvPr/>
        </p:nvSpPr>
        <p:spPr>
          <a:xfrm rot="21240000">
            <a:off x="320040" y="1310760"/>
            <a:ext cx="1218600" cy="1218600"/>
          </a:xfrm>
          <a:custGeom>
            <a:avLst/>
            <a:gdLst/>
            <a:ahLst/>
            <a:rect l="l" t="t" r="r" b="b"/>
            <a:pathLst>
              <a:path w="1219200" h="1219200">
                <a:moveTo>
                  <a:pt x="0" y="0"/>
                </a:moveTo>
                <a:lnTo>
                  <a:pt x="1219200" y="0"/>
                </a:lnTo>
                <a:lnTo>
                  <a:pt x="1219200" y="1219200"/>
                </a:lnTo>
                <a:lnTo>
                  <a:pt x="0" y="1219200"/>
                </a:lnTo>
                <a:lnTo>
                  <a:pt x="0" y="0"/>
                </a:lnTo>
                <a:close/>
              </a:path>
            </a:pathLst>
          </a:custGeom>
          <a:solidFill>
            <a:srgbClr val="ddff00"/>
          </a:solidFill>
          <a:ln w="0">
            <a:noFill/>
          </a:ln>
        </p:spPr>
        <p:style>
          <a:lnRef idx="0"/>
          <a:fillRef idx="0"/>
          <a:effectRef idx="0"/>
          <a:fontRef idx="minor"/>
        </p:style>
      </p:sp>
      <p:sp>
        <p:nvSpPr>
          <p:cNvPr id="466" name="Text 3"/>
          <p:cNvSpPr/>
          <p:nvPr/>
        </p:nvSpPr>
        <p:spPr>
          <a:xfrm>
            <a:off x="574200" y="1638360"/>
            <a:ext cx="1170720" cy="68508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5400" spc="-1" strike="noStrike">
                <a:solidFill>
                  <a:srgbClr val="000000"/>
                </a:solidFill>
                <a:latin typeface="Liter"/>
                <a:ea typeface="Liter"/>
              </a:rPr>
              <a:t>05</a:t>
            </a:r>
            <a:endParaRPr b="0" lang="en-HK" sz="5400" spc="-1" strike="noStrike">
              <a:latin typeface="Arial"/>
            </a:endParaRPr>
          </a:p>
        </p:txBody>
      </p:sp>
      <p:sp>
        <p:nvSpPr>
          <p:cNvPr id="467" name="Shape 4"/>
          <p:cNvSpPr/>
          <p:nvPr/>
        </p:nvSpPr>
        <p:spPr>
          <a:xfrm>
            <a:off x="1828800" y="1752480"/>
            <a:ext cx="3304440" cy="37440"/>
          </a:xfrm>
          <a:custGeom>
            <a:avLst/>
            <a:gdLst/>
            <a:ahLst/>
            <a:rect l="l" t="t" r="r" b="b"/>
            <a:pathLst>
              <a:path w="3305175" h="38100">
                <a:moveTo>
                  <a:pt x="0" y="0"/>
                </a:moveTo>
                <a:lnTo>
                  <a:pt x="3305175" y="0"/>
                </a:lnTo>
                <a:lnTo>
                  <a:pt x="3305175" y="38100"/>
                </a:lnTo>
                <a:lnTo>
                  <a:pt x="0" y="38100"/>
                </a:lnTo>
                <a:lnTo>
                  <a:pt x="0" y="0"/>
                </a:lnTo>
                <a:close/>
              </a:path>
            </a:pathLst>
          </a:custGeom>
          <a:solidFill>
            <a:srgbClr val="ddff00"/>
          </a:solidFill>
          <a:ln w="0">
            <a:noFill/>
          </a:ln>
        </p:spPr>
        <p:style>
          <a:lnRef idx="0"/>
          <a:fillRef idx="0"/>
          <a:effectRef idx="0"/>
          <a:fontRef idx="minor"/>
        </p:style>
      </p:sp>
      <p:sp>
        <p:nvSpPr>
          <p:cNvPr id="468" name="Text 5"/>
          <p:cNvSpPr/>
          <p:nvPr/>
        </p:nvSpPr>
        <p:spPr>
          <a:xfrm>
            <a:off x="1828800" y="1943280"/>
            <a:ext cx="3390120" cy="2660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350" spc="131" strike="noStrike">
                <a:solidFill>
                  <a:srgbClr val="ddff00"/>
                </a:solidFill>
                <a:latin typeface="Liter"/>
                <a:ea typeface="Liter"/>
              </a:rPr>
              <a:t>CHAPTER FIVE</a:t>
            </a:r>
            <a:endParaRPr b="0" lang="en-HK" sz="1350" spc="-1" strike="noStrike">
              <a:latin typeface="Arial"/>
            </a:endParaRPr>
          </a:p>
        </p:txBody>
      </p:sp>
      <p:sp>
        <p:nvSpPr>
          <p:cNvPr id="469" name="Text 6"/>
          <p:cNvSpPr/>
          <p:nvPr/>
        </p:nvSpPr>
        <p:spPr>
          <a:xfrm>
            <a:off x="380880" y="2895480"/>
            <a:ext cx="5095080" cy="1713960"/>
          </a:xfrm>
          <a:prstGeom prst="rect">
            <a:avLst/>
          </a:prstGeom>
          <a:noFill/>
          <a:ln w="0">
            <a:noFill/>
          </a:ln>
        </p:spPr>
        <p:style>
          <a:lnRef idx="0"/>
          <a:fillRef idx="0"/>
          <a:effectRef idx="0"/>
          <a:fontRef idx="minor"/>
        </p:style>
        <p:txBody>
          <a:bodyPr lIns="0" rIns="0" tIns="0" bIns="0" anchor="ctr">
            <a:noAutofit/>
          </a:bodyPr>
          <a:p>
            <a:pPr>
              <a:lnSpc>
                <a:spcPct val="100000"/>
              </a:lnSpc>
              <a:buNone/>
            </a:pPr>
            <a:r>
              <a:rPr b="1" lang="en-US" sz="3600" spc="-1" strike="noStrike">
                <a:solidFill>
                  <a:srgbClr val="ffffff"/>
                </a:solidFill>
                <a:latin typeface="Liter"/>
                <a:ea typeface="Liter"/>
              </a:rPr>
              <a:t>PUNK ROCK</a:t>
            </a:r>
            <a:endParaRPr b="0" lang="en-HK" sz="3600" spc="-1" strike="noStrike">
              <a:latin typeface="Arial"/>
            </a:endParaRPr>
          </a:p>
          <a:p>
            <a:pPr>
              <a:lnSpc>
                <a:spcPct val="100000"/>
              </a:lnSpc>
              <a:buNone/>
            </a:pPr>
            <a:r>
              <a:rPr b="1" lang="en-US" sz="3600" spc="-1" strike="noStrike">
                <a:solidFill>
                  <a:srgbClr val="ddff00"/>
                </a:solidFill>
                <a:latin typeface="Liter"/>
                <a:ea typeface="Liter"/>
              </a:rPr>
              <a:t>&amp; NEW WAVE</a:t>
            </a:r>
            <a:endParaRPr b="0" lang="en-HK" sz="3600" spc="-1" strike="noStrike">
              <a:latin typeface="Arial"/>
            </a:endParaRPr>
          </a:p>
        </p:txBody>
      </p:sp>
      <p:sp>
        <p:nvSpPr>
          <p:cNvPr id="470" name="Text 7"/>
          <p:cNvSpPr/>
          <p:nvPr/>
        </p:nvSpPr>
        <p:spPr>
          <a:xfrm>
            <a:off x="380880" y="4838760"/>
            <a:ext cx="4866480" cy="3042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1800" spc="-1" strike="noStrike">
                <a:solidFill>
                  <a:srgbClr val="ffffff">
                    <a:alpha val="80000"/>
                  </a:srgbClr>
                </a:solidFill>
                <a:latin typeface="Liter"/>
                <a:ea typeface="Liter"/>
              </a:rPr>
              <a:t>1970s-1980s: Raw Energy &amp; Artistic Expression</a:t>
            </a:r>
            <a:endParaRPr b="0" lang="en-HK" sz="1800" spc="-1" strike="noStrike">
              <a:latin typeface="Arial"/>
            </a:endParaRPr>
          </a:p>
        </p:txBody>
      </p:sp>
      <p:sp>
        <p:nvSpPr>
          <p:cNvPr id="471" name="Shape 8"/>
          <p:cNvSpPr/>
          <p:nvPr/>
        </p:nvSpPr>
        <p:spPr>
          <a:xfrm>
            <a:off x="380880" y="5448240"/>
            <a:ext cx="761400" cy="37440"/>
          </a:xfrm>
          <a:custGeom>
            <a:avLst/>
            <a:gdLst/>
            <a:ahLst/>
            <a:rect l="l" t="t" r="r" b="b"/>
            <a:pathLst>
              <a:path w="762000" h="38100">
                <a:moveTo>
                  <a:pt x="0" y="0"/>
                </a:moveTo>
                <a:lnTo>
                  <a:pt x="762000" y="0"/>
                </a:lnTo>
                <a:lnTo>
                  <a:pt x="762000" y="38100"/>
                </a:lnTo>
                <a:lnTo>
                  <a:pt x="0" y="38100"/>
                </a:lnTo>
                <a:lnTo>
                  <a:pt x="0" y="0"/>
                </a:lnTo>
                <a:close/>
              </a:path>
            </a:pathLst>
          </a:custGeom>
          <a:solidFill>
            <a:srgbClr val="ddff00"/>
          </a:solidFill>
          <a:ln w="0">
            <a:noFill/>
          </a:ln>
        </p:spPr>
        <p:style>
          <a:lnRef idx="0"/>
          <a:fillRef idx="0"/>
          <a:effectRef idx="0"/>
          <a:fontRef idx="minor"/>
        </p:style>
      </p:sp>
      <p:sp>
        <p:nvSpPr>
          <p:cNvPr id="472" name="Shape 9"/>
          <p:cNvSpPr/>
          <p:nvPr/>
        </p:nvSpPr>
        <p:spPr>
          <a:xfrm>
            <a:off x="1295280" y="5448240"/>
            <a:ext cx="380160" cy="37440"/>
          </a:xfrm>
          <a:custGeom>
            <a:avLst/>
            <a:gdLst/>
            <a:ahLst/>
            <a:rect l="l" t="t" r="r" b="b"/>
            <a:pathLst>
              <a:path w="381000" h="38100">
                <a:moveTo>
                  <a:pt x="0" y="0"/>
                </a:moveTo>
                <a:lnTo>
                  <a:pt x="381000" y="0"/>
                </a:lnTo>
                <a:lnTo>
                  <a:pt x="381000" y="38100"/>
                </a:lnTo>
                <a:lnTo>
                  <a:pt x="0" y="38100"/>
                </a:lnTo>
                <a:lnTo>
                  <a:pt x="0" y="0"/>
                </a:lnTo>
                <a:close/>
              </a:path>
            </a:pathLst>
          </a:custGeom>
          <a:solidFill>
            <a:srgbClr val="ddff00"/>
          </a:solidFill>
          <a:ln w="0">
            <a:noFill/>
          </a:ln>
        </p:spPr>
        <p:style>
          <a:lnRef idx="0"/>
          <a:fillRef idx="0"/>
          <a:effectRef idx="0"/>
          <a:fontRef idx="minor"/>
        </p:style>
      </p:sp>
      <p:sp>
        <p:nvSpPr>
          <p:cNvPr id="473" name="Shape 10"/>
          <p:cNvSpPr/>
          <p:nvPr/>
        </p:nvSpPr>
        <p:spPr>
          <a:xfrm>
            <a:off x="1828800" y="5448240"/>
            <a:ext cx="189720" cy="37440"/>
          </a:xfrm>
          <a:custGeom>
            <a:avLst/>
            <a:gdLst/>
            <a:ahLst/>
            <a:rect l="l" t="t" r="r" b="b"/>
            <a:pathLst>
              <a:path w="190500" h="38100">
                <a:moveTo>
                  <a:pt x="0" y="0"/>
                </a:moveTo>
                <a:lnTo>
                  <a:pt x="190500" y="0"/>
                </a:lnTo>
                <a:lnTo>
                  <a:pt x="190500" y="38100"/>
                </a:lnTo>
                <a:lnTo>
                  <a:pt x="0" y="38100"/>
                </a:lnTo>
                <a:lnTo>
                  <a:pt x="0" y="0"/>
                </a:lnTo>
                <a:close/>
              </a:path>
            </a:pathLst>
          </a:custGeom>
          <a:solidFill>
            <a:srgbClr val="ddff00"/>
          </a:solidFill>
          <a:ln w="0">
            <a:noFill/>
          </a:ln>
        </p:spPr>
        <p:style>
          <a:lnRef idx="0"/>
          <a:fillRef idx="0"/>
          <a:effectRef idx="0"/>
          <a:fontRef idx="minor"/>
        </p:style>
      </p:sp>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sp>
        <p:nvSpPr>
          <p:cNvPr id="474" name="Shape 0"/>
          <p:cNvSpPr/>
          <p:nvPr/>
        </p:nvSpPr>
        <p:spPr>
          <a:xfrm>
            <a:off x="333720" y="383760"/>
            <a:ext cx="65880" cy="399960"/>
          </a:xfrm>
          <a:custGeom>
            <a:avLst/>
            <a:gdLst/>
            <a:ahLst/>
            <a:rect l="l" t="t" r="r" b="b"/>
            <a:pathLst>
              <a:path w="66760" h="400559">
                <a:moveTo>
                  <a:pt x="0" y="0"/>
                </a:moveTo>
                <a:lnTo>
                  <a:pt x="66760" y="0"/>
                </a:lnTo>
                <a:lnTo>
                  <a:pt x="66760" y="400559"/>
                </a:lnTo>
                <a:lnTo>
                  <a:pt x="0" y="400559"/>
                </a:lnTo>
                <a:lnTo>
                  <a:pt x="0" y="0"/>
                </a:lnTo>
                <a:close/>
              </a:path>
            </a:pathLst>
          </a:custGeom>
          <a:solidFill>
            <a:srgbClr val="ddff00"/>
          </a:solidFill>
          <a:ln w="0">
            <a:noFill/>
          </a:ln>
        </p:spPr>
        <p:style>
          <a:lnRef idx="0"/>
          <a:fillRef idx="0"/>
          <a:effectRef idx="0"/>
          <a:fontRef idx="minor"/>
        </p:style>
      </p:sp>
      <p:sp>
        <p:nvSpPr>
          <p:cNvPr id="475" name="Text 1"/>
          <p:cNvSpPr/>
          <p:nvPr/>
        </p:nvSpPr>
        <p:spPr>
          <a:xfrm>
            <a:off x="534240" y="333720"/>
            <a:ext cx="4989600" cy="1663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20" spc="86" strike="noStrike">
                <a:solidFill>
                  <a:srgbClr val="ddff00"/>
                </a:solidFill>
                <a:latin typeface="Liter"/>
                <a:ea typeface="Liter"/>
              </a:rPr>
              <a:t>CHAPTER 05</a:t>
            </a:r>
            <a:endParaRPr b="0" lang="en-HK" sz="920" spc="-1" strike="noStrike">
              <a:latin typeface="Arial"/>
            </a:endParaRPr>
          </a:p>
        </p:txBody>
      </p:sp>
      <p:sp>
        <p:nvSpPr>
          <p:cNvPr id="476" name="Text 2"/>
          <p:cNvSpPr/>
          <p:nvPr/>
        </p:nvSpPr>
        <p:spPr>
          <a:xfrm>
            <a:off x="534240" y="500760"/>
            <a:ext cx="5081400" cy="333000"/>
          </a:xfrm>
          <a:prstGeom prst="rect">
            <a:avLst/>
          </a:prstGeom>
          <a:noFill/>
          <a:ln w="0">
            <a:noFill/>
          </a:ln>
        </p:spPr>
        <p:style>
          <a:lnRef idx="0"/>
          <a:fillRef idx="0"/>
          <a:effectRef idx="0"/>
          <a:fontRef idx="minor"/>
        </p:style>
        <p:txBody>
          <a:bodyPr lIns="0" rIns="0" tIns="0" bIns="0" anchor="ctr">
            <a:noAutofit/>
          </a:bodyPr>
          <a:p>
            <a:pPr>
              <a:lnSpc>
                <a:spcPct val="90000"/>
              </a:lnSpc>
              <a:buNone/>
            </a:pPr>
            <a:r>
              <a:rPr b="1" lang="en-US" sz="3600" spc="-1" strike="noStrike">
                <a:solidFill>
                  <a:srgbClr val="ffffff"/>
                </a:solidFill>
                <a:latin typeface="Liter"/>
                <a:ea typeface="Liter"/>
              </a:rPr>
              <a:t>Punk Rock: Three Chords &amp; The Truth</a:t>
            </a:r>
            <a:endParaRPr b="0" lang="en-HK" sz="3600" spc="-1" strike="noStrike">
              <a:latin typeface="Arial"/>
            </a:endParaRPr>
          </a:p>
        </p:txBody>
      </p:sp>
      <p:sp>
        <p:nvSpPr>
          <p:cNvPr id="477" name="Shape 3"/>
          <p:cNvSpPr/>
          <p:nvPr/>
        </p:nvSpPr>
        <p:spPr>
          <a:xfrm>
            <a:off x="333720" y="1101600"/>
            <a:ext cx="6792120" cy="2169000"/>
          </a:xfrm>
          <a:custGeom>
            <a:avLst/>
            <a:gdLst/>
            <a:ahLst/>
            <a:rect l="l" t="t" r="r" b="b"/>
            <a:pathLst>
              <a:path w="6792805" h="2169692">
                <a:moveTo>
                  <a:pt x="0" y="0"/>
                </a:moveTo>
                <a:lnTo>
                  <a:pt x="6792805" y="0"/>
                </a:lnTo>
                <a:lnTo>
                  <a:pt x="6792805" y="2169692"/>
                </a:lnTo>
                <a:lnTo>
                  <a:pt x="0" y="2169692"/>
                </a:lnTo>
                <a:lnTo>
                  <a:pt x="0" y="0"/>
                </a:lnTo>
                <a:close/>
              </a:path>
            </a:pathLst>
          </a:custGeom>
          <a:solidFill>
            <a:srgbClr val="ddff00"/>
          </a:solidFill>
          <a:ln w="0">
            <a:noFill/>
          </a:ln>
        </p:spPr>
        <p:style>
          <a:lnRef idx="0"/>
          <a:fillRef idx="0"/>
          <a:effectRef idx="0"/>
          <a:fontRef idx="minor"/>
        </p:style>
      </p:sp>
      <p:sp>
        <p:nvSpPr>
          <p:cNvPr id="478" name="Text 4"/>
          <p:cNvSpPr/>
          <p:nvPr/>
        </p:nvSpPr>
        <p:spPr>
          <a:xfrm>
            <a:off x="534240" y="1301760"/>
            <a:ext cx="6491520" cy="2664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580" spc="-1" strike="noStrike">
                <a:solidFill>
                  <a:srgbClr val="000000"/>
                </a:solidFill>
                <a:latin typeface="Liter"/>
                <a:ea typeface="Liter"/>
              </a:rPr>
              <a:t>The Revolution of Simplicity</a:t>
            </a:r>
            <a:endParaRPr b="0" lang="en-HK" sz="1580" spc="-1" strike="noStrike">
              <a:latin typeface="Arial"/>
            </a:endParaRPr>
          </a:p>
        </p:txBody>
      </p:sp>
      <p:sp>
        <p:nvSpPr>
          <p:cNvPr id="479" name="Text 5"/>
          <p:cNvSpPr/>
          <p:nvPr/>
        </p:nvSpPr>
        <p:spPr>
          <a:xfrm>
            <a:off x="534240" y="1668960"/>
            <a:ext cx="6458400" cy="6501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050" spc="-1" strike="noStrike">
                <a:solidFill>
                  <a:srgbClr val="000000"/>
                </a:solidFill>
                <a:latin typeface="Liter"/>
                <a:ea typeface="Liter"/>
              </a:rPr>
              <a:t>Punk rock emerged in the mid-1970s as a direct reaction against the excesses of progressive rock and the polished production of mainstream music.</a:t>
            </a:r>
            <a:r>
              <a:rPr b="0" lang="en-US" sz="1050" spc="-1" strike="noStrike">
                <a:solidFill>
                  <a:srgbClr val="000000"/>
                </a:solidFill>
                <a:latin typeface="Liter"/>
                <a:ea typeface="Liter"/>
              </a:rPr>
              <a:t> Stripped down to its essentials, punk championed a DIY ethic—anyone could pick up a guitar, learn three chords, and start a band.</a:t>
            </a:r>
            <a:endParaRPr b="0" lang="en-HK" sz="1050" spc="-1" strike="noStrike">
              <a:latin typeface="Arial"/>
            </a:endParaRPr>
          </a:p>
        </p:txBody>
      </p:sp>
      <p:sp>
        <p:nvSpPr>
          <p:cNvPr id="480" name="Text 6"/>
          <p:cNvSpPr/>
          <p:nvPr/>
        </p:nvSpPr>
        <p:spPr>
          <a:xfrm>
            <a:off x="534240" y="2419920"/>
            <a:ext cx="6458400" cy="6501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50" spc="-1" strike="noStrike">
                <a:solidFill>
                  <a:srgbClr val="000000">
                    <a:alpha val="80000"/>
                  </a:srgbClr>
                </a:solidFill>
                <a:latin typeface="Liter"/>
                <a:ea typeface="Liter"/>
              </a:rPr>
              <a:t>Punk's raw, aggressive sound and anti-establishment lyrics gave voice to disenfranchised youth. It was fast, loud, and unapologetic—a musical revolution that proved you didn't need technical virtuosity to make powerful, meaningful music.</a:t>
            </a:r>
            <a:endParaRPr b="0" lang="en-HK" sz="1050" spc="-1" strike="noStrike">
              <a:latin typeface="Arial"/>
            </a:endParaRPr>
          </a:p>
        </p:txBody>
      </p:sp>
      <p:sp>
        <p:nvSpPr>
          <p:cNvPr id="481" name="Shape 7"/>
          <p:cNvSpPr/>
          <p:nvPr/>
        </p:nvSpPr>
        <p:spPr>
          <a:xfrm>
            <a:off x="342000" y="3413160"/>
            <a:ext cx="6775560" cy="2652840"/>
          </a:xfrm>
          <a:custGeom>
            <a:avLst/>
            <a:gdLst/>
            <a:ahLst/>
            <a:rect l="l" t="t" r="r" b="b"/>
            <a:pathLst>
              <a:path w="6776115" h="2653700">
                <a:moveTo>
                  <a:pt x="0" y="0"/>
                </a:moveTo>
                <a:lnTo>
                  <a:pt x="6776115" y="0"/>
                </a:lnTo>
                <a:lnTo>
                  <a:pt x="6776115" y="2653700"/>
                </a:lnTo>
                <a:lnTo>
                  <a:pt x="0" y="2653700"/>
                </a:lnTo>
                <a:lnTo>
                  <a:pt x="0" y="0"/>
                </a:lnTo>
                <a:close/>
              </a:path>
            </a:pathLst>
          </a:custGeom>
          <a:noFill/>
          <a:ln w="25400">
            <a:solidFill>
              <a:srgbClr val="ddff00"/>
            </a:solidFill>
            <a:round/>
          </a:ln>
        </p:spPr>
        <p:style>
          <a:lnRef idx="0"/>
          <a:fillRef idx="0"/>
          <a:effectRef idx="0"/>
          <a:fontRef idx="minor"/>
        </p:style>
      </p:sp>
      <p:sp>
        <p:nvSpPr>
          <p:cNvPr id="482" name="Text 8"/>
          <p:cNvSpPr/>
          <p:nvPr/>
        </p:nvSpPr>
        <p:spPr>
          <a:xfrm>
            <a:off x="517320" y="3588480"/>
            <a:ext cx="6508440" cy="2329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320" spc="-1" strike="noStrike">
                <a:solidFill>
                  <a:srgbClr val="ddff00"/>
                </a:solidFill>
                <a:latin typeface="Liter"/>
                <a:ea typeface="Liter"/>
              </a:rPr>
              <a:t>Punk Pioneers</a:t>
            </a:r>
            <a:endParaRPr b="0" lang="en-HK" sz="1320" spc="-1" strike="noStrike">
              <a:latin typeface="Arial"/>
            </a:endParaRPr>
          </a:p>
        </p:txBody>
      </p:sp>
      <p:sp>
        <p:nvSpPr>
          <p:cNvPr id="483" name="Shape 9"/>
          <p:cNvSpPr/>
          <p:nvPr/>
        </p:nvSpPr>
        <p:spPr>
          <a:xfrm>
            <a:off x="534240" y="3955680"/>
            <a:ext cx="32760" cy="900360"/>
          </a:xfrm>
          <a:custGeom>
            <a:avLst/>
            <a:gdLst/>
            <a:ahLst/>
            <a:rect l="l" t="t" r="r" b="b"/>
            <a:pathLst>
              <a:path w="33380" h="901257">
                <a:moveTo>
                  <a:pt x="0" y="0"/>
                </a:moveTo>
                <a:lnTo>
                  <a:pt x="33380" y="0"/>
                </a:lnTo>
                <a:lnTo>
                  <a:pt x="33380" y="901257"/>
                </a:lnTo>
                <a:lnTo>
                  <a:pt x="0" y="901257"/>
                </a:lnTo>
                <a:lnTo>
                  <a:pt x="0" y="0"/>
                </a:lnTo>
                <a:close/>
              </a:path>
            </a:pathLst>
          </a:custGeom>
          <a:solidFill>
            <a:srgbClr val="ddff00"/>
          </a:solidFill>
          <a:ln w="0">
            <a:noFill/>
          </a:ln>
        </p:spPr>
        <p:style>
          <a:lnRef idx="0"/>
          <a:fillRef idx="0"/>
          <a:effectRef idx="0"/>
          <a:fontRef idx="minor"/>
        </p:style>
      </p:sp>
      <p:sp>
        <p:nvSpPr>
          <p:cNvPr id="484" name="Text 10"/>
          <p:cNvSpPr/>
          <p:nvPr/>
        </p:nvSpPr>
        <p:spPr>
          <a:xfrm>
            <a:off x="684360" y="3955680"/>
            <a:ext cx="3053520" cy="2329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80" spc="-1" strike="noStrike">
                <a:solidFill>
                  <a:srgbClr val="ffffff"/>
                </a:solidFill>
                <a:latin typeface="Liter"/>
                <a:ea typeface="Liter"/>
              </a:rPr>
              <a:t>The Ramones</a:t>
            </a:r>
            <a:endParaRPr b="0" lang="en-HK" sz="1180" spc="-1" strike="noStrike">
              <a:latin typeface="Arial"/>
            </a:endParaRPr>
          </a:p>
        </p:txBody>
      </p:sp>
      <p:sp>
        <p:nvSpPr>
          <p:cNvPr id="485" name="Text 11"/>
          <p:cNvSpPr/>
          <p:nvPr/>
        </p:nvSpPr>
        <p:spPr>
          <a:xfrm>
            <a:off x="684360" y="4255920"/>
            <a:ext cx="3045240" cy="1994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50" spc="-1" strike="noStrike">
                <a:solidFill>
                  <a:srgbClr val="ffffff">
                    <a:alpha val="70000"/>
                  </a:srgbClr>
                </a:solidFill>
                <a:latin typeface="Liter"/>
                <a:ea typeface="Liter"/>
              </a:rPr>
              <a:t>New York, 1974</a:t>
            </a:r>
            <a:endParaRPr b="0" lang="en-HK" sz="1050" spc="-1" strike="noStrike">
              <a:latin typeface="Arial"/>
            </a:endParaRPr>
          </a:p>
        </p:txBody>
      </p:sp>
      <p:sp>
        <p:nvSpPr>
          <p:cNvPr id="486" name="Text 12"/>
          <p:cNvSpPr/>
          <p:nvPr/>
        </p:nvSpPr>
        <p:spPr>
          <a:xfrm>
            <a:off x="684360" y="4523040"/>
            <a:ext cx="3036960" cy="3330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20" spc="-1" strike="noStrike">
                <a:solidFill>
                  <a:srgbClr val="ffffff">
                    <a:alpha val="60000"/>
                  </a:srgbClr>
                </a:solidFill>
                <a:latin typeface="Liter"/>
                <a:ea typeface="Liter"/>
              </a:rPr>
              <a:t>"Blitzkrieg Bop," "I Wanna Be Sedated" - Fast, catchy, minimalist</a:t>
            </a:r>
            <a:endParaRPr b="0" lang="en-HK" sz="920" spc="-1" strike="noStrike">
              <a:latin typeface="Arial"/>
            </a:endParaRPr>
          </a:p>
        </p:txBody>
      </p:sp>
      <p:sp>
        <p:nvSpPr>
          <p:cNvPr id="487" name="Shape 13"/>
          <p:cNvSpPr/>
          <p:nvPr/>
        </p:nvSpPr>
        <p:spPr>
          <a:xfrm>
            <a:off x="3815280" y="3955680"/>
            <a:ext cx="32760" cy="900360"/>
          </a:xfrm>
          <a:custGeom>
            <a:avLst/>
            <a:gdLst/>
            <a:ahLst/>
            <a:rect l="l" t="t" r="r" b="b"/>
            <a:pathLst>
              <a:path w="33380" h="901257">
                <a:moveTo>
                  <a:pt x="0" y="0"/>
                </a:moveTo>
                <a:lnTo>
                  <a:pt x="33380" y="0"/>
                </a:lnTo>
                <a:lnTo>
                  <a:pt x="33380" y="901257"/>
                </a:lnTo>
                <a:lnTo>
                  <a:pt x="0" y="901257"/>
                </a:lnTo>
                <a:lnTo>
                  <a:pt x="0" y="0"/>
                </a:lnTo>
                <a:close/>
              </a:path>
            </a:pathLst>
          </a:custGeom>
          <a:solidFill>
            <a:srgbClr val="ddff00"/>
          </a:solidFill>
          <a:ln w="0">
            <a:noFill/>
          </a:ln>
        </p:spPr>
        <p:style>
          <a:lnRef idx="0"/>
          <a:fillRef idx="0"/>
          <a:effectRef idx="0"/>
          <a:fontRef idx="minor"/>
        </p:style>
      </p:sp>
      <p:sp>
        <p:nvSpPr>
          <p:cNvPr id="488" name="Text 14"/>
          <p:cNvSpPr/>
          <p:nvPr/>
        </p:nvSpPr>
        <p:spPr>
          <a:xfrm>
            <a:off x="3965400" y="3955680"/>
            <a:ext cx="3053520" cy="2329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80" spc="-1" strike="noStrike">
                <a:solidFill>
                  <a:srgbClr val="ffffff"/>
                </a:solidFill>
                <a:latin typeface="Liter"/>
                <a:ea typeface="Liter"/>
              </a:rPr>
              <a:t>The Sex Pistols</a:t>
            </a:r>
            <a:endParaRPr b="0" lang="en-HK" sz="1180" spc="-1" strike="noStrike">
              <a:latin typeface="Arial"/>
            </a:endParaRPr>
          </a:p>
        </p:txBody>
      </p:sp>
      <p:sp>
        <p:nvSpPr>
          <p:cNvPr id="489" name="Text 15"/>
          <p:cNvSpPr/>
          <p:nvPr/>
        </p:nvSpPr>
        <p:spPr>
          <a:xfrm>
            <a:off x="3965400" y="4255920"/>
            <a:ext cx="3045240" cy="1994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50" spc="-1" strike="noStrike">
                <a:solidFill>
                  <a:srgbClr val="ffffff">
                    <a:alpha val="70000"/>
                  </a:srgbClr>
                </a:solidFill>
                <a:latin typeface="Liter"/>
                <a:ea typeface="Liter"/>
              </a:rPr>
              <a:t>London, 1975</a:t>
            </a:r>
            <a:endParaRPr b="0" lang="en-HK" sz="1050" spc="-1" strike="noStrike">
              <a:latin typeface="Arial"/>
            </a:endParaRPr>
          </a:p>
        </p:txBody>
      </p:sp>
      <p:sp>
        <p:nvSpPr>
          <p:cNvPr id="490" name="Text 16"/>
          <p:cNvSpPr/>
          <p:nvPr/>
        </p:nvSpPr>
        <p:spPr>
          <a:xfrm>
            <a:off x="3965400" y="4523040"/>
            <a:ext cx="3036960" cy="3330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20" spc="-1" strike="noStrike">
                <a:solidFill>
                  <a:srgbClr val="ffffff">
                    <a:alpha val="60000"/>
                  </a:srgbClr>
                </a:solidFill>
                <a:latin typeface="Liter"/>
                <a:ea typeface="Liter"/>
              </a:rPr>
              <a:t>"Anarchy in the U.K.," "God Save the Queen" - Provocation incarnate</a:t>
            </a:r>
            <a:endParaRPr b="0" lang="en-HK" sz="920" spc="-1" strike="noStrike">
              <a:latin typeface="Arial"/>
            </a:endParaRPr>
          </a:p>
        </p:txBody>
      </p:sp>
      <p:sp>
        <p:nvSpPr>
          <p:cNvPr id="491" name="Shape 17"/>
          <p:cNvSpPr/>
          <p:nvPr/>
        </p:nvSpPr>
        <p:spPr>
          <a:xfrm>
            <a:off x="534240" y="4990320"/>
            <a:ext cx="32760" cy="900360"/>
          </a:xfrm>
          <a:custGeom>
            <a:avLst/>
            <a:gdLst/>
            <a:ahLst/>
            <a:rect l="l" t="t" r="r" b="b"/>
            <a:pathLst>
              <a:path w="33380" h="901257">
                <a:moveTo>
                  <a:pt x="0" y="0"/>
                </a:moveTo>
                <a:lnTo>
                  <a:pt x="33380" y="0"/>
                </a:lnTo>
                <a:lnTo>
                  <a:pt x="33380" y="901257"/>
                </a:lnTo>
                <a:lnTo>
                  <a:pt x="0" y="901257"/>
                </a:lnTo>
                <a:lnTo>
                  <a:pt x="0" y="0"/>
                </a:lnTo>
                <a:close/>
              </a:path>
            </a:pathLst>
          </a:custGeom>
          <a:solidFill>
            <a:srgbClr val="ddff00"/>
          </a:solidFill>
          <a:ln w="0">
            <a:noFill/>
          </a:ln>
        </p:spPr>
        <p:style>
          <a:lnRef idx="0"/>
          <a:fillRef idx="0"/>
          <a:effectRef idx="0"/>
          <a:fontRef idx="minor"/>
        </p:style>
      </p:sp>
      <p:sp>
        <p:nvSpPr>
          <p:cNvPr id="492" name="Text 18"/>
          <p:cNvSpPr/>
          <p:nvPr/>
        </p:nvSpPr>
        <p:spPr>
          <a:xfrm>
            <a:off x="684360" y="4990320"/>
            <a:ext cx="3053520" cy="2329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80" spc="-1" strike="noStrike">
                <a:solidFill>
                  <a:srgbClr val="ffffff"/>
                </a:solidFill>
                <a:latin typeface="Liter"/>
                <a:ea typeface="Liter"/>
              </a:rPr>
              <a:t>The Clash</a:t>
            </a:r>
            <a:endParaRPr b="0" lang="en-HK" sz="1180" spc="-1" strike="noStrike">
              <a:latin typeface="Arial"/>
            </a:endParaRPr>
          </a:p>
        </p:txBody>
      </p:sp>
      <p:sp>
        <p:nvSpPr>
          <p:cNvPr id="493" name="Text 19"/>
          <p:cNvSpPr/>
          <p:nvPr/>
        </p:nvSpPr>
        <p:spPr>
          <a:xfrm>
            <a:off x="684360" y="5290560"/>
            <a:ext cx="3045240" cy="1994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50" spc="-1" strike="noStrike">
                <a:solidFill>
                  <a:srgbClr val="ffffff">
                    <a:alpha val="70000"/>
                  </a:srgbClr>
                </a:solidFill>
                <a:latin typeface="Liter"/>
                <a:ea typeface="Liter"/>
              </a:rPr>
              <a:t>London, 1976</a:t>
            </a:r>
            <a:endParaRPr b="0" lang="en-HK" sz="1050" spc="-1" strike="noStrike">
              <a:latin typeface="Arial"/>
            </a:endParaRPr>
          </a:p>
        </p:txBody>
      </p:sp>
      <p:sp>
        <p:nvSpPr>
          <p:cNvPr id="494" name="Text 20"/>
          <p:cNvSpPr/>
          <p:nvPr/>
        </p:nvSpPr>
        <p:spPr>
          <a:xfrm>
            <a:off x="684360" y="5557680"/>
            <a:ext cx="3036960" cy="3330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20" spc="-1" strike="noStrike">
                <a:solidFill>
                  <a:srgbClr val="ffffff">
                    <a:alpha val="60000"/>
                  </a:srgbClr>
                </a:solidFill>
                <a:latin typeface="Liter"/>
                <a:ea typeface="Liter"/>
              </a:rPr>
              <a:t>"London Calling," "Should I Stay or Should I Go" - Punk with political depth</a:t>
            </a:r>
            <a:endParaRPr b="0" lang="en-HK" sz="920" spc="-1" strike="noStrike">
              <a:latin typeface="Arial"/>
            </a:endParaRPr>
          </a:p>
        </p:txBody>
      </p:sp>
      <p:sp>
        <p:nvSpPr>
          <p:cNvPr id="495" name="Shape 21"/>
          <p:cNvSpPr/>
          <p:nvPr/>
        </p:nvSpPr>
        <p:spPr>
          <a:xfrm>
            <a:off x="3815280" y="4990320"/>
            <a:ext cx="32760" cy="900360"/>
          </a:xfrm>
          <a:custGeom>
            <a:avLst/>
            <a:gdLst/>
            <a:ahLst/>
            <a:rect l="l" t="t" r="r" b="b"/>
            <a:pathLst>
              <a:path w="33380" h="901257">
                <a:moveTo>
                  <a:pt x="0" y="0"/>
                </a:moveTo>
                <a:lnTo>
                  <a:pt x="33380" y="0"/>
                </a:lnTo>
                <a:lnTo>
                  <a:pt x="33380" y="901257"/>
                </a:lnTo>
                <a:lnTo>
                  <a:pt x="0" y="901257"/>
                </a:lnTo>
                <a:lnTo>
                  <a:pt x="0" y="0"/>
                </a:lnTo>
                <a:close/>
              </a:path>
            </a:pathLst>
          </a:custGeom>
          <a:solidFill>
            <a:srgbClr val="ddff00"/>
          </a:solidFill>
          <a:ln w="0">
            <a:noFill/>
          </a:ln>
        </p:spPr>
        <p:style>
          <a:lnRef idx="0"/>
          <a:fillRef idx="0"/>
          <a:effectRef idx="0"/>
          <a:fontRef idx="minor"/>
        </p:style>
      </p:sp>
      <p:sp>
        <p:nvSpPr>
          <p:cNvPr id="496" name="Text 22"/>
          <p:cNvSpPr/>
          <p:nvPr/>
        </p:nvSpPr>
        <p:spPr>
          <a:xfrm>
            <a:off x="3965400" y="4990320"/>
            <a:ext cx="3053520" cy="2329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80" spc="-1" strike="noStrike">
                <a:solidFill>
                  <a:srgbClr val="ffffff"/>
                </a:solidFill>
                <a:latin typeface="Liter"/>
                <a:ea typeface="Liter"/>
              </a:rPr>
              <a:t>Black Flag</a:t>
            </a:r>
            <a:endParaRPr b="0" lang="en-HK" sz="1180" spc="-1" strike="noStrike">
              <a:latin typeface="Arial"/>
            </a:endParaRPr>
          </a:p>
        </p:txBody>
      </p:sp>
      <p:sp>
        <p:nvSpPr>
          <p:cNvPr id="497" name="Text 23"/>
          <p:cNvSpPr/>
          <p:nvPr/>
        </p:nvSpPr>
        <p:spPr>
          <a:xfrm>
            <a:off x="3965400" y="5290560"/>
            <a:ext cx="3045240" cy="1994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50" spc="-1" strike="noStrike">
                <a:solidFill>
                  <a:srgbClr val="ffffff">
                    <a:alpha val="70000"/>
                  </a:srgbClr>
                </a:solidFill>
                <a:latin typeface="Liter"/>
                <a:ea typeface="Liter"/>
              </a:rPr>
              <a:t>California, 1976</a:t>
            </a:r>
            <a:endParaRPr b="0" lang="en-HK" sz="1050" spc="-1" strike="noStrike">
              <a:latin typeface="Arial"/>
            </a:endParaRPr>
          </a:p>
        </p:txBody>
      </p:sp>
      <p:sp>
        <p:nvSpPr>
          <p:cNvPr id="498" name="Text 24"/>
          <p:cNvSpPr/>
          <p:nvPr/>
        </p:nvSpPr>
        <p:spPr>
          <a:xfrm>
            <a:off x="3965400" y="5557680"/>
            <a:ext cx="3036960" cy="1663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20" spc="-1" strike="noStrike">
                <a:solidFill>
                  <a:srgbClr val="ffffff">
                    <a:alpha val="60000"/>
                  </a:srgbClr>
                </a:solidFill>
                <a:latin typeface="Liter"/>
                <a:ea typeface="Liter"/>
              </a:rPr>
              <a:t>"Rise Above," "TV Party" - Hardcore punk pioneers</a:t>
            </a:r>
            <a:endParaRPr b="0" lang="en-HK" sz="920" spc="-1" strike="noStrike">
              <a:latin typeface="Arial"/>
            </a:endParaRPr>
          </a:p>
        </p:txBody>
      </p:sp>
      <p:sp>
        <p:nvSpPr>
          <p:cNvPr id="499" name="Shape 25"/>
          <p:cNvSpPr/>
          <p:nvPr/>
        </p:nvSpPr>
        <p:spPr>
          <a:xfrm>
            <a:off x="338040" y="6212880"/>
            <a:ext cx="1618200" cy="641880"/>
          </a:xfrm>
          <a:custGeom>
            <a:avLst/>
            <a:gdLst/>
            <a:ahLst/>
            <a:rect l="l" t="t" r="r" b="b"/>
            <a:pathLst>
              <a:path w="1618924" h="642563">
                <a:moveTo>
                  <a:pt x="0" y="0"/>
                </a:moveTo>
                <a:lnTo>
                  <a:pt x="1618924" y="0"/>
                </a:lnTo>
                <a:lnTo>
                  <a:pt x="1618924" y="642563"/>
                </a:lnTo>
                <a:lnTo>
                  <a:pt x="0" y="642563"/>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500" name="Shape 26"/>
          <p:cNvSpPr/>
          <p:nvPr/>
        </p:nvSpPr>
        <p:spPr>
          <a:xfrm>
            <a:off x="1058040" y="6317280"/>
            <a:ext cx="174600" cy="199440"/>
          </a:xfrm>
          <a:custGeom>
            <a:avLst/>
            <a:gdLst/>
            <a:ahLst/>
            <a:rect l="l" t="t" r="r" b="b"/>
            <a:pathLst>
              <a:path w="175244" h="200279">
                <a:moveTo>
                  <a:pt x="132529" y="-3873"/>
                </a:moveTo>
                <a:cubicBezTo>
                  <a:pt x="137183" y="-509"/>
                  <a:pt x="138905" y="5594"/>
                  <a:pt x="136792" y="10914"/>
                </a:cubicBezTo>
                <a:lnTo>
                  <a:pt x="106125" y="87622"/>
                </a:lnTo>
                <a:lnTo>
                  <a:pt x="162727" y="87622"/>
                </a:lnTo>
                <a:cubicBezTo>
                  <a:pt x="168008" y="87622"/>
                  <a:pt x="172702" y="90908"/>
                  <a:pt x="174501" y="95876"/>
                </a:cubicBezTo>
                <a:cubicBezTo>
                  <a:pt x="176301" y="100844"/>
                  <a:pt x="174775" y="106398"/>
                  <a:pt x="170746" y="109762"/>
                </a:cubicBezTo>
                <a:lnTo>
                  <a:pt x="58089" y="203643"/>
                </a:lnTo>
                <a:cubicBezTo>
                  <a:pt x="53669" y="207320"/>
                  <a:pt x="47371" y="207516"/>
                  <a:pt x="42716" y="204152"/>
                </a:cubicBezTo>
                <a:cubicBezTo>
                  <a:pt x="38061" y="200788"/>
                  <a:pt x="36340" y="194686"/>
                  <a:pt x="38452" y="189366"/>
                </a:cubicBezTo>
                <a:lnTo>
                  <a:pt x="69120" y="112657"/>
                </a:lnTo>
                <a:lnTo>
                  <a:pt x="12517" y="112657"/>
                </a:lnTo>
                <a:cubicBezTo>
                  <a:pt x="7237" y="112657"/>
                  <a:pt x="2543" y="109371"/>
                  <a:pt x="743" y="104403"/>
                </a:cubicBezTo>
                <a:cubicBezTo>
                  <a:pt x="-1056" y="99436"/>
                  <a:pt x="469" y="93881"/>
                  <a:pt x="4498" y="90517"/>
                </a:cubicBezTo>
                <a:lnTo>
                  <a:pt x="117156" y="-3364"/>
                </a:lnTo>
                <a:cubicBezTo>
                  <a:pt x="121576" y="-7041"/>
                  <a:pt x="127874" y="-7237"/>
                  <a:pt x="132529" y="-3873"/>
                </a:cubicBezTo>
                <a:close/>
              </a:path>
            </a:pathLst>
          </a:custGeom>
          <a:solidFill>
            <a:srgbClr val="ddff00"/>
          </a:solidFill>
          <a:ln w="0">
            <a:noFill/>
          </a:ln>
        </p:spPr>
        <p:style>
          <a:lnRef idx="0"/>
          <a:fillRef idx="0"/>
          <a:effectRef idx="0"/>
          <a:fontRef idx="minor"/>
        </p:style>
      </p:sp>
      <p:sp>
        <p:nvSpPr>
          <p:cNvPr id="501" name="Text 27"/>
          <p:cNvSpPr/>
          <p:nvPr/>
        </p:nvSpPr>
        <p:spPr>
          <a:xfrm>
            <a:off x="412920" y="6584040"/>
            <a:ext cx="1468080" cy="16632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920" spc="-1" strike="noStrike">
                <a:solidFill>
                  <a:srgbClr val="ffffff"/>
                </a:solidFill>
                <a:latin typeface="Liter"/>
                <a:ea typeface="Liter"/>
              </a:rPr>
              <a:t>Fast-paced</a:t>
            </a:r>
            <a:endParaRPr b="0" lang="en-HK" sz="920" spc="-1" strike="noStrike">
              <a:latin typeface="Arial"/>
            </a:endParaRPr>
          </a:p>
        </p:txBody>
      </p:sp>
      <p:sp>
        <p:nvSpPr>
          <p:cNvPr id="502" name="Shape 28"/>
          <p:cNvSpPr/>
          <p:nvPr/>
        </p:nvSpPr>
        <p:spPr>
          <a:xfrm>
            <a:off x="2062080" y="6212880"/>
            <a:ext cx="1618200" cy="641880"/>
          </a:xfrm>
          <a:custGeom>
            <a:avLst/>
            <a:gdLst/>
            <a:ahLst/>
            <a:rect l="l" t="t" r="r" b="b"/>
            <a:pathLst>
              <a:path w="1618924" h="642563">
                <a:moveTo>
                  <a:pt x="0" y="0"/>
                </a:moveTo>
                <a:lnTo>
                  <a:pt x="1618924" y="0"/>
                </a:lnTo>
                <a:lnTo>
                  <a:pt x="1618924" y="642563"/>
                </a:lnTo>
                <a:lnTo>
                  <a:pt x="0" y="642563"/>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503" name="Shape 29"/>
          <p:cNvSpPr/>
          <p:nvPr/>
        </p:nvSpPr>
        <p:spPr>
          <a:xfrm>
            <a:off x="2794680" y="6317280"/>
            <a:ext cx="149400" cy="199440"/>
          </a:xfrm>
          <a:custGeom>
            <a:avLst/>
            <a:gdLst/>
            <a:ahLst/>
            <a:rect l="l" t="t" r="r" b="b"/>
            <a:pathLst>
              <a:path w="150209" h="200279">
                <a:moveTo>
                  <a:pt x="62587" y="0"/>
                </a:moveTo>
                <a:cubicBezTo>
                  <a:pt x="69511" y="0"/>
                  <a:pt x="75105" y="5594"/>
                  <a:pt x="75105" y="12517"/>
                </a:cubicBezTo>
                <a:lnTo>
                  <a:pt x="75105" y="56329"/>
                </a:lnTo>
                <a:lnTo>
                  <a:pt x="50070" y="56329"/>
                </a:lnTo>
                <a:lnTo>
                  <a:pt x="50070" y="12517"/>
                </a:lnTo>
                <a:cubicBezTo>
                  <a:pt x="50070" y="5594"/>
                  <a:pt x="55664" y="0"/>
                  <a:pt x="62587" y="0"/>
                </a:cubicBezTo>
                <a:close/>
                <a:moveTo>
                  <a:pt x="12517" y="25035"/>
                </a:moveTo>
                <a:cubicBezTo>
                  <a:pt x="12517" y="18111"/>
                  <a:pt x="18111" y="12517"/>
                  <a:pt x="25035" y="12517"/>
                </a:cubicBezTo>
                <a:cubicBezTo>
                  <a:pt x="31959" y="12517"/>
                  <a:pt x="37552" y="18111"/>
                  <a:pt x="37552" y="25035"/>
                </a:cubicBezTo>
                <a:lnTo>
                  <a:pt x="37552" y="56329"/>
                </a:lnTo>
                <a:lnTo>
                  <a:pt x="12517" y="56329"/>
                </a:lnTo>
                <a:lnTo>
                  <a:pt x="12517" y="25035"/>
                </a:lnTo>
                <a:close/>
                <a:moveTo>
                  <a:pt x="87622" y="25035"/>
                </a:moveTo>
                <a:cubicBezTo>
                  <a:pt x="87622" y="18111"/>
                  <a:pt x="93216" y="12517"/>
                  <a:pt x="100140" y="12517"/>
                </a:cubicBezTo>
                <a:cubicBezTo>
                  <a:pt x="107063" y="12517"/>
                  <a:pt x="112657" y="18111"/>
                  <a:pt x="112657" y="25035"/>
                </a:cubicBezTo>
                <a:lnTo>
                  <a:pt x="112657" y="62587"/>
                </a:lnTo>
                <a:cubicBezTo>
                  <a:pt x="112657" y="69511"/>
                  <a:pt x="107063" y="75105"/>
                  <a:pt x="100140" y="75105"/>
                </a:cubicBezTo>
                <a:cubicBezTo>
                  <a:pt x="93216" y="75105"/>
                  <a:pt x="87622" y="69511"/>
                  <a:pt x="87622" y="62587"/>
                </a:cubicBezTo>
                <a:lnTo>
                  <a:pt x="87622" y="25035"/>
                </a:lnTo>
                <a:close/>
                <a:moveTo>
                  <a:pt x="125175" y="50070"/>
                </a:moveTo>
                <a:cubicBezTo>
                  <a:pt x="125175" y="43146"/>
                  <a:pt x="130768" y="37552"/>
                  <a:pt x="137692" y="37552"/>
                </a:cubicBezTo>
                <a:cubicBezTo>
                  <a:pt x="144616" y="37552"/>
                  <a:pt x="150209" y="43146"/>
                  <a:pt x="150209" y="50070"/>
                </a:cubicBezTo>
                <a:lnTo>
                  <a:pt x="150209" y="75105"/>
                </a:lnTo>
                <a:cubicBezTo>
                  <a:pt x="150209" y="82028"/>
                  <a:pt x="144616" y="87622"/>
                  <a:pt x="137692" y="87622"/>
                </a:cubicBezTo>
                <a:cubicBezTo>
                  <a:pt x="130768" y="87622"/>
                  <a:pt x="125175" y="82028"/>
                  <a:pt x="125175" y="75105"/>
                </a:cubicBezTo>
                <a:lnTo>
                  <a:pt x="125175" y="50070"/>
                </a:lnTo>
                <a:close/>
                <a:moveTo>
                  <a:pt x="87622" y="84493"/>
                </a:moveTo>
                <a:lnTo>
                  <a:pt x="87622" y="84258"/>
                </a:lnTo>
                <a:cubicBezTo>
                  <a:pt x="91299" y="86370"/>
                  <a:pt x="95563" y="87622"/>
                  <a:pt x="100140" y="87622"/>
                </a:cubicBezTo>
                <a:cubicBezTo>
                  <a:pt x="105303" y="87622"/>
                  <a:pt x="110075" y="86057"/>
                  <a:pt x="114065" y="83398"/>
                </a:cubicBezTo>
                <a:cubicBezTo>
                  <a:pt x="117468" y="93138"/>
                  <a:pt x="126778" y="100140"/>
                  <a:pt x="137692" y="100140"/>
                </a:cubicBezTo>
                <a:cubicBezTo>
                  <a:pt x="142269" y="100140"/>
                  <a:pt x="146532" y="98927"/>
                  <a:pt x="150209" y="96776"/>
                </a:cubicBezTo>
                <a:lnTo>
                  <a:pt x="150209" y="100140"/>
                </a:lnTo>
                <a:cubicBezTo>
                  <a:pt x="150209" y="120598"/>
                  <a:pt x="140391" y="138787"/>
                  <a:pt x="125175" y="150209"/>
                </a:cubicBezTo>
                <a:lnTo>
                  <a:pt x="125175" y="187762"/>
                </a:lnTo>
                <a:cubicBezTo>
                  <a:pt x="125175" y="194686"/>
                  <a:pt x="119581" y="200279"/>
                  <a:pt x="112657" y="200279"/>
                </a:cubicBezTo>
                <a:lnTo>
                  <a:pt x="50070" y="200279"/>
                </a:lnTo>
                <a:cubicBezTo>
                  <a:pt x="43146" y="200279"/>
                  <a:pt x="37552" y="194686"/>
                  <a:pt x="37552" y="187762"/>
                </a:cubicBezTo>
                <a:lnTo>
                  <a:pt x="37552" y="157094"/>
                </a:lnTo>
                <a:cubicBezTo>
                  <a:pt x="30785" y="154004"/>
                  <a:pt x="24566" y="149740"/>
                  <a:pt x="19206" y="144381"/>
                </a:cubicBezTo>
                <a:lnTo>
                  <a:pt x="14669" y="139843"/>
                </a:lnTo>
                <a:cubicBezTo>
                  <a:pt x="5281" y="130455"/>
                  <a:pt x="0" y="117703"/>
                  <a:pt x="0" y="104443"/>
                </a:cubicBezTo>
                <a:lnTo>
                  <a:pt x="0" y="93881"/>
                </a:lnTo>
                <a:cubicBezTo>
                  <a:pt x="0" y="80073"/>
                  <a:pt x="11227" y="68846"/>
                  <a:pt x="25035" y="68846"/>
                </a:cubicBezTo>
                <a:lnTo>
                  <a:pt x="59458" y="68846"/>
                </a:lnTo>
                <a:cubicBezTo>
                  <a:pt x="68103" y="68846"/>
                  <a:pt x="75105" y="75848"/>
                  <a:pt x="75105" y="84493"/>
                </a:cubicBezTo>
                <a:cubicBezTo>
                  <a:pt x="75105" y="93138"/>
                  <a:pt x="68103" y="100140"/>
                  <a:pt x="59458" y="100140"/>
                </a:cubicBezTo>
                <a:lnTo>
                  <a:pt x="37552" y="100140"/>
                </a:lnTo>
                <a:cubicBezTo>
                  <a:pt x="34110" y="100140"/>
                  <a:pt x="31294" y="102956"/>
                  <a:pt x="31294" y="106398"/>
                </a:cubicBezTo>
                <a:cubicBezTo>
                  <a:pt x="31294" y="109841"/>
                  <a:pt x="34110" y="112657"/>
                  <a:pt x="37552" y="112657"/>
                </a:cubicBezTo>
                <a:lnTo>
                  <a:pt x="59458" y="112657"/>
                </a:lnTo>
                <a:cubicBezTo>
                  <a:pt x="75026" y="112657"/>
                  <a:pt x="87622" y="100061"/>
                  <a:pt x="87622" y="84493"/>
                </a:cubicBezTo>
                <a:close/>
              </a:path>
            </a:pathLst>
          </a:custGeom>
          <a:solidFill>
            <a:srgbClr val="ddff00"/>
          </a:solidFill>
          <a:ln w="0">
            <a:noFill/>
          </a:ln>
        </p:spPr>
        <p:style>
          <a:lnRef idx="0"/>
          <a:fillRef idx="0"/>
          <a:effectRef idx="0"/>
          <a:fontRef idx="minor"/>
        </p:style>
      </p:sp>
      <p:sp>
        <p:nvSpPr>
          <p:cNvPr id="504" name="Text 30"/>
          <p:cNvSpPr/>
          <p:nvPr/>
        </p:nvSpPr>
        <p:spPr>
          <a:xfrm>
            <a:off x="2136960" y="6584040"/>
            <a:ext cx="1468080" cy="16632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920" spc="-1" strike="noStrike">
                <a:solidFill>
                  <a:srgbClr val="ffffff"/>
                </a:solidFill>
                <a:latin typeface="Liter"/>
                <a:ea typeface="Liter"/>
              </a:rPr>
              <a:t>Anti-establishment</a:t>
            </a:r>
            <a:endParaRPr b="0" lang="en-HK" sz="920" spc="-1" strike="noStrike">
              <a:latin typeface="Arial"/>
            </a:endParaRPr>
          </a:p>
        </p:txBody>
      </p:sp>
      <p:sp>
        <p:nvSpPr>
          <p:cNvPr id="505" name="Shape 31"/>
          <p:cNvSpPr/>
          <p:nvPr/>
        </p:nvSpPr>
        <p:spPr>
          <a:xfrm>
            <a:off x="3786120" y="6212880"/>
            <a:ext cx="1618200" cy="641880"/>
          </a:xfrm>
          <a:custGeom>
            <a:avLst/>
            <a:gdLst/>
            <a:ahLst/>
            <a:rect l="l" t="t" r="r" b="b"/>
            <a:pathLst>
              <a:path w="1618924" h="642563">
                <a:moveTo>
                  <a:pt x="0" y="0"/>
                </a:moveTo>
                <a:lnTo>
                  <a:pt x="1618924" y="0"/>
                </a:lnTo>
                <a:lnTo>
                  <a:pt x="1618924" y="642563"/>
                </a:lnTo>
                <a:lnTo>
                  <a:pt x="0" y="642563"/>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506" name="Shape 32"/>
          <p:cNvSpPr/>
          <p:nvPr/>
        </p:nvSpPr>
        <p:spPr>
          <a:xfrm>
            <a:off x="4481280" y="6317280"/>
            <a:ext cx="224640" cy="199440"/>
          </a:xfrm>
          <a:custGeom>
            <a:avLst/>
            <a:gdLst/>
            <a:ahLst/>
            <a:rect l="l" t="t" r="r" b="b"/>
            <a:pathLst>
              <a:path w="225314" h="200279">
                <a:moveTo>
                  <a:pt x="87661" y="37983"/>
                </a:moveTo>
                <a:lnTo>
                  <a:pt x="87661" y="57385"/>
                </a:lnTo>
                <a:lnTo>
                  <a:pt x="87857" y="57580"/>
                </a:lnTo>
                <a:cubicBezTo>
                  <a:pt x="90399" y="25348"/>
                  <a:pt x="117351" y="0"/>
                  <a:pt x="150249" y="0"/>
                </a:cubicBezTo>
                <a:cubicBezTo>
                  <a:pt x="158111" y="0"/>
                  <a:pt x="165661" y="1447"/>
                  <a:pt x="172584" y="4107"/>
                </a:cubicBezTo>
                <a:cubicBezTo>
                  <a:pt x="176496" y="5594"/>
                  <a:pt x="177200" y="10562"/>
                  <a:pt x="174266" y="13534"/>
                </a:cubicBezTo>
                <a:lnTo>
                  <a:pt x="139570" y="48231"/>
                </a:lnTo>
                <a:cubicBezTo>
                  <a:pt x="138396" y="49405"/>
                  <a:pt x="137731" y="51009"/>
                  <a:pt x="137731" y="52652"/>
                </a:cubicBezTo>
                <a:lnTo>
                  <a:pt x="137731" y="68846"/>
                </a:lnTo>
                <a:cubicBezTo>
                  <a:pt x="137731" y="72288"/>
                  <a:pt x="140548" y="75105"/>
                  <a:pt x="143990" y="75105"/>
                </a:cubicBezTo>
                <a:lnTo>
                  <a:pt x="160184" y="75105"/>
                </a:lnTo>
                <a:cubicBezTo>
                  <a:pt x="161827" y="75105"/>
                  <a:pt x="163431" y="74440"/>
                  <a:pt x="164605" y="73266"/>
                </a:cubicBezTo>
                <a:lnTo>
                  <a:pt x="199301" y="38569"/>
                </a:lnTo>
                <a:cubicBezTo>
                  <a:pt x="202274" y="35597"/>
                  <a:pt x="207242" y="36340"/>
                  <a:pt x="208729" y="40251"/>
                </a:cubicBezTo>
                <a:cubicBezTo>
                  <a:pt x="211389" y="47175"/>
                  <a:pt x="212836" y="54725"/>
                  <a:pt x="212836" y="62587"/>
                </a:cubicBezTo>
                <a:cubicBezTo>
                  <a:pt x="212836" y="86292"/>
                  <a:pt x="199653" y="106946"/>
                  <a:pt x="180173" y="117547"/>
                </a:cubicBezTo>
                <a:lnTo>
                  <a:pt x="212053" y="149427"/>
                </a:lnTo>
                <a:cubicBezTo>
                  <a:pt x="219368" y="156742"/>
                  <a:pt x="219368" y="168634"/>
                  <a:pt x="212053" y="175988"/>
                </a:cubicBezTo>
                <a:lnTo>
                  <a:pt x="188544" y="199497"/>
                </a:lnTo>
                <a:cubicBezTo>
                  <a:pt x="181229" y="206812"/>
                  <a:pt x="169338" y="206812"/>
                  <a:pt x="161984" y="199497"/>
                </a:cubicBezTo>
                <a:lnTo>
                  <a:pt x="112696" y="150209"/>
                </a:lnTo>
                <a:cubicBezTo>
                  <a:pt x="101978" y="139491"/>
                  <a:pt x="99553" y="123649"/>
                  <a:pt x="105460" y="110584"/>
                </a:cubicBezTo>
                <a:lnTo>
                  <a:pt x="69980" y="75105"/>
                </a:lnTo>
                <a:lnTo>
                  <a:pt x="50578" y="75105"/>
                </a:lnTo>
                <a:cubicBezTo>
                  <a:pt x="46393" y="75105"/>
                  <a:pt x="42481" y="73032"/>
                  <a:pt x="40173" y="69550"/>
                </a:cubicBezTo>
                <a:lnTo>
                  <a:pt x="9153" y="23040"/>
                </a:lnTo>
                <a:cubicBezTo>
                  <a:pt x="7510" y="20576"/>
                  <a:pt x="7823" y="17251"/>
                  <a:pt x="9936" y="15138"/>
                </a:cubicBezTo>
                <a:lnTo>
                  <a:pt x="27695" y="-2621"/>
                </a:lnTo>
                <a:cubicBezTo>
                  <a:pt x="29807" y="-4733"/>
                  <a:pt x="33093" y="-5046"/>
                  <a:pt x="35597" y="-3403"/>
                </a:cubicBezTo>
                <a:lnTo>
                  <a:pt x="82107" y="27578"/>
                </a:lnTo>
                <a:cubicBezTo>
                  <a:pt x="85588" y="29885"/>
                  <a:pt x="87661" y="33797"/>
                  <a:pt x="87661" y="37983"/>
                </a:cubicBezTo>
                <a:close/>
                <a:moveTo>
                  <a:pt x="84336" y="116021"/>
                </a:moveTo>
                <a:cubicBezTo>
                  <a:pt x="81872" y="130494"/>
                  <a:pt x="85275" y="145789"/>
                  <a:pt x="94663" y="158033"/>
                </a:cubicBezTo>
                <a:lnTo>
                  <a:pt x="57502" y="195155"/>
                </a:lnTo>
                <a:cubicBezTo>
                  <a:pt x="46510" y="206147"/>
                  <a:pt x="28673" y="206147"/>
                  <a:pt x="17681" y="195155"/>
                </a:cubicBezTo>
                <a:cubicBezTo>
                  <a:pt x="6689" y="184163"/>
                  <a:pt x="6689" y="166326"/>
                  <a:pt x="17681" y="155334"/>
                </a:cubicBezTo>
                <a:lnTo>
                  <a:pt x="70645" y="102369"/>
                </a:lnTo>
                <a:lnTo>
                  <a:pt x="84336" y="116060"/>
                </a:lnTo>
                <a:close/>
              </a:path>
            </a:pathLst>
          </a:custGeom>
          <a:solidFill>
            <a:srgbClr val="ddff00"/>
          </a:solidFill>
          <a:ln w="0">
            <a:noFill/>
          </a:ln>
        </p:spPr>
        <p:style>
          <a:lnRef idx="0"/>
          <a:fillRef idx="0"/>
          <a:effectRef idx="0"/>
          <a:fontRef idx="minor"/>
        </p:style>
      </p:sp>
      <p:sp>
        <p:nvSpPr>
          <p:cNvPr id="507" name="Text 33"/>
          <p:cNvSpPr/>
          <p:nvPr/>
        </p:nvSpPr>
        <p:spPr>
          <a:xfrm>
            <a:off x="3861000" y="6584040"/>
            <a:ext cx="1468080" cy="16632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920" spc="-1" strike="noStrike">
                <a:solidFill>
                  <a:srgbClr val="ffffff"/>
                </a:solidFill>
                <a:latin typeface="Liter"/>
                <a:ea typeface="Liter"/>
              </a:rPr>
              <a:t>DIY Ethic</a:t>
            </a:r>
            <a:endParaRPr b="0" lang="en-HK" sz="920" spc="-1" strike="noStrike">
              <a:latin typeface="Arial"/>
            </a:endParaRPr>
          </a:p>
        </p:txBody>
      </p:sp>
      <p:sp>
        <p:nvSpPr>
          <p:cNvPr id="508" name="Shape 34"/>
          <p:cNvSpPr/>
          <p:nvPr/>
        </p:nvSpPr>
        <p:spPr>
          <a:xfrm>
            <a:off x="5510160" y="6212880"/>
            <a:ext cx="1618200" cy="641880"/>
          </a:xfrm>
          <a:custGeom>
            <a:avLst/>
            <a:gdLst/>
            <a:ahLst/>
            <a:rect l="l" t="t" r="r" b="b"/>
            <a:pathLst>
              <a:path w="1618924" h="642563">
                <a:moveTo>
                  <a:pt x="0" y="0"/>
                </a:moveTo>
                <a:lnTo>
                  <a:pt x="1618924" y="0"/>
                </a:lnTo>
                <a:lnTo>
                  <a:pt x="1618924" y="642563"/>
                </a:lnTo>
                <a:lnTo>
                  <a:pt x="0" y="642563"/>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509" name="Shape 35"/>
          <p:cNvSpPr/>
          <p:nvPr/>
        </p:nvSpPr>
        <p:spPr>
          <a:xfrm>
            <a:off x="6230160" y="6317280"/>
            <a:ext cx="174600" cy="199440"/>
          </a:xfrm>
          <a:custGeom>
            <a:avLst/>
            <a:gdLst/>
            <a:ahLst/>
            <a:rect l="l" t="t" r="r" b="b"/>
            <a:pathLst>
              <a:path w="175244" h="200279">
                <a:moveTo>
                  <a:pt x="62783" y="-10327"/>
                </a:moveTo>
                <a:cubicBezTo>
                  <a:pt x="66421" y="-13378"/>
                  <a:pt x="71780" y="-13261"/>
                  <a:pt x="75261" y="-9975"/>
                </a:cubicBezTo>
                <a:cubicBezTo>
                  <a:pt x="80073" y="-5437"/>
                  <a:pt x="84375" y="-430"/>
                  <a:pt x="88522" y="4655"/>
                </a:cubicBezTo>
                <a:cubicBezTo>
                  <a:pt x="93803" y="11109"/>
                  <a:pt x="100140" y="19637"/>
                  <a:pt x="106242" y="29768"/>
                </a:cubicBezTo>
                <a:cubicBezTo>
                  <a:pt x="108276" y="27108"/>
                  <a:pt x="110154" y="24761"/>
                  <a:pt x="111797" y="22766"/>
                </a:cubicBezTo>
                <a:cubicBezTo>
                  <a:pt x="112227" y="22258"/>
                  <a:pt x="112657" y="21710"/>
                  <a:pt x="113087" y="21162"/>
                </a:cubicBezTo>
                <a:cubicBezTo>
                  <a:pt x="116178" y="17329"/>
                  <a:pt x="120011" y="12517"/>
                  <a:pt x="125135" y="12517"/>
                </a:cubicBezTo>
                <a:cubicBezTo>
                  <a:pt x="130377" y="12517"/>
                  <a:pt x="134054" y="17172"/>
                  <a:pt x="137183" y="21162"/>
                </a:cubicBezTo>
                <a:cubicBezTo>
                  <a:pt x="137692" y="21827"/>
                  <a:pt x="138201" y="22453"/>
                  <a:pt x="138709" y="23040"/>
                </a:cubicBezTo>
                <a:cubicBezTo>
                  <a:pt x="142738" y="27890"/>
                  <a:pt x="148097" y="34892"/>
                  <a:pt x="153456" y="43537"/>
                </a:cubicBezTo>
                <a:cubicBezTo>
                  <a:pt x="164096" y="60710"/>
                  <a:pt x="175205" y="85158"/>
                  <a:pt x="175205" y="112618"/>
                </a:cubicBezTo>
                <a:cubicBezTo>
                  <a:pt x="175205" y="161006"/>
                  <a:pt x="135971" y="200240"/>
                  <a:pt x="87583" y="200240"/>
                </a:cubicBezTo>
                <a:cubicBezTo>
                  <a:pt x="39195" y="200240"/>
                  <a:pt x="0" y="161045"/>
                  <a:pt x="0" y="112657"/>
                </a:cubicBezTo>
                <a:cubicBezTo>
                  <a:pt x="0" y="77021"/>
                  <a:pt x="16077" y="46158"/>
                  <a:pt x="31489" y="24644"/>
                </a:cubicBezTo>
                <a:cubicBezTo>
                  <a:pt x="39274" y="13808"/>
                  <a:pt x="47019" y="5124"/>
                  <a:pt x="52847" y="-821"/>
                </a:cubicBezTo>
                <a:cubicBezTo>
                  <a:pt x="56055" y="-4107"/>
                  <a:pt x="59301" y="-7354"/>
                  <a:pt x="62822" y="-10288"/>
                </a:cubicBezTo>
                <a:close/>
                <a:moveTo>
                  <a:pt x="88287" y="162727"/>
                </a:moveTo>
                <a:cubicBezTo>
                  <a:pt x="98184" y="162727"/>
                  <a:pt x="106946" y="159989"/>
                  <a:pt x="115200" y="154512"/>
                </a:cubicBezTo>
                <a:cubicBezTo>
                  <a:pt x="131668" y="143012"/>
                  <a:pt x="136088" y="120011"/>
                  <a:pt x="126192" y="101939"/>
                </a:cubicBezTo>
                <a:cubicBezTo>
                  <a:pt x="124431" y="98418"/>
                  <a:pt x="119933" y="98184"/>
                  <a:pt x="117390" y="101157"/>
                </a:cubicBezTo>
                <a:lnTo>
                  <a:pt x="107533" y="112618"/>
                </a:lnTo>
                <a:cubicBezTo>
                  <a:pt x="104951" y="115591"/>
                  <a:pt x="100296" y="115513"/>
                  <a:pt x="97871" y="112422"/>
                </a:cubicBezTo>
                <a:cubicBezTo>
                  <a:pt x="91104" y="103778"/>
                  <a:pt x="78664" y="88013"/>
                  <a:pt x="72327" y="79955"/>
                </a:cubicBezTo>
                <a:cubicBezTo>
                  <a:pt x="70215" y="77256"/>
                  <a:pt x="66382" y="76826"/>
                  <a:pt x="63917" y="79212"/>
                </a:cubicBezTo>
                <a:cubicBezTo>
                  <a:pt x="56759" y="86175"/>
                  <a:pt x="43772" y="101430"/>
                  <a:pt x="43772" y="120011"/>
                </a:cubicBezTo>
                <a:cubicBezTo>
                  <a:pt x="43772" y="146845"/>
                  <a:pt x="63565" y="162727"/>
                  <a:pt x="88248" y="162727"/>
                </a:cubicBezTo>
                <a:close/>
              </a:path>
            </a:pathLst>
          </a:custGeom>
          <a:solidFill>
            <a:srgbClr val="ddff00"/>
          </a:solidFill>
          <a:ln w="0">
            <a:noFill/>
          </a:ln>
        </p:spPr>
        <p:style>
          <a:lnRef idx="0"/>
          <a:fillRef idx="0"/>
          <a:effectRef idx="0"/>
          <a:fontRef idx="minor"/>
        </p:style>
      </p:sp>
      <p:sp>
        <p:nvSpPr>
          <p:cNvPr id="510" name="Text 36"/>
          <p:cNvSpPr/>
          <p:nvPr/>
        </p:nvSpPr>
        <p:spPr>
          <a:xfrm>
            <a:off x="5585400" y="6584040"/>
            <a:ext cx="1468080" cy="16632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920" spc="-1" strike="noStrike">
                <a:solidFill>
                  <a:srgbClr val="ffffff"/>
                </a:solidFill>
                <a:latin typeface="Liter"/>
                <a:ea typeface="Liter"/>
              </a:rPr>
              <a:t>Raw Energy</a:t>
            </a:r>
            <a:endParaRPr b="0" lang="en-HK" sz="920" spc="-1" strike="noStrike">
              <a:latin typeface="Arial"/>
            </a:endParaRPr>
          </a:p>
        </p:txBody>
      </p:sp>
      <p:sp>
        <p:nvSpPr>
          <p:cNvPr id="511" name="Image 0"/>
          <p:cNvSpPr/>
          <p:nvPr/>
        </p:nvSpPr>
        <p:spPr>
          <a:xfrm>
            <a:off x="7330320" y="1101600"/>
            <a:ext cx="4530600" cy="3120120"/>
          </a:xfrm>
          <a:prstGeom prst="roundRect">
            <a:avLst>
              <a:gd name="adj" fmla="val 0"/>
            </a:avLst>
          </a:prstGeom>
          <a:blipFill rotWithShape="0">
            <a:blip r:embed="rId1"/>
            <a:srcRect/>
            <a:stretch/>
          </a:blipFill>
          <a:ln w="0">
            <a:noFill/>
          </a:ln>
        </p:spPr>
        <p:style>
          <a:lnRef idx="0"/>
          <a:fillRef idx="0"/>
          <a:effectRef idx="0"/>
          <a:fontRef idx="minor"/>
        </p:style>
      </p:sp>
      <p:sp>
        <p:nvSpPr>
          <p:cNvPr id="512" name="Shape 37"/>
          <p:cNvSpPr/>
          <p:nvPr/>
        </p:nvSpPr>
        <p:spPr>
          <a:xfrm>
            <a:off x="7330320" y="1101600"/>
            <a:ext cx="4530600" cy="3120120"/>
          </a:xfrm>
          <a:custGeom>
            <a:avLst/>
            <a:gdLst/>
            <a:ahLst/>
            <a:rect l="l" t="t" r="r" b="b"/>
            <a:pathLst>
              <a:path w="4531318" h="3121018">
                <a:moveTo>
                  <a:pt x="0" y="0"/>
                </a:moveTo>
                <a:lnTo>
                  <a:pt x="4531318" y="0"/>
                </a:lnTo>
                <a:lnTo>
                  <a:pt x="4531318" y="3121018"/>
                </a:lnTo>
                <a:lnTo>
                  <a:pt x="0" y="3121018"/>
                </a:lnTo>
                <a:lnTo>
                  <a:pt x="0" y="0"/>
                </a:lnTo>
                <a:close/>
              </a:path>
            </a:pathLst>
          </a:custGeom>
          <a:gradFill rotWithShape="0">
            <a:gsLst>
              <a:gs pos="50000">
                <a:srgbClr val="000000">
                  <a:alpha val="0"/>
                </a:srgbClr>
              </a:gs>
              <a:gs pos="100000">
                <a:srgbClr val="000000"/>
              </a:gs>
            </a:gsLst>
            <a:lin ang="5400000"/>
          </a:gradFill>
          <a:ln w="0">
            <a:noFill/>
          </a:ln>
        </p:spPr>
        <p:style>
          <a:lnRef idx="0"/>
          <a:fillRef idx="0"/>
          <a:effectRef idx="0"/>
          <a:fontRef idx="minor"/>
        </p:style>
      </p:sp>
      <p:sp>
        <p:nvSpPr>
          <p:cNvPr id="513" name="Text 38"/>
          <p:cNvSpPr/>
          <p:nvPr/>
        </p:nvSpPr>
        <p:spPr>
          <a:xfrm>
            <a:off x="7463880" y="3655080"/>
            <a:ext cx="4321800" cy="1663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20" spc="-1" strike="noStrike">
                <a:solidFill>
                  <a:srgbClr val="ddff00"/>
                </a:solidFill>
                <a:latin typeface="Liter"/>
                <a:ea typeface="Liter"/>
              </a:rPr>
              <a:t>PUNK ENERGY</a:t>
            </a:r>
            <a:endParaRPr b="0" lang="en-HK" sz="920" spc="-1" strike="noStrike">
              <a:latin typeface="Arial"/>
            </a:endParaRPr>
          </a:p>
        </p:txBody>
      </p:sp>
      <p:sp>
        <p:nvSpPr>
          <p:cNvPr id="514" name="Text 39"/>
          <p:cNvSpPr/>
          <p:nvPr/>
        </p:nvSpPr>
        <p:spPr>
          <a:xfrm>
            <a:off x="7463880" y="3855240"/>
            <a:ext cx="4338720" cy="2329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80" spc="-1" strike="noStrike">
                <a:solidFill>
                  <a:srgbClr val="ffffff"/>
                </a:solidFill>
                <a:latin typeface="Liter"/>
                <a:ea typeface="Liter"/>
              </a:rPr>
              <a:t>Raw &amp; Unfiltered</a:t>
            </a:r>
            <a:endParaRPr b="0" lang="en-HK" sz="1180" spc="-1" strike="noStrike">
              <a:latin typeface="Arial"/>
            </a:endParaRPr>
          </a:p>
        </p:txBody>
      </p:sp>
      <p:sp>
        <p:nvSpPr>
          <p:cNvPr id="515" name="Shape 40"/>
          <p:cNvSpPr/>
          <p:nvPr/>
        </p:nvSpPr>
        <p:spPr>
          <a:xfrm>
            <a:off x="7338600" y="4364280"/>
            <a:ext cx="4514040" cy="1684800"/>
          </a:xfrm>
          <a:custGeom>
            <a:avLst/>
            <a:gdLst/>
            <a:ahLst/>
            <a:rect l="l" t="t" r="r" b="b"/>
            <a:pathLst>
              <a:path w="4514628" h="1685684">
                <a:moveTo>
                  <a:pt x="0" y="0"/>
                </a:moveTo>
                <a:lnTo>
                  <a:pt x="4514628" y="0"/>
                </a:lnTo>
                <a:lnTo>
                  <a:pt x="4514628" y="1685684"/>
                </a:lnTo>
                <a:lnTo>
                  <a:pt x="0" y="1685684"/>
                </a:lnTo>
                <a:lnTo>
                  <a:pt x="0" y="0"/>
                </a:lnTo>
                <a:close/>
              </a:path>
            </a:pathLst>
          </a:custGeom>
          <a:noFill/>
          <a:ln w="25400">
            <a:solidFill>
              <a:srgbClr val="ddff00"/>
            </a:solidFill>
            <a:round/>
          </a:ln>
        </p:spPr>
        <p:style>
          <a:lnRef idx="0"/>
          <a:fillRef idx="0"/>
          <a:effectRef idx="0"/>
          <a:fontRef idx="minor"/>
        </p:style>
      </p:sp>
      <p:sp>
        <p:nvSpPr>
          <p:cNvPr id="516" name="Text 41"/>
          <p:cNvSpPr/>
          <p:nvPr/>
        </p:nvSpPr>
        <p:spPr>
          <a:xfrm>
            <a:off x="7513920" y="4539600"/>
            <a:ext cx="4238640" cy="2329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80" spc="-1" strike="noStrike">
                <a:solidFill>
                  <a:srgbClr val="ddff00"/>
                </a:solidFill>
                <a:latin typeface="Liter"/>
                <a:ea typeface="Liter"/>
              </a:rPr>
              <a:t>Cultural Impact</a:t>
            </a:r>
            <a:endParaRPr b="0" lang="en-HK" sz="1180" spc="-1" strike="noStrike">
              <a:latin typeface="Arial"/>
            </a:endParaRPr>
          </a:p>
        </p:txBody>
      </p:sp>
      <p:sp>
        <p:nvSpPr>
          <p:cNvPr id="517" name="Shape 42"/>
          <p:cNvSpPr/>
          <p:nvPr/>
        </p:nvSpPr>
        <p:spPr>
          <a:xfrm>
            <a:off x="7513920" y="4940280"/>
            <a:ext cx="65880" cy="65880"/>
          </a:xfrm>
          <a:custGeom>
            <a:avLst/>
            <a:gdLst/>
            <a:ahLst/>
            <a:rect l="l" t="t" r="r" b="b"/>
            <a:pathLst>
              <a:path w="66760" h="66760">
                <a:moveTo>
                  <a:pt x="0" y="0"/>
                </a:moveTo>
                <a:lnTo>
                  <a:pt x="66760" y="0"/>
                </a:lnTo>
                <a:lnTo>
                  <a:pt x="66760" y="66760"/>
                </a:lnTo>
                <a:lnTo>
                  <a:pt x="0" y="66760"/>
                </a:lnTo>
                <a:lnTo>
                  <a:pt x="0" y="0"/>
                </a:lnTo>
                <a:close/>
              </a:path>
            </a:pathLst>
          </a:custGeom>
          <a:solidFill>
            <a:srgbClr val="ddff00"/>
          </a:solidFill>
          <a:ln w="0">
            <a:noFill/>
          </a:ln>
        </p:spPr>
        <p:style>
          <a:lnRef idx="0"/>
          <a:fillRef idx="0"/>
          <a:effectRef idx="0"/>
          <a:fontRef idx="minor"/>
        </p:style>
      </p:sp>
      <p:sp>
        <p:nvSpPr>
          <p:cNvPr id="518" name="Text 43"/>
          <p:cNvSpPr/>
          <p:nvPr/>
        </p:nvSpPr>
        <p:spPr>
          <a:xfrm>
            <a:off x="7647480" y="4873320"/>
            <a:ext cx="2903400" cy="1994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50" spc="-1" strike="noStrike">
                <a:solidFill>
                  <a:srgbClr val="ffffff">
                    <a:alpha val="80000"/>
                  </a:srgbClr>
                </a:solidFill>
                <a:latin typeface="Liter"/>
                <a:ea typeface="Liter"/>
              </a:rPr>
              <a:t>Fashion:</a:t>
            </a:r>
            <a:r>
              <a:rPr b="0" lang="en-US" sz="1050" spc="-1" strike="noStrike">
                <a:solidFill>
                  <a:srgbClr val="ffffff">
                    <a:alpha val="80000"/>
                  </a:srgbClr>
                </a:solidFill>
                <a:latin typeface="Liter"/>
                <a:ea typeface="Liter"/>
              </a:rPr>
              <a:t> Safety pins, leather jackets, torn clothes</a:t>
            </a:r>
            <a:endParaRPr b="0" lang="en-HK" sz="1050" spc="-1" strike="noStrike">
              <a:latin typeface="Arial"/>
            </a:endParaRPr>
          </a:p>
        </p:txBody>
      </p:sp>
      <p:sp>
        <p:nvSpPr>
          <p:cNvPr id="519" name="Shape 44"/>
          <p:cNvSpPr/>
          <p:nvPr/>
        </p:nvSpPr>
        <p:spPr>
          <a:xfrm>
            <a:off x="7513920" y="5207400"/>
            <a:ext cx="65880" cy="65880"/>
          </a:xfrm>
          <a:custGeom>
            <a:avLst/>
            <a:gdLst/>
            <a:ahLst/>
            <a:rect l="l" t="t" r="r" b="b"/>
            <a:pathLst>
              <a:path w="66760" h="66760">
                <a:moveTo>
                  <a:pt x="0" y="0"/>
                </a:moveTo>
                <a:lnTo>
                  <a:pt x="66760" y="0"/>
                </a:lnTo>
                <a:lnTo>
                  <a:pt x="66760" y="66760"/>
                </a:lnTo>
                <a:lnTo>
                  <a:pt x="0" y="66760"/>
                </a:lnTo>
                <a:lnTo>
                  <a:pt x="0" y="0"/>
                </a:lnTo>
                <a:close/>
              </a:path>
            </a:pathLst>
          </a:custGeom>
          <a:solidFill>
            <a:srgbClr val="ddff00"/>
          </a:solidFill>
          <a:ln w="0">
            <a:noFill/>
          </a:ln>
        </p:spPr>
        <p:style>
          <a:lnRef idx="0"/>
          <a:fillRef idx="0"/>
          <a:effectRef idx="0"/>
          <a:fontRef idx="minor"/>
        </p:style>
      </p:sp>
      <p:sp>
        <p:nvSpPr>
          <p:cNvPr id="520" name="Text 45"/>
          <p:cNvSpPr/>
          <p:nvPr/>
        </p:nvSpPr>
        <p:spPr>
          <a:xfrm>
            <a:off x="7647480" y="5140440"/>
            <a:ext cx="2427840" cy="1994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50" spc="-1" strike="noStrike">
                <a:solidFill>
                  <a:srgbClr val="ffffff">
                    <a:alpha val="80000"/>
                  </a:srgbClr>
                </a:solidFill>
                <a:latin typeface="Liter"/>
                <a:ea typeface="Liter"/>
              </a:rPr>
              <a:t>Attitude:</a:t>
            </a:r>
            <a:r>
              <a:rPr b="0" lang="en-US" sz="1050" spc="-1" strike="noStrike">
                <a:solidFill>
                  <a:srgbClr val="ffffff">
                    <a:alpha val="80000"/>
                  </a:srgbClr>
                </a:solidFill>
                <a:latin typeface="Liter"/>
                <a:ea typeface="Liter"/>
              </a:rPr>
              <a:t> Rebellion, anti-authoritarianism</a:t>
            </a:r>
            <a:endParaRPr b="0" lang="en-HK" sz="1050" spc="-1" strike="noStrike">
              <a:latin typeface="Arial"/>
            </a:endParaRPr>
          </a:p>
        </p:txBody>
      </p:sp>
      <p:sp>
        <p:nvSpPr>
          <p:cNvPr id="521" name="Shape 46"/>
          <p:cNvSpPr/>
          <p:nvPr/>
        </p:nvSpPr>
        <p:spPr>
          <a:xfrm>
            <a:off x="7513920" y="5474160"/>
            <a:ext cx="65880" cy="65880"/>
          </a:xfrm>
          <a:custGeom>
            <a:avLst/>
            <a:gdLst/>
            <a:ahLst/>
            <a:rect l="l" t="t" r="r" b="b"/>
            <a:pathLst>
              <a:path w="66760" h="66760">
                <a:moveTo>
                  <a:pt x="0" y="0"/>
                </a:moveTo>
                <a:lnTo>
                  <a:pt x="66760" y="0"/>
                </a:lnTo>
                <a:lnTo>
                  <a:pt x="66760" y="66760"/>
                </a:lnTo>
                <a:lnTo>
                  <a:pt x="0" y="66760"/>
                </a:lnTo>
                <a:lnTo>
                  <a:pt x="0" y="0"/>
                </a:lnTo>
                <a:close/>
              </a:path>
            </a:pathLst>
          </a:custGeom>
          <a:solidFill>
            <a:srgbClr val="ddff00"/>
          </a:solidFill>
          <a:ln w="0">
            <a:noFill/>
          </a:ln>
        </p:spPr>
        <p:style>
          <a:lnRef idx="0"/>
          <a:fillRef idx="0"/>
          <a:effectRef idx="0"/>
          <a:fontRef idx="minor"/>
        </p:style>
      </p:sp>
      <p:sp>
        <p:nvSpPr>
          <p:cNvPr id="522" name="Text 47"/>
          <p:cNvSpPr/>
          <p:nvPr/>
        </p:nvSpPr>
        <p:spPr>
          <a:xfrm>
            <a:off x="7647480" y="5407560"/>
            <a:ext cx="2460960" cy="1994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50" spc="-1" strike="noStrike">
                <a:solidFill>
                  <a:srgbClr val="ffffff">
                    <a:alpha val="80000"/>
                  </a:srgbClr>
                </a:solidFill>
                <a:latin typeface="Liter"/>
                <a:ea typeface="Liter"/>
              </a:rPr>
              <a:t>DIY Culture:</a:t>
            </a:r>
            <a:r>
              <a:rPr b="0" lang="en-US" sz="1050" spc="-1" strike="noStrike">
                <a:solidFill>
                  <a:srgbClr val="ffffff">
                    <a:alpha val="80000"/>
                  </a:srgbClr>
                </a:solidFill>
                <a:latin typeface="Liter"/>
                <a:ea typeface="Liter"/>
              </a:rPr>
              <a:t> Independent labels, fanzines</a:t>
            </a:r>
            <a:endParaRPr b="0" lang="en-HK" sz="1050" spc="-1" strike="noStrike">
              <a:latin typeface="Arial"/>
            </a:endParaRPr>
          </a:p>
        </p:txBody>
      </p:sp>
      <p:sp>
        <p:nvSpPr>
          <p:cNvPr id="523" name="Shape 48"/>
          <p:cNvSpPr/>
          <p:nvPr/>
        </p:nvSpPr>
        <p:spPr>
          <a:xfrm>
            <a:off x="7513920" y="5741280"/>
            <a:ext cx="65880" cy="65880"/>
          </a:xfrm>
          <a:custGeom>
            <a:avLst/>
            <a:gdLst/>
            <a:ahLst/>
            <a:rect l="l" t="t" r="r" b="b"/>
            <a:pathLst>
              <a:path w="66760" h="66760">
                <a:moveTo>
                  <a:pt x="0" y="0"/>
                </a:moveTo>
                <a:lnTo>
                  <a:pt x="66760" y="0"/>
                </a:lnTo>
                <a:lnTo>
                  <a:pt x="66760" y="66760"/>
                </a:lnTo>
                <a:lnTo>
                  <a:pt x="0" y="66760"/>
                </a:lnTo>
                <a:lnTo>
                  <a:pt x="0" y="0"/>
                </a:lnTo>
                <a:close/>
              </a:path>
            </a:pathLst>
          </a:custGeom>
          <a:solidFill>
            <a:srgbClr val="ddff00"/>
          </a:solidFill>
          <a:ln w="0">
            <a:noFill/>
          </a:ln>
        </p:spPr>
        <p:style>
          <a:lnRef idx="0"/>
          <a:fillRef idx="0"/>
          <a:effectRef idx="0"/>
          <a:fontRef idx="minor"/>
        </p:style>
      </p:sp>
      <p:sp>
        <p:nvSpPr>
          <p:cNvPr id="524" name="Text 49"/>
          <p:cNvSpPr/>
          <p:nvPr/>
        </p:nvSpPr>
        <p:spPr>
          <a:xfrm>
            <a:off x="7647480" y="5674680"/>
            <a:ext cx="3312360" cy="1994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50" spc="-1" strike="noStrike">
                <a:solidFill>
                  <a:srgbClr val="ffffff">
                    <a:alpha val="80000"/>
                  </a:srgbClr>
                </a:solidFill>
                <a:latin typeface="Liter"/>
                <a:ea typeface="Liter"/>
              </a:rPr>
              <a:t>Social Commentary:</a:t>
            </a:r>
            <a:r>
              <a:rPr b="0" lang="en-US" sz="1050" spc="-1" strike="noStrike">
                <a:solidFill>
                  <a:srgbClr val="ffffff">
                    <a:alpha val="80000"/>
                  </a:srgbClr>
                </a:solidFill>
                <a:latin typeface="Liter"/>
                <a:ea typeface="Liter"/>
              </a:rPr>
              <a:t> Political lyrics, working-class voice</a:t>
            </a:r>
            <a:endParaRPr b="0" lang="en-HK" sz="1050" spc="-1" strike="noStrike">
              <a:latin typeface="Arial"/>
            </a:endParaRPr>
          </a:p>
        </p:txBody>
      </p:sp>
      <p:sp>
        <p:nvSpPr>
          <p:cNvPr id="525" name="Shape 50"/>
          <p:cNvSpPr/>
          <p:nvPr/>
        </p:nvSpPr>
        <p:spPr>
          <a:xfrm>
            <a:off x="7330320" y="6192000"/>
            <a:ext cx="4530600" cy="666720"/>
          </a:xfrm>
          <a:custGeom>
            <a:avLst/>
            <a:gdLst/>
            <a:ahLst/>
            <a:rect l="l" t="t" r="r" b="b"/>
            <a:pathLst>
              <a:path w="4531318" h="667598">
                <a:moveTo>
                  <a:pt x="0" y="0"/>
                </a:moveTo>
                <a:lnTo>
                  <a:pt x="4531318" y="0"/>
                </a:lnTo>
                <a:lnTo>
                  <a:pt x="4531318" y="667598"/>
                </a:lnTo>
                <a:lnTo>
                  <a:pt x="0" y="667598"/>
                </a:lnTo>
                <a:lnTo>
                  <a:pt x="0" y="0"/>
                </a:lnTo>
                <a:close/>
              </a:path>
            </a:pathLst>
          </a:custGeom>
          <a:solidFill>
            <a:srgbClr val="ddff00"/>
          </a:solidFill>
          <a:ln w="0">
            <a:noFill/>
          </a:ln>
        </p:spPr>
        <p:style>
          <a:lnRef idx="0"/>
          <a:fillRef idx="0"/>
          <a:effectRef idx="0"/>
          <a:fontRef idx="minor"/>
        </p:style>
      </p:sp>
      <p:sp>
        <p:nvSpPr>
          <p:cNvPr id="526" name="Text 51"/>
          <p:cNvSpPr/>
          <p:nvPr/>
        </p:nvSpPr>
        <p:spPr>
          <a:xfrm>
            <a:off x="7430400" y="6325560"/>
            <a:ext cx="4330440" cy="39996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1" lang="en-US" sz="1050" spc="-1" strike="noStrike">
                <a:solidFill>
                  <a:srgbClr val="000000"/>
                </a:solidFill>
                <a:latin typeface="Liter"/>
                <a:ea typeface="Liter"/>
              </a:rPr>
              <a:t>"Punk is musical freedom."</a:t>
            </a:r>
            <a:endParaRPr b="0" lang="en-HK" sz="1050" spc="-1" strike="noStrike">
              <a:latin typeface="Arial"/>
            </a:endParaRPr>
          </a:p>
          <a:p>
            <a:pPr algn="ctr">
              <a:lnSpc>
                <a:spcPct val="130000"/>
              </a:lnSpc>
              <a:buNone/>
            </a:pPr>
            <a:r>
              <a:rPr b="0" lang="en-US" sz="920" spc="-1" strike="noStrike">
                <a:solidFill>
                  <a:srgbClr val="000000"/>
                </a:solidFill>
                <a:latin typeface="Liter"/>
                <a:ea typeface="Liter"/>
              </a:rPr>
              <a:t>— </a:t>
            </a:r>
            <a:r>
              <a:rPr b="0" lang="en-US" sz="920" spc="-1" strike="noStrike">
                <a:solidFill>
                  <a:srgbClr val="000000"/>
                </a:solidFill>
                <a:latin typeface="Liter"/>
                <a:ea typeface="Liter"/>
              </a:rPr>
              <a:t>Kurt Cobain</a:t>
            </a:r>
            <a:endParaRPr b="0" lang="en-HK" sz="920" spc="-1" strike="noStrike">
              <a:latin typeface="Arial"/>
            </a:endParaRPr>
          </a:p>
        </p:txBody>
      </p:sp>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sp>
        <p:nvSpPr>
          <p:cNvPr id="527" name="Shape 0"/>
          <p:cNvSpPr/>
          <p:nvPr/>
        </p:nvSpPr>
        <p:spPr>
          <a:xfrm>
            <a:off x="317520" y="365040"/>
            <a:ext cx="62640" cy="380160"/>
          </a:xfrm>
          <a:custGeom>
            <a:avLst/>
            <a:gdLst/>
            <a:ahLst/>
            <a:rect l="l" t="t" r="r" b="b"/>
            <a:pathLst>
              <a:path w="63500" h="381000">
                <a:moveTo>
                  <a:pt x="0" y="0"/>
                </a:moveTo>
                <a:lnTo>
                  <a:pt x="63500" y="0"/>
                </a:lnTo>
                <a:lnTo>
                  <a:pt x="63500" y="381000"/>
                </a:lnTo>
                <a:lnTo>
                  <a:pt x="0" y="381000"/>
                </a:lnTo>
                <a:lnTo>
                  <a:pt x="0" y="0"/>
                </a:lnTo>
                <a:close/>
              </a:path>
            </a:pathLst>
          </a:custGeom>
          <a:solidFill>
            <a:srgbClr val="ddff00"/>
          </a:solidFill>
          <a:ln w="0">
            <a:noFill/>
          </a:ln>
        </p:spPr>
        <p:style>
          <a:lnRef idx="0"/>
          <a:fillRef idx="0"/>
          <a:effectRef idx="0"/>
          <a:fontRef idx="minor"/>
        </p:style>
      </p:sp>
      <p:sp>
        <p:nvSpPr>
          <p:cNvPr id="528" name="Text 1"/>
          <p:cNvSpPr/>
          <p:nvPr/>
        </p:nvSpPr>
        <p:spPr>
          <a:xfrm>
            <a:off x="507960" y="317520"/>
            <a:ext cx="5150880" cy="158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83" strike="noStrike">
                <a:solidFill>
                  <a:srgbClr val="ddff00"/>
                </a:solidFill>
                <a:latin typeface="Liter"/>
                <a:ea typeface="Liter"/>
              </a:rPr>
              <a:t>CHAPTER 05</a:t>
            </a:r>
            <a:endParaRPr b="0" lang="en-HK" sz="880" spc="-1" strike="noStrike">
              <a:latin typeface="Arial"/>
            </a:endParaRPr>
          </a:p>
        </p:txBody>
      </p:sp>
      <p:sp>
        <p:nvSpPr>
          <p:cNvPr id="529" name="Text 2"/>
          <p:cNvSpPr/>
          <p:nvPr/>
        </p:nvSpPr>
        <p:spPr>
          <a:xfrm>
            <a:off x="507960" y="476280"/>
            <a:ext cx="5238000" cy="316800"/>
          </a:xfrm>
          <a:prstGeom prst="rect">
            <a:avLst/>
          </a:prstGeom>
          <a:noFill/>
          <a:ln w="0">
            <a:noFill/>
          </a:ln>
        </p:spPr>
        <p:style>
          <a:lnRef idx="0"/>
          <a:fillRef idx="0"/>
          <a:effectRef idx="0"/>
          <a:fontRef idx="minor"/>
        </p:style>
        <p:txBody>
          <a:bodyPr lIns="0" rIns="0" tIns="0" bIns="0" anchor="ctr">
            <a:noAutofit/>
          </a:bodyPr>
          <a:p>
            <a:pPr>
              <a:lnSpc>
                <a:spcPct val="90000"/>
              </a:lnSpc>
              <a:buNone/>
            </a:pPr>
            <a:r>
              <a:rPr b="1" lang="en-US" sz="3600" spc="-1" strike="noStrike">
                <a:solidFill>
                  <a:srgbClr val="ffffff"/>
                </a:solidFill>
                <a:latin typeface="Liter"/>
                <a:ea typeface="Liter"/>
              </a:rPr>
              <a:t>New Wave: Creativity &amp; Experimentation</a:t>
            </a:r>
            <a:endParaRPr b="0" lang="en-HK" sz="3600" spc="-1" strike="noStrike">
              <a:latin typeface="Arial"/>
            </a:endParaRPr>
          </a:p>
        </p:txBody>
      </p:sp>
      <p:sp>
        <p:nvSpPr>
          <p:cNvPr id="530" name="Shape 3"/>
          <p:cNvSpPr/>
          <p:nvPr/>
        </p:nvSpPr>
        <p:spPr>
          <a:xfrm>
            <a:off x="317520" y="1047600"/>
            <a:ext cx="4547520" cy="2269440"/>
          </a:xfrm>
          <a:custGeom>
            <a:avLst/>
            <a:gdLst/>
            <a:ahLst/>
            <a:rect l="l" t="t" r="r" b="b"/>
            <a:pathLst>
              <a:path w="4548188" h="2270125">
                <a:moveTo>
                  <a:pt x="0" y="0"/>
                </a:moveTo>
                <a:lnTo>
                  <a:pt x="4548188" y="0"/>
                </a:lnTo>
                <a:lnTo>
                  <a:pt x="4548188" y="2270125"/>
                </a:lnTo>
                <a:lnTo>
                  <a:pt x="0" y="2270125"/>
                </a:lnTo>
                <a:lnTo>
                  <a:pt x="0" y="0"/>
                </a:lnTo>
                <a:close/>
              </a:path>
            </a:pathLst>
          </a:custGeom>
          <a:solidFill>
            <a:srgbClr val="ddff00"/>
          </a:solidFill>
          <a:ln w="0">
            <a:noFill/>
          </a:ln>
        </p:spPr>
        <p:style>
          <a:lnRef idx="0"/>
          <a:fillRef idx="0"/>
          <a:effectRef idx="0"/>
          <a:fontRef idx="minor"/>
        </p:style>
      </p:sp>
      <p:sp>
        <p:nvSpPr>
          <p:cNvPr id="531" name="Text 4"/>
          <p:cNvSpPr/>
          <p:nvPr/>
        </p:nvSpPr>
        <p:spPr>
          <a:xfrm>
            <a:off x="507960" y="1238400"/>
            <a:ext cx="4261680" cy="25344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500" spc="-1" strike="noStrike">
                <a:solidFill>
                  <a:srgbClr val="000000"/>
                </a:solidFill>
                <a:latin typeface="Liter"/>
                <a:ea typeface="Liter"/>
              </a:rPr>
              <a:t>Artistic Evolution from Punk</a:t>
            </a:r>
            <a:endParaRPr b="0" lang="en-HK" sz="1500" spc="-1" strike="noStrike">
              <a:latin typeface="Arial"/>
            </a:endParaRPr>
          </a:p>
        </p:txBody>
      </p:sp>
      <p:sp>
        <p:nvSpPr>
          <p:cNvPr id="532" name="Text 5"/>
          <p:cNvSpPr/>
          <p:nvPr/>
        </p:nvSpPr>
        <p:spPr>
          <a:xfrm>
            <a:off x="507960" y="1587600"/>
            <a:ext cx="4230000" cy="8247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000" spc="-1" strike="noStrike">
                <a:solidFill>
                  <a:srgbClr val="000000"/>
                </a:solidFill>
                <a:latin typeface="Liter"/>
                <a:ea typeface="Liter"/>
              </a:rPr>
              <a:t>New Wave emerged in the late 1970s as a departure from punk's rawness,</a:t>
            </a:r>
            <a:r>
              <a:rPr b="0" lang="en-US" sz="1000" spc="-1" strike="noStrike">
                <a:solidFill>
                  <a:srgbClr val="000000"/>
                </a:solidFill>
                <a:latin typeface="Liter"/>
                <a:ea typeface="Liter"/>
              </a:rPr>
              <a:t> incorporating a more diverse range of musical influences and a focus on creativity and experimentation. While punk stripped music down to its essentials, New Wave built it back up with artistic flair.</a:t>
            </a:r>
            <a:endParaRPr b="0" lang="en-HK" sz="1000" spc="-1" strike="noStrike">
              <a:latin typeface="Arial"/>
            </a:endParaRPr>
          </a:p>
        </p:txBody>
      </p:sp>
      <p:sp>
        <p:nvSpPr>
          <p:cNvPr id="533" name="Text 6"/>
          <p:cNvSpPr/>
          <p:nvPr/>
        </p:nvSpPr>
        <p:spPr>
          <a:xfrm>
            <a:off x="507960" y="2508120"/>
            <a:ext cx="4230000" cy="6184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00" spc="-1" strike="noStrike">
                <a:solidFill>
                  <a:srgbClr val="000000">
                    <a:alpha val="80000"/>
                  </a:srgbClr>
                </a:solidFill>
                <a:latin typeface="Liter"/>
                <a:ea typeface="Liter"/>
              </a:rPr>
              <a:t>New Wave was not limited to a single musical style but embraced variety—incorporating pop, rock, punk, electronic, disco, and reggae elements. This diversity allowed for innovation while maintaining accessibility.</a:t>
            </a:r>
            <a:endParaRPr b="0" lang="en-HK" sz="1000" spc="-1" strike="noStrike">
              <a:latin typeface="Arial"/>
            </a:endParaRPr>
          </a:p>
        </p:txBody>
      </p:sp>
      <p:sp>
        <p:nvSpPr>
          <p:cNvPr id="534" name="Shape 7"/>
          <p:cNvSpPr/>
          <p:nvPr/>
        </p:nvSpPr>
        <p:spPr>
          <a:xfrm>
            <a:off x="325440" y="3452760"/>
            <a:ext cx="4531680" cy="3126600"/>
          </a:xfrm>
          <a:custGeom>
            <a:avLst/>
            <a:gdLst/>
            <a:ahLst/>
            <a:rect l="l" t="t" r="r" b="b"/>
            <a:pathLst>
              <a:path w="4532313" h="3127375">
                <a:moveTo>
                  <a:pt x="0" y="0"/>
                </a:moveTo>
                <a:lnTo>
                  <a:pt x="4532313" y="0"/>
                </a:lnTo>
                <a:lnTo>
                  <a:pt x="4532313" y="3127375"/>
                </a:lnTo>
                <a:lnTo>
                  <a:pt x="0" y="3127375"/>
                </a:lnTo>
                <a:lnTo>
                  <a:pt x="0" y="0"/>
                </a:lnTo>
                <a:close/>
              </a:path>
            </a:pathLst>
          </a:custGeom>
          <a:noFill/>
          <a:ln w="25400">
            <a:solidFill>
              <a:srgbClr val="ddff00"/>
            </a:solidFill>
            <a:round/>
          </a:ln>
        </p:spPr>
        <p:style>
          <a:lnRef idx="0"/>
          <a:fillRef idx="0"/>
          <a:effectRef idx="0"/>
          <a:fontRef idx="minor"/>
        </p:style>
      </p:sp>
      <p:sp>
        <p:nvSpPr>
          <p:cNvPr id="535" name="Text 8"/>
          <p:cNvSpPr/>
          <p:nvPr/>
        </p:nvSpPr>
        <p:spPr>
          <a:xfrm>
            <a:off x="492120" y="3619440"/>
            <a:ext cx="4277520" cy="2214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250" spc="-1" strike="noStrike">
                <a:solidFill>
                  <a:srgbClr val="ddff00"/>
                </a:solidFill>
                <a:latin typeface="Liter"/>
                <a:ea typeface="Liter"/>
              </a:rPr>
              <a:t>Key New Wave Artists</a:t>
            </a:r>
            <a:endParaRPr b="0" lang="en-HK" sz="1250" spc="-1" strike="noStrike">
              <a:latin typeface="Arial"/>
            </a:endParaRPr>
          </a:p>
        </p:txBody>
      </p:sp>
      <p:sp>
        <p:nvSpPr>
          <p:cNvPr id="536" name="Shape 9"/>
          <p:cNvSpPr/>
          <p:nvPr/>
        </p:nvSpPr>
        <p:spPr>
          <a:xfrm>
            <a:off x="507960" y="3968640"/>
            <a:ext cx="30960" cy="412200"/>
          </a:xfrm>
          <a:custGeom>
            <a:avLst/>
            <a:gdLst/>
            <a:ahLst/>
            <a:rect l="l" t="t" r="r" b="b"/>
            <a:pathLst>
              <a:path w="31750" h="412750">
                <a:moveTo>
                  <a:pt x="0" y="0"/>
                </a:moveTo>
                <a:lnTo>
                  <a:pt x="31750" y="0"/>
                </a:lnTo>
                <a:lnTo>
                  <a:pt x="31750" y="412750"/>
                </a:lnTo>
                <a:lnTo>
                  <a:pt x="0" y="412750"/>
                </a:lnTo>
                <a:lnTo>
                  <a:pt x="0" y="0"/>
                </a:lnTo>
                <a:close/>
              </a:path>
            </a:pathLst>
          </a:custGeom>
          <a:solidFill>
            <a:srgbClr val="ddff00"/>
          </a:solidFill>
          <a:ln w="0">
            <a:noFill/>
          </a:ln>
        </p:spPr>
        <p:style>
          <a:lnRef idx="0"/>
          <a:fillRef idx="0"/>
          <a:effectRef idx="0"/>
          <a:fontRef idx="minor"/>
        </p:style>
      </p:sp>
      <p:sp>
        <p:nvSpPr>
          <p:cNvPr id="537" name="Shape 10"/>
          <p:cNvSpPr/>
          <p:nvPr/>
        </p:nvSpPr>
        <p:spPr>
          <a:xfrm>
            <a:off x="619200" y="3968640"/>
            <a:ext cx="316800" cy="316800"/>
          </a:xfrm>
          <a:custGeom>
            <a:avLst/>
            <a:gdLst/>
            <a:ahLst/>
            <a:rect l="l" t="t" r="r" b="b"/>
            <a:pathLst>
              <a:path w="317500" h="317500">
                <a:moveTo>
                  <a:pt x="0" y="0"/>
                </a:moveTo>
                <a:lnTo>
                  <a:pt x="317500" y="0"/>
                </a:lnTo>
                <a:lnTo>
                  <a:pt x="317500" y="317500"/>
                </a:lnTo>
                <a:lnTo>
                  <a:pt x="0" y="317500"/>
                </a:lnTo>
                <a:lnTo>
                  <a:pt x="0" y="0"/>
                </a:lnTo>
                <a:close/>
              </a:path>
            </a:pathLst>
          </a:custGeom>
          <a:solidFill>
            <a:srgbClr val="ddff00"/>
          </a:solidFill>
          <a:ln w="0">
            <a:noFill/>
          </a:ln>
        </p:spPr>
        <p:style>
          <a:lnRef idx="0"/>
          <a:fillRef idx="0"/>
          <a:effectRef idx="0"/>
          <a:fontRef idx="minor"/>
        </p:style>
      </p:sp>
      <p:sp>
        <p:nvSpPr>
          <p:cNvPr id="538" name="Shape 11"/>
          <p:cNvSpPr/>
          <p:nvPr/>
        </p:nvSpPr>
        <p:spPr>
          <a:xfrm>
            <a:off x="714240" y="4064040"/>
            <a:ext cx="126360" cy="126360"/>
          </a:xfrm>
          <a:custGeom>
            <a:avLst/>
            <a:gdLst/>
            <a:ahLst/>
            <a:rect l="l" t="t" r="r" b="b"/>
            <a:pathLst>
              <a:path w="127000" h="127000">
                <a:moveTo>
                  <a:pt x="29766" y="13891"/>
                </a:moveTo>
                <a:cubicBezTo>
                  <a:pt x="29766" y="6226"/>
                  <a:pt x="35992" y="0"/>
                  <a:pt x="43656" y="0"/>
                </a:cubicBezTo>
                <a:lnTo>
                  <a:pt x="49609" y="0"/>
                </a:lnTo>
                <a:cubicBezTo>
                  <a:pt x="54000" y="0"/>
                  <a:pt x="57547" y="3547"/>
                  <a:pt x="57547" y="7938"/>
                </a:cubicBezTo>
                <a:lnTo>
                  <a:pt x="57547" y="119063"/>
                </a:lnTo>
                <a:cubicBezTo>
                  <a:pt x="57547" y="123453"/>
                  <a:pt x="54000" y="127000"/>
                  <a:pt x="49609" y="127000"/>
                </a:cubicBezTo>
                <a:lnTo>
                  <a:pt x="41672" y="127000"/>
                </a:lnTo>
                <a:cubicBezTo>
                  <a:pt x="34280" y="127000"/>
                  <a:pt x="28054" y="121940"/>
                  <a:pt x="26293" y="115094"/>
                </a:cubicBezTo>
                <a:cubicBezTo>
                  <a:pt x="26119" y="115094"/>
                  <a:pt x="25971" y="115094"/>
                  <a:pt x="25797" y="115094"/>
                </a:cubicBezTo>
                <a:cubicBezTo>
                  <a:pt x="14833" y="115094"/>
                  <a:pt x="5953" y="106214"/>
                  <a:pt x="5953" y="95250"/>
                </a:cubicBezTo>
                <a:cubicBezTo>
                  <a:pt x="5953" y="90785"/>
                  <a:pt x="7441" y="86668"/>
                  <a:pt x="9922" y="83344"/>
                </a:cubicBezTo>
                <a:cubicBezTo>
                  <a:pt x="5110" y="79722"/>
                  <a:pt x="1984" y="73968"/>
                  <a:pt x="1984" y="67469"/>
                </a:cubicBezTo>
                <a:cubicBezTo>
                  <a:pt x="1984" y="59804"/>
                  <a:pt x="6350" y="53132"/>
                  <a:pt x="12700" y="49833"/>
                </a:cubicBezTo>
                <a:cubicBezTo>
                  <a:pt x="10939" y="46856"/>
                  <a:pt x="9922" y="43383"/>
                  <a:pt x="9922" y="39688"/>
                </a:cubicBezTo>
                <a:cubicBezTo>
                  <a:pt x="9922" y="28724"/>
                  <a:pt x="18802" y="19844"/>
                  <a:pt x="29766" y="19844"/>
                </a:cubicBezTo>
                <a:lnTo>
                  <a:pt x="29766" y="13891"/>
                </a:lnTo>
                <a:close/>
                <a:moveTo>
                  <a:pt x="97234" y="13891"/>
                </a:moveTo>
                <a:lnTo>
                  <a:pt x="97234" y="19844"/>
                </a:lnTo>
                <a:cubicBezTo>
                  <a:pt x="108198" y="19844"/>
                  <a:pt x="117078" y="28724"/>
                  <a:pt x="117078" y="39688"/>
                </a:cubicBezTo>
                <a:cubicBezTo>
                  <a:pt x="117078" y="43408"/>
                  <a:pt x="116061" y="46881"/>
                  <a:pt x="114300" y="49833"/>
                </a:cubicBezTo>
                <a:cubicBezTo>
                  <a:pt x="120675" y="53132"/>
                  <a:pt x="125016" y="59779"/>
                  <a:pt x="125016" y="67469"/>
                </a:cubicBezTo>
                <a:cubicBezTo>
                  <a:pt x="125016" y="73968"/>
                  <a:pt x="121890" y="79722"/>
                  <a:pt x="117078" y="83344"/>
                </a:cubicBezTo>
                <a:cubicBezTo>
                  <a:pt x="119559" y="86668"/>
                  <a:pt x="121047" y="90785"/>
                  <a:pt x="121047" y="95250"/>
                </a:cubicBezTo>
                <a:cubicBezTo>
                  <a:pt x="121047" y="106214"/>
                  <a:pt x="112167" y="115094"/>
                  <a:pt x="101203" y="115094"/>
                </a:cubicBezTo>
                <a:cubicBezTo>
                  <a:pt x="101029" y="115094"/>
                  <a:pt x="100881" y="115094"/>
                  <a:pt x="100707" y="115094"/>
                </a:cubicBezTo>
                <a:cubicBezTo>
                  <a:pt x="98946" y="121940"/>
                  <a:pt x="92720" y="127000"/>
                  <a:pt x="85328" y="127000"/>
                </a:cubicBezTo>
                <a:lnTo>
                  <a:pt x="77391" y="127000"/>
                </a:lnTo>
                <a:cubicBezTo>
                  <a:pt x="73000" y="127000"/>
                  <a:pt x="69453" y="123453"/>
                  <a:pt x="69453" y="119063"/>
                </a:cubicBezTo>
                <a:lnTo>
                  <a:pt x="69453" y="7938"/>
                </a:lnTo>
                <a:cubicBezTo>
                  <a:pt x="69453" y="3547"/>
                  <a:pt x="73000" y="0"/>
                  <a:pt x="77391" y="0"/>
                </a:cubicBezTo>
                <a:lnTo>
                  <a:pt x="83344" y="0"/>
                </a:lnTo>
                <a:cubicBezTo>
                  <a:pt x="91008" y="0"/>
                  <a:pt x="97234" y="6226"/>
                  <a:pt x="97234" y="13891"/>
                </a:cubicBezTo>
                <a:close/>
              </a:path>
            </a:pathLst>
          </a:custGeom>
          <a:solidFill>
            <a:srgbClr val="000000"/>
          </a:solidFill>
          <a:ln w="0">
            <a:noFill/>
          </a:ln>
        </p:spPr>
        <p:style>
          <a:lnRef idx="0"/>
          <a:fillRef idx="0"/>
          <a:effectRef idx="0"/>
          <a:fontRef idx="minor"/>
        </p:style>
      </p:sp>
      <p:sp>
        <p:nvSpPr>
          <p:cNvPr id="539" name="Text 12"/>
          <p:cNvSpPr/>
          <p:nvPr/>
        </p:nvSpPr>
        <p:spPr>
          <a:xfrm>
            <a:off x="1031760" y="3968640"/>
            <a:ext cx="2079000" cy="2214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Talking Heads</a:t>
            </a:r>
            <a:endParaRPr b="0" lang="en-HK" sz="1130" spc="-1" strike="noStrike">
              <a:latin typeface="Arial"/>
            </a:endParaRPr>
          </a:p>
        </p:txBody>
      </p:sp>
      <p:sp>
        <p:nvSpPr>
          <p:cNvPr id="540" name="Text 13"/>
          <p:cNvSpPr/>
          <p:nvPr/>
        </p:nvSpPr>
        <p:spPr>
          <a:xfrm>
            <a:off x="1031760" y="4191120"/>
            <a:ext cx="2071080" cy="1897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70000"/>
                  </a:srgbClr>
                </a:solidFill>
                <a:latin typeface="Liter"/>
                <a:ea typeface="Liter"/>
              </a:rPr>
              <a:t>Art-rock sophistication, quirky lyrics</a:t>
            </a:r>
            <a:endParaRPr b="0" lang="en-HK" sz="1000" spc="-1" strike="noStrike">
              <a:latin typeface="Arial"/>
            </a:endParaRPr>
          </a:p>
        </p:txBody>
      </p:sp>
      <p:sp>
        <p:nvSpPr>
          <p:cNvPr id="541" name="Shape 14"/>
          <p:cNvSpPr/>
          <p:nvPr/>
        </p:nvSpPr>
        <p:spPr>
          <a:xfrm>
            <a:off x="507960" y="4476600"/>
            <a:ext cx="30960" cy="412200"/>
          </a:xfrm>
          <a:custGeom>
            <a:avLst/>
            <a:gdLst/>
            <a:ahLst/>
            <a:rect l="l" t="t" r="r" b="b"/>
            <a:pathLst>
              <a:path w="31750" h="412750">
                <a:moveTo>
                  <a:pt x="0" y="0"/>
                </a:moveTo>
                <a:lnTo>
                  <a:pt x="31750" y="0"/>
                </a:lnTo>
                <a:lnTo>
                  <a:pt x="31750" y="412750"/>
                </a:lnTo>
                <a:lnTo>
                  <a:pt x="0" y="412750"/>
                </a:lnTo>
                <a:lnTo>
                  <a:pt x="0" y="0"/>
                </a:lnTo>
                <a:close/>
              </a:path>
            </a:pathLst>
          </a:custGeom>
          <a:solidFill>
            <a:srgbClr val="ddff00"/>
          </a:solidFill>
          <a:ln w="0">
            <a:noFill/>
          </a:ln>
        </p:spPr>
        <p:style>
          <a:lnRef idx="0"/>
          <a:fillRef idx="0"/>
          <a:effectRef idx="0"/>
          <a:fontRef idx="minor"/>
        </p:style>
      </p:sp>
      <p:sp>
        <p:nvSpPr>
          <p:cNvPr id="542" name="Shape 15"/>
          <p:cNvSpPr/>
          <p:nvPr/>
        </p:nvSpPr>
        <p:spPr>
          <a:xfrm>
            <a:off x="619200" y="4476600"/>
            <a:ext cx="316800" cy="316800"/>
          </a:xfrm>
          <a:custGeom>
            <a:avLst/>
            <a:gdLst/>
            <a:ahLst/>
            <a:rect l="l" t="t" r="r" b="b"/>
            <a:pathLst>
              <a:path w="317500" h="317500">
                <a:moveTo>
                  <a:pt x="0" y="0"/>
                </a:moveTo>
                <a:lnTo>
                  <a:pt x="317500" y="0"/>
                </a:lnTo>
                <a:lnTo>
                  <a:pt x="317500" y="317500"/>
                </a:lnTo>
                <a:lnTo>
                  <a:pt x="0" y="317500"/>
                </a:lnTo>
                <a:lnTo>
                  <a:pt x="0" y="0"/>
                </a:lnTo>
                <a:close/>
              </a:path>
            </a:pathLst>
          </a:custGeom>
          <a:solidFill>
            <a:srgbClr val="ddff00"/>
          </a:solidFill>
          <a:ln w="0">
            <a:noFill/>
          </a:ln>
        </p:spPr>
        <p:style>
          <a:lnRef idx="0"/>
          <a:fillRef idx="0"/>
          <a:effectRef idx="0"/>
          <a:fontRef idx="minor"/>
        </p:style>
      </p:sp>
      <p:sp>
        <p:nvSpPr>
          <p:cNvPr id="543" name="Shape 16"/>
          <p:cNvSpPr/>
          <p:nvPr/>
        </p:nvSpPr>
        <p:spPr>
          <a:xfrm>
            <a:off x="730080" y="4572000"/>
            <a:ext cx="94680" cy="126360"/>
          </a:xfrm>
          <a:custGeom>
            <a:avLst/>
            <a:gdLst/>
            <a:ahLst/>
            <a:rect l="l" t="t" r="r" b="b"/>
            <a:pathLst>
              <a:path w="95250" h="127000">
                <a:moveTo>
                  <a:pt x="33734" y="5953"/>
                </a:moveTo>
                <a:cubicBezTo>
                  <a:pt x="33734" y="-1713"/>
                  <a:pt x="39959" y="-7937"/>
                  <a:pt x="47625" y="-7937"/>
                </a:cubicBezTo>
                <a:cubicBezTo>
                  <a:pt x="55291" y="-7937"/>
                  <a:pt x="61516" y="-1713"/>
                  <a:pt x="61516" y="5953"/>
                </a:cubicBezTo>
                <a:cubicBezTo>
                  <a:pt x="61516" y="13620"/>
                  <a:pt x="55291" y="19844"/>
                  <a:pt x="47625" y="19844"/>
                </a:cubicBezTo>
                <a:cubicBezTo>
                  <a:pt x="39959" y="19844"/>
                  <a:pt x="33734" y="13620"/>
                  <a:pt x="33734" y="5953"/>
                </a:cubicBezTo>
                <a:close/>
                <a:moveTo>
                  <a:pt x="27781" y="95250"/>
                </a:moveTo>
                <a:lnTo>
                  <a:pt x="21382" y="95250"/>
                </a:lnTo>
                <a:cubicBezTo>
                  <a:pt x="18678" y="95250"/>
                  <a:pt x="16768" y="92596"/>
                  <a:pt x="17611" y="90016"/>
                </a:cubicBezTo>
                <a:lnTo>
                  <a:pt x="28277" y="58018"/>
                </a:lnTo>
                <a:lnTo>
                  <a:pt x="16297" y="74166"/>
                </a:lnTo>
                <a:cubicBezTo>
                  <a:pt x="13692" y="77688"/>
                  <a:pt x="8706" y="78432"/>
                  <a:pt x="5184" y="75803"/>
                </a:cubicBezTo>
                <a:cubicBezTo>
                  <a:pt x="1662" y="73174"/>
                  <a:pt x="918" y="68213"/>
                  <a:pt x="3547" y="64691"/>
                </a:cubicBezTo>
                <a:lnTo>
                  <a:pt x="21034" y="41126"/>
                </a:lnTo>
                <a:cubicBezTo>
                  <a:pt x="27285" y="32742"/>
                  <a:pt x="37133" y="27781"/>
                  <a:pt x="47625" y="27781"/>
                </a:cubicBezTo>
                <a:cubicBezTo>
                  <a:pt x="58117" y="27781"/>
                  <a:pt x="67965" y="32742"/>
                  <a:pt x="74216" y="41151"/>
                </a:cubicBezTo>
                <a:lnTo>
                  <a:pt x="91703" y="64715"/>
                </a:lnTo>
                <a:cubicBezTo>
                  <a:pt x="94307" y="68238"/>
                  <a:pt x="93588" y="73199"/>
                  <a:pt x="90066" y="75828"/>
                </a:cubicBezTo>
                <a:cubicBezTo>
                  <a:pt x="86544" y="78457"/>
                  <a:pt x="81583" y="77713"/>
                  <a:pt x="78953" y="74191"/>
                </a:cubicBezTo>
                <a:lnTo>
                  <a:pt x="66973" y="58043"/>
                </a:lnTo>
                <a:lnTo>
                  <a:pt x="77639" y="90016"/>
                </a:lnTo>
                <a:cubicBezTo>
                  <a:pt x="78507" y="92596"/>
                  <a:pt x="76572" y="95250"/>
                  <a:pt x="73868" y="95250"/>
                </a:cubicBezTo>
                <a:lnTo>
                  <a:pt x="67469" y="95250"/>
                </a:lnTo>
                <a:lnTo>
                  <a:pt x="67469" y="127000"/>
                </a:lnTo>
                <a:cubicBezTo>
                  <a:pt x="67469" y="131390"/>
                  <a:pt x="63922" y="134938"/>
                  <a:pt x="59531" y="134938"/>
                </a:cubicBezTo>
                <a:cubicBezTo>
                  <a:pt x="55141" y="134938"/>
                  <a:pt x="51594" y="131390"/>
                  <a:pt x="51594" y="127000"/>
                </a:cubicBezTo>
                <a:lnTo>
                  <a:pt x="51594" y="95250"/>
                </a:lnTo>
                <a:lnTo>
                  <a:pt x="43656" y="95250"/>
                </a:lnTo>
                <a:lnTo>
                  <a:pt x="43656" y="127000"/>
                </a:lnTo>
                <a:cubicBezTo>
                  <a:pt x="43656" y="131390"/>
                  <a:pt x="40109" y="134938"/>
                  <a:pt x="35719" y="134938"/>
                </a:cubicBezTo>
                <a:cubicBezTo>
                  <a:pt x="31328" y="134938"/>
                  <a:pt x="27781" y="131390"/>
                  <a:pt x="27781" y="127000"/>
                </a:cubicBezTo>
                <a:lnTo>
                  <a:pt x="27781" y="95250"/>
                </a:lnTo>
                <a:close/>
              </a:path>
            </a:pathLst>
          </a:custGeom>
          <a:solidFill>
            <a:srgbClr val="000000"/>
          </a:solidFill>
          <a:ln w="0">
            <a:noFill/>
          </a:ln>
        </p:spPr>
        <p:style>
          <a:lnRef idx="0"/>
          <a:fillRef idx="0"/>
          <a:effectRef idx="0"/>
          <a:fontRef idx="minor"/>
        </p:style>
      </p:sp>
      <p:sp>
        <p:nvSpPr>
          <p:cNvPr id="544" name="Text 17"/>
          <p:cNvSpPr/>
          <p:nvPr/>
        </p:nvSpPr>
        <p:spPr>
          <a:xfrm>
            <a:off x="1031760" y="4476600"/>
            <a:ext cx="1745640" cy="2214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Blondie</a:t>
            </a:r>
            <a:endParaRPr b="0" lang="en-HK" sz="1130" spc="-1" strike="noStrike">
              <a:latin typeface="Arial"/>
            </a:endParaRPr>
          </a:p>
        </p:txBody>
      </p:sp>
      <p:sp>
        <p:nvSpPr>
          <p:cNvPr id="545" name="Text 18"/>
          <p:cNvSpPr/>
          <p:nvPr/>
        </p:nvSpPr>
        <p:spPr>
          <a:xfrm>
            <a:off x="1031760" y="4699080"/>
            <a:ext cx="1737720" cy="1897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70000"/>
                  </a:srgbClr>
                </a:solidFill>
                <a:latin typeface="Liter"/>
                <a:ea typeface="Liter"/>
              </a:rPr>
              <a:t>Punk energy meets pop hooks</a:t>
            </a:r>
            <a:endParaRPr b="0" lang="en-HK" sz="1000" spc="-1" strike="noStrike">
              <a:latin typeface="Arial"/>
            </a:endParaRPr>
          </a:p>
        </p:txBody>
      </p:sp>
      <p:sp>
        <p:nvSpPr>
          <p:cNvPr id="546" name="Shape 19"/>
          <p:cNvSpPr/>
          <p:nvPr/>
        </p:nvSpPr>
        <p:spPr>
          <a:xfrm>
            <a:off x="507960" y="4984920"/>
            <a:ext cx="30960" cy="412200"/>
          </a:xfrm>
          <a:custGeom>
            <a:avLst/>
            <a:gdLst/>
            <a:ahLst/>
            <a:rect l="l" t="t" r="r" b="b"/>
            <a:pathLst>
              <a:path w="31750" h="412750">
                <a:moveTo>
                  <a:pt x="0" y="0"/>
                </a:moveTo>
                <a:lnTo>
                  <a:pt x="31750" y="0"/>
                </a:lnTo>
                <a:lnTo>
                  <a:pt x="31750" y="412750"/>
                </a:lnTo>
                <a:lnTo>
                  <a:pt x="0" y="412750"/>
                </a:lnTo>
                <a:lnTo>
                  <a:pt x="0" y="0"/>
                </a:lnTo>
                <a:close/>
              </a:path>
            </a:pathLst>
          </a:custGeom>
          <a:solidFill>
            <a:srgbClr val="ddff00"/>
          </a:solidFill>
          <a:ln w="0">
            <a:noFill/>
          </a:ln>
        </p:spPr>
        <p:style>
          <a:lnRef idx="0"/>
          <a:fillRef idx="0"/>
          <a:effectRef idx="0"/>
          <a:fontRef idx="minor"/>
        </p:style>
      </p:sp>
      <p:sp>
        <p:nvSpPr>
          <p:cNvPr id="547" name="Shape 20"/>
          <p:cNvSpPr/>
          <p:nvPr/>
        </p:nvSpPr>
        <p:spPr>
          <a:xfrm>
            <a:off x="619200" y="4984920"/>
            <a:ext cx="316800" cy="316800"/>
          </a:xfrm>
          <a:custGeom>
            <a:avLst/>
            <a:gdLst/>
            <a:ahLst/>
            <a:rect l="l" t="t" r="r" b="b"/>
            <a:pathLst>
              <a:path w="317500" h="317500">
                <a:moveTo>
                  <a:pt x="0" y="0"/>
                </a:moveTo>
                <a:lnTo>
                  <a:pt x="317500" y="0"/>
                </a:lnTo>
                <a:lnTo>
                  <a:pt x="317500" y="317500"/>
                </a:lnTo>
                <a:lnTo>
                  <a:pt x="0" y="317500"/>
                </a:lnTo>
                <a:lnTo>
                  <a:pt x="0" y="0"/>
                </a:lnTo>
                <a:close/>
              </a:path>
            </a:pathLst>
          </a:custGeom>
          <a:solidFill>
            <a:srgbClr val="ddff00"/>
          </a:solidFill>
          <a:ln w="0">
            <a:noFill/>
          </a:ln>
        </p:spPr>
        <p:style>
          <a:lnRef idx="0"/>
          <a:fillRef idx="0"/>
          <a:effectRef idx="0"/>
          <a:fontRef idx="minor"/>
        </p:style>
      </p:sp>
      <p:sp>
        <p:nvSpPr>
          <p:cNvPr id="548" name="Shape 21"/>
          <p:cNvSpPr/>
          <p:nvPr/>
        </p:nvSpPr>
        <p:spPr>
          <a:xfrm>
            <a:off x="714240" y="5079960"/>
            <a:ext cx="126360" cy="126360"/>
          </a:xfrm>
          <a:custGeom>
            <a:avLst/>
            <a:gdLst/>
            <a:ahLst/>
            <a:rect l="l" t="t" r="r" b="b"/>
            <a:pathLst>
              <a:path w="127000" h="127000">
                <a:moveTo>
                  <a:pt x="63500" y="0"/>
                </a:moveTo>
                <a:cubicBezTo>
                  <a:pt x="64641" y="0"/>
                  <a:pt x="65782" y="248"/>
                  <a:pt x="66824" y="719"/>
                </a:cubicBezTo>
                <a:lnTo>
                  <a:pt x="113556" y="20538"/>
                </a:lnTo>
                <a:cubicBezTo>
                  <a:pt x="119013" y="22845"/>
                  <a:pt x="123081" y="28228"/>
                  <a:pt x="123056" y="34727"/>
                </a:cubicBezTo>
                <a:cubicBezTo>
                  <a:pt x="122932" y="59333"/>
                  <a:pt x="112812" y="104353"/>
                  <a:pt x="70073" y="124817"/>
                </a:cubicBezTo>
                <a:cubicBezTo>
                  <a:pt x="65931" y="126802"/>
                  <a:pt x="61119" y="126802"/>
                  <a:pt x="56976" y="124817"/>
                </a:cubicBezTo>
                <a:cubicBezTo>
                  <a:pt x="14213" y="104353"/>
                  <a:pt x="4118" y="59333"/>
                  <a:pt x="3994" y="34727"/>
                </a:cubicBezTo>
                <a:cubicBezTo>
                  <a:pt x="3969" y="28228"/>
                  <a:pt x="8037" y="22845"/>
                  <a:pt x="13494" y="20538"/>
                </a:cubicBezTo>
                <a:lnTo>
                  <a:pt x="60201" y="719"/>
                </a:lnTo>
                <a:cubicBezTo>
                  <a:pt x="61243" y="248"/>
                  <a:pt x="62359" y="0"/>
                  <a:pt x="63500" y="0"/>
                </a:cubicBezTo>
                <a:close/>
                <a:moveTo>
                  <a:pt x="63500" y="16570"/>
                </a:moveTo>
                <a:lnTo>
                  <a:pt x="63500" y="110356"/>
                </a:lnTo>
                <a:cubicBezTo>
                  <a:pt x="97730" y="93787"/>
                  <a:pt x="106933" y="57076"/>
                  <a:pt x="107156" y="35099"/>
                </a:cubicBezTo>
                <a:lnTo>
                  <a:pt x="63500" y="16594"/>
                </a:lnTo>
                <a:lnTo>
                  <a:pt x="63500" y="16594"/>
                </a:lnTo>
                <a:close/>
              </a:path>
            </a:pathLst>
          </a:custGeom>
          <a:solidFill>
            <a:srgbClr val="000000"/>
          </a:solidFill>
          <a:ln w="0">
            <a:noFill/>
          </a:ln>
        </p:spPr>
        <p:style>
          <a:lnRef idx="0"/>
          <a:fillRef idx="0"/>
          <a:effectRef idx="0"/>
          <a:fontRef idx="minor"/>
        </p:style>
      </p:sp>
      <p:sp>
        <p:nvSpPr>
          <p:cNvPr id="549" name="Text 22"/>
          <p:cNvSpPr/>
          <p:nvPr/>
        </p:nvSpPr>
        <p:spPr>
          <a:xfrm>
            <a:off x="1031760" y="4984920"/>
            <a:ext cx="2221920" cy="2214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The Police</a:t>
            </a:r>
            <a:endParaRPr b="0" lang="en-HK" sz="1130" spc="-1" strike="noStrike">
              <a:latin typeface="Arial"/>
            </a:endParaRPr>
          </a:p>
        </p:txBody>
      </p:sp>
      <p:sp>
        <p:nvSpPr>
          <p:cNvPr id="550" name="Text 23"/>
          <p:cNvSpPr/>
          <p:nvPr/>
        </p:nvSpPr>
        <p:spPr>
          <a:xfrm>
            <a:off x="1031760" y="5207040"/>
            <a:ext cx="2214000" cy="1897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70000"/>
                  </a:srgbClr>
                </a:solidFill>
                <a:latin typeface="Liter"/>
                <a:ea typeface="Liter"/>
              </a:rPr>
              <a:t>Reggae-rock fusion, sophisticated pop</a:t>
            </a:r>
            <a:endParaRPr b="0" lang="en-HK" sz="1000" spc="-1" strike="noStrike">
              <a:latin typeface="Arial"/>
            </a:endParaRPr>
          </a:p>
        </p:txBody>
      </p:sp>
      <p:sp>
        <p:nvSpPr>
          <p:cNvPr id="551" name="Shape 24"/>
          <p:cNvSpPr/>
          <p:nvPr/>
        </p:nvSpPr>
        <p:spPr>
          <a:xfrm>
            <a:off x="507960" y="5492880"/>
            <a:ext cx="30960" cy="412200"/>
          </a:xfrm>
          <a:custGeom>
            <a:avLst/>
            <a:gdLst/>
            <a:ahLst/>
            <a:rect l="l" t="t" r="r" b="b"/>
            <a:pathLst>
              <a:path w="31750" h="412750">
                <a:moveTo>
                  <a:pt x="0" y="0"/>
                </a:moveTo>
                <a:lnTo>
                  <a:pt x="31750" y="0"/>
                </a:lnTo>
                <a:lnTo>
                  <a:pt x="31750" y="412750"/>
                </a:lnTo>
                <a:lnTo>
                  <a:pt x="0" y="412750"/>
                </a:lnTo>
                <a:lnTo>
                  <a:pt x="0" y="0"/>
                </a:lnTo>
                <a:close/>
              </a:path>
            </a:pathLst>
          </a:custGeom>
          <a:solidFill>
            <a:srgbClr val="ddff00"/>
          </a:solidFill>
          <a:ln w="0">
            <a:noFill/>
          </a:ln>
        </p:spPr>
        <p:style>
          <a:lnRef idx="0"/>
          <a:fillRef idx="0"/>
          <a:effectRef idx="0"/>
          <a:fontRef idx="minor"/>
        </p:style>
      </p:sp>
      <p:sp>
        <p:nvSpPr>
          <p:cNvPr id="552" name="Shape 25"/>
          <p:cNvSpPr/>
          <p:nvPr/>
        </p:nvSpPr>
        <p:spPr>
          <a:xfrm>
            <a:off x="619200" y="5492880"/>
            <a:ext cx="316800" cy="316800"/>
          </a:xfrm>
          <a:custGeom>
            <a:avLst/>
            <a:gdLst/>
            <a:ahLst/>
            <a:rect l="l" t="t" r="r" b="b"/>
            <a:pathLst>
              <a:path w="317500" h="317500">
                <a:moveTo>
                  <a:pt x="0" y="0"/>
                </a:moveTo>
                <a:lnTo>
                  <a:pt x="317500" y="0"/>
                </a:lnTo>
                <a:lnTo>
                  <a:pt x="317500" y="317500"/>
                </a:lnTo>
                <a:lnTo>
                  <a:pt x="0" y="317500"/>
                </a:lnTo>
                <a:lnTo>
                  <a:pt x="0" y="0"/>
                </a:lnTo>
                <a:close/>
              </a:path>
            </a:pathLst>
          </a:custGeom>
          <a:solidFill>
            <a:srgbClr val="ddff00"/>
          </a:solidFill>
          <a:ln w="0">
            <a:noFill/>
          </a:ln>
        </p:spPr>
        <p:style>
          <a:lnRef idx="0"/>
          <a:fillRef idx="0"/>
          <a:effectRef idx="0"/>
          <a:fontRef idx="minor"/>
        </p:style>
      </p:sp>
      <p:sp>
        <p:nvSpPr>
          <p:cNvPr id="553" name="Shape 26"/>
          <p:cNvSpPr/>
          <p:nvPr/>
        </p:nvSpPr>
        <p:spPr>
          <a:xfrm>
            <a:off x="698400" y="5587920"/>
            <a:ext cx="158040" cy="126360"/>
          </a:xfrm>
          <a:custGeom>
            <a:avLst/>
            <a:gdLst/>
            <a:ahLst/>
            <a:rect l="l" t="t" r="r" b="b"/>
            <a:pathLst>
              <a:path w="158750" h="127000">
                <a:moveTo>
                  <a:pt x="87313" y="0"/>
                </a:moveTo>
                <a:cubicBezTo>
                  <a:pt x="87313" y="-4390"/>
                  <a:pt x="83765" y="-7937"/>
                  <a:pt x="79375" y="-7937"/>
                </a:cubicBezTo>
                <a:cubicBezTo>
                  <a:pt x="74985" y="-7937"/>
                  <a:pt x="71438" y="-4390"/>
                  <a:pt x="71438" y="0"/>
                </a:cubicBezTo>
                <a:lnTo>
                  <a:pt x="71438" y="15875"/>
                </a:lnTo>
                <a:lnTo>
                  <a:pt x="47625" y="15875"/>
                </a:lnTo>
                <a:cubicBezTo>
                  <a:pt x="34479" y="15875"/>
                  <a:pt x="23812" y="26541"/>
                  <a:pt x="23812" y="39688"/>
                </a:cubicBezTo>
                <a:lnTo>
                  <a:pt x="23812" y="95250"/>
                </a:lnTo>
                <a:cubicBezTo>
                  <a:pt x="23812" y="108396"/>
                  <a:pt x="34479" y="119063"/>
                  <a:pt x="47625" y="119063"/>
                </a:cubicBezTo>
                <a:lnTo>
                  <a:pt x="111125" y="119063"/>
                </a:lnTo>
                <a:cubicBezTo>
                  <a:pt x="124271" y="119063"/>
                  <a:pt x="134938" y="108396"/>
                  <a:pt x="134938" y="95250"/>
                </a:cubicBezTo>
                <a:lnTo>
                  <a:pt x="134938" y="39688"/>
                </a:lnTo>
                <a:cubicBezTo>
                  <a:pt x="134938" y="26541"/>
                  <a:pt x="124271" y="15875"/>
                  <a:pt x="111125" y="15875"/>
                </a:cubicBezTo>
                <a:lnTo>
                  <a:pt x="87313" y="15875"/>
                </a:lnTo>
                <a:lnTo>
                  <a:pt x="87313" y="0"/>
                </a:lnTo>
                <a:close/>
                <a:moveTo>
                  <a:pt x="39688" y="91281"/>
                </a:moveTo>
                <a:cubicBezTo>
                  <a:pt x="39688" y="87982"/>
                  <a:pt x="42342" y="85328"/>
                  <a:pt x="45641" y="85328"/>
                </a:cubicBezTo>
                <a:lnTo>
                  <a:pt x="53578" y="85328"/>
                </a:lnTo>
                <a:cubicBezTo>
                  <a:pt x="56877" y="85328"/>
                  <a:pt x="59531" y="87982"/>
                  <a:pt x="59531" y="91281"/>
                </a:cubicBezTo>
                <a:cubicBezTo>
                  <a:pt x="59531" y="94580"/>
                  <a:pt x="56877" y="97234"/>
                  <a:pt x="53578" y="97234"/>
                </a:cubicBezTo>
                <a:lnTo>
                  <a:pt x="45641" y="97234"/>
                </a:lnTo>
                <a:cubicBezTo>
                  <a:pt x="42342" y="97234"/>
                  <a:pt x="39688" y="94580"/>
                  <a:pt x="39688" y="91281"/>
                </a:cubicBezTo>
                <a:close/>
                <a:moveTo>
                  <a:pt x="69453" y="91281"/>
                </a:moveTo>
                <a:cubicBezTo>
                  <a:pt x="69453" y="87982"/>
                  <a:pt x="72107" y="85328"/>
                  <a:pt x="75406" y="85328"/>
                </a:cubicBezTo>
                <a:lnTo>
                  <a:pt x="83344" y="85328"/>
                </a:lnTo>
                <a:cubicBezTo>
                  <a:pt x="86643" y="85328"/>
                  <a:pt x="89297" y="87982"/>
                  <a:pt x="89297" y="91281"/>
                </a:cubicBezTo>
                <a:cubicBezTo>
                  <a:pt x="89297" y="94580"/>
                  <a:pt x="86643" y="97234"/>
                  <a:pt x="83344" y="97234"/>
                </a:cubicBezTo>
                <a:lnTo>
                  <a:pt x="75406" y="97234"/>
                </a:lnTo>
                <a:cubicBezTo>
                  <a:pt x="72107" y="97234"/>
                  <a:pt x="69453" y="94580"/>
                  <a:pt x="69453" y="91281"/>
                </a:cubicBezTo>
                <a:close/>
                <a:moveTo>
                  <a:pt x="99219" y="91281"/>
                </a:moveTo>
                <a:cubicBezTo>
                  <a:pt x="99219" y="87982"/>
                  <a:pt x="101873" y="85328"/>
                  <a:pt x="105172" y="85328"/>
                </a:cubicBezTo>
                <a:lnTo>
                  <a:pt x="113109" y="85328"/>
                </a:lnTo>
                <a:cubicBezTo>
                  <a:pt x="116408" y="85328"/>
                  <a:pt x="119063" y="87982"/>
                  <a:pt x="119063" y="91281"/>
                </a:cubicBezTo>
                <a:cubicBezTo>
                  <a:pt x="119063" y="94580"/>
                  <a:pt x="116408" y="97234"/>
                  <a:pt x="113109" y="97234"/>
                </a:cubicBezTo>
                <a:lnTo>
                  <a:pt x="105172" y="97234"/>
                </a:lnTo>
                <a:cubicBezTo>
                  <a:pt x="101873" y="97234"/>
                  <a:pt x="99219" y="94580"/>
                  <a:pt x="99219" y="91281"/>
                </a:cubicBezTo>
                <a:close/>
                <a:moveTo>
                  <a:pt x="55563" y="43656"/>
                </a:moveTo>
                <a:cubicBezTo>
                  <a:pt x="62134" y="43656"/>
                  <a:pt x="67469" y="48991"/>
                  <a:pt x="67469" y="55563"/>
                </a:cubicBezTo>
                <a:cubicBezTo>
                  <a:pt x="67469" y="62134"/>
                  <a:pt x="62134" y="67469"/>
                  <a:pt x="55563" y="67469"/>
                </a:cubicBezTo>
                <a:cubicBezTo>
                  <a:pt x="48991" y="67469"/>
                  <a:pt x="43656" y="62134"/>
                  <a:pt x="43656" y="55563"/>
                </a:cubicBezTo>
                <a:cubicBezTo>
                  <a:pt x="43656" y="48991"/>
                  <a:pt x="48991" y="43656"/>
                  <a:pt x="55563" y="43656"/>
                </a:cubicBezTo>
                <a:close/>
                <a:moveTo>
                  <a:pt x="91281" y="55563"/>
                </a:moveTo>
                <a:cubicBezTo>
                  <a:pt x="91281" y="48991"/>
                  <a:pt x="96616" y="43656"/>
                  <a:pt x="103188" y="43656"/>
                </a:cubicBezTo>
                <a:cubicBezTo>
                  <a:pt x="109759" y="43656"/>
                  <a:pt x="115094" y="48991"/>
                  <a:pt x="115094" y="55563"/>
                </a:cubicBezTo>
                <a:cubicBezTo>
                  <a:pt x="115094" y="62134"/>
                  <a:pt x="109759" y="67469"/>
                  <a:pt x="103188" y="67469"/>
                </a:cubicBezTo>
                <a:cubicBezTo>
                  <a:pt x="96616" y="67469"/>
                  <a:pt x="91281" y="62134"/>
                  <a:pt x="91281" y="55563"/>
                </a:cubicBezTo>
                <a:close/>
                <a:moveTo>
                  <a:pt x="15875" y="55563"/>
                </a:moveTo>
                <a:cubicBezTo>
                  <a:pt x="15875" y="51172"/>
                  <a:pt x="12328" y="47625"/>
                  <a:pt x="7938" y="47625"/>
                </a:cubicBezTo>
                <a:cubicBezTo>
                  <a:pt x="3547" y="47625"/>
                  <a:pt x="0" y="51172"/>
                  <a:pt x="0" y="55563"/>
                </a:cubicBezTo>
                <a:lnTo>
                  <a:pt x="0" y="79375"/>
                </a:lnTo>
                <a:cubicBezTo>
                  <a:pt x="0" y="83765"/>
                  <a:pt x="3547" y="87313"/>
                  <a:pt x="7938" y="87313"/>
                </a:cubicBezTo>
                <a:cubicBezTo>
                  <a:pt x="12328" y="87313"/>
                  <a:pt x="15875" y="83765"/>
                  <a:pt x="15875" y="79375"/>
                </a:cubicBezTo>
                <a:lnTo>
                  <a:pt x="15875" y="55563"/>
                </a:lnTo>
                <a:close/>
                <a:moveTo>
                  <a:pt x="150813" y="47625"/>
                </a:moveTo>
                <a:cubicBezTo>
                  <a:pt x="146422" y="47625"/>
                  <a:pt x="142875" y="51172"/>
                  <a:pt x="142875" y="55563"/>
                </a:cubicBezTo>
                <a:lnTo>
                  <a:pt x="142875" y="79375"/>
                </a:lnTo>
                <a:cubicBezTo>
                  <a:pt x="142875" y="83765"/>
                  <a:pt x="146422" y="87313"/>
                  <a:pt x="150813" y="87313"/>
                </a:cubicBezTo>
                <a:cubicBezTo>
                  <a:pt x="155203" y="87313"/>
                  <a:pt x="158750" y="83765"/>
                  <a:pt x="158750" y="79375"/>
                </a:cubicBezTo>
                <a:lnTo>
                  <a:pt x="158750" y="55563"/>
                </a:lnTo>
                <a:cubicBezTo>
                  <a:pt x="158750" y="51172"/>
                  <a:pt x="155203" y="47625"/>
                  <a:pt x="150813" y="47625"/>
                </a:cubicBezTo>
                <a:close/>
              </a:path>
            </a:pathLst>
          </a:custGeom>
          <a:solidFill>
            <a:srgbClr val="000000"/>
          </a:solidFill>
          <a:ln w="0">
            <a:noFill/>
          </a:ln>
        </p:spPr>
        <p:style>
          <a:lnRef idx="0"/>
          <a:fillRef idx="0"/>
          <a:effectRef idx="0"/>
          <a:fontRef idx="minor"/>
        </p:style>
      </p:sp>
      <p:sp>
        <p:nvSpPr>
          <p:cNvPr id="554" name="Text 27"/>
          <p:cNvSpPr/>
          <p:nvPr/>
        </p:nvSpPr>
        <p:spPr>
          <a:xfrm>
            <a:off x="1031760" y="5492880"/>
            <a:ext cx="1483560" cy="2214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Devo</a:t>
            </a:r>
            <a:endParaRPr b="0" lang="en-HK" sz="1130" spc="-1" strike="noStrike">
              <a:latin typeface="Arial"/>
            </a:endParaRPr>
          </a:p>
        </p:txBody>
      </p:sp>
      <p:sp>
        <p:nvSpPr>
          <p:cNvPr id="555" name="Text 28"/>
          <p:cNvSpPr/>
          <p:nvPr/>
        </p:nvSpPr>
        <p:spPr>
          <a:xfrm>
            <a:off x="1031760" y="5715000"/>
            <a:ext cx="1475640" cy="1897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70000"/>
                  </a:srgbClr>
                </a:solidFill>
                <a:latin typeface="Liter"/>
                <a:ea typeface="Liter"/>
              </a:rPr>
              <a:t>Quirky, futuristic, satirical</a:t>
            </a:r>
            <a:endParaRPr b="0" lang="en-HK" sz="1000" spc="-1" strike="noStrike">
              <a:latin typeface="Arial"/>
            </a:endParaRPr>
          </a:p>
        </p:txBody>
      </p:sp>
      <p:sp>
        <p:nvSpPr>
          <p:cNvPr id="556" name="Shape 29"/>
          <p:cNvSpPr/>
          <p:nvPr/>
        </p:nvSpPr>
        <p:spPr>
          <a:xfrm>
            <a:off x="507960" y="6000840"/>
            <a:ext cx="30960" cy="412200"/>
          </a:xfrm>
          <a:custGeom>
            <a:avLst/>
            <a:gdLst/>
            <a:ahLst/>
            <a:rect l="l" t="t" r="r" b="b"/>
            <a:pathLst>
              <a:path w="31750" h="412750">
                <a:moveTo>
                  <a:pt x="0" y="0"/>
                </a:moveTo>
                <a:lnTo>
                  <a:pt x="31750" y="0"/>
                </a:lnTo>
                <a:lnTo>
                  <a:pt x="31750" y="412750"/>
                </a:lnTo>
                <a:lnTo>
                  <a:pt x="0" y="412750"/>
                </a:lnTo>
                <a:lnTo>
                  <a:pt x="0" y="0"/>
                </a:lnTo>
                <a:close/>
              </a:path>
            </a:pathLst>
          </a:custGeom>
          <a:solidFill>
            <a:srgbClr val="ddff00"/>
          </a:solidFill>
          <a:ln w="0">
            <a:noFill/>
          </a:ln>
        </p:spPr>
        <p:style>
          <a:lnRef idx="0"/>
          <a:fillRef idx="0"/>
          <a:effectRef idx="0"/>
          <a:fontRef idx="minor"/>
        </p:style>
      </p:sp>
      <p:sp>
        <p:nvSpPr>
          <p:cNvPr id="557" name="Shape 30"/>
          <p:cNvSpPr/>
          <p:nvPr/>
        </p:nvSpPr>
        <p:spPr>
          <a:xfrm>
            <a:off x="619200" y="6000840"/>
            <a:ext cx="316800" cy="316800"/>
          </a:xfrm>
          <a:custGeom>
            <a:avLst/>
            <a:gdLst/>
            <a:ahLst/>
            <a:rect l="l" t="t" r="r" b="b"/>
            <a:pathLst>
              <a:path w="317500" h="317500">
                <a:moveTo>
                  <a:pt x="0" y="0"/>
                </a:moveTo>
                <a:lnTo>
                  <a:pt x="317500" y="0"/>
                </a:lnTo>
                <a:lnTo>
                  <a:pt x="317500" y="317500"/>
                </a:lnTo>
                <a:lnTo>
                  <a:pt x="0" y="317500"/>
                </a:lnTo>
                <a:lnTo>
                  <a:pt x="0" y="0"/>
                </a:lnTo>
                <a:close/>
              </a:path>
            </a:pathLst>
          </a:custGeom>
          <a:solidFill>
            <a:srgbClr val="ddff00"/>
          </a:solidFill>
          <a:ln w="0">
            <a:noFill/>
          </a:ln>
        </p:spPr>
        <p:style>
          <a:lnRef idx="0"/>
          <a:fillRef idx="0"/>
          <a:effectRef idx="0"/>
          <a:fontRef idx="minor"/>
        </p:style>
      </p:sp>
      <p:sp>
        <p:nvSpPr>
          <p:cNvPr id="558" name="Shape 31"/>
          <p:cNvSpPr/>
          <p:nvPr/>
        </p:nvSpPr>
        <p:spPr>
          <a:xfrm>
            <a:off x="706320" y="6095880"/>
            <a:ext cx="142200" cy="126360"/>
          </a:xfrm>
          <a:custGeom>
            <a:avLst/>
            <a:gdLst/>
            <a:ahLst/>
            <a:rect l="l" t="t" r="r" b="b"/>
            <a:pathLst>
              <a:path w="142875" h="127000">
                <a:moveTo>
                  <a:pt x="23812" y="15875"/>
                </a:moveTo>
                <a:cubicBezTo>
                  <a:pt x="15056" y="15875"/>
                  <a:pt x="7938" y="22994"/>
                  <a:pt x="7938" y="31750"/>
                </a:cubicBezTo>
                <a:lnTo>
                  <a:pt x="7938" y="95250"/>
                </a:lnTo>
                <a:cubicBezTo>
                  <a:pt x="7938" y="104006"/>
                  <a:pt x="15056" y="111125"/>
                  <a:pt x="23812" y="111125"/>
                </a:cubicBezTo>
                <a:lnTo>
                  <a:pt x="87313" y="111125"/>
                </a:lnTo>
                <a:cubicBezTo>
                  <a:pt x="96069" y="111125"/>
                  <a:pt x="103188" y="104006"/>
                  <a:pt x="103188" y="95250"/>
                </a:cubicBezTo>
                <a:lnTo>
                  <a:pt x="103188" y="31750"/>
                </a:lnTo>
                <a:cubicBezTo>
                  <a:pt x="103188" y="22994"/>
                  <a:pt x="96069" y="15875"/>
                  <a:pt x="87313" y="15875"/>
                </a:cubicBezTo>
                <a:lnTo>
                  <a:pt x="23812" y="15875"/>
                </a:lnTo>
                <a:close/>
                <a:moveTo>
                  <a:pt x="115094" y="83344"/>
                </a:moveTo>
                <a:lnTo>
                  <a:pt x="133325" y="97929"/>
                </a:lnTo>
                <a:cubicBezTo>
                  <a:pt x="134367" y="98772"/>
                  <a:pt x="135657" y="99219"/>
                  <a:pt x="136996" y="99219"/>
                </a:cubicBezTo>
                <a:cubicBezTo>
                  <a:pt x="140246" y="99219"/>
                  <a:pt x="142875" y="96589"/>
                  <a:pt x="142875" y="93340"/>
                </a:cubicBezTo>
                <a:lnTo>
                  <a:pt x="142875" y="33660"/>
                </a:lnTo>
                <a:cubicBezTo>
                  <a:pt x="142875" y="30411"/>
                  <a:pt x="140246" y="27781"/>
                  <a:pt x="136996" y="27781"/>
                </a:cubicBezTo>
                <a:cubicBezTo>
                  <a:pt x="135657" y="27781"/>
                  <a:pt x="134367" y="28228"/>
                  <a:pt x="133325" y="29071"/>
                </a:cubicBezTo>
                <a:lnTo>
                  <a:pt x="115094" y="43656"/>
                </a:lnTo>
                <a:lnTo>
                  <a:pt x="115094" y="83344"/>
                </a:lnTo>
                <a:close/>
              </a:path>
            </a:pathLst>
          </a:custGeom>
          <a:solidFill>
            <a:srgbClr val="000000"/>
          </a:solidFill>
          <a:ln w="0">
            <a:noFill/>
          </a:ln>
        </p:spPr>
        <p:style>
          <a:lnRef idx="0"/>
          <a:fillRef idx="0"/>
          <a:effectRef idx="0"/>
          <a:fontRef idx="minor"/>
        </p:style>
      </p:sp>
      <p:sp>
        <p:nvSpPr>
          <p:cNvPr id="559" name="Text 32"/>
          <p:cNvSpPr/>
          <p:nvPr/>
        </p:nvSpPr>
        <p:spPr>
          <a:xfrm>
            <a:off x="1031760" y="6000840"/>
            <a:ext cx="1689840" cy="2214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Duran Duran</a:t>
            </a:r>
            <a:endParaRPr b="0" lang="en-HK" sz="1130" spc="-1" strike="noStrike">
              <a:latin typeface="Arial"/>
            </a:endParaRPr>
          </a:p>
        </p:txBody>
      </p:sp>
      <p:sp>
        <p:nvSpPr>
          <p:cNvPr id="560" name="Text 33"/>
          <p:cNvSpPr/>
          <p:nvPr/>
        </p:nvSpPr>
        <p:spPr>
          <a:xfrm>
            <a:off x="1031760" y="6222960"/>
            <a:ext cx="1681920" cy="1897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70000"/>
                  </a:srgbClr>
                </a:solidFill>
                <a:latin typeface="Liter"/>
                <a:ea typeface="Liter"/>
              </a:rPr>
              <a:t>MTV-era glamour, synth-pop</a:t>
            </a:r>
            <a:endParaRPr b="0" lang="en-HK" sz="1000" spc="-1" strike="noStrike">
              <a:latin typeface="Arial"/>
            </a:endParaRPr>
          </a:p>
        </p:txBody>
      </p:sp>
      <p:sp>
        <p:nvSpPr>
          <p:cNvPr id="561" name="Shape 34"/>
          <p:cNvSpPr/>
          <p:nvPr/>
        </p:nvSpPr>
        <p:spPr>
          <a:xfrm>
            <a:off x="5062680" y="1055520"/>
            <a:ext cx="6801840" cy="2777400"/>
          </a:xfrm>
          <a:custGeom>
            <a:avLst/>
            <a:gdLst/>
            <a:ahLst/>
            <a:rect l="l" t="t" r="r" b="b"/>
            <a:pathLst>
              <a:path w="6802438" h="2778125">
                <a:moveTo>
                  <a:pt x="0" y="0"/>
                </a:moveTo>
                <a:lnTo>
                  <a:pt x="6802438" y="0"/>
                </a:lnTo>
                <a:lnTo>
                  <a:pt x="6802438" y="2778125"/>
                </a:lnTo>
                <a:lnTo>
                  <a:pt x="0" y="2778125"/>
                </a:lnTo>
                <a:lnTo>
                  <a:pt x="0" y="0"/>
                </a:lnTo>
                <a:close/>
              </a:path>
            </a:pathLst>
          </a:custGeom>
          <a:noFill/>
          <a:ln w="25400">
            <a:solidFill>
              <a:srgbClr val="ddff00"/>
            </a:solidFill>
            <a:round/>
          </a:ln>
        </p:spPr>
        <p:style>
          <a:lnRef idx="0"/>
          <a:fillRef idx="0"/>
          <a:effectRef idx="0"/>
          <a:fontRef idx="minor"/>
        </p:style>
      </p:sp>
      <p:sp>
        <p:nvSpPr>
          <p:cNvPr id="562" name="Text 35"/>
          <p:cNvSpPr/>
          <p:nvPr/>
        </p:nvSpPr>
        <p:spPr>
          <a:xfrm>
            <a:off x="5261040" y="1254240"/>
            <a:ext cx="6500160" cy="25344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500" spc="-1" strike="noStrike">
                <a:solidFill>
                  <a:srgbClr val="ddff00"/>
                </a:solidFill>
                <a:latin typeface="Liter"/>
                <a:ea typeface="Liter"/>
              </a:rPr>
              <a:t>New Wave Characteristics</a:t>
            </a:r>
            <a:endParaRPr b="0" lang="en-HK" sz="1500" spc="-1" strike="noStrike">
              <a:latin typeface="Arial"/>
            </a:endParaRPr>
          </a:p>
        </p:txBody>
      </p:sp>
      <p:sp>
        <p:nvSpPr>
          <p:cNvPr id="563" name="Shape 36"/>
          <p:cNvSpPr/>
          <p:nvPr/>
        </p:nvSpPr>
        <p:spPr>
          <a:xfrm>
            <a:off x="5265000" y="1639080"/>
            <a:ext cx="3134520" cy="928080"/>
          </a:xfrm>
          <a:custGeom>
            <a:avLst/>
            <a:gdLst/>
            <a:ahLst/>
            <a:rect l="l" t="t" r="r" b="b"/>
            <a:pathLst>
              <a:path w="3135313" h="928688">
                <a:moveTo>
                  <a:pt x="0" y="0"/>
                </a:moveTo>
                <a:lnTo>
                  <a:pt x="3135313" y="0"/>
                </a:lnTo>
                <a:lnTo>
                  <a:pt x="3135313" y="928688"/>
                </a:lnTo>
                <a:lnTo>
                  <a:pt x="0" y="928688"/>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564" name="Shape 37"/>
          <p:cNvSpPr/>
          <p:nvPr/>
        </p:nvSpPr>
        <p:spPr>
          <a:xfrm>
            <a:off x="5415840" y="1809720"/>
            <a:ext cx="142200" cy="142200"/>
          </a:xfrm>
          <a:custGeom>
            <a:avLst/>
            <a:gdLst/>
            <a:ahLst/>
            <a:rect l="l" t="t" r="r" b="b"/>
            <a:pathLst>
              <a:path w="142875" h="142875">
                <a:moveTo>
                  <a:pt x="8930" y="17859"/>
                </a:moveTo>
                <a:cubicBezTo>
                  <a:pt x="3990" y="17859"/>
                  <a:pt x="0" y="21850"/>
                  <a:pt x="0" y="26789"/>
                </a:cubicBezTo>
                <a:cubicBezTo>
                  <a:pt x="0" y="31728"/>
                  <a:pt x="3990" y="35719"/>
                  <a:pt x="8930" y="35719"/>
                </a:cubicBezTo>
                <a:lnTo>
                  <a:pt x="33124" y="35719"/>
                </a:lnTo>
                <a:cubicBezTo>
                  <a:pt x="36556" y="43616"/>
                  <a:pt x="44425" y="49113"/>
                  <a:pt x="53578" y="49113"/>
                </a:cubicBezTo>
                <a:cubicBezTo>
                  <a:pt x="62731" y="49113"/>
                  <a:pt x="70600" y="43616"/>
                  <a:pt x="74033" y="35719"/>
                </a:cubicBezTo>
                <a:lnTo>
                  <a:pt x="133945" y="35719"/>
                </a:lnTo>
                <a:cubicBezTo>
                  <a:pt x="138885" y="35719"/>
                  <a:pt x="142875" y="31728"/>
                  <a:pt x="142875" y="26789"/>
                </a:cubicBezTo>
                <a:cubicBezTo>
                  <a:pt x="142875" y="21850"/>
                  <a:pt x="138885" y="17859"/>
                  <a:pt x="133945" y="17859"/>
                </a:cubicBezTo>
                <a:lnTo>
                  <a:pt x="74033" y="17859"/>
                </a:lnTo>
                <a:cubicBezTo>
                  <a:pt x="70600" y="9962"/>
                  <a:pt x="62731" y="4465"/>
                  <a:pt x="53578" y="4465"/>
                </a:cubicBezTo>
                <a:cubicBezTo>
                  <a:pt x="44425" y="4465"/>
                  <a:pt x="36556" y="9962"/>
                  <a:pt x="33124" y="17859"/>
                </a:cubicBezTo>
                <a:lnTo>
                  <a:pt x="8930" y="17859"/>
                </a:lnTo>
                <a:close/>
                <a:moveTo>
                  <a:pt x="8930" y="62508"/>
                </a:moveTo>
                <a:cubicBezTo>
                  <a:pt x="3990" y="62508"/>
                  <a:pt x="0" y="66498"/>
                  <a:pt x="0" y="71438"/>
                </a:cubicBezTo>
                <a:cubicBezTo>
                  <a:pt x="0" y="76377"/>
                  <a:pt x="3990" y="80367"/>
                  <a:pt x="8930" y="80367"/>
                </a:cubicBezTo>
                <a:lnTo>
                  <a:pt x="77772" y="80367"/>
                </a:lnTo>
                <a:cubicBezTo>
                  <a:pt x="81204" y="88264"/>
                  <a:pt x="89074" y="93762"/>
                  <a:pt x="98227" y="93762"/>
                </a:cubicBezTo>
                <a:cubicBezTo>
                  <a:pt x="107379" y="93762"/>
                  <a:pt x="115249" y="88264"/>
                  <a:pt x="118681" y="80367"/>
                </a:cubicBezTo>
                <a:lnTo>
                  <a:pt x="133945" y="80367"/>
                </a:lnTo>
                <a:cubicBezTo>
                  <a:pt x="138885" y="80367"/>
                  <a:pt x="142875" y="76377"/>
                  <a:pt x="142875" y="71438"/>
                </a:cubicBezTo>
                <a:cubicBezTo>
                  <a:pt x="142875" y="66498"/>
                  <a:pt x="138885" y="62508"/>
                  <a:pt x="133945" y="62508"/>
                </a:cubicBezTo>
                <a:lnTo>
                  <a:pt x="118681" y="62508"/>
                </a:lnTo>
                <a:cubicBezTo>
                  <a:pt x="115249" y="54611"/>
                  <a:pt x="107379" y="49113"/>
                  <a:pt x="98227" y="49113"/>
                </a:cubicBezTo>
                <a:cubicBezTo>
                  <a:pt x="89074" y="49113"/>
                  <a:pt x="81204" y="54611"/>
                  <a:pt x="77772" y="62508"/>
                </a:cubicBezTo>
                <a:lnTo>
                  <a:pt x="8930" y="62508"/>
                </a:lnTo>
                <a:close/>
                <a:moveTo>
                  <a:pt x="8930" y="107156"/>
                </a:moveTo>
                <a:cubicBezTo>
                  <a:pt x="3990" y="107156"/>
                  <a:pt x="0" y="111147"/>
                  <a:pt x="0" y="116086"/>
                </a:cubicBezTo>
                <a:cubicBezTo>
                  <a:pt x="0" y="121025"/>
                  <a:pt x="3990" y="125016"/>
                  <a:pt x="8930" y="125016"/>
                </a:cubicBezTo>
                <a:lnTo>
                  <a:pt x="24194" y="125016"/>
                </a:lnTo>
                <a:cubicBezTo>
                  <a:pt x="27626" y="132913"/>
                  <a:pt x="35496" y="138410"/>
                  <a:pt x="44648" y="138410"/>
                </a:cubicBezTo>
                <a:cubicBezTo>
                  <a:pt x="53801" y="138410"/>
                  <a:pt x="61671" y="132913"/>
                  <a:pt x="65103" y="125016"/>
                </a:cubicBezTo>
                <a:lnTo>
                  <a:pt x="133945" y="125016"/>
                </a:lnTo>
                <a:cubicBezTo>
                  <a:pt x="138885" y="125016"/>
                  <a:pt x="142875" y="121025"/>
                  <a:pt x="142875" y="116086"/>
                </a:cubicBezTo>
                <a:cubicBezTo>
                  <a:pt x="142875" y="111147"/>
                  <a:pt x="138885" y="107156"/>
                  <a:pt x="133945" y="107156"/>
                </a:cubicBezTo>
                <a:lnTo>
                  <a:pt x="65103" y="107156"/>
                </a:lnTo>
                <a:cubicBezTo>
                  <a:pt x="61671" y="99259"/>
                  <a:pt x="53801" y="93762"/>
                  <a:pt x="44648" y="93762"/>
                </a:cubicBezTo>
                <a:cubicBezTo>
                  <a:pt x="35496" y="93762"/>
                  <a:pt x="27626" y="99259"/>
                  <a:pt x="24194" y="107156"/>
                </a:cubicBezTo>
                <a:lnTo>
                  <a:pt x="8930" y="107156"/>
                </a:lnTo>
                <a:close/>
              </a:path>
            </a:pathLst>
          </a:custGeom>
          <a:solidFill>
            <a:srgbClr val="ddff00"/>
          </a:solidFill>
          <a:ln w="0">
            <a:noFill/>
          </a:ln>
        </p:spPr>
        <p:style>
          <a:lnRef idx="0"/>
          <a:fillRef idx="0"/>
          <a:effectRef idx="0"/>
          <a:fontRef idx="minor"/>
        </p:style>
      </p:sp>
      <p:sp>
        <p:nvSpPr>
          <p:cNvPr id="565" name="Text 38"/>
          <p:cNvSpPr/>
          <p:nvPr/>
        </p:nvSpPr>
        <p:spPr>
          <a:xfrm>
            <a:off x="5578560" y="1770120"/>
            <a:ext cx="2761560" cy="2214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Synthesizers</a:t>
            </a:r>
            <a:endParaRPr b="0" lang="en-HK" sz="1130" spc="-1" strike="noStrike">
              <a:latin typeface="Arial"/>
            </a:endParaRPr>
          </a:p>
        </p:txBody>
      </p:sp>
      <p:sp>
        <p:nvSpPr>
          <p:cNvPr id="566" name="Text 39"/>
          <p:cNvSpPr/>
          <p:nvPr/>
        </p:nvSpPr>
        <p:spPr>
          <a:xfrm>
            <a:off x="5396040" y="2055960"/>
            <a:ext cx="2936160" cy="3801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80000"/>
                  </a:srgbClr>
                </a:solidFill>
                <a:latin typeface="Liter"/>
                <a:ea typeface="Liter"/>
              </a:rPr>
              <a:t>Electronic instruments played a significant role, contributing to futuristic and quirky sounds</a:t>
            </a:r>
            <a:endParaRPr b="0" lang="en-HK" sz="1000" spc="-1" strike="noStrike">
              <a:latin typeface="Arial"/>
            </a:endParaRPr>
          </a:p>
        </p:txBody>
      </p:sp>
      <p:sp>
        <p:nvSpPr>
          <p:cNvPr id="567" name="Shape 40"/>
          <p:cNvSpPr/>
          <p:nvPr/>
        </p:nvSpPr>
        <p:spPr>
          <a:xfrm>
            <a:off x="8532000" y="1639080"/>
            <a:ext cx="3134520" cy="928080"/>
          </a:xfrm>
          <a:custGeom>
            <a:avLst/>
            <a:gdLst/>
            <a:ahLst/>
            <a:rect l="l" t="t" r="r" b="b"/>
            <a:pathLst>
              <a:path w="3135313" h="928688">
                <a:moveTo>
                  <a:pt x="0" y="0"/>
                </a:moveTo>
                <a:lnTo>
                  <a:pt x="3135313" y="0"/>
                </a:lnTo>
                <a:lnTo>
                  <a:pt x="3135313" y="928688"/>
                </a:lnTo>
                <a:lnTo>
                  <a:pt x="0" y="928688"/>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568" name="Shape 41"/>
          <p:cNvSpPr/>
          <p:nvPr/>
        </p:nvSpPr>
        <p:spPr>
          <a:xfrm>
            <a:off x="8682840" y="1809720"/>
            <a:ext cx="142200" cy="142200"/>
          </a:xfrm>
          <a:custGeom>
            <a:avLst/>
            <a:gdLst/>
            <a:ahLst/>
            <a:rect l="l" t="t" r="r" b="b"/>
            <a:pathLst>
              <a:path w="142875" h="142875">
                <a:moveTo>
                  <a:pt x="130597" y="1953"/>
                </a:moveTo>
                <a:cubicBezTo>
                  <a:pt x="132717" y="3656"/>
                  <a:pt x="133945" y="6223"/>
                  <a:pt x="133945" y="8930"/>
                </a:cubicBezTo>
                <a:lnTo>
                  <a:pt x="133945" y="93762"/>
                </a:lnTo>
                <a:cubicBezTo>
                  <a:pt x="133945" y="106096"/>
                  <a:pt x="121946" y="116086"/>
                  <a:pt x="107156" y="116086"/>
                </a:cubicBezTo>
                <a:cubicBezTo>
                  <a:pt x="92366" y="116086"/>
                  <a:pt x="80367" y="106096"/>
                  <a:pt x="80367" y="93762"/>
                </a:cubicBezTo>
                <a:cubicBezTo>
                  <a:pt x="80367" y="81428"/>
                  <a:pt x="92366" y="71438"/>
                  <a:pt x="107156" y="71438"/>
                </a:cubicBezTo>
                <a:cubicBezTo>
                  <a:pt x="110282" y="71438"/>
                  <a:pt x="113295" y="71884"/>
                  <a:pt x="116086" y="72721"/>
                </a:cubicBezTo>
                <a:lnTo>
                  <a:pt x="116086" y="40156"/>
                </a:lnTo>
                <a:lnTo>
                  <a:pt x="53578" y="54053"/>
                </a:lnTo>
                <a:lnTo>
                  <a:pt x="53578" y="111621"/>
                </a:lnTo>
                <a:cubicBezTo>
                  <a:pt x="53578" y="123955"/>
                  <a:pt x="41579" y="133945"/>
                  <a:pt x="26789" y="133945"/>
                </a:cubicBezTo>
                <a:cubicBezTo>
                  <a:pt x="11999" y="133945"/>
                  <a:pt x="0" y="123955"/>
                  <a:pt x="0" y="111621"/>
                </a:cubicBezTo>
                <a:cubicBezTo>
                  <a:pt x="0" y="99287"/>
                  <a:pt x="11999" y="89297"/>
                  <a:pt x="26789" y="89297"/>
                </a:cubicBezTo>
                <a:cubicBezTo>
                  <a:pt x="29914" y="89297"/>
                  <a:pt x="32928" y="89743"/>
                  <a:pt x="35719" y="90581"/>
                </a:cubicBezTo>
                <a:lnTo>
                  <a:pt x="35719" y="26789"/>
                </a:lnTo>
                <a:cubicBezTo>
                  <a:pt x="35719" y="22603"/>
                  <a:pt x="38621" y="18976"/>
                  <a:pt x="42723" y="18083"/>
                </a:cubicBezTo>
                <a:lnTo>
                  <a:pt x="123090" y="223"/>
                </a:lnTo>
                <a:cubicBezTo>
                  <a:pt x="125741" y="-363"/>
                  <a:pt x="128504" y="279"/>
                  <a:pt x="130625" y="1981"/>
                </a:cubicBezTo>
                <a:close/>
              </a:path>
            </a:pathLst>
          </a:custGeom>
          <a:solidFill>
            <a:srgbClr val="ddff00"/>
          </a:solidFill>
          <a:ln w="0">
            <a:noFill/>
          </a:ln>
        </p:spPr>
        <p:style>
          <a:lnRef idx="0"/>
          <a:fillRef idx="0"/>
          <a:effectRef idx="0"/>
          <a:fontRef idx="minor"/>
        </p:style>
      </p:sp>
      <p:sp>
        <p:nvSpPr>
          <p:cNvPr id="569" name="Text 42"/>
          <p:cNvSpPr/>
          <p:nvPr/>
        </p:nvSpPr>
        <p:spPr>
          <a:xfrm>
            <a:off x="8845560" y="1770120"/>
            <a:ext cx="2761560" cy="2214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Catchy Melodies</a:t>
            </a:r>
            <a:endParaRPr b="0" lang="en-HK" sz="1130" spc="-1" strike="noStrike">
              <a:latin typeface="Arial"/>
            </a:endParaRPr>
          </a:p>
        </p:txBody>
      </p:sp>
      <p:sp>
        <p:nvSpPr>
          <p:cNvPr id="570" name="Text 43"/>
          <p:cNvSpPr/>
          <p:nvPr/>
        </p:nvSpPr>
        <p:spPr>
          <a:xfrm>
            <a:off x="8663040" y="2055960"/>
            <a:ext cx="2936160" cy="3801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80000"/>
                  </a:srgbClr>
                </a:solidFill>
                <a:latin typeface="Liter"/>
                <a:ea typeface="Liter"/>
              </a:rPr>
              <a:t>More accessible to mainstream audiences compared to punk's aggressive sound</a:t>
            </a:r>
            <a:endParaRPr b="0" lang="en-HK" sz="1000" spc="-1" strike="noStrike">
              <a:latin typeface="Arial"/>
            </a:endParaRPr>
          </a:p>
        </p:txBody>
      </p:sp>
      <p:sp>
        <p:nvSpPr>
          <p:cNvPr id="571" name="Shape 44"/>
          <p:cNvSpPr/>
          <p:nvPr/>
        </p:nvSpPr>
        <p:spPr>
          <a:xfrm>
            <a:off x="5265000" y="2702880"/>
            <a:ext cx="3134520" cy="928080"/>
          </a:xfrm>
          <a:custGeom>
            <a:avLst/>
            <a:gdLst/>
            <a:ahLst/>
            <a:rect l="l" t="t" r="r" b="b"/>
            <a:pathLst>
              <a:path w="3135313" h="928688">
                <a:moveTo>
                  <a:pt x="0" y="0"/>
                </a:moveTo>
                <a:lnTo>
                  <a:pt x="3135313" y="0"/>
                </a:lnTo>
                <a:lnTo>
                  <a:pt x="3135313" y="928688"/>
                </a:lnTo>
                <a:lnTo>
                  <a:pt x="0" y="928688"/>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572" name="Shape 45"/>
          <p:cNvSpPr/>
          <p:nvPr/>
        </p:nvSpPr>
        <p:spPr>
          <a:xfrm>
            <a:off x="5415840" y="2873520"/>
            <a:ext cx="142200" cy="142200"/>
          </a:xfrm>
          <a:custGeom>
            <a:avLst/>
            <a:gdLst/>
            <a:ahLst/>
            <a:rect l="l" t="t" r="r" b="b"/>
            <a:pathLst>
              <a:path w="142875" h="142875">
                <a:moveTo>
                  <a:pt x="142875" y="71438"/>
                </a:moveTo>
                <a:cubicBezTo>
                  <a:pt x="142875" y="71689"/>
                  <a:pt x="142875" y="71940"/>
                  <a:pt x="142875" y="72191"/>
                </a:cubicBezTo>
                <a:cubicBezTo>
                  <a:pt x="142763" y="82376"/>
                  <a:pt x="133499" y="89297"/>
                  <a:pt x="123313" y="89297"/>
                </a:cubicBezTo>
                <a:lnTo>
                  <a:pt x="95994" y="89297"/>
                </a:lnTo>
                <a:cubicBezTo>
                  <a:pt x="88599" y="89297"/>
                  <a:pt x="82600" y="95297"/>
                  <a:pt x="82600" y="102691"/>
                </a:cubicBezTo>
                <a:cubicBezTo>
                  <a:pt x="82600" y="103640"/>
                  <a:pt x="82711" y="104561"/>
                  <a:pt x="82879" y="105454"/>
                </a:cubicBezTo>
                <a:cubicBezTo>
                  <a:pt x="83465" y="108300"/>
                  <a:pt x="84693" y="111035"/>
                  <a:pt x="85892" y="113798"/>
                </a:cubicBezTo>
                <a:cubicBezTo>
                  <a:pt x="87595" y="117649"/>
                  <a:pt x="89269" y="121472"/>
                  <a:pt x="89269" y="125518"/>
                </a:cubicBezTo>
                <a:cubicBezTo>
                  <a:pt x="89269" y="134392"/>
                  <a:pt x="83241" y="142456"/>
                  <a:pt x="74368" y="142819"/>
                </a:cubicBezTo>
                <a:cubicBezTo>
                  <a:pt x="73391" y="142847"/>
                  <a:pt x="72414" y="142875"/>
                  <a:pt x="71410" y="142875"/>
                </a:cubicBezTo>
                <a:cubicBezTo>
                  <a:pt x="31952" y="142875"/>
                  <a:pt x="-28" y="110896"/>
                  <a:pt x="-28" y="71437"/>
                </a:cubicBezTo>
                <a:cubicBezTo>
                  <a:pt x="-28" y="31979"/>
                  <a:pt x="31979" y="0"/>
                  <a:pt x="71438" y="0"/>
                </a:cubicBezTo>
                <a:cubicBezTo>
                  <a:pt x="110896" y="0"/>
                  <a:pt x="142875" y="31979"/>
                  <a:pt x="142875" y="71438"/>
                </a:cubicBezTo>
                <a:close/>
                <a:moveTo>
                  <a:pt x="35719" y="80367"/>
                </a:moveTo>
                <a:cubicBezTo>
                  <a:pt x="35719" y="75439"/>
                  <a:pt x="31717" y="71438"/>
                  <a:pt x="26789" y="71438"/>
                </a:cubicBezTo>
                <a:cubicBezTo>
                  <a:pt x="21861" y="71438"/>
                  <a:pt x="17859" y="75439"/>
                  <a:pt x="17859" y="80367"/>
                </a:cubicBezTo>
                <a:cubicBezTo>
                  <a:pt x="17859" y="85296"/>
                  <a:pt x="21861" y="89297"/>
                  <a:pt x="26789" y="89297"/>
                </a:cubicBezTo>
                <a:cubicBezTo>
                  <a:pt x="31717" y="89297"/>
                  <a:pt x="35719" y="85296"/>
                  <a:pt x="35719" y="80367"/>
                </a:cubicBezTo>
                <a:close/>
                <a:moveTo>
                  <a:pt x="35719" y="53578"/>
                </a:moveTo>
                <a:cubicBezTo>
                  <a:pt x="40647" y="53578"/>
                  <a:pt x="44648" y="49577"/>
                  <a:pt x="44648" y="44648"/>
                </a:cubicBezTo>
                <a:cubicBezTo>
                  <a:pt x="44648" y="39720"/>
                  <a:pt x="40647" y="35719"/>
                  <a:pt x="35719" y="35719"/>
                </a:cubicBezTo>
                <a:cubicBezTo>
                  <a:pt x="30790" y="35719"/>
                  <a:pt x="26789" y="39720"/>
                  <a:pt x="26789" y="44648"/>
                </a:cubicBezTo>
                <a:cubicBezTo>
                  <a:pt x="26789" y="49577"/>
                  <a:pt x="30790" y="53578"/>
                  <a:pt x="35719" y="53578"/>
                </a:cubicBezTo>
                <a:close/>
                <a:moveTo>
                  <a:pt x="80367" y="26789"/>
                </a:moveTo>
                <a:cubicBezTo>
                  <a:pt x="80367" y="21861"/>
                  <a:pt x="76366" y="17859"/>
                  <a:pt x="71438" y="17859"/>
                </a:cubicBezTo>
                <a:cubicBezTo>
                  <a:pt x="66509" y="17859"/>
                  <a:pt x="62508" y="21861"/>
                  <a:pt x="62508" y="26789"/>
                </a:cubicBezTo>
                <a:cubicBezTo>
                  <a:pt x="62508" y="31717"/>
                  <a:pt x="66509" y="35719"/>
                  <a:pt x="71438" y="35719"/>
                </a:cubicBezTo>
                <a:cubicBezTo>
                  <a:pt x="76366" y="35719"/>
                  <a:pt x="80367" y="31717"/>
                  <a:pt x="80367" y="26789"/>
                </a:cubicBezTo>
                <a:close/>
                <a:moveTo>
                  <a:pt x="107156" y="53578"/>
                </a:moveTo>
                <a:cubicBezTo>
                  <a:pt x="112085" y="53578"/>
                  <a:pt x="116086" y="49577"/>
                  <a:pt x="116086" y="44648"/>
                </a:cubicBezTo>
                <a:cubicBezTo>
                  <a:pt x="116086" y="39720"/>
                  <a:pt x="112085" y="35719"/>
                  <a:pt x="107156" y="35719"/>
                </a:cubicBezTo>
                <a:cubicBezTo>
                  <a:pt x="102228" y="35719"/>
                  <a:pt x="98227" y="39720"/>
                  <a:pt x="98227" y="44648"/>
                </a:cubicBezTo>
                <a:cubicBezTo>
                  <a:pt x="98227" y="49577"/>
                  <a:pt x="102228" y="53578"/>
                  <a:pt x="107156" y="53578"/>
                </a:cubicBezTo>
                <a:close/>
              </a:path>
            </a:pathLst>
          </a:custGeom>
          <a:solidFill>
            <a:srgbClr val="ddff00"/>
          </a:solidFill>
          <a:ln w="0">
            <a:noFill/>
          </a:ln>
        </p:spPr>
        <p:style>
          <a:lnRef idx="0"/>
          <a:fillRef idx="0"/>
          <a:effectRef idx="0"/>
          <a:fontRef idx="minor"/>
        </p:style>
      </p:sp>
      <p:sp>
        <p:nvSpPr>
          <p:cNvPr id="573" name="Text 46"/>
          <p:cNvSpPr/>
          <p:nvPr/>
        </p:nvSpPr>
        <p:spPr>
          <a:xfrm>
            <a:off x="5578560" y="2833560"/>
            <a:ext cx="2761560" cy="2214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Artistic Expression</a:t>
            </a:r>
            <a:endParaRPr b="0" lang="en-HK" sz="1130" spc="-1" strike="noStrike">
              <a:latin typeface="Arial"/>
            </a:endParaRPr>
          </a:p>
        </p:txBody>
      </p:sp>
      <p:sp>
        <p:nvSpPr>
          <p:cNvPr id="574" name="Text 47"/>
          <p:cNvSpPr/>
          <p:nvPr/>
        </p:nvSpPr>
        <p:spPr>
          <a:xfrm>
            <a:off x="5396040" y="3119400"/>
            <a:ext cx="2936160" cy="3801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80000"/>
                  </a:srgbClr>
                </a:solidFill>
                <a:latin typeface="Liter"/>
                <a:ea typeface="Liter"/>
              </a:rPr>
              <a:t>Visual and theatrical elements in performances, fashion, and makeup</a:t>
            </a:r>
            <a:endParaRPr b="0" lang="en-HK" sz="1000" spc="-1" strike="noStrike">
              <a:latin typeface="Arial"/>
            </a:endParaRPr>
          </a:p>
        </p:txBody>
      </p:sp>
      <p:sp>
        <p:nvSpPr>
          <p:cNvPr id="575" name="Shape 48"/>
          <p:cNvSpPr/>
          <p:nvPr/>
        </p:nvSpPr>
        <p:spPr>
          <a:xfrm>
            <a:off x="8532000" y="2702880"/>
            <a:ext cx="3134520" cy="928080"/>
          </a:xfrm>
          <a:custGeom>
            <a:avLst/>
            <a:gdLst/>
            <a:ahLst/>
            <a:rect l="l" t="t" r="r" b="b"/>
            <a:pathLst>
              <a:path w="3135313" h="928688">
                <a:moveTo>
                  <a:pt x="0" y="0"/>
                </a:moveTo>
                <a:lnTo>
                  <a:pt x="3135313" y="0"/>
                </a:lnTo>
                <a:lnTo>
                  <a:pt x="3135313" y="928688"/>
                </a:lnTo>
                <a:lnTo>
                  <a:pt x="0" y="928688"/>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576" name="Shape 49"/>
          <p:cNvSpPr/>
          <p:nvPr/>
        </p:nvSpPr>
        <p:spPr>
          <a:xfrm>
            <a:off x="8673840" y="2873520"/>
            <a:ext cx="159840" cy="142200"/>
          </a:xfrm>
          <a:custGeom>
            <a:avLst/>
            <a:gdLst/>
            <a:ahLst/>
            <a:rect l="l" t="t" r="r" b="b"/>
            <a:pathLst>
              <a:path w="160734" h="142875">
                <a:moveTo>
                  <a:pt x="17859" y="26789"/>
                </a:moveTo>
                <a:lnTo>
                  <a:pt x="17859" y="93762"/>
                </a:lnTo>
                <a:lnTo>
                  <a:pt x="142875" y="93762"/>
                </a:lnTo>
                <a:lnTo>
                  <a:pt x="142875" y="26789"/>
                </a:lnTo>
                <a:lnTo>
                  <a:pt x="17859" y="26789"/>
                </a:lnTo>
                <a:close/>
                <a:moveTo>
                  <a:pt x="0" y="26789"/>
                </a:moveTo>
                <a:cubicBezTo>
                  <a:pt x="0" y="16939"/>
                  <a:pt x="8009" y="8930"/>
                  <a:pt x="17859" y="8930"/>
                </a:cubicBezTo>
                <a:lnTo>
                  <a:pt x="142875" y="8930"/>
                </a:lnTo>
                <a:cubicBezTo>
                  <a:pt x="152726" y="8930"/>
                  <a:pt x="160734" y="16939"/>
                  <a:pt x="160734" y="26789"/>
                </a:cubicBezTo>
                <a:lnTo>
                  <a:pt x="160734" y="93762"/>
                </a:lnTo>
                <a:cubicBezTo>
                  <a:pt x="160734" y="103612"/>
                  <a:pt x="152726" y="111621"/>
                  <a:pt x="142875" y="111621"/>
                </a:cubicBezTo>
                <a:lnTo>
                  <a:pt x="17859" y="111621"/>
                </a:lnTo>
                <a:cubicBezTo>
                  <a:pt x="8009" y="111621"/>
                  <a:pt x="0" y="103612"/>
                  <a:pt x="0" y="93762"/>
                </a:cubicBezTo>
                <a:lnTo>
                  <a:pt x="0" y="26789"/>
                </a:lnTo>
                <a:close/>
                <a:moveTo>
                  <a:pt x="44648" y="125016"/>
                </a:moveTo>
                <a:lnTo>
                  <a:pt x="116086" y="125016"/>
                </a:lnTo>
                <a:cubicBezTo>
                  <a:pt x="121025" y="125016"/>
                  <a:pt x="125016" y="129006"/>
                  <a:pt x="125016" y="133945"/>
                </a:cubicBezTo>
                <a:cubicBezTo>
                  <a:pt x="125016" y="138885"/>
                  <a:pt x="121025" y="142875"/>
                  <a:pt x="116086" y="142875"/>
                </a:cubicBezTo>
                <a:lnTo>
                  <a:pt x="44648" y="142875"/>
                </a:lnTo>
                <a:cubicBezTo>
                  <a:pt x="39709" y="142875"/>
                  <a:pt x="35719" y="138885"/>
                  <a:pt x="35719" y="133945"/>
                </a:cubicBezTo>
                <a:cubicBezTo>
                  <a:pt x="35719" y="129006"/>
                  <a:pt x="39709" y="125016"/>
                  <a:pt x="44648" y="125016"/>
                </a:cubicBezTo>
                <a:close/>
              </a:path>
            </a:pathLst>
          </a:custGeom>
          <a:solidFill>
            <a:srgbClr val="ddff00"/>
          </a:solidFill>
          <a:ln w="0">
            <a:noFill/>
          </a:ln>
        </p:spPr>
        <p:style>
          <a:lnRef idx="0"/>
          <a:fillRef idx="0"/>
          <a:effectRef idx="0"/>
          <a:fontRef idx="minor"/>
        </p:style>
      </p:sp>
      <p:sp>
        <p:nvSpPr>
          <p:cNvPr id="577" name="Text 50"/>
          <p:cNvSpPr/>
          <p:nvPr/>
        </p:nvSpPr>
        <p:spPr>
          <a:xfrm>
            <a:off x="8845560" y="2833560"/>
            <a:ext cx="2761560" cy="2214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Music Videos</a:t>
            </a:r>
            <a:endParaRPr b="0" lang="en-HK" sz="1130" spc="-1" strike="noStrike">
              <a:latin typeface="Arial"/>
            </a:endParaRPr>
          </a:p>
        </p:txBody>
      </p:sp>
      <p:sp>
        <p:nvSpPr>
          <p:cNvPr id="578" name="Text 51"/>
          <p:cNvSpPr/>
          <p:nvPr/>
        </p:nvSpPr>
        <p:spPr>
          <a:xfrm>
            <a:off x="8663040" y="3119400"/>
            <a:ext cx="2936160" cy="3801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80000"/>
                  </a:srgbClr>
                </a:solidFill>
                <a:latin typeface="Liter"/>
                <a:ea typeface="Liter"/>
              </a:rPr>
              <a:t>MTV's rise in the early 1980s played a significant role in New Wave's popularity</a:t>
            </a:r>
            <a:endParaRPr b="0" lang="en-HK" sz="1000" spc="-1" strike="noStrike">
              <a:latin typeface="Arial"/>
            </a:endParaRPr>
          </a:p>
        </p:txBody>
      </p:sp>
      <p:sp>
        <p:nvSpPr>
          <p:cNvPr id="579" name="Shape 52"/>
          <p:cNvSpPr/>
          <p:nvPr/>
        </p:nvSpPr>
        <p:spPr>
          <a:xfrm>
            <a:off x="5054400" y="3968640"/>
            <a:ext cx="6817680" cy="1761480"/>
          </a:xfrm>
          <a:custGeom>
            <a:avLst/>
            <a:gdLst/>
            <a:ahLst/>
            <a:rect l="l" t="t" r="r" b="b"/>
            <a:pathLst>
              <a:path w="6818313" h="1762125">
                <a:moveTo>
                  <a:pt x="0" y="0"/>
                </a:moveTo>
                <a:lnTo>
                  <a:pt x="6818313" y="0"/>
                </a:lnTo>
                <a:lnTo>
                  <a:pt x="6818313" y="1762125"/>
                </a:lnTo>
                <a:lnTo>
                  <a:pt x="0" y="1762125"/>
                </a:lnTo>
                <a:lnTo>
                  <a:pt x="0" y="0"/>
                </a:lnTo>
                <a:close/>
              </a:path>
            </a:pathLst>
          </a:custGeom>
          <a:solidFill>
            <a:srgbClr val="ddff00"/>
          </a:solidFill>
          <a:ln w="0">
            <a:noFill/>
          </a:ln>
        </p:spPr>
        <p:style>
          <a:lnRef idx="0"/>
          <a:fillRef idx="0"/>
          <a:effectRef idx="0"/>
          <a:fontRef idx="minor"/>
        </p:style>
      </p:sp>
      <p:sp>
        <p:nvSpPr>
          <p:cNvPr id="580" name="Text 53"/>
          <p:cNvSpPr/>
          <p:nvPr/>
        </p:nvSpPr>
        <p:spPr>
          <a:xfrm>
            <a:off x="5213160" y="4127400"/>
            <a:ext cx="6579360" cy="2214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250" spc="-1" strike="noStrike">
                <a:solidFill>
                  <a:srgbClr val="000000"/>
                </a:solidFill>
                <a:latin typeface="Liter"/>
                <a:ea typeface="Liter"/>
              </a:rPr>
              <a:t>MTV &amp; The Visual Revolution</a:t>
            </a:r>
            <a:endParaRPr b="0" lang="en-HK" sz="1250" spc="-1" strike="noStrike">
              <a:latin typeface="Arial"/>
            </a:endParaRPr>
          </a:p>
        </p:txBody>
      </p:sp>
      <p:sp>
        <p:nvSpPr>
          <p:cNvPr id="581" name="Text 54"/>
          <p:cNvSpPr/>
          <p:nvPr/>
        </p:nvSpPr>
        <p:spPr>
          <a:xfrm>
            <a:off x="5213160" y="4444920"/>
            <a:ext cx="6563520" cy="6184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000" spc="-1" strike="noStrike">
                <a:solidFill>
                  <a:srgbClr val="000000"/>
                </a:solidFill>
                <a:latin typeface="Liter"/>
                <a:ea typeface="Liter"/>
              </a:rPr>
              <a:t>The launch of MTV in 1981 transformed New Wave into a dominant cultural force.</a:t>
            </a:r>
            <a:r>
              <a:rPr b="0" lang="en-US" sz="1000" spc="-1" strike="noStrike">
                <a:solidFill>
                  <a:srgbClr val="000000"/>
                </a:solidFill>
                <a:latin typeface="Liter"/>
                <a:ea typeface="Liter"/>
              </a:rPr>
              <a:t> Artists used music videos to express creativity, tell stories, and connect with fans visually. Bands like Duran Duran, The Cars, and A-ha became video stars.</a:t>
            </a:r>
            <a:endParaRPr b="0" lang="en-HK" sz="1000" spc="-1" strike="noStrike">
              <a:latin typeface="Arial"/>
            </a:endParaRPr>
          </a:p>
        </p:txBody>
      </p:sp>
      <p:sp>
        <p:nvSpPr>
          <p:cNvPr id="582" name="Text 55"/>
          <p:cNvSpPr/>
          <p:nvPr/>
        </p:nvSpPr>
        <p:spPr>
          <a:xfrm>
            <a:off x="5213160" y="5159520"/>
            <a:ext cx="6563520" cy="4122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00" spc="-1" strike="noStrike">
                <a:solidFill>
                  <a:srgbClr val="000000">
                    <a:alpha val="80000"/>
                  </a:srgbClr>
                </a:solidFill>
                <a:latin typeface="Liter"/>
                <a:ea typeface="Liter"/>
              </a:rPr>
              <a:t>New Wave's bold, colorful, and often eccentric styles became a defining part of 1980s pop culture, influencing fashion, art, and film far beyond music.</a:t>
            </a:r>
            <a:endParaRPr b="0" lang="en-HK" sz="1000" spc="-1" strike="noStrike">
              <a:latin typeface="Arial"/>
            </a:endParaRPr>
          </a:p>
        </p:txBody>
      </p:sp>
      <p:sp>
        <p:nvSpPr>
          <p:cNvPr id="583" name="Shape 56"/>
          <p:cNvSpPr/>
          <p:nvPr/>
        </p:nvSpPr>
        <p:spPr>
          <a:xfrm>
            <a:off x="5058720" y="5861880"/>
            <a:ext cx="2197800" cy="642240"/>
          </a:xfrm>
          <a:custGeom>
            <a:avLst/>
            <a:gdLst/>
            <a:ahLst/>
            <a:rect l="l" t="t" r="r" b="b"/>
            <a:pathLst>
              <a:path w="2198688" h="642938">
                <a:moveTo>
                  <a:pt x="0" y="0"/>
                </a:moveTo>
                <a:lnTo>
                  <a:pt x="2198688" y="0"/>
                </a:lnTo>
                <a:lnTo>
                  <a:pt x="2198688" y="642938"/>
                </a:lnTo>
                <a:lnTo>
                  <a:pt x="0" y="642938"/>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584" name="Text 57"/>
          <p:cNvSpPr/>
          <p:nvPr/>
        </p:nvSpPr>
        <p:spPr>
          <a:xfrm>
            <a:off x="5110200" y="5961240"/>
            <a:ext cx="2094840" cy="253440"/>
          </a:xfrm>
          <a:prstGeom prst="rect">
            <a:avLst/>
          </a:prstGeom>
          <a:noFill/>
          <a:ln w="0">
            <a:noFill/>
          </a:ln>
        </p:spPr>
        <p:style>
          <a:lnRef idx="0"/>
          <a:fillRef idx="0"/>
          <a:effectRef idx="0"/>
          <a:fontRef idx="minor"/>
        </p:style>
        <p:txBody>
          <a:bodyPr lIns="0" rIns="0" tIns="0" bIns="0" anchor="ctr">
            <a:noAutofit/>
          </a:bodyPr>
          <a:p>
            <a:pPr algn="ctr">
              <a:lnSpc>
                <a:spcPct val="110000"/>
              </a:lnSpc>
              <a:buNone/>
            </a:pPr>
            <a:r>
              <a:rPr b="1" lang="en-US" sz="1500" spc="-1" strike="noStrike">
                <a:solidFill>
                  <a:srgbClr val="ddff00"/>
                </a:solidFill>
                <a:latin typeface="Liter"/>
                <a:ea typeface="Liter"/>
              </a:rPr>
              <a:t>1981</a:t>
            </a:r>
            <a:endParaRPr b="0" lang="en-HK" sz="1500" spc="-1" strike="noStrike">
              <a:latin typeface="Arial"/>
            </a:endParaRPr>
          </a:p>
        </p:txBody>
      </p:sp>
      <p:sp>
        <p:nvSpPr>
          <p:cNvPr id="585" name="Text 58"/>
          <p:cNvSpPr/>
          <p:nvPr/>
        </p:nvSpPr>
        <p:spPr>
          <a:xfrm>
            <a:off x="5130000" y="6246720"/>
            <a:ext cx="2055240" cy="15804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0" lang="en-US" sz="880" spc="-1" strike="noStrike">
                <a:solidFill>
                  <a:srgbClr val="ffffff">
                    <a:alpha val="70000"/>
                  </a:srgbClr>
                </a:solidFill>
                <a:latin typeface="Liter"/>
                <a:ea typeface="Liter"/>
              </a:rPr>
              <a:t>MTV launches</a:t>
            </a:r>
            <a:endParaRPr b="0" lang="en-HK" sz="880" spc="-1" strike="noStrike">
              <a:latin typeface="Arial"/>
            </a:endParaRPr>
          </a:p>
        </p:txBody>
      </p:sp>
      <p:sp>
        <p:nvSpPr>
          <p:cNvPr id="586" name="Shape 59"/>
          <p:cNvSpPr/>
          <p:nvPr/>
        </p:nvSpPr>
        <p:spPr>
          <a:xfrm>
            <a:off x="7363440" y="5861880"/>
            <a:ext cx="2197800" cy="642240"/>
          </a:xfrm>
          <a:custGeom>
            <a:avLst/>
            <a:gdLst/>
            <a:ahLst/>
            <a:rect l="l" t="t" r="r" b="b"/>
            <a:pathLst>
              <a:path w="2198688" h="642938">
                <a:moveTo>
                  <a:pt x="0" y="0"/>
                </a:moveTo>
                <a:lnTo>
                  <a:pt x="2198688" y="0"/>
                </a:lnTo>
                <a:lnTo>
                  <a:pt x="2198688" y="642938"/>
                </a:lnTo>
                <a:lnTo>
                  <a:pt x="0" y="642938"/>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587" name="Text 60"/>
          <p:cNvSpPr/>
          <p:nvPr/>
        </p:nvSpPr>
        <p:spPr>
          <a:xfrm>
            <a:off x="7415280" y="5961240"/>
            <a:ext cx="2094840" cy="253440"/>
          </a:xfrm>
          <a:prstGeom prst="rect">
            <a:avLst/>
          </a:prstGeom>
          <a:noFill/>
          <a:ln w="0">
            <a:noFill/>
          </a:ln>
        </p:spPr>
        <p:style>
          <a:lnRef idx="0"/>
          <a:fillRef idx="0"/>
          <a:effectRef idx="0"/>
          <a:fontRef idx="minor"/>
        </p:style>
        <p:txBody>
          <a:bodyPr lIns="0" rIns="0" tIns="0" bIns="0" anchor="ctr">
            <a:noAutofit/>
          </a:bodyPr>
          <a:p>
            <a:pPr algn="ctr">
              <a:lnSpc>
                <a:spcPct val="110000"/>
              </a:lnSpc>
              <a:buNone/>
            </a:pPr>
            <a:r>
              <a:rPr b="1" lang="en-US" sz="1500" spc="-1" strike="noStrike">
                <a:solidFill>
                  <a:srgbClr val="ddff00"/>
                </a:solidFill>
                <a:latin typeface="Liter"/>
                <a:ea typeface="Liter"/>
              </a:rPr>
              <a:t>18</a:t>
            </a:r>
            <a:endParaRPr b="0" lang="en-HK" sz="1500" spc="-1" strike="noStrike">
              <a:latin typeface="Arial"/>
            </a:endParaRPr>
          </a:p>
        </p:txBody>
      </p:sp>
      <p:sp>
        <p:nvSpPr>
          <p:cNvPr id="588" name="Text 61"/>
          <p:cNvSpPr/>
          <p:nvPr/>
        </p:nvSpPr>
        <p:spPr>
          <a:xfrm>
            <a:off x="7435080" y="6246720"/>
            <a:ext cx="2055240" cy="15804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0" lang="en-US" sz="880" spc="-1" strike="noStrike">
                <a:solidFill>
                  <a:srgbClr val="ffffff">
                    <a:alpha val="70000"/>
                  </a:srgbClr>
                </a:solidFill>
                <a:latin typeface="Liter"/>
                <a:ea typeface="Liter"/>
              </a:rPr>
              <a:t>British hits in Top 40 (1983)</a:t>
            </a:r>
            <a:endParaRPr b="0" lang="en-HK" sz="880" spc="-1" strike="noStrike">
              <a:latin typeface="Arial"/>
            </a:endParaRPr>
          </a:p>
        </p:txBody>
      </p:sp>
      <p:sp>
        <p:nvSpPr>
          <p:cNvPr id="589" name="Shape 62"/>
          <p:cNvSpPr/>
          <p:nvPr/>
        </p:nvSpPr>
        <p:spPr>
          <a:xfrm>
            <a:off x="9668520" y="5861880"/>
            <a:ext cx="2197800" cy="642240"/>
          </a:xfrm>
          <a:custGeom>
            <a:avLst/>
            <a:gdLst/>
            <a:ahLst/>
            <a:rect l="l" t="t" r="r" b="b"/>
            <a:pathLst>
              <a:path w="2198688" h="642938">
                <a:moveTo>
                  <a:pt x="0" y="0"/>
                </a:moveTo>
                <a:lnTo>
                  <a:pt x="2198688" y="0"/>
                </a:lnTo>
                <a:lnTo>
                  <a:pt x="2198688" y="642938"/>
                </a:lnTo>
                <a:lnTo>
                  <a:pt x="0" y="642938"/>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590" name="Text 63"/>
          <p:cNvSpPr/>
          <p:nvPr/>
        </p:nvSpPr>
        <p:spPr>
          <a:xfrm>
            <a:off x="9720360" y="5961240"/>
            <a:ext cx="2094840" cy="253440"/>
          </a:xfrm>
          <a:prstGeom prst="rect">
            <a:avLst/>
          </a:prstGeom>
          <a:noFill/>
          <a:ln w="0">
            <a:noFill/>
          </a:ln>
        </p:spPr>
        <p:style>
          <a:lnRef idx="0"/>
          <a:fillRef idx="0"/>
          <a:effectRef idx="0"/>
          <a:fontRef idx="minor"/>
        </p:style>
        <p:txBody>
          <a:bodyPr lIns="0" rIns="0" tIns="0" bIns="0" anchor="ctr">
            <a:noAutofit/>
          </a:bodyPr>
          <a:p>
            <a:pPr algn="ctr">
              <a:lnSpc>
                <a:spcPct val="110000"/>
              </a:lnSpc>
              <a:buNone/>
            </a:pPr>
            <a:r>
              <a:rPr b="1" lang="en-US" sz="1500" spc="-1" strike="noStrike">
                <a:solidFill>
                  <a:srgbClr val="ddff00"/>
                </a:solidFill>
                <a:latin typeface="Liter"/>
                <a:ea typeface="Liter"/>
              </a:rPr>
              <a:t>2nd</a:t>
            </a:r>
            <a:endParaRPr b="0" lang="en-HK" sz="1500" spc="-1" strike="noStrike">
              <a:latin typeface="Arial"/>
            </a:endParaRPr>
          </a:p>
        </p:txBody>
      </p:sp>
      <p:sp>
        <p:nvSpPr>
          <p:cNvPr id="591" name="Text 64"/>
          <p:cNvSpPr/>
          <p:nvPr/>
        </p:nvSpPr>
        <p:spPr>
          <a:xfrm>
            <a:off x="9740160" y="6246720"/>
            <a:ext cx="2055240" cy="15804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0" lang="en-US" sz="880" spc="-1" strike="noStrike">
                <a:solidFill>
                  <a:srgbClr val="ffffff">
                    <a:alpha val="70000"/>
                  </a:srgbClr>
                </a:solidFill>
                <a:latin typeface="Liter"/>
                <a:ea typeface="Liter"/>
              </a:rPr>
              <a:t>British Invasion</a:t>
            </a:r>
            <a:endParaRPr b="0" lang="en-HK" sz="880" spc="-1" strike="noStrike">
              <a:latin typeface="Arial"/>
            </a:endParaRPr>
          </a:p>
        </p:txBody>
      </p:sp>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sp>
        <p:nvSpPr>
          <p:cNvPr id="592" name="Image 0"/>
          <p:cNvSpPr/>
          <p:nvPr/>
        </p:nvSpPr>
        <p:spPr>
          <a:xfrm>
            <a:off x="0" y="0"/>
            <a:ext cx="12191400" cy="6857280"/>
          </a:xfrm>
          <a:prstGeom prst="roundRect">
            <a:avLst>
              <a:gd name="adj" fmla="val 0"/>
            </a:avLst>
          </a:prstGeom>
          <a:solidFill>
            <a:srgbClr val="729fcf"/>
          </a:solidFill>
          <a:ln w="0">
            <a:noFill/>
          </a:ln>
        </p:spPr>
        <p:style>
          <a:lnRef idx="0"/>
          <a:fillRef idx="0"/>
          <a:effectRef idx="0"/>
          <a:fontRef idx="minor"/>
        </p:style>
      </p:sp>
      <p:sp>
        <p:nvSpPr>
          <p:cNvPr id="593" name="Shape 0"/>
          <p:cNvSpPr/>
          <p:nvPr/>
        </p:nvSpPr>
        <p:spPr>
          <a:xfrm>
            <a:off x="0" y="0"/>
            <a:ext cx="12191400" cy="6857280"/>
          </a:xfrm>
          <a:custGeom>
            <a:avLst/>
            <a:gdLst/>
            <a:ahLst/>
            <a:rect l="l" t="t" r="r" b="b"/>
            <a:pathLst>
              <a:path w="12192000" h="6858000">
                <a:moveTo>
                  <a:pt x="0" y="0"/>
                </a:moveTo>
                <a:lnTo>
                  <a:pt x="12192000" y="0"/>
                </a:lnTo>
                <a:lnTo>
                  <a:pt x="12192000" y="6858000"/>
                </a:lnTo>
                <a:lnTo>
                  <a:pt x="0" y="6858000"/>
                </a:lnTo>
                <a:lnTo>
                  <a:pt x="0" y="0"/>
                </a:lnTo>
                <a:close/>
              </a:path>
            </a:pathLst>
          </a:custGeom>
          <a:gradFill rotWithShape="0">
            <a:gsLst>
              <a:gs pos="0">
                <a:srgbClr val="000000"/>
              </a:gs>
              <a:gs pos="100000">
                <a:srgbClr val="000000">
                  <a:alpha val="60000"/>
                </a:srgbClr>
              </a:gs>
            </a:gsLst>
            <a:lin ang="0"/>
          </a:gradFill>
          <a:ln w="0">
            <a:noFill/>
          </a:ln>
        </p:spPr>
        <p:style>
          <a:lnRef idx="0"/>
          <a:fillRef idx="0"/>
          <a:effectRef idx="0"/>
          <a:fontRef idx="minor"/>
        </p:style>
      </p:sp>
      <p:sp>
        <p:nvSpPr>
          <p:cNvPr id="594" name="Shape 1"/>
          <p:cNvSpPr/>
          <p:nvPr/>
        </p:nvSpPr>
        <p:spPr>
          <a:xfrm rot="720000">
            <a:off x="10754280" y="5420160"/>
            <a:ext cx="875520" cy="875520"/>
          </a:xfrm>
          <a:custGeom>
            <a:avLst/>
            <a:gdLst/>
            <a:ahLst/>
            <a:rect l="l" t="t" r="r" b="b"/>
            <a:pathLst>
              <a:path w="876300" h="876300">
                <a:moveTo>
                  <a:pt x="0" y="0"/>
                </a:moveTo>
                <a:lnTo>
                  <a:pt x="876300" y="0"/>
                </a:lnTo>
                <a:lnTo>
                  <a:pt x="876300" y="876300"/>
                </a:lnTo>
                <a:lnTo>
                  <a:pt x="0" y="876300"/>
                </a:lnTo>
                <a:lnTo>
                  <a:pt x="0" y="0"/>
                </a:lnTo>
                <a:close/>
              </a:path>
            </a:pathLst>
          </a:custGeom>
          <a:noFill/>
          <a:ln w="50800">
            <a:solidFill>
              <a:srgbClr val="ddff00"/>
            </a:solidFill>
            <a:round/>
          </a:ln>
        </p:spPr>
        <p:style>
          <a:lnRef idx="0"/>
          <a:fillRef idx="0"/>
          <a:effectRef idx="0"/>
          <a:fontRef idx="minor"/>
        </p:style>
      </p:sp>
      <p:sp>
        <p:nvSpPr>
          <p:cNvPr id="595" name="Shape 2"/>
          <p:cNvSpPr/>
          <p:nvPr/>
        </p:nvSpPr>
        <p:spPr>
          <a:xfrm rot="21240000">
            <a:off x="320040" y="1310760"/>
            <a:ext cx="1218600" cy="1218600"/>
          </a:xfrm>
          <a:custGeom>
            <a:avLst/>
            <a:gdLst/>
            <a:ahLst/>
            <a:rect l="l" t="t" r="r" b="b"/>
            <a:pathLst>
              <a:path w="1219200" h="1219200">
                <a:moveTo>
                  <a:pt x="0" y="0"/>
                </a:moveTo>
                <a:lnTo>
                  <a:pt x="1219200" y="0"/>
                </a:lnTo>
                <a:lnTo>
                  <a:pt x="1219200" y="1219200"/>
                </a:lnTo>
                <a:lnTo>
                  <a:pt x="0" y="1219200"/>
                </a:lnTo>
                <a:lnTo>
                  <a:pt x="0" y="0"/>
                </a:lnTo>
                <a:close/>
              </a:path>
            </a:pathLst>
          </a:custGeom>
          <a:solidFill>
            <a:srgbClr val="ddff00"/>
          </a:solidFill>
          <a:ln w="0">
            <a:noFill/>
          </a:ln>
        </p:spPr>
        <p:style>
          <a:lnRef idx="0"/>
          <a:fillRef idx="0"/>
          <a:effectRef idx="0"/>
          <a:fontRef idx="minor"/>
        </p:style>
      </p:sp>
      <p:sp>
        <p:nvSpPr>
          <p:cNvPr id="596" name="Text 3"/>
          <p:cNvSpPr/>
          <p:nvPr/>
        </p:nvSpPr>
        <p:spPr>
          <a:xfrm>
            <a:off x="566640" y="1638360"/>
            <a:ext cx="1189800" cy="68508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5400" spc="-1" strike="noStrike">
                <a:solidFill>
                  <a:srgbClr val="000000"/>
                </a:solidFill>
                <a:latin typeface="Liter"/>
                <a:ea typeface="Liter"/>
              </a:rPr>
              <a:t>06</a:t>
            </a:r>
            <a:endParaRPr b="0" lang="en-HK" sz="5400" spc="-1" strike="noStrike">
              <a:latin typeface="Arial"/>
            </a:endParaRPr>
          </a:p>
        </p:txBody>
      </p:sp>
      <p:sp>
        <p:nvSpPr>
          <p:cNvPr id="597" name="Shape 4"/>
          <p:cNvSpPr/>
          <p:nvPr/>
        </p:nvSpPr>
        <p:spPr>
          <a:xfrm>
            <a:off x="1828800" y="1752480"/>
            <a:ext cx="3923640" cy="37440"/>
          </a:xfrm>
          <a:custGeom>
            <a:avLst/>
            <a:gdLst/>
            <a:ahLst/>
            <a:rect l="l" t="t" r="r" b="b"/>
            <a:pathLst>
              <a:path w="3924300" h="38100">
                <a:moveTo>
                  <a:pt x="0" y="0"/>
                </a:moveTo>
                <a:lnTo>
                  <a:pt x="3924300" y="0"/>
                </a:lnTo>
                <a:lnTo>
                  <a:pt x="3924300" y="38100"/>
                </a:lnTo>
                <a:lnTo>
                  <a:pt x="0" y="38100"/>
                </a:lnTo>
                <a:lnTo>
                  <a:pt x="0" y="0"/>
                </a:lnTo>
                <a:close/>
              </a:path>
            </a:pathLst>
          </a:custGeom>
          <a:solidFill>
            <a:srgbClr val="ddff00"/>
          </a:solidFill>
          <a:ln w="0">
            <a:noFill/>
          </a:ln>
        </p:spPr>
        <p:style>
          <a:lnRef idx="0"/>
          <a:fillRef idx="0"/>
          <a:effectRef idx="0"/>
          <a:fontRef idx="minor"/>
        </p:style>
      </p:sp>
      <p:sp>
        <p:nvSpPr>
          <p:cNvPr id="598" name="Text 5"/>
          <p:cNvSpPr/>
          <p:nvPr/>
        </p:nvSpPr>
        <p:spPr>
          <a:xfrm>
            <a:off x="1828800" y="1943280"/>
            <a:ext cx="4009320" cy="2660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350" spc="131" strike="noStrike">
                <a:solidFill>
                  <a:srgbClr val="ddff00"/>
                </a:solidFill>
                <a:latin typeface="Liter"/>
                <a:ea typeface="Liter"/>
              </a:rPr>
              <a:t>CHAPTER SIX</a:t>
            </a:r>
            <a:endParaRPr b="0" lang="en-HK" sz="1350" spc="-1" strike="noStrike">
              <a:latin typeface="Arial"/>
            </a:endParaRPr>
          </a:p>
        </p:txBody>
      </p:sp>
      <p:sp>
        <p:nvSpPr>
          <p:cNvPr id="599" name="Text 6"/>
          <p:cNvSpPr/>
          <p:nvPr/>
        </p:nvSpPr>
        <p:spPr>
          <a:xfrm>
            <a:off x="380880" y="2895480"/>
            <a:ext cx="5714280" cy="1713960"/>
          </a:xfrm>
          <a:prstGeom prst="rect">
            <a:avLst/>
          </a:prstGeom>
          <a:noFill/>
          <a:ln w="0">
            <a:noFill/>
          </a:ln>
        </p:spPr>
        <p:style>
          <a:lnRef idx="0"/>
          <a:fillRef idx="0"/>
          <a:effectRef idx="0"/>
          <a:fontRef idx="minor"/>
        </p:style>
        <p:txBody>
          <a:bodyPr lIns="0" rIns="0" tIns="0" bIns="0" anchor="ctr">
            <a:noAutofit/>
          </a:bodyPr>
          <a:p>
            <a:pPr>
              <a:lnSpc>
                <a:spcPct val="100000"/>
              </a:lnSpc>
              <a:buNone/>
            </a:pPr>
            <a:r>
              <a:rPr b="1" lang="en-US" sz="3600" spc="-1" strike="noStrike">
                <a:solidFill>
                  <a:srgbClr val="ffffff"/>
                </a:solidFill>
                <a:latin typeface="Liter"/>
                <a:ea typeface="Liter"/>
              </a:rPr>
              <a:t>ALTERNATIVE</a:t>
            </a:r>
            <a:endParaRPr b="0" lang="en-HK" sz="3600" spc="-1" strike="noStrike">
              <a:latin typeface="Arial"/>
            </a:endParaRPr>
          </a:p>
          <a:p>
            <a:pPr>
              <a:lnSpc>
                <a:spcPct val="100000"/>
              </a:lnSpc>
              <a:buNone/>
            </a:pPr>
            <a:r>
              <a:rPr b="1" lang="en-US" sz="3600" spc="-1" strike="noStrike">
                <a:solidFill>
                  <a:srgbClr val="ddff00"/>
                </a:solidFill>
                <a:latin typeface="Liter"/>
                <a:ea typeface="Liter"/>
              </a:rPr>
              <a:t>ROCK &amp; GRUNGE</a:t>
            </a:r>
            <a:endParaRPr b="0" lang="en-HK" sz="3600" spc="-1" strike="noStrike">
              <a:latin typeface="Arial"/>
            </a:endParaRPr>
          </a:p>
        </p:txBody>
      </p:sp>
      <p:sp>
        <p:nvSpPr>
          <p:cNvPr id="600" name="Text 7"/>
          <p:cNvSpPr/>
          <p:nvPr/>
        </p:nvSpPr>
        <p:spPr>
          <a:xfrm>
            <a:off x="380880" y="4838760"/>
            <a:ext cx="5485680" cy="3042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1800" spc="-1" strike="noStrike">
                <a:solidFill>
                  <a:srgbClr val="ffffff">
                    <a:alpha val="80000"/>
                  </a:srgbClr>
                </a:solidFill>
                <a:latin typeface="Liter"/>
                <a:ea typeface="Liter"/>
              </a:rPr>
              <a:t>1990s: The Seattle Sound Goes Global</a:t>
            </a:r>
            <a:endParaRPr b="0" lang="en-HK" sz="1800" spc="-1" strike="noStrike">
              <a:latin typeface="Arial"/>
            </a:endParaRPr>
          </a:p>
        </p:txBody>
      </p:sp>
      <p:sp>
        <p:nvSpPr>
          <p:cNvPr id="601" name="Shape 8"/>
          <p:cNvSpPr/>
          <p:nvPr/>
        </p:nvSpPr>
        <p:spPr>
          <a:xfrm>
            <a:off x="380880" y="5448240"/>
            <a:ext cx="761400" cy="37440"/>
          </a:xfrm>
          <a:custGeom>
            <a:avLst/>
            <a:gdLst/>
            <a:ahLst/>
            <a:rect l="l" t="t" r="r" b="b"/>
            <a:pathLst>
              <a:path w="762000" h="38100">
                <a:moveTo>
                  <a:pt x="0" y="0"/>
                </a:moveTo>
                <a:lnTo>
                  <a:pt x="762000" y="0"/>
                </a:lnTo>
                <a:lnTo>
                  <a:pt x="762000" y="38100"/>
                </a:lnTo>
                <a:lnTo>
                  <a:pt x="0" y="38100"/>
                </a:lnTo>
                <a:lnTo>
                  <a:pt x="0" y="0"/>
                </a:lnTo>
                <a:close/>
              </a:path>
            </a:pathLst>
          </a:custGeom>
          <a:solidFill>
            <a:srgbClr val="ddff00"/>
          </a:solidFill>
          <a:ln w="0">
            <a:noFill/>
          </a:ln>
        </p:spPr>
        <p:style>
          <a:lnRef idx="0"/>
          <a:fillRef idx="0"/>
          <a:effectRef idx="0"/>
          <a:fontRef idx="minor"/>
        </p:style>
      </p:sp>
      <p:sp>
        <p:nvSpPr>
          <p:cNvPr id="602" name="Shape 9"/>
          <p:cNvSpPr/>
          <p:nvPr/>
        </p:nvSpPr>
        <p:spPr>
          <a:xfrm>
            <a:off x="1295280" y="5448240"/>
            <a:ext cx="380160" cy="37440"/>
          </a:xfrm>
          <a:custGeom>
            <a:avLst/>
            <a:gdLst/>
            <a:ahLst/>
            <a:rect l="l" t="t" r="r" b="b"/>
            <a:pathLst>
              <a:path w="381000" h="38100">
                <a:moveTo>
                  <a:pt x="0" y="0"/>
                </a:moveTo>
                <a:lnTo>
                  <a:pt x="381000" y="0"/>
                </a:lnTo>
                <a:lnTo>
                  <a:pt x="381000" y="38100"/>
                </a:lnTo>
                <a:lnTo>
                  <a:pt x="0" y="38100"/>
                </a:lnTo>
                <a:lnTo>
                  <a:pt x="0" y="0"/>
                </a:lnTo>
                <a:close/>
              </a:path>
            </a:pathLst>
          </a:custGeom>
          <a:solidFill>
            <a:srgbClr val="ddff00"/>
          </a:solidFill>
          <a:ln w="0">
            <a:noFill/>
          </a:ln>
        </p:spPr>
        <p:style>
          <a:lnRef idx="0"/>
          <a:fillRef idx="0"/>
          <a:effectRef idx="0"/>
          <a:fontRef idx="minor"/>
        </p:style>
      </p:sp>
      <p:sp>
        <p:nvSpPr>
          <p:cNvPr id="603" name="Shape 10"/>
          <p:cNvSpPr/>
          <p:nvPr/>
        </p:nvSpPr>
        <p:spPr>
          <a:xfrm>
            <a:off x="1828800" y="5448240"/>
            <a:ext cx="189720" cy="37440"/>
          </a:xfrm>
          <a:custGeom>
            <a:avLst/>
            <a:gdLst/>
            <a:ahLst/>
            <a:rect l="l" t="t" r="r" b="b"/>
            <a:pathLst>
              <a:path w="190500" h="38100">
                <a:moveTo>
                  <a:pt x="0" y="0"/>
                </a:moveTo>
                <a:lnTo>
                  <a:pt x="190500" y="0"/>
                </a:lnTo>
                <a:lnTo>
                  <a:pt x="190500" y="38100"/>
                </a:lnTo>
                <a:lnTo>
                  <a:pt x="0" y="38100"/>
                </a:lnTo>
                <a:lnTo>
                  <a:pt x="0" y="0"/>
                </a:lnTo>
                <a:close/>
              </a:path>
            </a:pathLst>
          </a:custGeom>
          <a:solidFill>
            <a:srgbClr val="ddff00"/>
          </a:solidFill>
          <a:ln w="0">
            <a:noFill/>
          </a:ln>
        </p:spPr>
        <p:style>
          <a:lnRef idx="0"/>
          <a:fillRef idx="0"/>
          <a:effectRef idx="0"/>
          <a:fontRef idx="minor"/>
        </p:style>
      </p:sp>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sp>
        <p:nvSpPr>
          <p:cNvPr id="604" name="Shape 0"/>
          <p:cNvSpPr/>
          <p:nvPr/>
        </p:nvSpPr>
        <p:spPr>
          <a:xfrm>
            <a:off x="324360" y="372960"/>
            <a:ext cx="64080" cy="388440"/>
          </a:xfrm>
          <a:custGeom>
            <a:avLst/>
            <a:gdLst/>
            <a:ahLst/>
            <a:rect l="l" t="t" r="r" b="b"/>
            <a:pathLst>
              <a:path w="64851" h="389106">
                <a:moveTo>
                  <a:pt x="0" y="0"/>
                </a:moveTo>
                <a:lnTo>
                  <a:pt x="64851" y="0"/>
                </a:lnTo>
                <a:lnTo>
                  <a:pt x="64851" y="389106"/>
                </a:lnTo>
                <a:lnTo>
                  <a:pt x="0" y="389106"/>
                </a:lnTo>
                <a:lnTo>
                  <a:pt x="0" y="0"/>
                </a:lnTo>
                <a:close/>
              </a:path>
            </a:pathLst>
          </a:custGeom>
          <a:solidFill>
            <a:srgbClr val="ddff00"/>
          </a:solidFill>
          <a:ln w="0">
            <a:noFill/>
          </a:ln>
        </p:spPr>
        <p:style>
          <a:lnRef idx="0"/>
          <a:fillRef idx="0"/>
          <a:effectRef idx="0"/>
          <a:fontRef idx="minor"/>
        </p:style>
      </p:sp>
      <p:sp>
        <p:nvSpPr>
          <p:cNvPr id="605" name="Text 1"/>
          <p:cNvSpPr/>
          <p:nvPr/>
        </p:nvSpPr>
        <p:spPr>
          <a:xfrm>
            <a:off x="518760" y="324360"/>
            <a:ext cx="4952160" cy="1612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00" spc="83" strike="noStrike">
                <a:solidFill>
                  <a:srgbClr val="ddff00"/>
                </a:solidFill>
                <a:latin typeface="Liter"/>
                <a:ea typeface="Liter"/>
              </a:rPr>
              <a:t>CHAPTER 06</a:t>
            </a:r>
            <a:endParaRPr b="0" lang="en-HK" sz="900" spc="-1" strike="noStrike">
              <a:latin typeface="Arial"/>
            </a:endParaRPr>
          </a:p>
        </p:txBody>
      </p:sp>
      <p:sp>
        <p:nvSpPr>
          <p:cNvPr id="606" name="Text 2"/>
          <p:cNvSpPr/>
          <p:nvPr/>
        </p:nvSpPr>
        <p:spPr>
          <a:xfrm>
            <a:off x="518760" y="486360"/>
            <a:ext cx="5041440" cy="323640"/>
          </a:xfrm>
          <a:prstGeom prst="rect">
            <a:avLst/>
          </a:prstGeom>
          <a:noFill/>
          <a:ln w="0">
            <a:noFill/>
          </a:ln>
        </p:spPr>
        <p:style>
          <a:lnRef idx="0"/>
          <a:fillRef idx="0"/>
          <a:effectRef idx="0"/>
          <a:fontRef idx="minor"/>
        </p:style>
        <p:txBody>
          <a:bodyPr lIns="0" rIns="0" tIns="0" bIns="0" anchor="ctr">
            <a:noAutofit/>
          </a:bodyPr>
          <a:p>
            <a:pPr>
              <a:lnSpc>
                <a:spcPct val="90000"/>
              </a:lnSpc>
              <a:buNone/>
            </a:pPr>
            <a:r>
              <a:rPr b="1" lang="en-US" sz="3600" spc="-1" strike="noStrike">
                <a:solidFill>
                  <a:srgbClr val="ffffff"/>
                </a:solidFill>
                <a:latin typeface="Liter"/>
                <a:ea typeface="Liter"/>
              </a:rPr>
              <a:t>Grunge: Raw, Authentic, Revolutionary</a:t>
            </a:r>
            <a:endParaRPr b="0" lang="en-HK" sz="3600" spc="-1" strike="noStrike">
              <a:latin typeface="Arial"/>
            </a:endParaRPr>
          </a:p>
        </p:txBody>
      </p:sp>
      <p:sp>
        <p:nvSpPr>
          <p:cNvPr id="607" name="Shape 3"/>
          <p:cNvSpPr/>
          <p:nvPr/>
        </p:nvSpPr>
        <p:spPr>
          <a:xfrm>
            <a:off x="324360" y="1069920"/>
            <a:ext cx="6808680" cy="1896120"/>
          </a:xfrm>
          <a:custGeom>
            <a:avLst/>
            <a:gdLst/>
            <a:ahLst/>
            <a:rect l="l" t="t" r="r" b="b"/>
            <a:pathLst>
              <a:path w="6809362" h="1896894">
                <a:moveTo>
                  <a:pt x="0" y="0"/>
                </a:moveTo>
                <a:lnTo>
                  <a:pt x="6809362" y="0"/>
                </a:lnTo>
                <a:lnTo>
                  <a:pt x="6809362" y="1896894"/>
                </a:lnTo>
                <a:lnTo>
                  <a:pt x="0" y="1896894"/>
                </a:lnTo>
                <a:lnTo>
                  <a:pt x="0" y="0"/>
                </a:lnTo>
                <a:close/>
              </a:path>
            </a:pathLst>
          </a:custGeom>
          <a:solidFill>
            <a:srgbClr val="ddff00"/>
          </a:solidFill>
          <a:ln w="0">
            <a:noFill/>
          </a:ln>
        </p:spPr>
        <p:style>
          <a:lnRef idx="0"/>
          <a:fillRef idx="0"/>
          <a:effectRef idx="0"/>
          <a:fontRef idx="minor"/>
        </p:style>
      </p:sp>
      <p:sp>
        <p:nvSpPr>
          <p:cNvPr id="608" name="Text 4"/>
          <p:cNvSpPr/>
          <p:nvPr/>
        </p:nvSpPr>
        <p:spPr>
          <a:xfrm>
            <a:off x="518760" y="1264680"/>
            <a:ext cx="6516720" cy="25884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530" spc="-1" strike="noStrike">
                <a:solidFill>
                  <a:srgbClr val="000000"/>
                </a:solidFill>
                <a:latin typeface="Liter"/>
                <a:ea typeface="Liter"/>
              </a:rPr>
              <a:t>The Seattle Sound Explodes</a:t>
            </a:r>
            <a:endParaRPr b="0" lang="en-HK" sz="1530" spc="-1" strike="noStrike">
              <a:latin typeface="Arial"/>
            </a:endParaRPr>
          </a:p>
        </p:txBody>
      </p:sp>
      <p:sp>
        <p:nvSpPr>
          <p:cNvPr id="609" name="Text 5"/>
          <p:cNvSpPr/>
          <p:nvPr/>
        </p:nvSpPr>
        <p:spPr>
          <a:xfrm>
            <a:off x="518760" y="1621440"/>
            <a:ext cx="6484320" cy="6314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020" spc="-1" strike="noStrike">
                <a:solidFill>
                  <a:srgbClr val="000000"/>
                </a:solidFill>
                <a:latin typeface="Liter"/>
                <a:ea typeface="Liter"/>
              </a:rPr>
              <a:t>Grunge emerged from Seattle's underground scene in the late 1980s as a reaction against the excesses of 1980s hair metal.</a:t>
            </a:r>
            <a:r>
              <a:rPr b="0" lang="en-US" sz="1020" spc="-1" strike="noStrike">
                <a:solidFill>
                  <a:srgbClr val="000000"/>
                </a:solidFill>
                <a:latin typeface="Liter"/>
                <a:ea typeface="Liter"/>
              </a:rPr>
              <a:t> The gray skies of Seattle mirrored the brooding, introspective sound of this new movement—raw, unpolished, and deeply authentic.</a:t>
            </a:r>
            <a:endParaRPr b="0" lang="en-HK" sz="1020" spc="-1" strike="noStrike">
              <a:latin typeface="Arial"/>
            </a:endParaRPr>
          </a:p>
        </p:txBody>
      </p:sp>
      <p:sp>
        <p:nvSpPr>
          <p:cNvPr id="610" name="Text 6"/>
          <p:cNvSpPr/>
          <p:nvPr/>
        </p:nvSpPr>
        <p:spPr>
          <a:xfrm>
            <a:off x="518760" y="2350800"/>
            <a:ext cx="6484320" cy="4208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20" spc="-1" strike="noStrike">
                <a:solidFill>
                  <a:srgbClr val="000000">
                    <a:alpha val="80000"/>
                  </a:srgbClr>
                </a:solidFill>
                <a:latin typeface="Liter"/>
                <a:ea typeface="Liter"/>
              </a:rPr>
              <a:t>Mark Arm of Green River (later Mudhoney) is credited with first using the term "grunge" in 1981. The music combined punk's aggression with metal's heaviness, creating a sound that was both abrasive and melodic.</a:t>
            </a:r>
            <a:endParaRPr b="0" lang="en-HK" sz="1020" spc="-1" strike="noStrike">
              <a:latin typeface="Arial"/>
            </a:endParaRPr>
          </a:p>
        </p:txBody>
      </p:sp>
      <p:sp>
        <p:nvSpPr>
          <p:cNvPr id="611" name="Shape 7"/>
          <p:cNvSpPr/>
          <p:nvPr/>
        </p:nvSpPr>
        <p:spPr>
          <a:xfrm>
            <a:off x="332280" y="3104640"/>
            <a:ext cx="6792480" cy="2868840"/>
          </a:xfrm>
          <a:custGeom>
            <a:avLst/>
            <a:gdLst/>
            <a:ahLst/>
            <a:rect l="l" t="t" r="r" b="b"/>
            <a:pathLst>
              <a:path w="6793149" h="2869660">
                <a:moveTo>
                  <a:pt x="0" y="0"/>
                </a:moveTo>
                <a:lnTo>
                  <a:pt x="6793149" y="0"/>
                </a:lnTo>
                <a:lnTo>
                  <a:pt x="6793149" y="2869660"/>
                </a:lnTo>
                <a:lnTo>
                  <a:pt x="0" y="2869660"/>
                </a:lnTo>
                <a:lnTo>
                  <a:pt x="0" y="0"/>
                </a:lnTo>
                <a:close/>
              </a:path>
            </a:pathLst>
          </a:custGeom>
          <a:noFill/>
          <a:ln w="25400">
            <a:solidFill>
              <a:srgbClr val="ddff00"/>
            </a:solidFill>
            <a:round/>
          </a:ln>
        </p:spPr>
        <p:style>
          <a:lnRef idx="0"/>
          <a:fillRef idx="0"/>
          <a:effectRef idx="0"/>
          <a:fontRef idx="minor"/>
        </p:style>
      </p:sp>
      <p:sp>
        <p:nvSpPr>
          <p:cNvPr id="612" name="Text 8"/>
          <p:cNvSpPr/>
          <p:nvPr/>
        </p:nvSpPr>
        <p:spPr>
          <a:xfrm>
            <a:off x="502560" y="3274920"/>
            <a:ext cx="6532920" cy="2260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280" spc="-1" strike="noStrike">
                <a:solidFill>
                  <a:srgbClr val="ddff00"/>
                </a:solidFill>
                <a:latin typeface="Liter"/>
                <a:ea typeface="Liter"/>
              </a:rPr>
              <a:t>The Big Four of Grunge</a:t>
            </a:r>
            <a:endParaRPr b="0" lang="en-HK" sz="1280" spc="-1" strike="noStrike">
              <a:latin typeface="Arial"/>
            </a:endParaRPr>
          </a:p>
        </p:txBody>
      </p:sp>
      <p:sp>
        <p:nvSpPr>
          <p:cNvPr id="613" name="Shape 9"/>
          <p:cNvSpPr/>
          <p:nvPr/>
        </p:nvSpPr>
        <p:spPr>
          <a:xfrm>
            <a:off x="518760" y="3631680"/>
            <a:ext cx="31680" cy="874800"/>
          </a:xfrm>
          <a:custGeom>
            <a:avLst/>
            <a:gdLst/>
            <a:ahLst/>
            <a:rect l="l" t="t" r="r" b="b"/>
            <a:pathLst>
              <a:path w="32426" h="875489">
                <a:moveTo>
                  <a:pt x="0" y="0"/>
                </a:moveTo>
                <a:lnTo>
                  <a:pt x="32426" y="0"/>
                </a:lnTo>
                <a:lnTo>
                  <a:pt x="32426" y="875489"/>
                </a:lnTo>
                <a:lnTo>
                  <a:pt x="0" y="875489"/>
                </a:lnTo>
                <a:lnTo>
                  <a:pt x="0" y="0"/>
                </a:lnTo>
                <a:close/>
              </a:path>
            </a:pathLst>
          </a:custGeom>
          <a:solidFill>
            <a:srgbClr val="ddff00"/>
          </a:solidFill>
          <a:ln w="0">
            <a:noFill/>
          </a:ln>
        </p:spPr>
        <p:style>
          <a:lnRef idx="0"/>
          <a:fillRef idx="0"/>
          <a:effectRef idx="0"/>
          <a:fontRef idx="minor"/>
        </p:style>
      </p:sp>
      <p:sp>
        <p:nvSpPr>
          <p:cNvPr id="614" name="Text 10"/>
          <p:cNvSpPr/>
          <p:nvPr/>
        </p:nvSpPr>
        <p:spPr>
          <a:xfrm>
            <a:off x="664560" y="3631680"/>
            <a:ext cx="3071520" cy="2260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50" spc="-1" strike="noStrike">
                <a:solidFill>
                  <a:srgbClr val="ffffff"/>
                </a:solidFill>
                <a:latin typeface="Liter"/>
                <a:ea typeface="Liter"/>
              </a:rPr>
              <a:t>Nirvana</a:t>
            </a:r>
            <a:endParaRPr b="0" lang="en-HK" sz="1150" spc="-1" strike="noStrike">
              <a:latin typeface="Arial"/>
            </a:endParaRPr>
          </a:p>
        </p:txBody>
      </p:sp>
      <p:sp>
        <p:nvSpPr>
          <p:cNvPr id="615" name="Text 11"/>
          <p:cNvSpPr/>
          <p:nvPr/>
        </p:nvSpPr>
        <p:spPr>
          <a:xfrm>
            <a:off x="664560" y="3923640"/>
            <a:ext cx="3063600" cy="1936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20" spc="-1" strike="noStrike">
                <a:solidFill>
                  <a:srgbClr val="ffffff">
                    <a:alpha val="70000"/>
                  </a:srgbClr>
                </a:solidFill>
                <a:latin typeface="Liter"/>
                <a:ea typeface="Liter"/>
              </a:rPr>
              <a:t>Kurt Cobain, Krist Novoselic, Dave Grohl</a:t>
            </a:r>
            <a:endParaRPr b="0" lang="en-HK" sz="1020" spc="-1" strike="noStrike">
              <a:latin typeface="Arial"/>
            </a:endParaRPr>
          </a:p>
        </p:txBody>
      </p:sp>
      <p:sp>
        <p:nvSpPr>
          <p:cNvPr id="616" name="Text 12"/>
          <p:cNvSpPr/>
          <p:nvPr/>
        </p:nvSpPr>
        <p:spPr>
          <a:xfrm>
            <a:off x="664560" y="4182840"/>
            <a:ext cx="3055320" cy="3236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00" spc="-1" strike="noStrike">
                <a:solidFill>
                  <a:srgbClr val="ffffff">
                    <a:alpha val="60000"/>
                  </a:srgbClr>
                </a:solidFill>
                <a:latin typeface="Liter"/>
                <a:ea typeface="Liter"/>
              </a:rPr>
              <a:t>"Nevermind" (1991) changed everything. "Smells Like Teen Spirit" became the anthem of Generation X.</a:t>
            </a:r>
            <a:endParaRPr b="0" lang="en-HK" sz="900" spc="-1" strike="noStrike">
              <a:latin typeface="Arial"/>
            </a:endParaRPr>
          </a:p>
        </p:txBody>
      </p:sp>
      <p:sp>
        <p:nvSpPr>
          <p:cNvPr id="617" name="Shape 13"/>
          <p:cNvSpPr/>
          <p:nvPr/>
        </p:nvSpPr>
        <p:spPr>
          <a:xfrm>
            <a:off x="3809880" y="3631680"/>
            <a:ext cx="31680" cy="874800"/>
          </a:xfrm>
          <a:custGeom>
            <a:avLst/>
            <a:gdLst/>
            <a:ahLst/>
            <a:rect l="l" t="t" r="r" b="b"/>
            <a:pathLst>
              <a:path w="32426" h="875489">
                <a:moveTo>
                  <a:pt x="0" y="0"/>
                </a:moveTo>
                <a:lnTo>
                  <a:pt x="32426" y="0"/>
                </a:lnTo>
                <a:lnTo>
                  <a:pt x="32426" y="875489"/>
                </a:lnTo>
                <a:lnTo>
                  <a:pt x="0" y="875489"/>
                </a:lnTo>
                <a:lnTo>
                  <a:pt x="0" y="0"/>
                </a:lnTo>
                <a:close/>
              </a:path>
            </a:pathLst>
          </a:custGeom>
          <a:solidFill>
            <a:srgbClr val="ddff00"/>
          </a:solidFill>
          <a:ln w="0">
            <a:noFill/>
          </a:ln>
        </p:spPr>
        <p:style>
          <a:lnRef idx="0"/>
          <a:fillRef idx="0"/>
          <a:effectRef idx="0"/>
          <a:fontRef idx="minor"/>
        </p:style>
      </p:sp>
      <p:sp>
        <p:nvSpPr>
          <p:cNvPr id="618" name="Text 14"/>
          <p:cNvSpPr/>
          <p:nvPr/>
        </p:nvSpPr>
        <p:spPr>
          <a:xfrm>
            <a:off x="3956040" y="3631680"/>
            <a:ext cx="3071520" cy="2260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50" spc="-1" strike="noStrike">
                <a:solidFill>
                  <a:srgbClr val="ffffff"/>
                </a:solidFill>
                <a:latin typeface="Liter"/>
                <a:ea typeface="Liter"/>
              </a:rPr>
              <a:t>Pearl Jam</a:t>
            </a:r>
            <a:endParaRPr b="0" lang="en-HK" sz="1150" spc="-1" strike="noStrike">
              <a:latin typeface="Arial"/>
            </a:endParaRPr>
          </a:p>
        </p:txBody>
      </p:sp>
      <p:sp>
        <p:nvSpPr>
          <p:cNvPr id="619" name="Text 15"/>
          <p:cNvSpPr/>
          <p:nvPr/>
        </p:nvSpPr>
        <p:spPr>
          <a:xfrm>
            <a:off x="3956040" y="3923640"/>
            <a:ext cx="3063600" cy="1936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20" spc="-1" strike="noStrike">
                <a:solidFill>
                  <a:srgbClr val="ffffff">
                    <a:alpha val="70000"/>
                  </a:srgbClr>
                </a:solidFill>
                <a:latin typeface="Liter"/>
                <a:ea typeface="Liter"/>
              </a:rPr>
              <a:t>Eddie Vedder, Mike McCready, Stone Gossard</a:t>
            </a:r>
            <a:endParaRPr b="0" lang="en-HK" sz="1020" spc="-1" strike="noStrike">
              <a:latin typeface="Arial"/>
            </a:endParaRPr>
          </a:p>
        </p:txBody>
      </p:sp>
      <p:sp>
        <p:nvSpPr>
          <p:cNvPr id="620" name="Text 16"/>
          <p:cNvSpPr/>
          <p:nvPr/>
        </p:nvSpPr>
        <p:spPr>
          <a:xfrm>
            <a:off x="3956040" y="4182840"/>
            <a:ext cx="3055320" cy="3236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00" spc="-1" strike="noStrike">
                <a:solidFill>
                  <a:srgbClr val="ffffff">
                    <a:alpha val="60000"/>
                  </a:srgbClr>
                </a:solidFill>
                <a:latin typeface="Liter"/>
                <a:ea typeface="Liter"/>
              </a:rPr>
              <a:t>"Ten" (1991) showcased emotional depth and social conscience. "Jeremy," "Alive," "Black."</a:t>
            </a:r>
            <a:endParaRPr b="0" lang="en-HK" sz="900" spc="-1" strike="noStrike">
              <a:latin typeface="Arial"/>
            </a:endParaRPr>
          </a:p>
        </p:txBody>
      </p:sp>
      <p:sp>
        <p:nvSpPr>
          <p:cNvPr id="621" name="Shape 17"/>
          <p:cNvSpPr/>
          <p:nvPr/>
        </p:nvSpPr>
        <p:spPr>
          <a:xfrm>
            <a:off x="518760" y="4636800"/>
            <a:ext cx="31680" cy="874800"/>
          </a:xfrm>
          <a:custGeom>
            <a:avLst/>
            <a:gdLst/>
            <a:ahLst/>
            <a:rect l="l" t="t" r="r" b="b"/>
            <a:pathLst>
              <a:path w="32426" h="875489">
                <a:moveTo>
                  <a:pt x="0" y="0"/>
                </a:moveTo>
                <a:lnTo>
                  <a:pt x="32426" y="0"/>
                </a:lnTo>
                <a:lnTo>
                  <a:pt x="32426" y="875489"/>
                </a:lnTo>
                <a:lnTo>
                  <a:pt x="0" y="875489"/>
                </a:lnTo>
                <a:lnTo>
                  <a:pt x="0" y="0"/>
                </a:lnTo>
                <a:close/>
              </a:path>
            </a:pathLst>
          </a:custGeom>
          <a:solidFill>
            <a:srgbClr val="ddff00"/>
          </a:solidFill>
          <a:ln w="0">
            <a:noFill/>
          </a:ln>
        </p:spPr>
        <p:style>
          <a:lnRef idx="0"/>
          <a:fillRef idx="0"/>
          <a:effectRef idx="0"/>
          <a:fontRef idx="minor"/>
        </p:style>
      </p:sp>
      <p:sp>
        <p:nvSpPr>
          <p:cNvPr id="622" name="Text 18"/>
          <p:cNvSpPr/>
          <p:nvPr/>
        </p:nvSpPr>
        <p:spPr>
          <a:xfrm>
            <a:off x="664560" y="4636800"/>
            <a:ext cx="3071520" cy="2260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50" spc="-1" strike="noStrike">
                <a:solidFill>
                  <a:srgbClr val="ffffff"/>
                </a:solidFill>
                <a:latin typeface="Liter"/>
                <a:ea typeface="Liter"/>
              </a:rPr>
              <a:t>Soundgarden</a:t>
            </a:r>
            <a:endParaRPr b="0" lang="en-HK" sz="1150" spc="-1" strike="noStrike">
              <a:latin typeface="Arial"/>
            </a:endParaRPr>
          </a:p>
        </p:txBody>
      </p:sp>
      <p:sp>
        <p:nvSpPr>
          <p:cNvPr id="623" name="Text 19"/>
          <p:cNvSpPr/>
          <p:nvPr/>
        </p:nvSpPr>
        <p:spPr>
          <a:xfrm>
            <a:off x="664560" y="4928760"/>
            <a:ext cx="3063600" cy="1936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20" spc="-1" strike="noStrike">
                <a:solidFill>
                  <a:srgbClr val="ffffff">
                    <a:alpha val="70000"/>
                  </a:srgbClr>
                </a:solidFill>
                <a:latin typeface="Liter"/>
                <a:ea typeface="Liter"/>
              </a:rPr>
              <a:t>Chris Cornell, Kim Thayil, Ben Shepherd</a:t>
            </a:r>
            <a:endParaRPr b="0" lang="en-HK" sz="1020" spc="-1" strike="noStrike">
              <a:latin typeface="Arial"/>
            </a:endParaRPr>
          </a:p>
        </p:txBody>
      </p:sp>
      <p:sp>
        <p:nvSpPr>
          <p:cNvPr id="624" name="Text 20"/>
          <p:cNvSpPr/>
          <p:nvPr/>
        </p:nvSpPr>
        <p:spPr>
          <a:xfrm>
            <a:off x="664560" y="5187960"/>
            <a:ext cx="3055320" cy="3236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00" spc="-1" strike="noStrike">
                <a:solidFill>
                  <a:srgbClr val="ffffff">
                    <a:alpha val="60000"/>
                  </a:srgbClr>
                </a:solidFill>
                <a:latin typeface="Liter"/>
                <a:ea typeface="Liter"/>
              </a:rPr>
              <a:t>"Badmotorfinger" (1991) merged metal riffs with classic rock songwriting. "Black Hole Sun."</a:t>
            </a:r>
            <a:endParaRPr b="0" lang="en-HK" sz="900" spc="-1" strike="noStrike">
              <a:latin typeface="Arial"/>
            </a:endParaRPr>
          </a:p>
        </p:txBody>
      </p:sp>
      <p:sp>
        <p:nvSpPr>
          <p:cNvPr id="625" name="Shape 21"/>
          <p:cNvSpPr/>
          <p:nvPr/>
        </p:nvSpPr>
        <p:spPr>
          <a:xfrm>
            <a:off x="3809880" y="4636800"/>
            <a:ext cx="31680" cy="874800"/>
          </a:xfrm>
          <a:custGeom>
            <a:avLst/>
            <a:gdLst/>
            <a:ahLst/>
            <a:rect l="l" t="t" r="r" b="b"/>
            <a:pathLst>
              <a:path w="32426" h="875489">
                <a:moveTo>
                  <a:pt x="0" y="0"/>
                </a:moveTo>
                <a:lnTo>
                  <a:pt x="32426" y="0"/>
                </a:lnTo>
                <a:lnTo>
                  <a:pt x="32426" y="875489"/>
                </a:lnTo>
                <a:lnTo>
                  <a:pt x="0" y="875489"/>
                </a:lnTo>
                <a:lnTo>
                  <a:pt x="0" y="0"/>
                </a:lnTo>
                <a:close/>
              </a:path>
            </a:pathLst>
          </a:custGeom>
          <a:solidFill>
            <a:srgbClr val="ddff00"/>
          </a:solidFill>
          <a:ln w="0">
            <a:noFill/>
          </a:ln>
        </p:spPr>
        <p:style>
          <a:lnRef idx="0"/>
          <a:fillRef idx="0"/>
          <a:effectRef idx="0"/>
          <a:fontRef idx="minor"/>
        </p:style>
      </p:sp>
      <p:sp>
        <p:nvSpPr>
          <p:cNvPr id="626" name="Text 22"/>
          <p:cNvSpPr/>
          <p:nvPr/>
        </p:nvSpPr>
        <p:spPr>
          <a:xfrm>
            <a:off x="3956040" y="4636800"/>
            <a:ext cx="3071520" cy="2260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50" spc="-1" strike="noStrike">
                <a:solidFill>
                  <a:srgbClr val="ffffff"/>
                </a:solidFill>
                <a:latin typeface="Liter"/>
                <a:ea typeface="Liter"/>
              </a:rPr>
              <a:t>Alice in Chains</a:t>
            </a:r>
            <a:endParaRPr b="0" lang="en-HK" sz="1150" spc="-1" strike="noStrike">
              <a:latin typeface="Arial"/>
            </a:endParaRPr>
          </a:p>
        </p:txBody>
      </p:sp>
      <p:sp>
        <p:nvSpPr>
          <p:cNvPr id="627" name="Text 23"/>
          <p:cNvSpPr/>
          <p:nvPr/>
        </p:nvSpPr>
        <p:spPr>
          <a:xfrm>
            <a:off x="3956040" y="4928760"/>
            <a:ext cx="3063600" cy="1936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20" spc="-1" strike="noStrike">
                <a:solidFill>
                  <a:srgbClr val="ffffff">
                    <a:alpha val="70000"/>
                  </a:srgbClr>
                </a:solidFill>
                <a:latin typeface="Liter"/>
                <a:ea typeface="Liter"/>
              </a:rPr>
              <a:t>Layne Staley, Jerry Cantrell, Mike Starr</a:t>
            </a:r>
            <a:endParaRPr b="0" lang="en-HK" sz="1020" spc="-1" strike="noStrike">
              <a:latin typeface="Arial"/>
            </a:endParaRPr>
          </a:p>
        </p:txBody>
      </p:sp>
      <p:sp>
        <p:nvSpPr>
          <p:cNvPr id="628" name="Text 24"/>
          <p:cNvSpPr/>
          <p:nvPr/>
        </p:nvSpPr>
        <p:spPr>
          <a:xfrm>
            <a:off x="3956040" y="5187960"/>
            <a:ext cx="3055320" cy="3236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00" spc="-1" strike="noStrike">
                <a:solidFill>
                  <a:srgbClr val="ffffff">
                    <a:alpha val="60000"/>
                  </a:srgbClr>
                </a:solidFill>
                <a:latin typeface="Liter"/>
                <a:ea typeface="Liter"/>
              </a:rPr>
              <a:t>"Dirt" (1992) explored dark themes with haunting harmonies. "Man in the Box," "Rooster."</a:t>
            </a:r>
            <a:endParaRPr b="0" lang="en-HK" sz="900" spc="-1" strike="noStrike">
              <a:latin typeface="Arial"/>
            </a:endParaRPr>
          </a:p>
        </p:txBody>
      </p:sp>
      <p:sp>
        <p:nvSpPr>
          <p:cNvPr id="629" name="Shape 25"/>
          <p:cNvSpPr/>
          <p:nvPr/>
        </p:nvSpPr>
        <p:spPr>
          <a:xfrm>
            <a:off x="328320" y="6116400"/>
            <a:ext cx="1620720" cy="623520"/>
          </a:xfrm>
          <a:custGeom>
            <a:avLst/>
            <a:gdLst/>
            <a:ahLst/>
            <a:rect l="l" t="t" r="r" b="b"/>
            <a:pathLst>
              <a:path w="1621277" h="624191">
                <a:moveTo>
                  <a:pt x="0" y="0"/>
                </a:moveTo>
                <a:lnTo>
                  <a:pt x="1621277" y="0"/>
                </a:lnTo>
                <a:lnTo>
                  <a:pt x="1621277" y="624191"/>
                </a:lnTo>
                <a:lnTo>
                  <a:pt x="0" y="624191"/>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630" name="Shape 26"/>
          <p:cNvSpPr/>
          <p:nvPr/>
        </p:nvSpPr>
        <p:spPr>
          <a:xfrm>
            <a:off x="1029600" y="6217560"/>
            <a:ext cx="218160" cy="193680"/>
          </a:xfrm>
          <a:custGeom>
            <a:avLst/>
            <a:gdLst/>
            <a:ahLst/>
            <a:rect l="l" t="t" r="r" b="b"/>
            <a:pathLst>
              <a:path w="218872" h="194553">
                <a:moveTo>
                  <a:pt x="0" y="127676"/>
                </a:moveTo>
                <a:cubicBezTo>
                  <a:pt x="0" y="157884"/>
                  <a:pt x="24509" y="182394"/>
                  <a:pt x="54718" y="182394"/>
                </a:cubicBezTo>
                <a:lnTo>
                  <a:pt x="170234" y="182394"/>
                </a:lnTo>
                <a:cubicBezTo>
                  <a:pt x="197099" y="182394"/>
                  <a:pt x="218872" y="160620"/>
                  <a:pt x="218872" y="133755"/>
                </a:cubicBezTo>
                <a:cubicBezTo>
                  <a:pt x="218872" y="114148"/>
                  <a:pt x="207283" y="97239"/>
                  <a:pt x="190563" y="89563"/>
                </a:cubicBezTo>
                <a:cubicBezTo>
                  <a:pt x="193109" y="84585"/>
                  <a:pt x="194553" y="78923"/>
                  <a:pt x="194553" y="72957"/>
                </a:cubicBezTo>
                <a:cubicBezTo>
                  <a:pt x="194553" y="52818"/>
                  <a:pt x="178214" y="36479"/>
                  <a:pt x="158074" y="36479"/>
                </a:cubicBezTo>
                <a:cubicBezTo>
                  <a:pt x="151349" y="36479"/>
                  <a:pt x="145079" y="38303"/>
                  <a:pt x="139683" y="41457"/>
                </a:cubicBezTo>
                <a:cubicBezTo>
                  <a:pt x="130525" y="24053"/>
                  <a:pt x="112248" y="12160"/>
                  <a:pt x="91197" y="12160"/>
                </a:cubicBezTo>
                <a:cubicBezTo>
                  <a:pt x="60988" y="12160"/>
                  <a:pt x="36479" y="36669"/>
                  <a:pt x="36479" y="66878"/>
                </a:cubicBezTo>
                <a:cubicBezTo>
                  <a:pt x="36479" y="69918"/>
                  <a:pt x="36745" y="72919"/>
                  <a:pt x="37201" y="75807"/>
                </a:cubicBezTo>
                <a:cubicBezTo>
                  <a:pt x="15579" y="83103"/>
                  <a:pt x="0" y="103584"/>
                  <a:pt x="0" y="127676"/>
                </a:cubicBezTo>
                <a:close/>
              </a:path>
            </a:pathLst>
          </a:custGeom>
          <a:solidFill>
            <a:srgbClr val="ddff00"/>
          </a:solidFill>
          <a:ln w="0">
            <a:noFill/>
          </a:ln>
        </p:spPr>
        <p:style>
          <a:lnRef idx="0"/>
          <a:fillRef idx="0"/>
          <a:effectRef idx="0"/>
          <a:fontRef idx="minor"/>
        </p:style>
      </p:sp>
      <p:sp>
        <p:nvSpPr>
          <p:cNvPr id="631" name="Text 27"/>
          <p:cNvSpPr/>
          <p:nvPr/>
        </p:nvSpPr>
        <p:spPr>
          <a:xfrm>
            <a:off x="401400" y="6477120"/>
            <a:ext cx="1474560" cy="16128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900" spc="-1" strike="noStrike">
                <a:solidFill>
                  <a:srgbClr val="ffffff"/>
                </a:solidFill>
                <a:latin typeface="Liter"/>
                <a:ea typeface="Liter"/>
              </a:rPr>
              <a:t>Dirty Tones</a:t>
            </a:r>
            <a:endParaRPr b="0" lang="en-HK" sz="900" spc="-1" strike="noStrike">
              <a:latin typeface="Arial"/>
            </a:endParaRPr>
          </a:p>
        </p:txBody>
      </p:sp>
      <p:sp>
        <p:nvSpPr>
          <p:cNvPr id="632" name="Shape 28"/>
          <p:cNvSpPr/>
          <p:nvPr/>
        </p:nvSpPr>
        <p:spPr>
          <a:xfrm>
            <a:off x="2054880" y="6116400"/>
            <a:ext cx="1620720" cy="623520"/>
          </a:xfrm>
          <a:custGeom>
            <a:avLst/>
            <a:gdLst/>
            <a:ahLst/>
            <a:rect l="l" t="t" r="r" b="b"/>
            <a:pathLst>
              <a:path w="1621277" h="624191">
                <a:moveTo>
                  <a:pt x="0" y="0"/>
                </a:moveTo>
                <a:lnTo>
                  <a:pt x="1621277" y="0"/>
                </a:lnTo>
                <a:lnTo>
                  <a:pt x="1621277" y="624191"/>
                </a:lnTo>
                <a:lnTo>
                  <a:pt x="0" y="624191"/>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633" name="Shape 29"/>
          <p:cNvSpPr/>
          <p:nvPr/>
        </p:nvSpPr>
        <p:spPr>
          <a:xfrm>
            <a:off x="2768400" y="6217560"/>
            <a:ext cx="193680" cy="193680"/>
          </a:xfrm>
          <a:custGeom>
            <a:avLst/>
            <a:gdLst/>
            <a:ahLst/>
            <a:rect l="l" t="t" r="r" b="b"/>
            <a:pathLst>
              <a:path w="194553" h="194553">
                <a:moveTo>
                  <a:pt x="50576" y="12160"/>
                </a:moveTo>
                <a:cubicBezTo>
                  <a:pt x="57150" y="12160"/>
                  <a:pt x="63572" y="13452"/>
                  <a:pt x="69538" y="15845"/>
                </a:cubicBezTo>
                <a:lnTo>
                  <a:pt x="90361" y="48220"/>
                </a:lnTo>
                <a:lnTo>
                  <a:pt x="61710" y="76871"/>
                </a:lnTo>
                <a:cubicBezTo>
                  <a:pt x="61140" y="77441"/>
                  <a:pt x="60798" y="78239"/>
                  <a:pt x="60836" y="79075"/>
                </a:cubicBezTo>
                <a:cubicBezTo>
                  <a:pt x="60874" y="79911"/>
                  <a:pt x="61216" y="80671"/>
                  <a:pt x="61824" y="81241"/>
                </a:cubicBezTo>
                <a:lnTo>
                  <a:pt x="104382" y="120760"/>
                </a:lnTo>
                <a:cubicBezTo>
                  <a:pt x="105484" y="121786"/>
                  <a:pt x="107194" y="121862"/>
                  <a:pt x="108372" y="120874"/>
                </a:cubicBezTo>
                <a:cubicBezTo>
                  <a:pt x="109550" y="119886"/>
                  <a:pt x="109816" y="118214"/>
                  <a:pt x="109018" y="116922"/>
                </a:cubicBezTo>
                <a:lnTo>
                  <a:pt x="86067" y="79645"/>
                </a:lnTo>
                <a:lnTo>
                  <a:pt x="120532" y="50918"/>
                </a:lnTo>
                <a:cubicBezTo>
                  <a:pt x="121520" y="50120"/>
                  <a:pt x="121862" y="48752"/>
                  <a:pt x="121444" y="47574"/>
                </a:cubicBezTo>
                <a:lnTo>
                  <a:pt x="112628" y="23027"/>
                </a:lnTo>
                <a:cubicBezTo>
                  <a:pt x="121444" y="16073"/>
                  <a:pt x="132463" y="12160"/>
                  <a:pt x="143977" y="12160"/>
                </a:cubicBezTo>
                <a:cubicBezTo>
                  <a:pt x="171906" y="12160"/>
                  <a:pt x="194553" y="34807"/>
                  <a:pt x="194553" y="62736"/>
                </a:cubicBezTo>
                <a:lnTo>
                  <a:pt x="194553" y="63724"/>
                </a:lnTo>
                <a:cubicBezTo>
                  <a:pt x="194553" y="106358"/>
                  <a:pt x="141393" y="155871"/>
                  <a:pt x="113654" y="177036"/>
                </a:cubicBezTo>
                <a:cubicBezTo>
                  <a:pt x="108942" y="180608"/>
                  <a:pt x="103166" y="182394"/>
                  <a:pt x="97277" y="182394"/>
                </a:cubicBezTo>
                <a:cubicBezTo>
                  <a:pt x="91387" y="182394"/>
                  <a:pt x="85573" y="180646"/>
                  <a:pt x="80899" y="177036"/>
                </a:cubicBezTo>
                <a:cubicBezTo>
                  <a:pt x="53160" y="155871"/>
                  <a:pt x="0" y="106358"/>
                  <a:pt x="0" y="63724"/>
                </a:cubicBezTo>
                <a:lnTo>
                  <a:pt x="0" y="62736"/>
                </a:lnTo>
                <a:cubicBezTo>
                  <a:pt x="0" y="34807"/>
                  <a:pt x="22647" y="12160"/>
                  <a:pt x="50576" y="12160"/>
                </a:cubicBezTo>
                <a:close/>
              </a:path>
            </a:pathLst>
          </a:custGeom>
          <a:solidFill>
            <a:srgbClr val="ddff00"/>
          </a:solidFill>
          <a:ln w="0">
            <a:noFill/>
          </a:ln>
        </p:spPr>
        <p:style>
          <a:lnRef idx="0"/>
          <a:fillRef idx="0"/>
          <a:effectRef idx="0"/>
          <a:fontRef idx="minor"/>
        </p:style>
      </p:sp>
      <p:sp>
        <p:nvSpPr>
          <p:cNvPr id="634" name="Text 30"/>
          <p:cNvSpPr/>
          <p:nvPr/>
        </p:nvSpPr>
        <p:spPr>
          <a:xfrm>
            <a:off x="2127960" y="6477120"/>
            <a:ext cx="1474560" cy="16128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900" spc="-1" strike="noStrike">
                <a:solidFill>
                  <a:srgbClr val="ffffff"/>
                </a:solidFill>
                <a:latin typeface="Liter"/>
                <a:ea typeface="Liter"/>
              </a:rPr>
              <a:t>Alienation</a:t>
            </a:r>
            <a:endParaRPr b="0" lang="en-HK" sz="900" spc="-1" strike="noStrike">
              <a:latin typeface="Arial"/>
            </a:endParaRPr>
          </a:p>
        </p:txBody>
      </p:sp>
      <p:sp>
        <p:nvSpPr>
          <p:cNvPr id="635" name="Shape 31"/>
          <p:cNvSpPr/>
          <p:nvPr/>
        </p:nvSpPr>
        <p:spPr>
          <a:xfrm>
            <a:off x="3781800" y="6116400"/>
            <a:ext cx="1620720" cy="623520"/>
          </a:xfrm>
          <a:custGeom>
            <a:avLst/>
            <a:gdLst/>
            <a:ahLst/>
            <a:rect l="l" t="t" r="r" b="b"/>
            <a:pathLst>
              <a:path w="1621277" h="624191">
                <a:moveTo>
                  <a:pt x="0" y="0"/>
                </a:moveTo>
                <a:lnTo>
                  <a:pt x="1621277" y="0"/>
                </a:lnTo>
                <a:lnTo>
                  <a:pt x="1621277" y="624191"/>
                </a:lnTo>
                <a:lnTo>
                  <a:pt x="0" y="624191"/>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636" name="Shape 32"/>
          <p:cNvSpPr/>
          <p:nvPr/>
        </p:nvSpPr>
        <p:spPr>
          <a:xfrm>
            <a:off x="4470840" y="6217560"/>
            <a:ext cx="242640" cy="193680"/>
          </a:xfrm>
          <a:custGeom>
            <a:avLst/>
            <a:gdLst/>
            <a:ahLst/>
            <a:rect l="l" t="t" r="r" b="b"/>
            <a:pathLst>
              <a:path w="243191" h="194553">
                <a:moveTo>
                  <a:pt x="121672" y="42559"/>
                </a:moveTo>
                <a:cubicBezTo>
                  <a:pt x="138467" y="42559"/>
                  <a:pt x="152071" y="28955"/>
                  <a:pt x="152071" y="12160"/>
                </a:cubicBezTo>
                <a:lnTo>
                  <a:pt x="172400" y="12160"/>
                </a:lnTo>
                <a:cubicBezTo>
                  <a:pt x="178860" y="12160"/>
                  <a:pt x="185054" y="14705"/>
                  <a:pt x="189613" y="19265"/>
                </a:cubicBezTo>
                <a:lnTo>
                  <a:pt x="234680" y="64370"/>
                </a:lnTo>
                <a:cubicBezTo>
                  <a:pt x="239430" y="69120"/>
                  <a:pt x="239430" y="76833"/>
                  <a:pt x="234680" y="81583"/>
                </a:cubicBezTo>
                <a:lnTo>
                  <a:pt x="215414" y="100848"/>
                </a:lnTo>
                <a:cubicBezTo>
                  <a:pt x="210665" y="105598"/>
                  <a:pt x="202951" y="105598"/>
                  <a:pt x="198201" y="100848"/>
                </a:cubicBezTo>
                <a:lnTo>
                  <a:pt x="182470" y="85117"/>
                </a:lnTo>
                <a:lnTo>
                  <a:pt x="182470" y="170234"/>
                </a:lnTo>
                <a:cubicBezTo>
                  <a:pt x="182470" y="183648"/>
                  <a:pt x="171564" y="194553"/>
                  <a:pt x="158150" y="194553"/>
                </a:cubicBezTo>
                <a:lnTo>
                  <a:pt x="85193" y="194553"/>
                </a:lnTo>
                <a:cubicBezTo>
                  <a:pt x="71779" y="194553"/>
                  <a:pt x="60874" y="183648"/>
                  <a:pt x="60874" y="170234"/>
                </a:cubicBezTo>
                <a:lnTo>
                  <a:pt x="60874" y="85117"/>
                </a:lnTo>
                <a:lnTo>
                  <a:pt x="45142" y="100848"/>
                </a:lnTo>
                <a:cubicBezTo>
                  <a:pt x="40393" y="105598"/>
                  <a:pt x="32679" y="105598"/>
                  <a:pt x="27929" y="100848"/>
                </a:cubicBezTo>
                <a:lnTo>
                  <a:pt x="8702" y="81545"/>
                </a:lnTo>
                <a:cubicBezTo>
                  <a:pt x="3952" y="76795"/>
                  <a:pt x="3952" y="69082"/>
                  <a:pt x="8702" y="64332"/>
                </a:cubicBezTo>
                <a:lnTo>
                  <a:pt x="53768" y="19265"/>
                </a:lnTo>
                <a:cubicBezTo>
                  <a:pt x="58328" y="14705"/>
                  <a:pt x="64522" y="12160"/>
                  <a:pt x="70982" y="12160"/>
                </a:cubicBezTo>
                <a:lnTo>
                  <a:pt x="91311" y="12160"/>
                </a:lnTo>
                <a:cubicBezTo>
                  <a:pt x="91311" y="28955"/>
                  <a:pt x="104914" y="42559"/>
                  <a:pt x="121710" y="42559"/>
                </a:cubicBezTo>
                <a:close/>
              </a:path>
            </a:pathLst>
          </a:custGeom>
          <a:solidFill>
            <a:srgbClr val="ddff00"/>
          </a:solidFill>
          <a:ln w="0">
            <a:noFill/>
          </a:ln>
        </p:spPr>
        <p:style>
          <a:lnRef idx="0"/>
          <a:fillRef idx="0"/>
          <a:effectRef idx="0"/>
          <a:fontRef idx="minor"/>
        </p:style>
      </p:sp>
      <p:sp>
        <p:nvSpPr>
          <p:cNvPr id="637" name="Text 33"/>
          <p:cNvSpPr/>
          <p:nvPr/>
        </p:nvSpPr>
        <p:spPr>
          <a:xfrm>
            <a:off x="3854520" y="6477120"/>
            <a:ext cx="1474560" cy="16128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900" spc="-1" strike="noStrike">
                <a:solidFill>
                  <a:srgbClr val="ffffff"/>
                </a:solidFill>
                <a:latin typeface="Liter"/>
                <a:ea typeface="Liter"/>
              </a:rPr>
              <a:t>Flannel Fashion</a:t>
            </a:r>
            <a:endParaRPr b="0" lang="en-HK" sz="900" spc="-1" strike="noStrike">
              <a:latin typeface="Arial"/>
            </a:endParaRPr>
          </a:p>
        </p:txBody>
      </p:sp>
      <p:sp>
        <p:nvSpPr>
          <p:cNvPr id="638" name="Shape 34"/>
          <p:cNvSpPr/>
          <p:nvPr/>
        </p:nvSpPr>
        <p:spPr>
          <a:xfrm>
            <a:off x="5508360" y="6116400"/>
            <a:ext cx="1620720" cy="623520"/>
          </a:xfrm>
          <a:custGeom>
            <a:avLst/>
            <a:gdLst/>
            <a:ahLst/>
            <a:rect l="l" t="t" r="r" b="b"/>
            <a:pathLst>
              <a:path w="1621277" h="624191">
                <a:moveTo>
                  <a:pt x="0" y="0"/>
                </a:moveTo>
                <a:lnTo>
                  <a:pt x="1621277" y="0"/>
                </a:lnTo>
                <a:lnTo>
                  <a:pt x="1621277" y="624191"/>
                </a:lnTo>
                <a:lnTo>
                  <a:pt x="0" y="624191"/>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639" name="Shape 35"/>
          <p:cNvSpPr/>
          <p:nvPr/>
        </p:nvSpPr>
        <p:spPr>
          <a:xfrm>
            <a:off x="6246000" y="6217560"/>
            <a:ext cx="145080" cy="193680"/>
          </a:xfrm>
          <a:custGeom>
            <a:avLst/>
            <a:gdLst/>
            <a:ahLst/>
            <a:rect l="l" t="t" r="r" b="b"/>
            <a:pathLst>
              <a:path w="145915" h="194553">
                <a:moveTo>
                  <a:pt x="2812" y="96365"/>
                </a:moveTo>
                <a:cubicBezTo>
                  <a:pt x="988" y="93439"/>
                  <a:pt x="0" y="90095"/>
                  <a:pt x="0" y="86637"/>
                </a:cubicBezTo>
                <a:lnTo>
                  <a:pt x="0" y="72957"/>
                </a:lnTo>
                <a:cubicBezTo>
                  <a:pt x="0" y="62888"/>
                  <a:pt x="8170" y="54718"/>
                  <a:pt x="18239" y="54718"/>
                </a:cubicBezTo>
                <a:lnTo>
                  <a:pt x="24319" y="54718"/>
                </a:lnTo>
                <a:lnTo>
                  <a:pt x="24319" y="24319"/>
                </a:lnTo>
                <a:cubicBezTo>
                  <a:pt x="24319" y="14250"/>
                  <a:pt x="32489" y="6080"/>
                  <a:pt x="42559" y="6080"/>
                </a:cubicBezTo>
                <a:cubicBezTo>
                  <a:pt x="49132" y="6080"/>
                  <a:pt x="54870" y="9538"/>
                  <a:pt x="58100" y="14743"/>
                </a:cubicBezTo>
                <a:cubicBezTo>
                  <a:pt x="59734" y="6346"/>
                  <a:pt x="67144" y="0"/>
                  <a:pt x="75997" y="0"/>
                </a:cubicBezTo>
                <a:cubicBezTo>
                  <a:pt x="84889" y="0"/>
                  <a:pt x="92299" y="6384"/>
                  <a:pt x="93895" y="14781"/>
                </a:cubicBezTo>
                <a:cubicBezTo>
                  <a:pt x="96669" y="13110"/>
                  <a:pt x="99899" y="12160"/>
                  <a:pt x="103356" y="12160"/>
                </a:cubicBezTo>
                <a:cubicBezTo>
                  <a:pt x="111754" y="12160"/>
                  <a:pt x="118860" y="17859"/>
                  <a:pt x="120950" y="25611"/>
                </a:cubicBezTo>
                <a:cubicBezTo>
                  <a:pt x="123040" y="24775"/>
                  <a:pt x="125282" y="24319"/>
                  <a:pt x="127676" y="24319"/>
                </a:cubicBezTo>
                <a:cubicBezTo>
                  <a:pt x="137745" y="24319"/>
                  <a:pt x="145915" y="32489"/>
                  <a:pt x="145915" y="42559"/>
                </a:cubicBezTo>
                <a:lnTo>
                  <a:pt x="145915" y="79379"/>
                </a:lnTo>
                <a:cubicBezTo>
                  <a:pt x="145915" y="83141"/>
                  <a:pt x="145041" y="86865"/>
                  <a:pt x="143331" y="90247"/>
                </a:cubicBezTo>
                <a:lnTo>
                  <a:pt x="128284" y="120304"/>
                </a:lnTo>
                <a:cubicBezTo>
                  <a:pt x="124180" y="128550"/>
                  <a:pt x="115744" y="133755"/>
                  <a:pt x="106548" y="133755"/>
                </a:cubicBezTo>
                <a:lnTo>
                  <a:pt x="36479" y="133755"/>
                </a:lnTo>
                <a:cubicBezTo>
                  <a:pt x="30209" y="133755"/>
                  <a:pt x="24395" y="130563"/>
                  <a:pt x="21051" y="125244"/>
                </a:cubicBezTo>
                <a:lnTo>
                  <a:pt x="2812" y="96365"/>
                </a:lnTo>
                <a:close/>
                <a:moveTo>
                  <a:pt x="12160" y="182394"/>
                </a:moveTo>
                <a:lnTo>
                  <a:pt x="12160" y="164154"/>
                </a:lnTo>
                <a:cubicBezTo>
                  <a:pt x="12160" y="157428"/>
                  <a:pt x="17593" y="151995"/>
                  <a:pt x="24319" y="151995"/>
                </a:cubicBezTo>
                <a:lnTo>
                  <a:pt x="121596" y="151995"/>
                </a:lnTo>
                <a:cubicBezTo>
                  <a:pt x="128322" y="151995"/>
                  <a:pt x="133755" y="157428"/>
                  <a:pt x="133755" y="164154"/>
                </a:cubicBezTo>
                <a:lnTo>
                  <a:pt x="133755" y="182394"/>
                </a:lnTo>
                <a:cubicBezTo>
                  <a:pt x="133755" y="189119"/>
                  <a:pt x="128322" y="194553"/>
                  <a:pt x="121596" y="194553"/>
                </a:cubicBezTo>
                <a:lnTo>
                  <a:pt x="24319" y="194553"/>
                </a:lnTo>
                <a:cubicBezTo>
                  <a:pt x="17593" y="194553"/>
                  <a:pt x="12160" y="189119"/>
                  <a:pt x="12160" y="182394"/>
                </a:cubicBezTo>
                <a:close/>
              </a:path>
            </a:pathLst>
          </a:custGeom>
          <a:solidFill>
            <a:srgbClr val="ddff00"/>
          </a:solidFill>
          <a:ln w="0">
            <a:noFill/>
          </a:ln>
        </p:spPr>
        <p:style>
          <a:lnRef idx="0"/>
          <a:fillRef idx="0"/>
          <a:effectRef idx="0"/>
          <a:fontRef idx="minor"/>
        </p:style>
      </p:sp>
      <p:sp>
        <p:nvSpPr>
          <p:cNvPr id="640" name="Text 36"/>
          <p:cNvSpPr/>
          <p:nvPr/>
        </p:nvSpPr>
        <p:spPr>
          <a:xfrm>
            <a:off x="5581080" y="6477120"/>
            <a:ext cx="1474560" cy="16128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900" spc="-1" strike="noStrike">
                <a:solidFill>
                  <a:srgbClr val="ffffff"/>
                </a:solidFill>
                <a:latin typeface="Liter"/>
                <a:ea typeface="Liter"/>
              </a:rPr>
              <a:t>Authenticity</a:t>
            </a:r>
            <a:endParaRPr b="0" lang="en-HK" sz="900" spc="-1" strike="noStrike">
              <a:latin typeface="Arial"/>
            </a:endParaRPr>
          </a:p>
        </p:txBody>
      </p:sp>
      <p:sp>
        <p:nvSpPr>
          <p:cNvPr id="641" name="Image 0"/>
          <p:cNvSpPr/>
          <p:nvPr/>
        </p:nvSpPr>
        <p:spPr>
          <a:xfrm>
            <a:off x="7328160" y="1069920"/>
            <a:ext cx="4538880" cy="2723040"/>
          </a:xfrm>
          <a:prstGeom prst="roundRect">
            <a:avLst>
              <a:gd name="adj" fmla="val 0"/>
            </a:avLst>
          </a:prstGeom>
          <a:blipFill rotWithShape="0">
            <a:blip r:embed="rId1"/>
            <a:srcRect/>
            <a:stretch/>
          </a:blipFill>
          <a:ln w="0">
            <a:noFill/>
          </a:ln>
        </p:spPr>
        <p:style>
          <a:lnRef idx="0"/>
          <a:fillRef idx="0"/>
          <a:effectRef idx="0"/>
          <a:fontRef idx="minor"/>
        </p:style>
      </p:sp>
      <p:sp>
        <p:nvSpPr>
          <p:cNvPr id="642" name="Shape 37"/>
          <p:cNvSpPr/>
          <p:nvPr/>
        </p:nvSpPr>
        <p:spPr>
          <a:xfrm>
            <a:off x="7328160" y="1069920"/>
            <a:ext cx="4538880" cy="2723040"/>
          </a:xfrm>
          <a:custGeom>
            <a:avLst/>
            <a:gdLst/>
            <a:ahLst/>
            <a:rect l="l" t="t" r="r" b="b"/>
            <a:pathLst>
              <a:path w="4539574" h="2723745">
                <a:moveTo>
                  <a:pt x="0" y="0"/>
                </a:moveTo>
                <a:lnTo>
                  <a:pt x="4539574" y="0"/>
                </a:lnTo>
                <a:lnTo>
                  <a:pt x="4539574" y="2723745"/>
                </a:lnTo>
                <a:lnTo>
                  <a:pt x="0" y="2723745"/>
                </a:lnTo>
                <a:lnTo>
                  <a:pt x="0" y="0"/>
                </a:lnTo>
                <a:close/>
              </a:path>
            </a:pathLst>
          </a:custGeom>
          <a:gradFill rotWithShape="0">
            <a:gsLst>
              <a:gs pos="50000">
                <a:srgbClr val="000000">
                  <a:alpha val="0"/>
                </a:srgbClr>
              </a:gs>
              <a:gs pos="100000">
                <a:srgbClr val="000000"/>
              </a:gs>
            </a:gsLst>
            <a:lin ang="5400000"/>
          </a:gradFill>
          <a:ln w="0">
            <a:noFill/>
          </a:ln>
        </p:spPr>
        <p:style>
          <a:lnRef idx="0"/>
          <a:fillRef idx="0"/>
          <a:effectRef idx="0"/>
          <a:fontRef idx="minor"/>
        </p:style>
      </p:sp>
      <p:sp>
        <p:nvSpPr>
          <p:cNvPr id="643" name="Text 38"/>
          <p:cNvSpPr/>
          <p:nvPr/>
        </p:nvSpPr>
        <p:spPr>
          <a:xfrm>
            <a:off x="7457760" y="3242520"/>
            <a:ext cx="4336200" cy="1612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00" spc="-1" strike="noStrike">
                <a:solidFill>
                  <a:srgbClr val="ddff00"/>
                </a:solidFill>
                <a:latin typeface="Liter"/>
                <a:ea typeface="Liter"/>
              </a:rPr>
              <a:t>NIRVANA</a:t>
            </a:r>
            <a:endParaRPr b="0" lang="en-HK" sz="900" spc="-1" strike="noStrike">
              <a:latin typeface="Arial"/>
            </a:endParaRPr>
          </a:p>
        </p:txBody>
      </p:sp>
      <p:sp>
        <p:nvSpPr>
          <p:cNvPr id="644" name="Text 39"/>
          <p:cNvSpPr/>
          <p:nvPr/>
        </p:nvSpPr>
        <p:spPr>
          <a:xfrm>
            <a:off x="7457760" y="3437280"/>
            <a:ext cx="4352400" cy="2260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50" spc="-1" strike="noStrike">
                <a:solidFill>
                  <a:srgbClr val="ffffff"/>
                </a:solidFill>
                <a:latin typeface="Liter"/>
                <a:ea typeface="Liter"/>
              </a:rPr>
              <a:t>The Voice of a Generation</a:t>
            </a:r>
            <a:endParaRPr b="0" lang="en-HK" sz="1150" spc="-1" strike="noStrike">
              <a:latin typeface="Arial"/>
            </a:endParaRPr>
          </a:p>
        </p:txBody>
      </p:sp>
      <p:sp>
        <p:nvSpPr>
          <p:cNvPr id="645" name="Shape 40"/>
          <p:cNvSpPr/>
          <p:nvPr/>
        </p:nvSpPr>
        <p:spPr>
          <a:xfrm>
            <a:off x="7336440" y="3931560"/>
            <a:ext cx="4522680" cy="2025720"/>
          </a:xfrm>
          <a:custGeom>
            <a:avLst/>
            <a:gdLst/>
            <a:ahLst/>
            <a:rect l="l" t="t" r="r" b="b"/>
            <a:pathLst>
              <a:path w="4523362" h="2026596">
                <a:moveTo>
                  <a:pt x="0" y="0"/>
                </a:moveTo>
                <a:lnTo>
                  <a:pt x="4523362" y="0"/>
                </a:lnTo>
                <a:lnTo>
                  <a:pt x="4523362" y="2026596"/>
                </a:lnTo>
                <a:lnTo>
                  <a:pt x="0" y="2026596"/>
                </a:lnTo>
                <a:lnTo>
                  <a:pt x="0" y="0"/>
                </a:lnTo>
                <a:close/>
              </a:path>
            </a:pathLst>
          </a:custGeom>
          <a:noFill/>
          <a:ln w="25400">
            <a:solidFill>
              <a:srgbClr val="ddff00"/>
            </a:solidFill>
            <a:round/>
          </a:ln>
        </p:spPr>
        <p:style>
          <a:lnRef idx="0"/>
          <a:fillRef idx="0"/>
          <a:effectRef idx="0"/>
          <a:fontRef idx="minor"/>
        </p:style>
      </p:sp>
      <p:sp>
        <p:nvSpPr>
          <p:cNvPr id="646" name="Text 41"/>
          <p:cNvSpPr/>
          <p:nvPr/>
        </p:nvSpPr>
        <p:spPr>
          <a:xfrm>
            <a:off x="7506360" y="4101840"/>
            <a:ext cx="4255200" cy="2260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50" spc="-1" strike="noStrike">
                <a:solidFill>
                  <a:srgbClr val="ddff00"/>
                </a:solidFill>
                <a:latin typeface="Liter"/>
                <a:ea typeface="Liter"/>
              </a:rPr>
              <a:t>The Nevermind Revolution</a:t>
            </a:r>
            <a:endParaRPr b="0" lang="en-HK" sz="1150" spc="-1" strike="noStrike">
              <a:latin typeface="Arial"/>
            </a:endParaRPr>
          </a:p>
        </p:txBody>
      </p:sp>
      <p:sp>
        <p:nvSpPr>
          <p:cNvPr id="647" name="Text 42"/>
          <p:cNvSpPr/>
          <p:nvPr/>
        </p:nvSpPr>
        <p:spPr>
          <a:xfrm>
            <a:off x="7506360" y="4426200"/>
            <a:ext cx="4246920" cy="6314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020" spc="-1" strike="noStrike">
                <a:solidFill>
                  <a:srgbClr val="ffffff"/>
                </a:solidFill>
                <a:latin typeface="Liter"/>
                <a:ea typeface="Liter"/>
              </a:rPr>
              <a:t>September 24, 1991:</a:t>
            </a:r>
            <a:r>
              <a:rPr b="0" lang="en-US" sz="1020" spc="-1" strike="noStrike">
                <a:solidFill>
                  <a:srgbClr val="ffffff"/>
                </a:solidFill>
                <a:latin typeface="Liter"/>
                <a:ea typeface="Liter"/>
              </a:rPr>
              <a:t> Nirvana releases "Nevermind." The album's unexpected success brought grunge—and alternative rock—into the mainstream overnight.</a:t>
            </a:r>
            <a:endParaRPr b="0" lang="en-HK" sz="1020" spc="-1" strike="noStrike">
              <a:latin typeface="Arial"/>
            </a:endParaRPr>
          </a:p>
        </p:txBody>
      </p:sp>
      <p:sp>
        <p:nvSpPr>
          <p:cNvPr id="648" name="Text 43"/>
          <p:cNvSpPr/>
          <p:nvPr/>
        </p:nvSpPr>
        <p:spPr>
          <a:xfrm>
            <a:off x="7506360" y="5155560"/>
            <a:ext cx="4246920" cy="6314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20" spc="-1" strike="noStrike">
                <a:solidFill>
                  <a:srgbClr val="ffffff">
                    <a:alpha val="80000"/>
                  </a:srgbClr>
                </a:solidFill>
                <a:latin typeface="Liter"/>
                <a:ea typeface="Liter"/>
              </a:rPr>
              <a:t>"Smells Like Teen Spirit" became an anthem for disaffected youth worldwide. The music industry was transformed, with major labels scrambling to sign Seattle bands.</a:t>
            </a:r>
            <a:endParaRPr b="0" lang="en-HK" sz="1020" spc="-1" strike="noStrike">
              <a:latin typeface="Arial"/>
            </a:endParaRPr>
          </a:p>
        </p:txBody>
      </p:sp>
      <p:sp>
        <p:nvSpPr>
          <p:cNvPr id="649" name="Shape 44"/>
          <p:cNvSpPr/>
          <p:nvPr/>
        </p:nvSpPr>
        <p:spPr>
          <a:xfrm>
            <a:off x="7328160" y="6095880"/>
            <a:ext cx="4538880" cy="647640"/>
          </a:xfrm>
          <a:custGeom>
            <a:avLst/>
            <a:gdLst/>
            <a:ahLst/>
            <a:rect l="l" t="t" r="r" b="b"/>
            <a:pathLst>
              <a:path w="4539574" h="648511">
                <a:moveTo>
                  <a:pt x="0" y="0"/>
                </a:moveTo>
                <a:lnTo>
                  <a:pt x="4539574" y="0"/>
                </a:lnTo>
                <a:lnTo>
                  <a:pt x="4539574" y="648511"/>
                </a:lnTo>
                <a:lnTo>
                  <a:pt x="0" y="648511"/>
                </a:lnTo>
                <a:lnTo>
                  <a:pt x="0" y="0"/>
                </a:lnTo>
                <a:close/>
              </a:path>
            </a:pathLst>
          </a:custGeom>
          <a:solidFill>
            <a:srgbClr val="ddff00"/>
          </a:solidFill>
          <a:ln w="0">
            <a:noFill/>
          </a:ln>
        </p:spPr>
        <p:style>
          <a:lnRef idx="0"/>
          <a:fillRef idx="0"/>
          <a:effectRef idx="0"/>
          <a:fontRef idx="minor"/>
        </p:style>
      </p:sp>
      <p:sp>
        <p:nvSpPr>
          <p:cNvPr id="650" name="Text 45"/>
          <p:cNvSpPr/>
          <p:nvPr/>
        </p:nvSpPr>
        <p:spPr>
          <a:xfrm>
            <a:off x="7425360" y="6225840"/>
            <a:ext cx="4344480" cy="38844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1" lang="en-US" sz="1020" spc="-1" strike="noStrike">
                <a:solidFill>
                  <a:srgbClr val="000000"/>
                </a:solidFill>
                <a:latin typeface="Liter"/>
                <a:ea typeface="Liter"/>
              </a:rPr>
              <a:t>"Here we are now, entertain us."</a:t>
            </a:r>
            <a:endParaRPr b="0" lang="en-HK" sz="1020" spc="-1" strike="noStrike">
              <a:latin typeface="Arial"/>
            </a:endParaRPr>
          </a:p>
          <a:p>
            <a:pPr algn="ctr">
              <a:lnSpc>
                <a:spcPct val="130000"/>
              </a:lnSpc>
              <a:buNone/>
            </a:pPr>
            <a:r>
              <a:rPr b="0" lang="en-US" sz="900" spc="-1" strike="noStrike">
                <a:solidFill>
                  <a:srgbClr val="000000"/>
                </a:solidFill>
                <a:latin typeface="Liter"/>
                <a:ea typeface="Liter"/>
              </a:rPr>
              <a:t>— </a:t>
            </a:r>
            <a:r>
              <a:rPr b="0" lang="en-US" sz="900" spc="-1" strike="noStrike">
                <a:solidFill>
                  <a:srgbClr val="000000"/>
                </a:solidFill>
                <a:latin typeface="Liter"/>
                <a:ea typeface="Liter"/>
              </a:rPr>
              <a:t>Nirvana, "Smells Like Teen Spirit"</a:t>
            </a:r>
            <a:endParaRPr b="0" lang="en-HK" sz="900" spc="-1" strike="noStrike">
              <a:latin typeface="Arial"/>
            </a:endParaRPr>
          </a:p>
        </p:txBody>
      </p:sp>
    </p:spTree>
  </p:cSld>
  <mc:AlternateContent>
    <mc:Choice Requires="p14">
      <p:transition spd="slow" p14:dur="2000"/>
    </mc:Choice>
    <mc:Fallback>
      <p:transition spd="slow"/>
    </mc:Fallback>
  </mc:AlternateContent>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sp>
        <p:nvSpPr>
          <p:cNvPr id="651" name="Shape 0"/>
          <p:cNvSpPr/>
          <p:nvPr/>
        </p:nvSpPr>
        <p:spPr>
          <a:xfrm>
            <a:off x="317520" y="365040"/>
            <a:ext cx="62640" cy="380160"/>
          </a:xfrm>
          <a:custGeom>
            <a:avLst/>
            <a:gdLst/>
            <a:ahLst/>
            <a:rect l="l" t="t" r="r" b="b"/>
            <a:pathLst>
              <a:path w="63500" h="381000">
                <a:moveTo>
                  <a:pt x="0" y="0"/>
                </a:moveTo>
                <a:lnTo>
                  <a:pt x="63500" y="0"/>
                </a:lnTo>
                <a:lnTo>
                  <a:pt x="63500" y="381000"/>
                </a:lnTo>
                <a:lnTo>
                  <a:pt x="0" y="381000"/>
                </a:lnTo>
                <a:lnTo>
                  <a:pt x="0" y="0"/>
                </a:lnTo>
                <a:close/>
              </a:path>
            </a:pathLst>
          </a:custGeom>
          <a:solidFill>
            <a:srgbClr val="ddff00"/>
          </a:solidFill>
          <a:ln w="0">
            <a:noFill/>
          </a:ln>
        </p:spPr>
        <p:style>
          <a:lnRef idx="0"/>
          <a:fillRef idx="0"/>
          <a:effectRef idx="0"/>
          <a:fontRef idx="minor"/>
        </p:style>
      </p:sp>
      <p:sp>
        <p:nvSpPr>
          <p:cNvPr id="652" name="Text 1"/>
          <p:cNvSpPr/>
          <p:nvPr/>
        </p:nvSpPr>
        <p:spPr>
          <a:xfrm>
            <a:off x="507960" y="317520"/>
            <a:ext cx="3396600" cy="158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83" strike="noStrike">
                <a:solidFill>
                  <a:srgbClr val="ddff00"/>
                </a:solidFill>
                <a:latin typeface="Liter"/>
                <a:ea typeface="Liter"/>
              </a:rPr>
              <a:t>CHAPTER 06</a:t>
            </a:r>
            <a:endParaRPr b="0" lang="en-HK" sz="880" spc="-1" strike="noStrike">
              <a:latin typeface="Arial"/>
            </a:endParaRPr>
          </a:p>
        </p:txBody>
      </p:sp>
      <p:sp>
        <p:nvSpPr>
          <p:cNvPr id="653" name="Text 2"/>
          <p:cNvSpPr/>
          <p:nvPr/>
        </p:nvSpPr>
        <p:spPr>
          <a:xfrm>
            <a:off x="507960" y="476280"/>
            <a:ext cx="3483720" cy="316800"/>
          </a:xfrm>
          <a:prstGeom prst="rect">
            <a:avLst/>
          </a:prstGeom>
          <a:noFill/>
          <a:ln w="0">
            <a:noFill/>
          </a:ln>
        </p:spPr>
        <p:style>
          <a:lnRef idx="0"/>
          <a:fillRef idx="0"/>
          <a:effectRef idx="0"/>
          <a:fontRef idx="minor"/>
        </p:style>
        <p:txBody>
          <a:bodyPr lIns="0" rIns="0" tIns="0" bIns="0" anchor="ctr">
            <a:noAutofit/>
          </a:bodyPr>
          <a:p>
            <a:pPr>
              <a:lnSpc>
                <a:spcPct val="90000"/>
              </a:lnSpc>
              <a:buNone/>
            </a:pPr>
            <a:r>
              <a:rPr b="1" lang="en-US" sz="3600" spc="-1" strike="noStrike">
                <a:solidFill>
                  <a:srgbClr val="ffffff"/>
                </a:solidFill>
                <a:latin typeface="Liter"/>
                <a:ea typeface="Liter"/>
              </a:rPr>
              <a:t>Alternative Rock Explosion</a:t>
            </a:r>
            <a:endParaRPr b="0" lang="en-HK" sz="3600" spc="-1" strike="noStrike">
              <a:latin typeface="Arial"/>
            </a:endParaRPr>
          </a:p>
        </p:txBody>
      </p:sp>
      <p:sp>
        <p:nvSpPr>
          <p:cNvPr id="654" name="Shape 3"/>
          <p:cNvSpPr/>
          <p:nvPr/>
        </p:nvSpPr>
        <p:spPr>
          <a:xfrm>
            <a:off x="317520" y="1047600"/>
            <a:ext cx="4547520" cy="2475720"/>
          </a:xfrm>
          <a:custGeom>
            <a:avLst/>
            <a:gdLst/>
            <a:ahLst/>
            <a:rect l="l" t="t" r="r" b="b"/>
            <a:pathLst>
              <a:path w="4548188" h="2476500">
                <a:moveTo>
                  <a:pt x="0" y="0"/>
                </a:moveTo>
                <a:lnTo>
                  <a:pt x="4548188" y="0"/>
                </a:lnTo>
                <a:lnTo>
                  <a:pt x="4548188" y="2476500"/>
                </a:lnTo>
                <a:lnTo>
                  <a:pt x="0" y="2476500"/>
                </a:lnTo>
                <a:lnTo>
                  <a:pt x="0" y="0"/>
                </a:lnTo>
                <a:close/>
              </a:path>
            </a:pathLst>
          </a:custGeom>
          <a:solidFill>
            <a:srgbClr val="ddff00"/>
          </a:solidFill>
          <a:ln w="0">
            <a:noFill/>
          </a:ln>
        </p:spPr>
        <p:style>
          <a:lnRef idx="0"/>
          <a:fillRef idx="0"/>
          <a:effectRef idx="0"/>
          <a:fontRef idx="minor"/>
        </p:style>
      </p:sp>
      <p:sp>
        <p:nvSpPr>
          <p:cNvPr id="655" name="Text 4"/>
          <p:cNvSpPr/>
          <p:nvPr/>
        </p:nvSpPr>
        <p:spPr>
          <a:xfrm>
            <a:off x="507960" y="1238400"/>
            <a:ext cx="4261680" cy="25344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500" spc="-1" strike="noStrike">
                <a:solidFill>
                  <a:srgbClr val="000000"/>
                </a:solidFill>
                <a:latin typeface="Liter"/>
                <a:ea typeface="Liter"/>
              </a:rPr>
              <a:t>Beyond Grunge</a:t>
            </a:r>
            <a:endParaRPr b="0" lang="en-HK" sz="1500" spc="-1" strike="noStrike">
              <a:latin typeface="Arial"/>
            </a:endParaRPr>
          </a:p>
        </p:txBody>
      </p:sp>
      <p:sp>
        <p:nvSpPr>
          <p:cNvPr id="656" name="Text 5"/>
          <p:cNvSpPr/>
          <p:nvPr/>
        </p:nvSpPr>
        <p:spPr>
          <a:xfrm>
            <a:off x="507960" y="1587600"/>
            <a:ext cx="4230000" cy="10310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000" spc="-1" strike="noStrike">
                <a:solidFill>
                  <a:srgbClr val="000000"/>
                </a:solidFill>
                <a:latin typeface="Liter"/>
                <a:ea typeface="Liter"/>
              </a:rPr>
              <a:t>While grunge dominated the early 1990s, alternative rock encompassed a much broader spectrum of sounds and styles.</a:t>
            </a:r>
            <a:r>
              <a:rPr b="0" lang="en-US" sz="1000" spc="-1" strike="noStrike">
                <a:solidFill>
                  <a:srgbClr val="000000"/>
                </a:solidFill>
                <a:latin typeface="Liter"/>
                <a:ea typeface="Liter"/>
              </a:rPr>
              <a:t> From the experimental art-rock of Radiohead to the geek-rock charm of Weezer, alternative rock proved that rock could evolve in countless directions while maintaining its rebellious spirit.</a:t>
            </a:r>
            <a:endParaRPr b="0" lang="en-HK" sz="1000" spc="-1" strike="noStrike">
              <a:latin typeface="Arial"/>
            </a:endParaRPr>
          </a:p>
        </p:txBody>
      </p:sp>
      <p:sp>
        <p:nvSpPr>
          <p:cNvPr id="657" name="Text 6"/>
          <p:cNvSpPr/>
          <p:nvPr/>
        </p:nvSpPr>
        <p:spPr>
          <a:xfrm>
            <a:off x="507960" y="2714760"/>
            <a:ext cx="4230000" cy="6184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00" spc="-1" strike="noStrike">
                <a:solidFill>
                  <a:srgbClr val="000000">
                    <a:alpha val="80000"/>
                  </a:srgbClr>
                </a:solidFill>
                <a:latin typeface="Liter"/>
                <a:ea typeface="Liter"/>
              </a:rPr>
              <a:t>College radio stations and the Lollapalooza festival (launched 1991) became crucial platforms for promoting alternative acts, helping bands reach audiences outside the mainstream.</a:t>
            </a:r>
            <a:endParaRPr b="0" lang="en-HK" sz="1000" spc="-1" strike="noStrike">
              <a:latin typeface="Arial"/>
            </a:endParaRPr>
          </a:p>
        </p:txBody>
      </p:sp>
      <p:sp>
        <p:nvSpPr>
          <p:cNvPr id="658" name="Shape 7"/>
          <p:cNvSpPr/>
          <p:nvPr/>
        </p:nvSpPr>
        <p:spPr>
          <a:xfrm>
            <a:off x="325440" y="3659040"/>
            <a:ext cx="4531680" cy="3126600"/>
          </a:xfrm>
          <a:custGeom>
            <a:avLst/>
            <a:gdLst/>
            <a:ahLst/>
            <a:rect l="l" t="t" r="r" b="b"/>
            <a:pathLst>
              <a:path w="4532313" h="3127375">
                <a:moveTo>
                  <a:pt x="0" y="0"/>
                </a:moveTo>
                <a:lnTo>
                  <a:pt x="4532313" y="0"/>
                </a:lnTo>
                <a:lnTo>
                  <a:pt x="4532313" y="3127375"/>
                </a:lnTo>
                <a:lnTo>
                  <a:pt x="0" y="3127375"/>
                </a:lnTo>
                <a:lnTo>
                  <a:pt x="0" y="0"/>
                </a:lnTo>
                <a:close/>
              </a:path>
            </a:pathLst>
          </a:custGeom>
          <a:noFill/>
          <a:ln w="25400">
            <a:solidFill>
              <a:srgbClr val="ddff00"/>
            </a:solidFill>
            <a:round/>
          </a:ln>
        </p:spPr>
        <p:style>
          <a:lnRef idx="0"/>
          <a:fillRef idx="0"/>
          <a:effectRef idx="0"/>
          <a:fontRef idx="minor"/>
        </p:style>
      </p:sp>
      <p:sp>
        <p:nvSpPr>
          <p:cNvPr id="659" name="Text 8"/>
          <p:cNvSpPr/>
          <p:nvPr/>
        </p:nvSpPr>
        <p:spPr>
          <a:xfrm>
            <a:off x="492120" y="3825720"/>
            <a:ext cx="4277520" cy="2214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250" spc="-1" strike="noStrike">
                <a:solidFill>
                  <a:srgbClr val="ddff00"/>
                </a:solidFill>
                <a:latin typeface="Liter"/>
                <a:ea typeface="Liter"/>
              </a:rPr>
              <a:t>Key Alternative Rock Bands</a:t>
            </a:r>
            <a:endParaRPr b="0" lang="en-HK" sz="1250" spc="-1" strike="noStrike">
              <a:latin typeface="Arial"/>
            </a:endParaRPr>
          </a:p>
        </p:txBody>
      </p:sp>
      <p:sp>
        <p:nvSpPr>
          <p:cNvPr id="660" name="Shape 9"/>
          <p:cNvSpPr/>
          <p:nvPr/>
        </p:nvSpPr>
        <p:spPr>
          <a:xfrm>
            <a:off x="507960" y="4175280"/>
            <a:ext cx="30960" cy="412200"/>
          </a:xfrm>
          <a:custGeom>
            <a:avLst/>
            <a:gdLst/>
            <a:ahLst/>
            <a:rect l="l" t="t" r="r" b="b"/>
            <a:pathLst>
              <a:path w="31750" h="412750">
                <a:moveTo>
                  <a:pt x="0" y="0"/>
                </a:moveTo>
                <a:lnTo>
                  <a:pt x="31750" y="0"/>
                </a:lnTo>
                <a:lnTo>
                  <a:pt x="31750" y="412750"/>
                </a:lnTo>
                <a:lnTo>
                  <a:pt x="0" y="412750"/>
                </a:lnTo>
                <a:lnTo>
                  <a:pt x="0" y="0"/>
                </a:lnTo>
                <a:close/>
              </a:path>
            </a:pathLst>
          </a:custGeom>
          <a:solidFill>
            <a:srgbClr val="ddff00"/>
          </a:solidFill>
          <a:ln w="0">
            <a:noFill/>
          </a:ln>
        </p:spPr>
        <p:style>
          <a:lnRef idx="0"/>
          <a:fillRef idx="0"/>
          <a:effectRef idx="0"/>
          <a:fontRef idx="minor"/>
        </p:style>
      </p:sp>
      <p:sp>
        <p:nvSpPr>
          <p:cNvPr id="661" name="Shape 10"/>
          <p:cNvSpPr/>
          <p:nvPr/>
        </p:nvSpPr>
        <p:spPr>
          <a:xfrm>
            <a:off x="619200" y="4175280"/>
            <a:ext cx="316800" cy="316800"/>
          </a:xfrm>
          <a:custGeom>
            <a:avLst/>
            <a:gdLst/>
            <a:ahLst/>
            <a:rect l="l" t="t" r="r" b="b"/>
            <a:pathLst>
              <a:path w="317500" h="317500">
                <a:moveTo>
                  <a:pt x="0" y="0"/>
                </a:moveTo>
                <a:lnTo>
                  <a:pt x="317500" y="0"/>
                </a:lnTo>
                <a:lnTo>
                  <a:pt x="317500" y="317500"/>
                </a:lnTo>
                <a:lnTo>
                  <a:pt x="0" y="317500"/>
                </a:lnTo>
                <a:lnTo>
                  <a:pt x="0" y="0"/>
                </a:lnTo>
                <a:close/>
              </a:path>
            </a:pathLst>
          </a:custGeom>
          <a:solidFill>
            <a:srgbClr val="ddff00"/>
          </a:solidFill>
          <a:ln w="0">
            <a:noFill/>
          </a:ln>
        </p:spPr>
        <p:style>
          <a:lnRef idx="0"/>
          <a:fillRef idx="0"/>
          <a:effectRef idx="0"/>
          <a:fontRef idx="minor"/>
        </p:style>
      </p:sp>
      <p:sp>
        <p:nvSpPr>
          <p:cNvPr id="662" name="Shape 11"/>
          <p:cNvSpPr/>
          <p:nvPr/>
        </p:nvSpPr>
        <p:spPr>
          <a:xfrm>
            <a:off x="722160" y="4270320"/>
            <a:ext cx="110520" cy="126360"/>
          </a:xfrm>
          <a:custGeom>
            <a:avLst/>
            <a:gdLst/>
            <a:ahLst/>
            <a:rect l="l" t="t" r="r" b="b"/>
            <a:pathLst>
              <a:path w="111125" h="127000">
                <a:moveTo>
                  <a:pt x="55563" y="98921"/>
                </a:moveTo>
                <a:cubicBezTo>
                  <a:pt x="52636" y="100186"/>
                  <a:pt x="49758" y="101327"/>
                  <a:pt x="46906" y="102270"/>
                </a:cubicBezTo>
                <a:cubicBezTo>
                  <a:pt x="51048" y="110654"/>
                  <a:pt x="54595" y="111125"/>
                  <a:pt x="55563" y="111125"/>
                </a:cubicBezTo>
                <a:cubicBezTo>
                  <a:pt x="56530" y="111125"/>
                  <a:pt x="60052" y="110654"/>
                  <a:pt x="64219" y="102270"/>
                </a:cubicBezTo>
                <a:cubicBezTo>
                  <a:pt x="61392" y="101302"/>
                  <a:pt x="58489" y="100186"/>
                  <a:pt x="55562" y="98921"/>
                </a:cubicBezTo>
                <a:close/>
                <a:moveTo>
                  <a:pt x="102691" y="63500"/>
                </a:moveTo>
                <a:cubicBezTo>
                  <a:pt x="110877" y="74712"/>
                  <a:pt x="113680" y="86047"/>
                  <a:pt x="108545" y="95250"/>
                </a:cubicBezTo>
                <a:cubicBezTo>
                  <a:pt x="103535" y="104254"/>
                  <a:pt x="93042" y="107479"/>
                  <a:pt x="79970" y="105966"/>
                </a:cubicBezTo>
                <a:cubicBezTo>
                  <a:pt x="74513" y="118889"/>
                  <a:pt x="66154" y="127000"/>
                  <a:pt x="55563" y="127000"/>
                </a:cubicBezTo>
                <a:cubicBezTo>
                  <a:pt x="44971" y="127000"/>
                  <a:pt x="36612" y="118889"/>
                  <a:pt x="31155" y="105966"/>
                </a:cubicBezTo>
                <a:cubicBezTo>
                  <a:pt x="18083" y="107479"/>
                  <a:pt x="7590" y="104254"/>
                  <a:pt x="2580" y="95250"/>
                </a:cubicBezTo>
                <a:cubicBezTo>
                  <a:pt x="-2555" y="86047"/>
                  <a:pt x="248" y="74712"/>
                  <a:pt x="8434" y="63500"/>
                </a:cubicBezTo>
                <a:cubicBezTo>
                  <a:pt x="248" y="52288"/>
                  <a:pt x="-2555" y="40953"/>
                  <a:pt x="2580" y="31750"/>
                </a:cubicBezTo>
                <a:cubicBezTo>
                  <a:pt x="7590" y="22746"/>
                  <a:pt x="18083" y="19521"/>
                  <a:pt x="31155" y="21034"/>
                </a:cubicBezTo>
                <a:cubicBezTo>
                  <a:pt x="36612" y="8111"/>
                  <a:pt x="44946" y="0"/>
                  <a:pt x="55563" y="0"/>
                </a:cubicBezTo>
                <a:cubicBezTo>
                  <a:pt x="66179" y="0"/>
                  <a:pt x="74513" y="8111"/>
                  <a:pt x="79970" y="21034"/>
                </a:cubicBezTo>
                <a:cubicBezTo>
                  <a:pt x="93042" y="19521"/>
                  <a:pt x="103535" y="22721"/>
                  <a:pt x="108545" y="31750"/>
                </a:cubicBezTo>
                <a:cubicBezTo>
                  <a:pt x="113680" y="40953"/>
                  <a:pt x="110877" y="52288"/>
                  <a:pt x="102691" y="63500"/>
                </a:cubicBezTo>
                <a:close/>
                <a:moveTo>
                  <a:pt x="86370" y="80218"/>
                </a:moveTo>
                <a:cubicBezTo>
                  <a:pt x="85948" y="83741"/>
                  <a:pt x="85403" y="87164"/>
                  <a:pt x="84708" y="90438"/>
                </a:cubicBezTo>
                <a:cubicBezTo>
                  <a:pt x="92596" y="90785"/>
                  <a:pt x="94283" y="88280"/>
                  <a:pt x="94679" y="87536"/>
                </a:cubicBezTo>
                <a:cubicBezTo>
                  <a:pt x="95250" y="86494"/>
                  <a:pt x="96416" y="83096"/>
                  <a:pt x="91728" y="75605"/>
                </a:cubicBezTo>
                <a:cubicBezTo>
                  <a:pt x="90041" y="77167"/>
                  <a:pt x="88255" y="78705"/>
                  <a:pt x="86370" y="80218"/>
                </a:cubicBezTo>
                <a:close/>
                <a:moveTo>
                  <a:pt x="84708" y="36587"/>
                </a:moveTo>
                <a:cubicBezTo>
                  <a:pt x="85403" y="39836"/>
                  <a:pt x="85948" y="43259"/>
                  <a:pt x="86370" y="46806"/>
                </a:cubicBezTo>
                <a:cubicBezTo>
                  <a:pt x="88255" y="48320"/>
                  <a:pt x="90041" y="49857"/>
                  <a:pt x="91728" y="51420"/>
                </a:cubicBezTo>
                <a:cubicBezTo>
                  <a:pt x="96416" y="43929"/>
                  <a:pt x="95250" y="40506"/>
                  <a:pt x="94679" y="39489"/>
                </a:cubicBezTo>
                <a:cubicBezTo>
                  <a:pt x="94283" y="38770"/>
                  <a:pt x="92596" y="36264"/>
                  <a:pt x="84708" y="36587"/>
                </a:cubicBezTo>
                <a:close/>
                <a:moveTo>
                  <a:pt x="64219" y="24730"/>
                </a:moveTo>
                <a:cubicBezTo>
                  <a:pt x="60052" y="16346"/>
                  <a:pt x="56530" y="15875"/>
                  <a:pt x="55563" y="15875"/>
                </a:cubicBezTo>
                <a:cubicBezTo>
                  <a:pt x="54595" y="15875"/>
                  <a:pt x="51073" y="16346"/>
                  <a:pt x="46906" y="24730"/>
                </a:cubicBezTo>
                <a:cubicBezTo>
                  <a:pt x="49733" y="25698"/>
                  <a:pt x="52636" y="26814"/>
                  <a:pt x="55563" y="28079"/>
                </a:cubicBezTo>
                <a:cubicBezTo>
                  <a:pt x="58489" y="26814"/>
                  <a:pt x="61367" y="25673"/>
                  <a:pt x="64219" y="24730"/>
                </a:cubicBezTo>
                <a:close/>
                <a:moveTo>
                  <a:pt x="24780" y="46782"/>
                </a:moveTo>
                <a:cubicBezTo>
                  <a:pt x="25202" y="43235"/>
                  <a:pt x="25747" y="39836"/>
                  <a:pt x="26442" y="36562"/>
                </a:cubicBezTo>
                <a:cubicBezTo>
                  <a:pt x="18554" y="36215"/>
                  <a:pt x="16867" y="38720"/>
                  <a:pt x="16470" y="39464"/>
                </a:cubicBezTo>
                <a:cubicBezTo>
                  <a:pt x="15900" y="40506"/>
                  <a:pt x="14734" y="43904"/>
                  <a:pt x="19422" y="51395"/>
                </a:cubicBezTo>
                <a:cubicBezTo>
                  <a:pt x="21109" y="49833"/>
                  <a:pt x="22895" y="48295"/>
                  <a:pt x="24780" y="46782"/>
                </a:cubicBezTo>
                <a:close/>
                <a:moveTo>
                  <a:pt x="19397" y="75605"/>
                </a:moveTo>
                <a:cubicBezTo>
                  <a:pt x="14709" y="83096"/>
                  <a:pt x="15875" y="86519"/>
                  <a:pt x="16446" y="87536"/>
                </a:cubicBezTo>
                <a:cubicBezTo>
                  <a:pt x="16842" y="88255"/>
                  <a:pt x="18529" y="90760"/>
                  <a:pt x="26417" y="90438"/>
                </a:cubicBezTo>
                <a:cubicBezTo>
                  <a:pt x="25722" y="87188"/>
                  <a:pt x="25177" y="83765"/>
                  <a:pt x="24755" y="80218"/>
                </a:cubicBezTo>
                <a:cubicBezTo>
                  <a:pt x="22870" y="78705"/>
                  <a:pt x="21084" y="77167"/>
                  <a:pt x="19397" y="75605"/>
                </a:cubicBezTo>
                <a:close/>
                <a:moveTo>
                  <a:pt x="75406" y="63500"/>
                </a:moveTo>
                <a:cubicBezTo>
                  <a:pt x="75406" y="52548"/>
                  <a:pt x="66515" y="43656"/>
                  <a:pt x="55563" y="43656"/>
                </a:cubicBezTo>
                <a:cubicBezTo>
                  <a:pt x="44610" y="43656"/>
                  <a:pt x="35719" y="52548"/>
                  <a:pt x="35719" y="63500"/>
                </a:cubicBezTo>
                <a:cubicBezTo>
                  <a:pt x="35719" y="74452"/>
                  <a:pt x="44610" y="83344"/>
                  <a:pt x="55563" y="83344"/>
                </a:cubicBezTo>
                <a:cubicBezTo>
                  <a:pt x="66515" y="83344"/>
                  <a:pt x="75406" y="74452"/>
                  <a:pt x="75406" y="63500"/>
                </a:cubicBezTo>
                <a:close/>
                <a:moveTo>
                  <a:pt x="55563" y="55563"/>
                </a:moveTo>
                <a:cubicBezTo>
                  <a:pt x="59943" y="55563"/>
                  <a:pt x="63500" y="59119"/>
                  <a:pt x="63500" y="63500"/>
                </a:cubicBezTo>
                <a:cubicBezTo>
                  <a:pt x="63500" y="67881"/>
                  <a:pt x="59943" y="71438"/>
                  <a:pt x="55563" y="71438"/>
                </a:cubicBezTo>
                <a:cubicBezTo>
                  <a:pt x="51182" y="71438"/>
                  <a:pt x="47625" y="67881"/>
                  <a:pt x="47625" y="63500"/>
                </a:cubicBezTo>
                <a:cubicBezTo>
                  <a:pt x="47625" y="59119"/>
                  <a:pt x="51182" y="55563"/>
                  <a:pt x="55563" y="55563"/>
                </a:cubicBezTo>
                <a:close/>
              </a:path>
            </a:pathLst>
          </a:custGeom>
          <a:solidFill>
            <a:srgbClr val="000000"/>
          </a:solidFill>
          <a:ln w="0">
            <a:noFill/>
          </a:ln>
        </p:spPr>
        <p:style>
          <a:lnRef idx="0"/>
          <a:fillRef idx="0"/>
          <a:effectRef idx="0"/>
          <a:fontRef idx="minor"/>
        </p:style>
      </p:sp>
      <p:sp>
        <p:nvSpPr>
          <p:cNvPr id="663" name="Text 12"/>
          <p:cNvSpPr/>
          <p:nvPr/>
        </p:nvSpPr>
        <p:spPr>
          <a:xfrm>
            <a:off x="1031760" y="4175280"/>
            <a:ext cx="3618720" cy="2214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Radiohead</a:t>
            </a:r>
            <a:endParaRPr b="0" lang="en-HK" sz="1130" spc="-1" strike="noStrike">
              <a:latin typeface="Arial"/>
            </a:endParaRPr>
          </a:p>
        </p:txBody>
      </p:sp>
      <p:sp>
        <p:nvSpPr>
          <p:cNvPr id="664" name="Text 13"/>
          <p:cNvSpPr/>
          <p:nvPr/>
        </p:nvSpPr>
        <p:spPr>
          <a:xfrm>
            <a:off x="1031760" y="4397400"/>
            <a:ext cx="3610800" cy="1897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70000"/>
                  </a:srgbClr>
                </a:solidFill>
                <a:latin typeface="Liter"/>
                <a:ea typeface="Liter"/>
              </a:rPr>
              <a:t>"OK Computer" (1997) - Experimental, complex, groundbreaking</a:t>
            </a:r>
            <a:endParaRPr b="0" lang="en-HK" sz="1000" spc="-1" strike="noStrike">
              <a:latin typeface="Arial"/>
            </a:endParaRPr>
          </a:p>
        </p:txBody>
      </p:sp>
      <p:sp>
        <p:nvSpPr>
          <p:cNvPr id="665" name="Shape 14"/>
          <p:cNvSpPr/>
          <p:nvPr/>
        </p:nvSpPr>
        <p:spPr>
          <a:xfrm>
            <a:off x="507960" y="4683240"/>
            <a:ext cx="30960" cy="412200"/>
          </a:xfrm>
          <a:custGeom>
            <a:avLst/>
            <a:gdLst/>
            <a:ahLst/>
            <a:rect l="l" t="t" r="r" b="b"/>
            <a:pathLst>
              <a:path w="31750" h="412750">
                <a:moveTo>
                  <a:pt x="0" y="0"/>
                </a:moveTo>
                <a:lnTo>
                  <a:pt x="31750" y="0"/>
                </a:lnTo>
                <a:lnTo>
                  <a:pt x="31750" y="412750"/>
                </a:lnTo>
                <a:lnTo>
                  <a:pt x="0" y="412750"/>
                </a:lnTo>
                <a:lnTo>
                  <a:pt x="0" y="0"/>
                </a:lnTo>
                <a:close/>
              </a:path>
            </a:pathLst>
          </a:custGeom>
          <a:solidFill>
            <a:srgbClr val="ddff00"/>
          </a:solidFill>
          <a:ln w="0">
            <a:noFill/>
          </a:ln>
        </p:spPr>
        <p:style>
          <a:lnRef idx="0"/>
          <a:fillRef idx="0"/>
          <a:effectRef idx="0"/>
          <a:fontRef idx="minor"/>
        </p:style>
      </p:sp>
      <p:sp>
        <p:nvSpPr>
          <p:cNvPr id="666" name="Shape 15"/>
          <p:cNvSpPr/>
          <p:nvPr/>
        </p:nvSpPr>
        <p:spPr>
          <a:xfrm>
            <a:off x="619200" y="4683240"/>
            <a:ext cx="316800" cy="316800"/>
          </a:xfrm>
          <a:custGeom>
            <a:avLst/>
            <a:gdLst/>
            <a:ahLst/>
            <a:rect l="l" t="t" r="r" b="b"/>
            <a:pathLst>
              <a:path w="317500" h="317500">
                <a:moveTo>
                  <a:pt x="0" y="0"/>
                </a:moveTo>
                <a:lnTo>
                  <a:pt x="317500" y="0"/>
                </a:lnTo>
                <a:lnTo>
                  <a:pt x="317500" y="317500"/>
                </a:lnTo>
                <a:lnTo>
                  <a:pt x="0" y="317500"/>
                </a:lnTo>
                <a:lnTo>
                  <a:pt x="0" y="0"/>
                </a:lnTo>
                <a:close/>
              </a:path>
            </a:pathLst>
          </a:custGeom>
          <a:solidFill>
            <a:srgbClr val="ddff00"/>
          </a:solidFill>
          <a:ln w="0">
            <a:noFill/>
          </a:ln>
        </p:spPr>
        <p:style>
          <a:lnRef idx="0"/>
          <a:fillRef idx="0"/>
          <a:effectRef idx="0"/>
          <a:fontRef idx="minor"/>
        </p:style>
      </p:sp>
      <p:sp>
        <p:nvSpPr>
          <p:cNvPr id="667" name="Shape 16"/>
          <p:cNvSpPr/>
          <p:nvPr/>
        </p:nvSpPr>
        <p:spPr>
          <a:xfrm>
            <a:off x="706320" y="4778280"/>
            <a:ext cx="142200" cy="126360"/>
          </a:xfrm>
          <a:custGeom>
            <a:avLst/>
            <a:gdLst/>
            <a:ahLst/>
            <a:rect l="l" t="t" r="r" b="b"/>
            <a:pathLst>
              <a:path w="142875" h="127000">
                <a:moveTo>
                  <a:pt x="35545" y="23812"/>
                </a:moveTo>
                <a:cubicBezTo>
                  <a:pt x="32072" y="23812"/>
                  <a:pt x="28972" y="26095"/>
                  <a:pt x="27955" y="29418"/>
                </a:cubicBezTo>
                <a:lnTo>
                  <a:pt x="17463" y="63500"/>
                </a:lnTo>
                <a:lnTo>
                  <a:pt x="55563" y="63500"/>
                </a:lnTo>
                <a:cubicBezTo>
                  <a:pt x="59953" y="63500"/>
                  <a:pt x="63500" y="67047"/>
                  <a:pt x="63500" y="71438"/>
                </a:cubicBezTo>
                <a:lnTo>
                  <a:pt x="79375" y="71438"/>
                </a:lnTo>
                <a:cubicBezTo>
                  <a:pt x="79375" y="67047"/>
                  <a:pt x="82922" y="63500"/>
                  <a:pt x="87313" y="63500"/>
                </a:cubicBezTo>
                <a:lnTo>
                  <a:pt x="125413" y="63500"/>
                </a:lnTo>
                <a:lnTo>
                  <a:pt x="114920" y="29418"/>
                </a:lnTo>
                <a:cubicBezTo>
                  <a:pt x="113903" y="26095"/>
                  <a:pt x="110827" y="23812"/>
                  <a:pt x="107330" y="23812"/>
                </a:cubicBezTo>
                <a:lnTo>
                  <a:pt x="99219" y="23812"/>
                </a:lnTo>
                <a:cubicBezTo>
                  <a:pt x="94828" y="23812"/>
                  <a:pt x="91281" y="20265"/>
                  <a:pt x="91281" y="15875"/>
                </a:cubicBezTo>
                <a:cubicBezTo>
                  <a:pt x="91281" y="11485"/>
                  <a:pt x="94828" y="7938"/>
                  <a:pt x="99219" y="7938"/>
                </a:cubicBezTo>
                <a:lnTo>
                  <a:pt x="107330" y="7938"/>
                </a:lnTo>
                <a:cubicBezTo>
                  <a:pt x="117773" y="7938"/>
                  <a:pt x="127025" y="14759"/>
                  <a:pt x="130101" y="24755"/>
                </a:cubicBezTo>
                <a:lnTo>
                  <a:pt x="141362" y="61342"/>
                </a:lnTo>
                <a:cubicBezTo>
                  <a:pt x="142379" y="64616"/>
                  <a:pt x="142875" y="68014"/>
                  <a:pt x="142875" y="71438"/>
                </a:cubicBezTo>
                <a:lnTo>
                  <a:pt x="142875" y="95250"/>
                </a:lnTo>
                <a:cubicBezTo>
                  <a:pt x="142875" y="108396"/>
                  <a:pt x="132209" y="119063"/>
                  <a:pt x="119063" y="119063"/>
                </a:cubicBezTo>
                <a:lnTo>
                  <a:pt x="103188" y="119063"/>
                </a:lnTo>
                <a:cubicBezTo>
                  <a:pt x="90041" y="119063"/>
                  <a:pt x="79375" y="108396"/>
                  <a:pt x="79375" y="95250"/>
                </a:cubicBezTo>
                <a:lnTo>
                  <a:pt x="79375" y="87313"/>
                </a:lnTo>
                <a:lnTo>
                  <a:pt x="63500" y="87313"/>
                </a:lnTo>
                <a:lnTo>
                  <a:pt x="63500" y="95250"/>
                </a:lnTo>
                <a:cubicBezTo>
                  <a:pt x="63500" y="108396"/>
                  <a:pt x="52834" y="119063"/>
                  <a:pt x="39688" y="119063"/>
                </a:cubicBezTo>
                <a:lnTo>
                  <a:pt x="23812" y="119063"/>
                </a:lnTo>
                <a:cubicBezTo>
                  <a:pt x="10666" y="119063"/>
                  <a:pt x="0" y="108396"/>
                  <a:pt x="0" y="95250"/>
                </a:cubicBezTo>
                <a:lnTo>
                  <a:pt x="0" y="71438"/>
                </a:lnTo>
                <a:cubicBezTo>
                  <a:pt x="0" y="68014"/>
                  <a:pt x="521" y="64616"/>
                  <a:pt x="1513" y="61342"/>
                </a:cubicBezTo>
                <a:lnTo>
                  <a:pt x="12774" y="24755"/>
                </a:lnTo>
                <a:cubicBezTo>
                  <a:pt x="15850" y="14759"/>
                  <a:pt x="25078" y="7938"/>
                  <a:pt x="35545" y="7938"/>
                </a:cubicBezTo>
                <a:lnTo>
                  <a:pt x="43656" y="7938"/>
                </a:lnTo>
                <a:cubicBezTo>
                  <a:pt x="48047" y="7938"/>
                  <a:pt x="51594" y="11485"/>
                  <a:pt x="51594" y="15875"/>
                </a:cubicBezTo>
                <a:cubicBezTo>
                  <a:pt x="51594" y="20265"/>
                  <a:pt x="48047" y="23812"/>
                  <a:pt x="43656" y="23812"/>
                </a:cubicBezTo>
                <a:lnTo>
                  <a:pt x="35545" y="23812"/>
                </a:lnTo>
                <a:close/>
                <a:moveTo>
                  <a:pt x="15875" y="79375"/>
                </a:moveTo>
                <a:lnTo>
                  <a:pt x="15875" y="95250"/>
                </a:lnTo>
                <a:cubicBezTo>
                  <a:pt x="15875" y="99640"/>
                  <a:pt x="19422" y="103188"/>
                  <a:pt x="23812" y="103188"/>
                </a:cubicBezTo>
                <a:lnTo>
                  <a:pt x="39688" y="103188"/>
                </a:lnTo>
                <a:cubicBezTo>
                  <a:pt x="44078" y="103188"/>
                  <a:pt x="47625" y="99640"/>
                  <a:pt x="47625" y="95250"/>
                </a:cubicBezTo>
                <a:lnTo>
                  <a:pt x="47625" y="79375"/>
                </a:lnTo>
                <a:lnTo>
                  <a:pt x="15875" y="79375"/>
                </a:lnTo>
                <a:close/>
                <a:moveTo>
                  <a:pt x="119063" y="103188"/>
                </a:moveTo>
                <a:cubicBezTo>
                  <a:pt x="123453" y="103188"/>
                  <a:pt x="127000" y="99640"/>
                  <a:pt x="127000" y="95250"/>
                </a:cubicBezTo>
                <a:lnTo>
                  <a:pt x="127000" y="79375"/>
                </a:lnTo>
                <a:lnTo>
                  <a:pt x="95250" y="79375"/>
                </a:lnTo>
                <a:lnTo>
                  <a:pt x="95250" y="95250"/>
                </a:lnTo>
                <a:cubicBezTo>
                  <a:pt x="95250" y="99640"/>
                  <a:pt x="98797" y="103188"/>
                  <a:pt x="103188" y="103188"/>
                </a:cubicBezTo>
                <a:lnTo>
                  <a:pt x="119063" y="103188"/>
                </a:lnTo>
                <a:close/>
              </a:path>
            </a:pathLst>
          </a:custGeom>
          <a:solidFill>
            <a:srgbClr val="000000"/>
          </a:solidFill>
          <a:ln w="0">
            <a:noFill/>
          </a:ln>
        </p:spPr>
        <p:style>
          <a:lnRef idx="0"/>
          <a:fillRef idx="0"/>
          <a:effectRef idx="0"/>
          <a:fontRef idx="minor"/>
        </p:style>
      </p:sp>
      <p:sp>
        <p:nvSpPr>
          <p:cNvPr id="668" name="Text 17"/>
          <p:cNvSpPr/>
          <p:nvPr/>
        </p:nvSpPr>
        <p:spPr>
          <a:xfrm>
            <a:off x="1031760" y="4683240"/>
            <a:ext cx="3515760" cy="2214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Weezer</a:t>
            </a:r>
            <a:endParaRPr b="0" lang="en-HK" sz="1130" spc="-1" strike="noStrike">
              <a:latin typeface="Arial"/>
            </a:endParaRPr>
          </a:p>
        </p:txBody>
      </p:sp>
      <p:sp>
        <p:nvSpPr>
          <p:cNvPr id="669" name="Text 18"/>
          <p:cNvSpPr/>
          <p:nvPr/>
        </p:nvSpPr>
        <p:spPr>
          <a:xfrm>
            <a:off x="1031760" y="4905360"/>
            <a:ext cx="3507480" cy="1897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70000"/>
                  </a:srgbClr>
                </a:solidFill>
                <a:latin typeface="Liter"/>
                <a:ea typeface="Liter"/>
              </a:rPr>
              <a:t>"Blue Album" (1994) - Geek rock, catchy hooks, relatable lyrics</a:t>
            </a:r>
            <a:endParaRPr b="0" lang="en-HK" sz="1000" spc="-1" strike="noStrike">
              <a:latin typeface="Arial"/>
            </a:endParaRPr>
          </a:p>
        </p:txBody>
      </p:sp>
      <p:sp>
        <p:nvSpPr>
          <p:cNvPr id="670" name="Shape 19"/>
          <p:cNvSpPr/>
          <p:nvPr/>
        </p:nvSpPr>
        <p:spPr>
          <a:xfrm>
            <a:off x="507960" y="5191200"/>
            <a:ext cx="30960" cy="412200"/>
          </a:xfrm>
          <a:custGeom>
            <a:avLst/>
            <a:gdLst/>
            <a:ahLst/>
            <a:rect l="l" t="t" r="r" b="b"/>
            <a:pathLst>
              <a:path w="31750" h="412750">
                <a:moveTo>
                  <a:pt x="0" y="0"/>
                </a:moveTo>
                <a:lnTo>
                  <a:pt x="31750" y="0"/>
                </a:lnTo>
                <a:lnTo>
                  <a:pt x="31750" y="412750"/>
                </a:lnTo>
                <a:lnTo>
                  <a:pt x="0" y="412750"/>
                </a:lnTo>
                <a:lnTo>
                  <a:pt x="0" y="0"/>
                </a:lnTo>
                <a:close/>
              </a:path>
            </a:pathLst>
          </a:custGeom>
          <a:solidFill>
            <a:srgbClr val="ddff00"/>
          </a:solidFill>
          <a:ln w="0">
            <a:noFill/>
          </a:ln>
        </p:spPr>
        <p:style>
          <a:lnRef idx="0"/>
          <a:fillRef idx="0"/>
          <a:effectRef idx="0"/>
          <a:fontRef idx="minor"/>
        </p:style>
      </p:sp>
      <p:sp>
        <p:nvSpPr>
          <p:cNvPr id="671" name="Shape 20"/>
          <p:cNvSpPr/>
          <p:nvPr/>
        </p:nvSpPr>
        <p:spPr>
          <a:xfrm>
            <a:off x="619200" y="5191200"/>
            <a:ext cx="316800" cy="316800"/>
          </a:xfrm>
          <a:custGeom>
            <a:avLst/>
            <a:gdLst/>
            <a:ahLst/>
            <a:rect l="l" t="t" r="r" b="b"/>
            <a:pathLst>
              <a:path w="317500" h="317500">
                <a:moveTo>
                  <a:pt x="0" y="0"/>
                </a:moveTo>
                <a:lnTo>
                  <a:pt x="317500" y="0"/>
                </a:lnTo>
                <a:lnTo>
                  <a:pt x="317500" y="317500"/>
                </a:lnTo>
                <a:lnTo>
                  <a:pt x="0" y="317500"/>
                </a:lnTo>
                <a:lnTo>
                  <a:pt x="0" y="0"/>
                </a:lnTo>
                <a:close/>
              </a:path>
            </a:pathLst>
          </a:custGeom>
          <a:solidFill>
            <a:srgbClr val="ddff00"/>
          </a:solidFill>
          <a:ln w="0">
            <a:noFill/>
          </a:ln>
        </p:spPr>
        <p:style>
          <a:lnRef idx="0"/>
          <a:fillRef idx="0"/>
          <a:effectRef idx="0"/>
          <a:fontRef idx="minor"/>
        </p:style>
      </p:sp>
      <p:sp>
        <p:nvSpPr>
          <p:cNvPr id="672" name="Shape 21"/>
          <p:cNvSpPr/>
          <p:nvPr/>
        </p:nvSpPr>
        <p:spPr>
          <a:xfrm>
            <a:off x="722160" y="5286240"/>
            <a:ext cx="110520" cy="126360"/>
          </a:xfrm>
          <a:custGeom>
            <a:avLst/>
            <a:gdLst/>
            <a:ahLst/>
            <a:rect l="l" t="t" r="r" b="b"/>
            <a:pathLst>
              <a:path w="111125" h="127000">
                <a:moveTo>
                  <a:pt x="39812" y="-6548"/>
                </a:moveTo>
                <a:cubicBezTo>
                  <a:pt x="42118" y="-8483"/>
                  <a:pt x="45517" y="-8409"/>
                  <a:pt x="47724" y="-6325"/>
                </a:cubicBezTo>
                <a:cubicBezTo>
                  <a:pt x="50775" y="-3448"/>
                  <a:pt x="53504" y="-273"/>
                  <a:pt x="56133" y="2952"/>
                </a:cubicBezTo>
                <a:cubicBezTo>
                  <a:pt x="59482" y="7045"/>
                  <a:pt x="63500" y="12452"/>
                  <a:pt x="67370" y="18876"/>
                </a:cubicBezTo>
                <a:cubicBezTo>
                  <a:pt x="68659" y="17190"/>
                  <a:pt x="69850" y="15701"/>
                  <a:pt x="70892" y="14436"/>
                </a:cubicBezTo>
                <a:cubicBezTo>
                  <a:pt x="71165" y="14114"/>
                  <a:pt x="71438" y="13767"/>
                  <a:pt x="71710" y="13419"/>
                </a:cubicBezTo>
                <a:cubicBezTo>
                  <a:pt x="73670" y="10988"/>
                  <a:pt x="76101" y="7937"/>
                  <a:pt x="79350" y="7937"/>
                </a:cubicBezTo>
                <a:cubicBezTo>
                  <a:pt x="82674" y="7937"/>
                  <a:pt x="85006" y="10889"/>
                  <a:pt x="86990" y="13419"/>
                </a:cubicBezTo>
                <a:cubicBezTo>
                  <a:pt x="87313" y="13841"/>
                  <a:pt x="87635" y="14238"/>
                  <a:pt x="87957" y="14610"/>
                </a:cubicBezTo>
                <a:cubicBezTo>
                  <a:pt x="90512" y="17686"/>
                  <a:pt x="93911" y="22126"/>
                  <a:pt x="97309" y="27608"/>
                </a:cubicBezTo>
                <a:cubicBezTo>
                  <a:pt x="104056" y="38497"/>
                  <a:pt x="111100" y="54000"/>
                  <a:pt x="111100" y="71413"/>
                </a:cubicBezTo>
                <a:cubicBezTo>
                  <a:pt x="111100" y="102096"/>
                  <a:pt x="86221" y="126975"/>
                  <a:pt x="55538" y="126975"/>
                </a:cubicBezTo>
                <a:cubicBezTo>
                  <a:pt x="24854" y="126975"/>
                  <a:pt x="0" y="102121"/>
                  <a:pt x="0" y="71438"/>
                </a:cubicBezTo>
                <a:cubicBezTo>
                  <a:pt x="0" y="48840"/>
                  <a:pt x="10195" y="29270"/>
                  <a:pt x="19968" y="15627"/>
                </a:cubicBezTo>
                <a:cubicBezTo>
                  <a:pt x="24904" y="8756"/>
                  <a:pt x="29815" y="3249"/>
                  <a:pt x="33511" y="-521"/>
                </a:cubicBezTo>
                <a:cubicBezTo>
                  <a:pt x="35545" y="-2604"/>
                  <a:pt x="37604" y="-4663"/>
                  <a:pt x="39836" y="-6524"/>
                </a:cubicBezTo>
                <a:close/>
                <a:moveTo>
                  <a:pt x="55984" y="103188"/>
                </a:moveTo>
                <a:cubicBezTo>
                  <a:pt x="62260" y="103188"/>
                  <a:pt x="67816" y="101451"/>
                  <a:pt x="73050" y="97979"/>
                </a:cubicBezTo>
                <a:cubicBezTo>
                  <a:pt x="83493" y="90686"/>
                  <a:pt x="86296" y="76101"/>
                  <a:pt x="80020" y="64641"/>
                </a:cubicBezTo>
                <a:cubicBezTo>
                  <a:pt x="78904" y="62409"/>
                  <a:pt x="76051" y="62260"/>
                  <a:pt x="74439" y="64145"/>
                </a:cubicBezTo>
                <a:lnTo>
                  <a:pt x="68188" y="71413"/>
                </a:lnTo>
                <a:cubicBezTo>
                  <a:pt x="66551" y="73298"/>
                  <a:pt x="63599" y="73248"/>
                  <a:pt x="62061" y="71289"/>
                </a:cubicBezTo>
                <a:cubicBezTo>
                  <a:pt x="57770" y="65807"/>
                  <a:pt x="49882" y="55811"/>
                  <a:pt x="45864" y="50701"/>
                </a:cubicBezTo>
                <a:cubicBezTo>
                  <a:pt x="44524" y="48989"/>
                  <a:pt x="42094" y="48716"/>
                  <a:pt x="40531" y="50229"/>
                </a:cubicBezTo>
                <a:cubicBezTo>
                  <a:pt x="35992" y="54645"/>
                  <a:pt x="27756" y="64319"/>
                  <a:pt x="27756" y="76101"/>
                </a:cubicBezTo>
                <a:cubicBezTo>
                  <a:pt x="27756" y="93117"/>
                  <a:pt x="40308" y="103188"/>
                  <a:pt x="55959" y="103188"/>
                </a:cubicBezTo>
                <a:close/>
              </a:path>
            </a:pathLst>
          </a:custGeom>
          <a:solidFill>
            <a:srgbClr val="000000"/>
          </a:solidFill>
          <a:ln w="0">
            <a:noFill/>
          </a:ln>
        </p:spPr>
        <p:style>
          <a:lnRef idx="0"/>
          <a:fillRef idx="0"/>
          <a:effectRef idx="0"/>
          <a:fontRef idx="minor"/>
        </p:style>
      </p:sp>
      <p:sp>
        <p:nvSpPr>
          <p:cNvPr id="673" name="Text 22"/>
          <p:cNvSpPr/>
          <p:nvPr/>
        </p:nvSpPr>
        <p:spPr>
          <a:xfrm>
            <a:off x="1031760" y="5191200"/>
            <a:ext cx="2206080" cy="2214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Red Hot Chili Peppers</a:t>
            </a:r>
            <a:endParaRPr b="0" lang="en-HK" sz="1130" spc="-1" strike="noStrike">
              <a:latin typeface="Arial"/>
            </a:endParaRPr>
          </a:p>
        </p:txBody>
      </p:sp>
      <p:sp>
        <p:nvSpPr>
          <p:cNvPr id="674" name="Text 23"/>
          <p:cNvSpPr/>
          <p:nvPr/>
        </p:nvSpPr>
        <p:spPr>
          <a:xfrm>
            <a:off x="1031760" y="5413320"/>
            <a:ext cx="2197800" cy="1897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70000"/>
                  </a:srgbClr>
                </a:solidFill>
                <a:latin typeface="Liter"/>
                <a:ea typeface="Liter"/>
              </a:rPr>
              <a:t>Funk-rock fusion, energetic live shows</a:t>
            </a:r>
            <a:endParaRPr b="0" lang="en-HK" sz="1000" spc="-1" strike="noStrike">
              <a:latin typeface="Arial"/>
            </a:endParaRPr>
          </a:p>
        </p:txBody>
      </p:sp>
      <p:sp>
        <p:nvSpPr>
          <p:cNvPr id="675" name="Shape 24"/>
          <p:cNvSpPr/>
          <p:nvPr/>
        </p:nvSpPr>
        <p:spPr>
          <a:xfrm>
            <a:off x="507960" y="5699160"/>
            <a:ext cx="30960" cy="412200"/>
          </a:xfrm>
          <a:custGeom>
            <a:avLst/>
            <a:gdLst/>
            <a:ahLst/>
            <a:rect l="l" t="t" r="r" b="b"/>
            <a:pathLst>
              <a:path w="31750" h="412750">
                <a:moveTo>
                  <a:pt x="0" y="0"/>
                </a:moveTo>
                <a:lnTo>
                  <a:pt x="31750" y="0"/>
                </a:lnTo>
                <a:lnTo>
                  <a:pt x="31750" y="412750"/>
                </a:lnTo>
                <a:lnTo>
                  <a:pt x="0" y="412750"/>
                </a:lnTo>
                <a:lnTo>
                  <a:pt x="0" y="0"/>
                </a:lnTo>
                <a:close/>
              </a:path>
            </a:pathLst>
          </a:custGeom>
          <a:solidFill>
            <a:srgbClr val="ddff00"/>
          </a:solidFill>
          <a:ln w="0">
            <a:noFill/>
          </a:ln>
        </p:spPr>
        <p:style>
          <a:lnRef idx="0"/>
          <a:fillRef idx="0"/>
          <a:effectRef idx="0"/>
          <a:fontRef idx="minor"/>
        </p:style>
      </p:sp>
      <p:sp>
        <p:nvSpPr>
          <p:cNvPr id="676" name="Shape 25"/>
          <p:cNvSpPr/>
          <p:nvPr/>
        </p:nvSpPr>
        <p:spPr>
          <a:xfrm>
            <a:off x="619200" y="5699160"/>
            <a:ext cx="316800" cy="316800"/>
          </a:xfrm>
          <a:custGeom>
            <a:avLst/>
            <a:gdLst/>
            <a:ahLst/>
            <a:rect l="l" t="t" r="r" b="b"/>
            <a:pathLst>
              <a:path w="317500" h="317500">
                <a:moveTo>
                  <a:pt x="0" y="0"/>
                </a:moveTo>
                <a:lnTo>
                  <a:pt x="317500" y="0"/>
                </a:lnTo>
                <a:lnTo>
                  <a:pt x="317500" y="317500"/>
                </a:lnTo>
                <a:lnTo>
                  <a:pt x="0" y="317500"/>
                </a:lnTo>
                <a:lnTo>
                  <a:pt x="0" y="0"/>
                </a:lnTo>
                <a:close/>
              </a:path>
            </a:pathLst>
          </a:custGeom>
          <a:solidFill>
            <a:srgbClr val="ddff00"/>
          </a:solidFill>
          <a:ln w="0">
            <a:noFill/>
          </a:ln>
        </p:spPr>
        <p:style>
          <a:lnRef idx="0"/>
          <a:fillRef idx="0"/>
          <a:effectRef idx="0"/>
          <a:fontRef idx="minor"/>
        </p:style>
      </p:sp>
      <p:sp>
        <p:nvSpPr>
          <p:cNvPr id="677" name="Shape 26"/>
          <p:cNvSpPr/>
          <p:nvPr/>
        </p:nvSpPr>
        <p:spPr>
          <a:xfrm>
            <a:off x="714240" y="5794200"/>
            <a:ext cx="126360" cy="126360"/>
          </a:xfrm>
          <a:custGeom>
            <a:avLst/>
            <a:gdLst/>
            <a:ahLst/>
            <a:rect l="l" t="t" r="r" b="b"/>
            <a:pathLst>
              <a:path w="127000" h="127000">
                <a:moveTo>
                  <a:pt x="63500" y="0"/>
                </a:moveTo>
                <a:cubicBezTo>
                  <a:pt x="28426" y="0"/>
                  <a:pt x="0" y="28426"/>
                  <a:pt x="0" y="63500"/>
                </a:cubicBezTo>
                <a:cubicBezTo>
                  <a:pt x="0" y="98574"/>
                  <a:pt x="28426" y="127000"/>
                  <a:pt x="63500" y="127000"/>
                </a:cubicBezTo>
                <a:cubicBezTo>
                  <a:pt x="80566" y="127000"/>
                  <a:pt x="96069" y="120253"/>
                  <a:pt x="107479" y="109289"/>
                </a:cubicBezTo>
                <a:cubicBezTo>
                  <a:pt x="109289" y="107553"/>
                  <a:pt x="109810" y="104849"/>
                  <a:pt x="108793" y="102567"/>
                </a:cubicBezTo>
                <a:cubicBezTo>
                  <a:pt x="107776" y="100285"/>
                  <a:pt x="105395" y="98871"/>
                  <a:pt x="102890" y="99070"/>
                </a:cubicBezTo>
                <a:cubicBezTo>
                  <a:pt x="101674" y="99169"/>
                  <a:pt x="100459" y="99219"/>
                  <a:pt x="99219" y="99219"/>
                </a:cubicBezTo>
                <a:cubicBezTo>
                  <a:pt x="74017" y="99219"/>
                  <a:pt x="53578" y="78780"/>
                  <a:pt x="53578" y="53578"/>
                </a:cubicBezTo>
                <a:cubicBezTo>
                  <a:pt x="53578" y="35694"/>
                  <a:pt x="63872" y="20191"/>
                  <a:pt x="78904" y="12700"/>
                </a:cubicBezTo>
                <a:cubicBezTo>
                  <a:pt x="81161" y="11584"/>
                  <a:pt x="82451" y="9153"/>
                  <a:pt x="82153" y="6648"/>
                </a:cubicBezTo>
                <a:cubicBezTo>
                  <a:pt x="81855" y="4142"/>
                  <a:pt x="80020" y="2108"/>
                  <a:pt x="77564" y="1563"/>
                </a:cubicBezTo>
                <a:cubicBezTo>
                  <a:pt x="73025" y="546"/>
                  <a:pt x="68312" y="0"/>
                  <a:pt x="63500" y="0"/>
                </a:cubicBezTo>
                <a:close/>
              </a:path>
            </a:pathLst>
          </a:custGeom>
          <a:solidFill>
            <a:srgbClr val="000000"/>
          </a:solidFill>
          <a:ln w="0">
            <a:noFill/>
          </a:ln>
        </p:spPr>
        <p:style>
          <a:lnRef idx="0"/>
          <a:fillRef idx="0"/>
          <a:effectRef idx="0"/>
          <a:fontRef idx="minor"/>
        </p:style>
      </p:sp>
      <p:sp>
        <p:nvSpPr>
          <p:cNvPr id="678" name="Text 27"/>
          <p:cNvSpPr/>
          <p:nvPr/>
        </p:nvSpPr>
        <p:spPr>
          <a:xfrm>
            <a:off x="1031760" y="5699160"/>
            <a:ext cx="3515760" cy="2214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Smashing Pumpkins</a:t>
            </a:r>
            <a:endParaRPr b="0" lang="en-HK" sz="1130" spc="-1" strike="noStrike">
              <a:latin typeface="Arial"/>
            </a:endParaRPr>
          </a:p>
        </p:txBody>
      </p:sp>
      <p:sp>
        <p:nvSpPr>
          <p:cNvPr id="679" name="Text 28"/>
          <p:cNvSpPr/>
          <p:nvPr/>
        </p:nvSpPr>
        <p:spPr>
          <a:xfrm>
            <a:off x="1031760" y="5921280"/>
            <a:ext cx="3507480" cy="1897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70000"/>
                  </a:srgbClr>
                </a:solidFill>
                <a:latin typeface="Liter"/>
                <a:ea typeface="Liter"/>
              </a:rPr>
              <a:t>"Siamese Dream" (1993) - Layered guitars, emotional intensity</a:t>
            </a:r>
            <a:endParaRPr b="0" lang="en-HK" sz="1000" spc="-1" strike="noStrike">
              <a:latin typeface="Arial"/>
            </a:endParaRPr>
          </a:p>
        </p:txBody>
      </p:sp>
      <p:sp>
        <p:nvSpPr>
          <p:cNvPr id="680" name="Shape 29"/>
          <p:cNvSpPr/>
          <p:nvPr/>
        </p:nvSpPr>
        <p:spPr>
          <a:xfrm>
            <a:off x="507960" y="6207120"/>
            <a:ext cx="30960" cy="412200"/>
          </a:xfrm>
          <a:custGeom>
            <a:avLst/>
            <a:gdLst/>
            <a:ahLst/>
            <a:rect l="l" t="t" r="r" b="b"/>
            <a:pathLst>
              <a:path w="31750" h="412750">
                <a:moveTo>
                  <a:pt x="0" y="0"/>
                </a:moveTo>
                <a:lnTo>
                  <a:pt x="31750" y="0"/>
                </a:lnTo>
                <a:lnTo>
                  <a:pt x="31750" y="412750"/>
                </a:lnTo>
                <a:lnTo>
                  <a:pt x="0" y="412750"/>
                </a:lnTo>
                <a:lnTo>
                  <a:pt x="0" y="0"/>
                </a:lnTo>
                <a:close/>
              </a:path>
            </a:pathLst>
          </a:custGeom>
          <a:solidFill>
            <a:srgbClr val="ddff00"/>
          </a:solidFill>
          <a:ln w="0">
            <a:noFill/>
          </a:ln>
        </p:spPr>
        <p:style>
          <a:lnRef idx="0"/>
          <a:fillRef idx="0"/>
          <a:effectRef idx="0"/>
          <a:fontRef idx="minor"/>
        </p:style>
      </p:sp>
      <p:sp>
        <p:nvSpPr>
          <p:cNvPr id="681" name="Shape 30"/>
          <p:cNvSpPr/>
          <p:nvPr/>
        </p:nvSpPr>
        <p:spPr>
          <a:xfrm>
            <a:off x="619200" y="6207120"/>
            <a:ext cx="316800" cy="316800"/>
          </a:xfrm>
          <a:custGeom>
            <a:avLst/>
            <a:gdLst/>
            <a:ahLst/>
            <a:rect l="l" t="t" r="r" b="b"/>
            <a:pathLst>
              <a:path w="317500" h="317500">
                <a:moveTo>
                  <a:pt x="0" y="0"/>
                </a:moveTo>
                <a:lnTo>
                  <a:pt x="317500" y="0"/>
                </a:lnTo>
                <a:lnTo>
                  <a:pt x="317500" y="317500"/>
                </a:lnTo>
                <a:lnTo>
                  <a:pt x="0" y="317500"/>
                </a:lnTo>
                <a:lnTo>
                  <a:pt x="0" y="0"/>
                </a:lnTo>
                <a:close/>
              </a:path>
            </a:pathLst>
          </a:custGeom>
          <a:solidFill>
            <a:srgbClr val="ddff00"/>
          </a:solidFill>
          <a:ln w="0">
            <a:noFill/>
          </a:ln>
        </p:spPr>
        <p:style>
          <a:lnRef idx="0"/>
          <a:fillRef idx="0"/>
          <a:effectRef idx="0"/>
          <a:fontRef idx="minor"/>
        </p:style>
      </p:sp>
      <p:sp>
        <p:nvSpPr>
          <p:cNvPr id="682" name="Shape 31"/>
          <p:cNvSpPr/>
          <p:nvPr/>
        </p:nvSpPr>
        <p:spPr>
          <a:xfrm>
            <a:off x="730080" y="6302520"/>
            <a:ext cx="94680" cy="126360"/>
          </a:xfrm>
          <a:custGeom>
            <a:avLst/>
            <a:gdLst/>
            <a:ahLst/>
            <a:rect l="l" t="t" r="r" b="b"/>
            <a:pathLst>
              <a:path w="95250" h="127000">
                <a:moveTo>
                  <a:pt x="33734" y="5953"/>
                </a:moveTo>
                <a:cubicBezTo>
                  <a:pt x="33734" y="-1713"/>
                  <a:pt x="39959" y="-7937"/>
                  <a:pt x="47625" y="-7937"/>
                </a:cubicBezTo>
                <a:cubicBezTo>
                  <a:pt x="55291" y="-7937"/>
                  <a:pt x="61516" y="-1713"/>
                  <a:pt x="61516" y="5953"/>
                </a:cubicBezTo>
                <a:cubicBezTo>
                  <a:pt x="61516" y="13620"/>
                  <a:pt x="55291" y="19844"/>
                  <a:pt x="47625" y="19844"/>
                </a:cubicBezTo>
                <a:cubicBezTo>
                  <a:pt x="39959" y="19844"/>
                  <a:pt x="33734" y="13620"/>
                  <a:pt x="33734" y="5953"/>
                </a:cubicBezTo>
                <a:close/>
                <a:moveTo>
                  <a:pt x="27781" y="95250"/>
                </a:moveTo>
                <a:lnTo>
                  <a:pt x="21382" y="95250"/>
                </a:lnTo>
                <a:cubicBezTo>
                  <a:pt x="18678" y="95250"/>
                  <a:pt x="16768" y="92596"/>
                  <a:pt x="17611" y="90016"/>
                </a:cubicBezTo>
                <a:lnTo>
                  <a:pt x="28277" y="58018"/>
                </a:lnTo>
                <a:lnTo>
                  <a:pt x="16297" y="74166"/>
                </a:lnTo>
                <a:cubicBezTo>
                  <a:pt x="13692" y="77688"/>
                  <a:pt x="8706" y="78432"/>
                  <a:pt x="5184" y="75803"/>
                </a:cubicBezTo>
                <a:cubicBezTo>
                  <a:pt x="1662" y="73174"/>
                  <a:pt x="918" y="68213"/>
                  <a:pt x="3547" y="64691"/>
                </a:cubicBezTo>
                <a:lnTo>
                  <a:pt x="21034" y="41126"/>
                </a:lnTo>
                <a:cubicBezTo>
                  <a:pt x="27285" y="32742"/>
                  <a:pt x="37133" y="27781"/>
                  <a:pt x="47625" y="27781"/>
                </a:cubicBezTo>
                <a:cubicBezTo>
                  <a:pt x="58117" y="27781"/>
                  <a:pt x="67965" y="32742"/>
                  <a:pt x="74216" y="41151"/>
                </a:cubicBezTo>
                <a:lnTo>
                  <a:pt x="91703" y="64715"/>
                </a:lnTo>
                <a:cubicBezTo>
                  <a:pt x="94307" y="68238"/>
                  <a:pt x="93588" y="73199"/>
                  <a:pt x="90066" y="75828"/>
                </a:cubicBezTo>
                <a:cubicBezTo>
                  <a:pt x="86544" y="78457"/>
                  <a:pt x="81583" y="77713"/>
                  <a:pt x="78953" y="74191"/>
                </a:cubicBezTo>
                <a:lnTo>
                  <a:pt x="66973" y="58043"/>
                </a:lnTo>
                <a:lnTo>
                  <a:pt x="77639" y="90016"/>
                </a:lnTo>
                <a:cubicBezTo>
                  <a:pt x="78507" y="92596"/>
                  <a:pt x="76572" y="95250"/>
                  <a:pt x="73868" y="95250"/>
                </a:cubicBezTo>
                <a:lnTo>
                  <a:pt x="67469" y="95250"/>
                </a:lnTo>
                <a:lnTo>
                  <a:pt x="67469" y="127000"/>
                </a:lnTo>
                <a:cubicBezTo>
                  <a:pt x="67469" y="131390"/>
                  <a:pt x="63922" y="134938"/>
                  <a:pt x="59531" y="134938"/>
                </a:cubicBezTo>
                <a:cubicBezTo>
                  <a:pt x="55141" y="134938"/>
                  <a:pt x="51594" y="131390"/>
                  <a:pt x="51594" y="127000"/>
                </a:cubicBezTo>
                <a:lnTo>
                  <a:pt x="51594" y="95250"/>
                </a:lnTo>
                <a:lnTo>
                  <a:pt x="43656" y="95250"/>
                </a:lnTo>
                <a:lnTo>
                  <a:pt x="43656" y="127000"/>
                </a:lnTo>
                <a:cubicBezTo>
                  <a:pt x="43656" y="131390"/>
                  <a:pt x="40109" y="134938"/>
                  <a:pt x="35719" y="134938"/>
                </a:cubicBezTo>
                <a:cubicBezTo>
                  <a:pt x="31328" y="134938"/>
                  <a:pt x="27781" y="131390"/>
                  <a:pt x="27781" y="127000"/>
                </a:cubicBezTo>
                <a:lnTo>
                  <a:pt x="27781" y="95250"/>
                </a:lnTo>
                <a:close/>
              </a:path>
            </a:pathLst>
          </a:custGeom>
          <a:solidFill>
            <a:srgbClr val="000000"/>
          </a:solidFill>
          <a:ln w="0">
            <a:noFill/>
          </a:ln>
        </p:spPr>
        <p:style>
          <a:lnRef idx="0"/>
          <a:fillRef idx="0"/>
          <a:effectRef idx="0"/>
          <a:fontRef idx="minor"/>
        </p:style>
      </p:sp>
      <p:sp>
        <p:nvSpPr>
          <p:cNvPr id="683" name="Text 32"/>
          <p:cNvSpPr/>
          <p:nvPr/>
        </p:nvSpPr>
        <p:spPr>
          <a:xfrm>
            <a:off x="1031760" y="6207120"/>
            <a:ext cx="3079080" cy="2214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Alanis Morissette</a:t>
            </a:r>
            <a:endParaRPr b="0" lang="en-HK" sz="1130" spc="-1" strike="noStrike">
              <a:latin typeface="Arial"/>
            </a:endParaRPr>
          </a:p>
        </p:txBody>
      </p:sp>
      <p:sp>
        <p:nvSpPr>
          <p:cNvPr id="684" name="Text 33"/>
          <p:cNvSpPr/>
          <p:nvPr/>
        </p:nvSpPr>
        <p:spPr>
          <a:xfrm>
            <a:off x="1031760" y="6429240"/>
            <a:ext cx="3071160" cy="1897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70000"/>
                  </a:srgbClr>
                </a:solidFill>
                <a:latin typeface="Liter"/>
                <a:ea typeface="Liter"/>
              </a:rPr>
              <a:t>"Jagged Little Pill" (1995) - Feminist rock, raw emotion</a:t>
            </a:r>
            <a:endParaRPr b="0" lang="en-HK" sz="1000" spc="-1" strike="noStrike">
              <a:latin typeface="Arial"/>
            </a:endParaRPr>
          </a:p>
        </p:txBody>
      </p:sp>
      <p:sp>
        <p:nvSpPr>
          <p:cNvPr id="685" name="Shape 34"/>
          <p:cNvSpPr/>
          <p:nvPr/>
        </p:nvSpPr>
        <p:spPr>
          <a:xfrm>
            <a:off x="5062680" y="1055520"/>
            <a:ext cx="6801840" cy="2999520"/>
          </a:xfrm>
          <a:custGeom>
            <a:avLst/>
            <a:gdLst/>
            <a:ahLst/>
            <a:rect l="l" t="t" r="r" b="b"/>
            <a:pathLst>
              <a:path w="6802438" h="3000375">
                <a:moveTo>
                  <a:pt x="0" y="0"/>
                </a:moveTo>
                <a:lnTo>
                  <a:pt x="6802438" y="0"/>
                </a:lnTo>
                <a:lnTo>
                  <a:pt x="6802438" y="3000375"/>
                </a:lnTo>
                <a:lnTo>
                  <a:pt x="0" y="3000375"/>
                </a:lnTo>
                <a:lnTo>
                  <a:pt x="0" y="0"/>
                </a:lnTo>
                <a:close/>
              </a:path>
            </a:pathLst>
          </a:custGeom>
          <a:noFill/>
          <a:ln w="25400">
            <a:solidFill>
              <a:srgbClr val="ddff00"/>
            </a:solidFill>
            <a:round/>
          </a:ln>
        </p:spPr>
        <p:style>
          <a:lnRef idx="0"/>
          <a:fillRef idx="0"/>
          <a:effectRef idx="0"/>
          <a:fontRef idx="minor"/>
        </p:style>
      </p:sp>
      <p:sp>
        <p:nvSpPr>
          <p:cNvPr id="686" name="Text 35"/>
          <p:cNvSpPr/>
          <p:nvPr/>
        </p:nvSpPr>
        <p:spPr>
          <a:xfrm>
            <a:off x="5261040" y="1254240"/>
            <a:ext cx="6500160" cy="25344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500" spc="-1" strike="noStrike">
                <a:solidFill>
                  <a:srgbClr val="ddff00"/>
                </a:solidFill>
                <a:latin typeface="Liter"/>
                <a:ea typeface="Liter"/>
              </a:rPr>
              <a:t>Alternative Rock Subgenres</a:t>
            </a:r>
            <a:endParaRPr b="0" lang="en-HK" sz="1500" spc="-1" strike="noStrike">
              <a:latin typeface="Arial"/>
            </a:endParaRPr>
          </a:p>
        </p:txBody>
      </p:sp>
      <p:sp>
        <p:nvSpPr>
          <p:cNvPr id="687" name="Shape 36"/>
          <p:cNvSpPr/>
          <p:nvPr/>
        </p:nvSpPr>
        <p:spPr>
          <a:xfrm>
            <a:off x="5265000" y="1639080"/>
            <a:ext cx="3134520" cy="1118520"/>
          </a:xfrm>
          <a:custGeom>
            <a:avLst/>
            <a:gdLst/>
            <a:ahLst/>
            <a:rect l="l" t="t" r="r" b="b"/>
            <a:pathLst>
              <a:path w="3135313" h="1119188">
                <a:moveTo>
                  <a:pt x="0" y="0"/>
                </a:moveTo>
                <a:lnTo>
                  <a:pt x="3135313" y="0"/>
                </a:lnTo>
                <a:lnTo>
                  <a:pt x="3135313" y="1119188"/>
                </a:lnTo>
                <a:lnTo>
                  <a:pt x="0" y="1119188"/>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688" name="Text 37"/>
          <p:cNvSpPr/>
          <p:nvPr/>
        </p:nvSpPr>
        <p:spPr>
          <a:xfrm>
            <a:off x="5396040" y="1770120"/>
            <a:ext cx="2944080" cy="2214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Britpop</a:t>
            </a:r>
            <a:endParaRPr b="0" lang="en-HK" sz="1130" spc="-1" strike="noStrike">
              <a:latin typeface="Arial"/>
            </a:endParaRPr>
          </a:p>
        </p:txBody>
      </p:sp>
      <p:sp>
        <p:nvSpPr>
          <p:cNvPr id="689" name="Text 38"/>
          <p:cNvSpPr/>
          <p:nvPr/>
        </p:nvSpPr>
        <p:spPr>
          <a:xfrm>
            <a:off x="5396040" y="2055960"/>
            <a:ext cx="2936160" cy="1897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80000"/>
                  </a:srgbClr>
                </a:solidFill>
                <a:latin typeface="Liter"/>
                <a:ea typeface="Liter"/>
              </a:rPr>
              <a:t>Oasis, Blur, Pulp</a:t>
            </a:r>
            <a:endParaRPr b="0" lang="en-HK" sz="1000" spc="-1" strike="noStrike">
              <a:latin typeface="Arial"/>
            </a:endParaRPr>
          </a:p>
        </p:txBody>
      </p:sp>
      <p:sp>
        <p:nvSpPr>
          <p:cNvPr id="690" name="Text 39"/>
          <p:cNvSpPr/>
          <p:nvPr/>
        </p:nvSpPr>
        <p:spPr>
          <a:xfrm>
            <a:off x="5396040" y="2309760"/>
            <a:ext cx="2928240" cy="3168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ffffff">
                    <a:alpha val="60000"/>
                  </a:srgbClr>
                </a:solidFill>
                <a:latin typeface="Liter"/>
                <a:ea typeface="Liter"/>
              </a:rPr>
              <a:t>British response to grunge, catchy melodies, working-class pride</a:t>
            </a:r>
            <a:endParaRPr b="0" lang="en-HK" sz="880" spc="-1" strike="noStrike">
              <a:latin typeface="Arial"/>
            </a:endParaRPr>
          </a:p>
        </p:txBody>
      </p:sp>
      <p:sp>
        <p:nvSpPr>
          <p:cNvPr id="691" name="Shape 40"/>
          <p:cNvSpPr/>
          <p:nvPr/>
        </p:nvSpPr>
        <p:spPr>
          <a:xfrm>
            <a:off x="8532000" y="1639080"/>
            <a:ext cx="3134520" cy="1118520"/>
          </a:xfrm>
          <a:custGeom>
            <a:avLst/>
            <a:gdLst/>
            <a:ahLst/>
            <a:rect l="l" t="t" r="r" b="b"/>
            <a:pathLst>
              <a:path w="3135313" h="1119188">
                <a:moveTo>
                  <a:pt x="0" y="0"/>
                </a:moveTo>
                <a:lnTo>
                  <a:pt x="3135313" y="0"/>
                </a:lnTo>
                <a:lnTo>
                  <a:pt x="3135313" y="1119188"/>
                </a:lnTo>
                <a:lnTo>
                  <a:pt x="0" y="1119188"/>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692" name="Text 41"/>
          <p:cNvSpPr/>
          <p:nvPr/>
        </p:nvSpPr>
        <p:spPr>
          <a:xfrm>
            <a:off x="8663040" y="1770120"/>
            <a:ext cx="2944080" cy="2214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Pop Punk</a:t>
            </a:r>
            <a:endParaRPr b="0" lang="en-HK" sz="1130" spc="-1" strike="noStrike">
              <a:latin typeface="Arial"/>
            </a:endParaRPr>
          </a:p>
        </p:txBody>
      </p:sp>
      <p:sp>
        <p:nvSpPr>
          <p:cNvPr id="693" name="Text 42"/>
          <p:cNvSpPr/>
          <p:nvPr/>
        </p:nvSpPr>
        <p:spPr>
          <a:xfrm>
            <a:off x="8663040" y="2055960"/>
            <a:ext cx="2936160" cy="1897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80000"/>
                  </a:srgbClr>
                </a:solidFill>
                <a:latin typeface="Liter"/>
                <a:ea typeface="Liter"/>
              </a:rPr>
              <a:t>Green Day, The Offspring, Blink-182</a:t>
            </a:r>
            <a:endParaRPr b="0" lang="en-HK" sz="1000" spc="-1" strike="noStrike">
              <a:latin typeface="Arial"/>
            </a:endParaRPr>
          </a:p>
        </p:txBody>
      </p:sp>
      <p:sp>
        <p:nvSpPr>
          <p:cNvPr id="694" name="Text 43"/>
          <p:cNvSpPr/>
          <p:nvPr/>
        </p:nvSpPr>
        <p:spPr>
          <a:xfrm>
            <a:off x="8663040" y="2309760"/>
            <a:ext cx="2928240" cy="158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ffffff">
                    <a:alpha val="60000"/>
                  </a:srgbClr>
                </a:solidFill>
                <a:latin typeface="Liter"/>
                <a:ea typeface="Liter"/>
              </a:rPr>
              <a:t>Punk energy with pop hooks, youth themes</a:t>
            </a:r>
            <a:endParaRPr b="0" lang="en-HK" sz="880" spc="-1" strike="noStrike">
              <a:latin typeface="Arial"/>
            </a:endParaRPr>
          </a:p>
        </p:txBody>
      </p:sp>
      <p:sp>
        <p:nvSpPr>
          <p:cNvPr id="695" name="Shape 44"/>
          <p:cNvSpPr/>
          <p:nvPr/>
        </p:nvSpPr>
        <p:spPr>
          <a:xfrm>
            <a:off x="5265000" y="2893320"/>
            <a:ext cx="3134520" cy="959760"/>
          </a:xfrm>
          <a:custGeom>
            <a:avLst/>
            <a:gdLst/>
            <a:ahLst/>
            <a:rect l="l" t="t" r="r" b="b"/>
            <a:pathLst>
              <a:path w="3135313" h="960438">
                <a:moveTo>
                  <a:pt x="0" y="0"/>
                </a:moveTo>
                <a:lnTo>
                  <a:pt x="3135313" y="0"/>
                </a:lnTo>
                <a:lnTo>
                  <a:pt x="3135313" y="960438"/>
                </a:lnTo>
                <a:lnTo>
                  <a:pt x="0" y="960438"/>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696" name="Text 45"/>
          <p:cNvSpPr/>
          <p:nvPr/>
        </p:nvSpPr>
        <p:spPr>
          <a:xfrm>
            <a:off x="5396040" y="3024360"/>
            <a:ext cx="2944080" cy="2214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Industrial Rock</a:t>
            </a:r>
            <a:endParaRPr b="0" lang="en-HK" sz="1130" spc="-1" strike="noStrike">
              <a:latin typeface="Arial"/>
            </a:endParaRPr>
          </a:p>
        </p:txBody>
      </p:sp>
      <p:sp>
        <p:nvSpPr>
          <p:cNvPr id="697" name="Text 46"/>
          <p:cNvSpPr/>
          <p:nvPr/>
        </p:nvSpPr>
        <p:spPr>
          <a:xfrm>
            <a:off x="5396040" y="3309840"/>
            <a:ext cx="2936160" cy="1897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80000"/>
                  </a:srgbClr>
                </a:solidFill>
                <a:latin typeface="Liter"/>
                <a:ea typeface="Liter"/>
              </a:rPr>
              <a:t>Nine Inch Nails, Ministry</a:t>
            </a:r>
            <a:endParaRPr b="0" lang="en-HK" sz="1000" spc="-1" strike="noStrike">
              <a:latin typeface="Arial"/>
            </a:endParaRPr>
          </a:p>
        </p:txBody>
      </p:sp>
      <p:sp>
        <p:nvSpPr>
          <p:cNvPr id="698" name="Text 47"/>
          <p:cNvSpPr/>
          <p:nvPr/>
        </p:nvSpPr>
        <p:spPr>
          <a:xfrm>
            <a:off x="5396040" y="3564000"/>
            <a:ext cx="2928240" cy="158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ffffff">
                    <a:alpha val="60000"/>
                  </a:srgbClr>
                </a:solidFill>
                <a:latin typeface="Liter"/>
                <a:ea typeface="Liter"/>
              </a:rPr>
              <a:t>Electronic elements, dark, mechanical sound</a:t>
            </a:r>
            <a:endParaRPr b="0" lang="en-HK" sz="880" spc="-1" strike="noStrike">
              <a:latin typeface="Arial"/>
            </a:endParaRPr>
          </a:p>
        </p:txBody>
      </p:sp>
      <p:sp>
        <p:nvSpPr>
          <p:cNvPr id="699" name="Shape 48"/>
          <p:cNvSpPr/>
          <p:nvPr/>
        </p:nvSpPr>
        <p:spPr>
          <a:xfrm>
            <a:off x="8532000" y="2893320"/>
            <a:ext cx="3134520" cy="959760"/>
          </a:xfrm>
          <a:custGeom>
            <a:avLst/>
            <a:gdLst/>
            <a:ahLst/>
            <a:rect l="l" t="t" r="r" b="b"/>
            <a:pathLst>
              <a:path w="3135313" h="960438">
                <a:moveTo>
                  <a:pt x="0" y="0"/>
                </a:moveTo>
                <a:lnTo>
                  <a:pt x="3135313" y="0"/>
                </a:lnTo>
                <a:lnTo>
                  <a:pt x="3135313" y="960438"/>
                </a:lnTo>
                <a:lnTo>
                  <a:pt x="0" y="960438"/>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700" name="Text 49"/>
          <p:cNvSpPr/>
          <p:nvPr/>
        </p:nvSpPr>
        <p:spPr>
          <a:xfrm>
            <a:off x="8663040" y="3024360"/>
            <a:ext cx="2944080" cy="2214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Ska Punk</a:t>
            </a:r>
            <a:endParaRPr b="0" lang="en-HK" sz="1130" spc="-1" strike="noStrike">
              <a:latin typeface="Arial"/>
            </a:endParaRPr>
          </a:p>
        </p:txBody>
      </p:sp>
      <p:sp>
        <p:nvSpPr>
          <p:cNvPr id="701" name="Text 50"/>
          <p:cNvSpPr/>
          <p:nvPr/>
        </p:nvSpPr>
        <p:spPr>
          <a:xfrm>
            <a:off x="8663040" y="3309840"/>
            <a:ext cx="2936160" cy="1897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80000"/>
                  </a:srgbClr>
                </a:solidFill>
                <a:latin typeface="Liter"/>
                <a:ea typeface="Liter"/>
              </a:rPr>
              <a:t>Sublime, No Doubt, Reel Big Fish</a:t>
            </a:r>
            <a:endParaRPr b="0" lang="en-HK" sz="1000" spc="-1" strike="noStrike">
              <a:latin typeface="Arial"/>
            </a:endParaRPr>
          </a:p>
        </p:txBody>
      </p:sp>
      <p:sp>
        <p:nvSpPr>
          <p:cNvPr id="702" name="Text 51"/>
          <p:cNvSpPr/>
          <p:nvPr/>
        </p:nvSpPr>
        <p:spPr>
          <a:xfrm>
            <a:off x="8663040" y="3564000"/>
            <a:ext cx="2928240" cy="158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ffffff">
                    <a:alpha val="60000"/>
                  </a:srgbClr>
                </a:solidFill>
                <a:latin typeface="Liter"/>
                <a:ea typeface="Liter"/>
              </a:rPr>
              <a:t>Ska rhythms mixed with punk energy</a:t>
            </a:r>
            <a:endParaRPr b="0" lang="en-HK" sz="880" spc="-1" strike="noStrike">
              <a:latin typeface="Arial"/>
            </a:endParaRPr>
          </a:p>
        </p:txBody>
      </p:sp>
      <p:sp>
        <p:nvSpPr>
          <p:cNvPr id="703" name="Shape 52"/>
          <p:cNvSpPr/>
          <p:nvPr/>
        </p:nvSpPr>
        <p:spPr>
          <a:xfrm>
            <a:off x="5054400" y="4191120"/>
            <a:ext cx="6817680" cy="1555200"/>
          </a:xfrm>
          <a:custGeom>
            <a:avLst/>
            <a:gdLst/>
            <a:ahLst/>
            <a:rect l="l" t="t" r="r" b="b"/>
            <a:pathLst>
              <a:path w="6818313" h="1555750">
                <a:moveTo>
                  <a:pt x="0" y="0"/>
                </a:moveTo>
                <a:lnTo>
                  <a:pt x="6818313" y="0"/>
                </a:lnTo>
                <a:lnTo>
                  <a:pt x="6818313" y="1555750"/>
                </a:lnTo>
                <a:lnTo>
                  <a:pt x="0" y="1555750"/>
                </a:lnTo>
                <a:lnTo>
                  <a:pt x="0" y="0"/>
                </a:lnTo>
                <a:close/>
              </a:path>
            </a:pathLst>
          </a:custGeom>
          <a:solidFill>
            <a:srgbClr val="ddff00"/>
          </a:solidFill>
          <a:ln w="0">
            <a:noFill/>
          </a:ln>
        </p:spPr>
        <p:style>
          <a:lnRef idx="0"/>
          <a:fillRef idx="0"/>
          <a:effectRef idx="0"/>
          <a:fontRef idx="minor"/>
        </p:style>
      </p:sp>
      <p:sp>
        <p:nvSpPr>
          <p:cNvPr id="704" name="Text 53"/>
          <p:cNvSpPr/>
          <p:nvPr/>
        </p:nvSpPr>
        <p:spPr>
          <a:xfrm>
            <a:off x="5213160" y="4349880"/>
            <a:ext cx="6579360" cy="2214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250" spc="-1" strike="noStrike">
                <a:solidFill>
                  <a:srgbClr val="000000"/>
                </a:solidFill>
                <a:latin typeface="Liter"/>
                <a:ea typeface="Liter"/>
              </a:rPr>
              <a:t>Lollapalooza: The Alternative Festival</a:t>
            </a:r>
            <a:endParaRPr b="0" lang="en-HK" sz="1250" spc="-1" strike="noStrike">
              <a:latin typeface="Arial"/>
            </a:endParaRPr>
          </a:p>
        </p:txBody>
      </p:sp>
      <p:sp>
        <p:nvSpPr>
          <p:cNvPr id="705" name="Text 54"/>
          <p:cNvSpPr/>
          <p:nvPr/>
        </p:nvSpPr>
        <p:spPr>
          <a:xfrm>
            <a:off x="5213160" y="4667400"/>
            <a:ext cx="6563520" cy="4122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000" spc="-1" strike="noStrike">
                <a:solidFill>
                  <a:srgbClr val="000000"/>
                </a:solidFill>
                <a:latin typeface="Liter"/>
                <a:ea typeface="Liter"/>
              </a:rPr>
              <a:t>Launched in 1991 by Jane's Addiction's Perry Farrell,</a:t>
            </a:r>
            <a:r>
              <a:rPr b="0" lang="en-US" sz="1000" spc="-1" strike="noStrike">
                <a:solidFill>
                  <a:srgbClr val="000000"/>
                </a:solidFill>
                <a:latin typeface="Liter"/>
                <a:ea typeface="Liter"/>
              </a:rPr>
              <a:t> Lollapalooza became the premier showcase for alternative rock. The touring festival introduced audiences to diverse acts and helped alternative rock reach mainstream success.</a:t>
            </a:r>
            <a:endParaRPr b="0" lang="en-HK" sz="1000" spc="-1" strike="noStrike">
              <a:latin typeface="Arial"/>
            </a:endParaRPr>
          </a:p>
        </p:txBody>
      </p:sp>
      <p:sp>
        <p:nvSpPr>
          <p:cNvPr id="706" name="Text 55"/>
          <p:cNvSpPr/>
          <p:nvPr/>
        </p:nvSpPr>
        <p:spPr>
          <a:xfrm>
            <a:off x="5213160" y="5175360"/>
            <a:ext cx="6563520" cy="4122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00" spc="-1" strike="noStrike">
                <a:solidFill>
                  <a:srgbClr val="000000">
                    <a:alpha val="80000"/>
                  </a:srgbClr>
                </a:solidFill>
                <a:latin typeface="Liter"/>
                <a:ea typeface="Liter"/>
              </a:rPr>
              <a:t>The festival's eclectic lineups reflected alternative rock's diversity, featuring everything from grunge and industrial to hip-hop and electronic music.</a:t>
            </a:r>
            <a:endParaRPr b="0" lang="en-HK" sz="1000" spc="-1" strike="noStrike">
              <a:latin typeface="Arial"/>
            </a:endParaRPr>
          </a:p>
        </p:txBody>
      </p:sp>
      <p:sp>
        <p:nvSpPr>
          <p:cNvPr id="707" name="Shape 56"/>
          <p:cNvSpPr/>
          <p:nvPr/>
        </p:nvSpPr>
        <p:spPr>
          <a:xfrm>
            <a:off x="5058720" y="5877720"/>
            <a:ext cx="2197800" cy="642240"/>
          </a:xfrm>
          <a:custGeom>
            <a:avLst/>
            <a:gdLst/>
            <a:ahLst/>
            <a:rect l="l" t="t" r="r" b="b"/>
            <a:pathLst>
              <a:path w="2198688" h="642938">
                <a:moveTo>
                  <a:pt x="0" y="0"/>
                </a:moveTo>
                <a:lnTo>
                  <a:pt x="2198688" y="0"/>
                </a:lnTo>
                <a:lnTo>
                  <a:pt x="2198688" y="642938"/>
                </a:lnTo>
                <a:lnTo>
                  <a:pt x="0" y="642938"/>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708" name="Text 57"/>
          <p:cNvSpPr/>
          <p:nvPr/>
        </p:nvSpPr>
        <p:spPr>
          <a:xfrm>
            <a:off x="5110200" y="5977080"/>
            <a:ext cx="2094840" cy="253440"/>
          </a:xfrm>
          <a:prstGeom prst="rect">
            <a:avLst/>
          </a:prstGeom>
          <a:noFill/>
          <a:ln w="0">
            <a:noFill/>
          </a:ln>
        </p:spPr>
        <p:style>
          <a:lnRef idx="0"/>
          <a:fillRef idx="0"/>
          <a:effectRef idx="0"/>
          <a:fontRef idx="minor"/>
        </p:style>
        <p:txBody>
          <a:bodyPr lIns="0" rIns="0" tIns="0" bIns="0" anchor="ctr">
            <a:noAutofit/>
          </a:bodyPr>
          <a:p>
            <a:pPr algn="ctr">
              <a:lnSpc>
                <a:spcPct val="110000"/>
              </a:lnSpc>
              <a:buNone/>
            </a:pPr>
            <a:r>
              <a:rPr b="1" lang="en-US" sz="1500" spc="-1" strike="noStrike">
                <a:solidFill>
                  <a:srgbClr val="ddff00"/>
                </a:solidFill>
                <a:latin typeface="Liter"/>
                <a:ea typeface="Liter"/>
              </a:rPr>
              <a:t>1991</a:t>
            </a:r>
            <a:endParaRPr b="0" lang="en-HK" sz="1500" spc="-1" strike="noStrike">
              <a:latin typeface="Arial"/>
            </a:endParaRPr>
          </a:p>
        </p:txBody>
      </p:sp>
      <p:sp>
        <p:nvSpPr>
          <p:cNvPr id="709" name="Text 58"/>
          <p:cNvSpPr/>
          <p:nvPr/>
        </p:nvSpPr>
        <p:spPr>
          <a:xfrm>
            <a:off x="5130000" y="6262560"/>
            <a:ext cx="2055240" cy="15804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0" lang="en-US" sz="880" spc="-1" strike="noStrike">
                <a:solidFill>
                  <a:srgbClr val="ffffff">
                    <a:alpha val="70000"/>
                  </a:srgbClr>
                </a:solidFill>
                <a:latin typeface="Liter"/>
                <a:ea typeface="Liter"/>
              </a:rPr>
              <a:t>Lollapalooza debuts</a:t>
            </a:r>
            <a:endParaRPr b="0" lang="en-HK" sz="880" spc="-1" strike="noStrike">
              <a:latin typeface="Arial"/>
            </a:endParaRPr>
          </a:p>
        </p:txBody>
      </p:sp>
      <p:sp>
        <p:nvSpPr>
          <p:cNvPr id="710" name="Shape 59"/>
          <p:cNvSpPr/>
          <p:nvPr/>
        </p:nvSpPr>
        <p:spPr>
          <a:xfrm>
            <a:off x="7363440" y="5877720"/>
            <a:ext cx="2197800" cy="642240"/>
          </a:xfrm>
          <a:custGeom>
            <a:avLst/>
            <a:gdLst/>
            <a:ahLst/>
            <a:rect l="l" t="t" r="r" b="b"/>
            <a:pathLst>
              <a:path w="2198688" h="642938">
                <a:moveTo>
                  <a:pt x="0" y="0"/>
                </a:moveTo>
                <a:lnTo>
                  <a:pt x="2198688" y="0"/>
                </a:lnTo>
                <a:lnTo>
                  <a:pt x="2198688" y="642938"/>
                </a:lnTo>
                <a:lnTo>
                  <a:pt x="0" y="642938"/>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711" name="Text 60"/>
          <p:cNvSpPr/>
          <p:nvPr/>
        </p:nvSpPr>
        <p:spPr>
          <a:xfrm>
            <a:off x="7415280" y="5977080"/>
            <a:ext cx="2094840" cy="253440"/>
          </a:xfrm>
          <a:prstGeom prst="rect">
            <a:avLst/>
          </a:prstGeom>
          <a:noFill/>
          <a:ln w="0">
            <a:noFill/>
          </a:ln>
        </p:spPr>
        <p:style>
          <a:lnRef idx="0"/>
          <a:fillRef idx="0"/>
          <a:effectRef idx="0"/>
          <a:fontRef idx="minor"/>
        </p:style>
        <p:txBody>
          <a:bodyPr lIns="0" rIns="0" tIns="0" bIns="0" anchor="ctr">
            <a:noAutofit/>
          </a:bodyPr>
          <a:p>
            <a:pPr algn="ctr">
              <a:lnSpc>
                <a:spcPct val="110000"/>
              </a:lnSpc>
              <a:buNone/>
            </a:pPr>
            <a:r>
              <a:rPr b="1" lang="en-US" sz="1500" spc="-1" strike="noStrike">
                <a:solidFill>
                  <a:srgbClr val="ddff00"/>
                </a:solidFill>
                <a:latin typeface="Liter"/>
                <a:ea typeface="Liter"/>
              </a:rPr>
              <a:t>30M+</a:t>
            </a:r>
            <a:endParaRPr b="0" lang="en-HK" sz="1500" spc="-1" strike="noStrike">
              <a:latin typeface="Arial"/>
            </a:endParaRPr>
          </a:p>
        </p:txBody>
      </p:sp>
      <p:sp>
        <p:nvSpPr>
          <p:cNvPr id="712" name="Text 61"/>
          <p:cNvSpPr/>
          <p:nvPr/>
        </p:nvSpPr>
        <p:spPr>
          <a:xfrm>
            <a:off x="7435080" y="6262560"/>
            <a:ext cx="2055240" cy="15804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0" lang="en-US" sz="880" spc="-1" strike="noStrike">
                <a:solidFill>
                  <a:srgbClr val="ffffff">
                    <a:alpha val="70000"/>
                  </a:srgbClr>
                </a:solidFill>
                <a:latin typeface="Liter"/>
                <a:ea typeface="Liter"/>
              </a:rPr>
              <a:t>"Nevermind" sales</a:t>
            </a:r>
            <a:endParaRPr b="0" lang="en-HK" sz="880" spc="-1" strike="noStrike">
              <a:latin typeface="Arial"/>
            </a:endParaRPr>
          </a:p>
        </p:txBody>
      </p:sp>
      <p:sp>
        <p:nvSpPr>
          <p:cNvPr id="713" name="Shape 62"/>
          <p:cNvSpPr/>
          <p:nvPr/>
        </p:nvSpPr>
        <p:spPr>
          <a:xfrm>
            <a:off x="9668520" y="5877720"/>
            <a:ext cx="2197800" cy="642240"/>
          </a:xfrm>
          <a:custGeom>
            <a:avLst/>
            <a:gdLst/>
            <a:ahLst/>
            <a:rect l="l" t="t" r="r" b="b"/>
            <a:pathLst>
              <a:path w="2198688" h="642938">
                <a:moveTo>
                  <a:pt x="0" y="0"/>
                </a:moveTo>
                <a:lnTo>
                  <a:pt x="2198688" y="0"/>
                </a:lnTo>
                <a:lnTo>
                  <a:pt x="2198688" y="642938"/>
                </a:lnTo>
                <a:lnTo>
                  <a:pt x="0" y="642938"/>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714" name="Text 63"/>
          <p:cNvSpPr/>
          <p:nvPr/>
        </p:nvSpPr>
        <p:spPr>
          <a:xfrm>
            <a:off x="9720360" y="5977080"/>
            <a:ext cx="2094840" cy="253440"/>
          </a:xfrm>
          <a:prstGeom prst="rect">
            <a:avLst/>
          </a:prstGeom>
          <a:noFill/>
          <a:ln w="0">
            <a:noFill/>
          </a:ln>
        </p:spPr>
        <p:style>
          <a:lnRef idx="0"/>
          <a:fillRef idx="0"/>
          <a:effectRef idx="0"/>
          <a:fontRef idx="minor"/>
        </p:style>
        <p:txBody>
          <a:bodyPr lIns="0" rIns="0" tIns="0" bIns="0" anchor="ctr">
            <a:noAutofit/>
          </a:bodyPr>
          <a:p>
            <a:pPr algn="ctr">
              <a:lnSpc>
                <a:spcPct val="110000"/>
              </a:lnSpc>
              <a:buNone/>
            </a:pPr>
            <a:r>
              <a:rPr b="1" lang="en-US" sz="1500" spc="-1" strike="noStrike">
                <a:solidFill>
                  <a:srgbClr val="ddff00"/>
                </a:solidFill>
                <a:latin typeface="Liter"/>
                <a:ea typeface="Liter"/>
              </a:rPr>
              <a:t>Gen X</a:t>
            </a:r>
            <a:endParaRPr b="0" lang="en-HK" sz="1500" spc="-1" strike="noStrike">
              <a:latin typeface="Arial"/>
            </a:endParaRPr>
          </a:p>
        </p:txBody>
      </p:sp>
      <p:sp>
        <p:nvSpPr>
          <p:cNvPr id="715" name="Text 64"/>
          <p:cNvSpPr/>
          <p:nvPr/>
        </p:nvSpPr>
        <p:spPr>
          <a:xfrm>
            <a:off x="9740160" y="6262560"/>
            <a:ext cx="2055240" cy="15804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0" lang="en-US" sz="880" spc="-1" strike="noStrike">
                <a:solidFill>
                  <a:srgbClr val="ffffff">
                    <a:alpha val="70000"/>
                  </a:srgbClr>
                </a:solidFill>
                <a:latin typeface="Liter"/>
                <a:ea typeface="Liter"/>
              </a:rPr>
              <a:t>Generation defined</a:t>
            </a:r>
            <a:endParaRPr b="0" lang="en-HK" sz="880" spc="-1" strike="noStrike">
              <a:latin typeface="Arial"/>
            </a:endParaRPr>
          </a:p>
        </p:txBody>
      </p:sp>
    </p:spTree>
  </p:cSld>
  <mc:AlternateContent>
    <mc:Choice Requires="p14">
      <p:transition spd="slow" p14:dur="2000"/>
    </mc:Choice>
    <mc:Fallback>
      <p:transition spd="slow"/>
    </mc:Fallback>
  </mc:AlternateContent>
</p:sld>
</file>

<file path=ppt/slides/slide2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sp>
        <p:nvSpPr>
          <p:cNvPr id="716" name="Image 0"/>
          <p:cNvSpPr/>
          <p:nvPr/>
        </p:nvSpPr>
        <p:spPr>
          <a:xfrm>
            <a:off x="0" y="0"/>
            <a:ext cx="12191400" cy="6857280"/>
          </a:xfrm>
          <a:prstGeom prst="roundRect">
            <a:avLst>
              <a:gd name="adj" fmla="val 0"/>
            </a:avLst>
          </a:prstGeom>
          <a:blipFill rotWithShape="0">
            <a:blip r:embed="rId1"/>
            <a:srcRect/>
            <a:stretch/>
          </a:blipFill>
          <a:ln w="0">
            <a:noFill/>
          </a:ln>
        </p:spPr>
        <p:style>
          <a:lnRef idx="0"/>
          <a:fillRef idx="0"/>
          <a:effectRef idx="0"/>
          <a:fontRef idx="minor"/>
        </p:style>
      </p:sp>
      <p:sp>
        <p:nvSpPr>
          <p:cNvPr id="717" name="Shape 0"/>
          <p:cNvSpPr/>
          <p:nvPr/>
        </p:nvSpPr>
        <p:spPr>
          <a:xfrm>
            <a:off x="0" y="0"/>
            <a:ext cx="12191400" cy="6857280"/>
          </a:xfrm>
          <a:custGeom>
            <a:avLst/>
            <a:gdLst/>
            <a:ahLst/>
            <a:rect l="l" t="t" r="r" b="b"/>
            <a:pathLst>
              <a:path w="12192000" h="6858000">
                <a:moveTo>
                  <a:pt x="0" y="0"/>
                </a:moveTo>
                <a:lnTo>
                  <a:pt x="12192000" y="0"/>
                </a:lnTo>
                <a:lnTo>
                  <a:pt x="12192000" y="6858000"/>
                </a:lnTo>
                <a:lnTo>
                  <a:pt x="0" y="6858000"/>
                </a:lnTo>
                <a:lnTo>
                  <a:pt x="0" y="0"/>
                </a:lnTo>
                <a:close/>
              </a:path>
            </a:pathLst>
          </a:custGeom>
          <a:gradFill rotWithShape="0">
            <a:gsLst>
              <a:gs pos="0">
                <a:srgbClr val="000000"/>
              </a:gs>
              <a:gs pos="100000">
                <a:srgbClr val="000000">
                  <a:alpha val="60000"/>
                </a:srgbClr>
              </a:gs>
            </a:gsLst>
            <a:lin ang="0"/>
          </a:gradFill>
          <a:ln w="0">
            <a:noFill/>
          </a:ln>
        </p:spPr>
        <p:style>
          <a:lnRef idx="0"/>
          <a:fillRef idx="0"/>
          <a:effectRef idx="0"/>
          <a:fontRef idx="minor"/>
        </p:style>
      </p:sp>
      <p:sp>
        <p:nvSpPr>
          <p:cNvPr id="718" name="Shape 1"/>
          <p:cNvSpPr/>
          <p:nvPr/>
        </p:nvSpPr>
        <p:spPr>
          <a:xfrm rot="720000">
            <a:off x="10754280" y="5420160"/>
            <a:ext cx="875520" cy="875520"/>
          </a:xfrm>
          <a:custGeom>
            <a:avLst/>
            <a:gdLst/>
            <a:ahLst/>
            <a:rect l="l" t="t" r="r" b="b"/>
            <a:pathLst>
              <a:path w="876300" h="876300">
                <a:moveTo>
                  <a:pt x="0" y="0"/>
                </a:moveTo>
                <a:lnTo>
                  <a:pt x="876300" y="0"/>
                </a:lnTo>
                <a:lnTo>
                  <a:pt x="876300" y="876300"/>
                </a:lnTo>
                <a:lnTo>
                  <a:pt x="0" y="876300"/>
                </a:lnTo>
                <a:lnTo>
                  <a:pt x="0" y="0"/>
                </a:lnTo>
                <a:close/>
              </a:path>
            </a:pathLst>
          </a:custGeom>
          <a:noFill/>
          <a:ln w="50800">
            <a:solidFill>
              <a:srgbClr val="ddff00"/>
            </a:solidFill>
            <a:round/>
          </a:ln>
        </p:spPr>
        <p:style>
          <a:lnRef idx="0"/>
          <a:fillRef idx="0"/>
          <a:effectRef idx="0"/>
          <a:fontRef idx="minor"/>
        </p:style>
      </p:sp>
      <p:sp>
        <p:nvSpPr>
          <p:cNvPr id="719" name="Shape 2"/>
          <p:cNvSpPr/>
          <p:nvPr/>
        </p:nvSpPr>
        <p:spPr>
          <a:xfrm rot="21240000">
            <a:off x="320040" y="1310760"/>
            <a:ext cx="1218600" cy="1218600"/>
          </a:xfrm>
          <a:custGeom>
            <a:avLst/>
            <a:gdLst/>
            <a:ahLst/>
            <a:rect l="l" t="t" r="r" b="b"/>
            <a:pathLst>
              <a:path w="1219200" h="1219200">
                <a:moveTo>
                  <a:pt x="0" y="0"/>
                </a:moveTo>
                <a:lnTo>
                  <a:pt x="1219200" y="0"/>
                </a:lnTo>
                <a:lnTo>
                  <a:pt x="1219200" y="1219200"/>
                </a:lnTo>
                <a:lnTo>
                  <a:pt x="0" y="1219200"/>
                </a:lnTo>
                <a:lnTo>
                  <a:pt x="0" y="0"/>
                </a:lnTo>
                <a:close/>
              </a:path>
            </a:pathLst>
          </a:custGeom>
          <a:solidFill>
            <a:srgbClr val="ddff00"/>
          </a:solidFill>
          <a:ln w="0">
            <a:noFill/>
          </a:ln>
        </p:spPr>
        <p:style>
          <a:lnRef idx="0"/>
          <a:fillRef idx="0"/>
          <a:effectRef idx="0"/>
          <a:fontRef idx="minor"/>
        </p:style>
      </p:sp>
      <p:sp>
        <p:nvSpPr>
          <p:cNvPr id="720" name="Text 3"/>
          <p:cNvSpPr/>
          <p:nvPr/>
        </p:nvSpPr>
        <p:spPr>
          <a:xfrm>
            <a:off x="596160" y="1638360"/>
            <a:ext cx="1132920" cy="68508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5400" spc="-1" strike="noStrike">
                <a:solidFill>
                  <a:srgbClr val="000000"/>
                </a:solidFill>
                <a:latin typeface="Liter"/>
                <a:ea typeface="Liter"/>
              </a:rPr>
              <a:t>07</a:t>
            </a:r>
            <a:endParaRPr b="0" lang="en-HK" sz="5400" spc="-1" strike="noStrike">
              <a:latin typeface="Arial"/>
            </a:endParaRPr>
          </a:p>
        </p:txBody>
      </p:sp>
      <p:sp>
        <p:nvSpPr>
          <p:cNvPr id="721" name="Shape 4"/>
          <p:cNvSpPr/>
          <p:nvPr/>
        </p:nvSpPr>
        <p:spPr>
          <a:xfrm>
            <a:off x="1828800" y="1752480"/>
            <a:ext cx="3028320" cy="37440"/>
          </a:xfrm>
          <a:custGeom>
            <a:avLst/>
            <a:gdLst/>
            <a:ahLst/>
            <a:rect l="l" t="t" r="r" b="b"/>
            <a:pathLst>
              <a:path w="3028950" h="38100">
                <a:moveTo>
                  <a:pt x="0" y="0"/>
                </a:moveTo>
                <a:lnTo>
                  <a:pt x="3028950" y="0"/>
                </a:lnTo>
                <a:lnTo>
                  <a:pt x="3028950" y="38100"/>
                </a:lnTo>
                <a:lnTo>
                  <a:pt x="0" y="38100"/>
                </a:lnTo>
                <a:lnTo>
                  <a:pt x="0" y="0"/>
                </a:lnTo>
                <a:close/>
              </a:path>
            </a:pathLst>
          </a:custGeom>
          <a:solidFill>
            <a:srgbClr val="ddff00"/>
          </a:solidFill>
          <a:ln w="0">
            <a:noFill/>
          </a:ln>
        </p:spPr>
        <p:style>
          <a:lnRef idx="0"/>
          <a:fillRef idx="0"/>
          <a:effectRef idx="0"/>
          <a:fontRef idx="minor"/>
        </p:style>
      </p:sp>
      <p:sp>
        <p:nvSpPr>
          <p:cNvPr id="722" name="Text 5"/>
          <p:cNvSpPr/>
          <p:nvPr/>
        </p:nvSpPr>
        <p:spPr>
          <a:xfrm>
            <a:off x="1828800" y="1943280"/>
            <a:ext cx="3114000" cy="2660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350" spc="131" strike="noStrike">
                <a:solidFill>
                  <a:srgbClr val="ddff00"/>
                </a:solidFill>
                <a:latin typeface="Liter"/>
                <a:ea typeface="Liter"/>
              </a:rPr>
              <a:t>CHAPTER SEVEN</a:t>
            </a:r>
            <a:endParaRPr b="0" lang="en-HK" sz="1350" spc="-1" strike="noStrike">
              <a:latin typeface="Arial"/>
            </a:endParaRPr>
          </a:p>
        </p:txBody>
      </p:sp>
      <p:sp>
        <p:nvSpPr>
          <p:cNvPr id="723" name="Text 6"/>
          <p:cNvSpPr/>
          <p:nvPr/>
        </p:nvSpPr>
        <p:spPr>
          <a:xfrm>
            <a:off x="380880" y="2895480"/>
            <a:ext cx="4818960" cy="1713960"/>
          </a:xfrm>
          <a:prstGeom prst="rect">
            <a:avLst/>
          </a:prstGeom>
          <a:noFill/>
          <a:ln w="0">
            <a:noFill/>
          </a:ln>
        </p:spPr>
        <p:style>
          <a:lnRef idx="0"/>
          <a:fillRef idx="0"/>
          <a:effectRef idx="0"/>
          <a:fontRef idx="minor"/>
        </p:style>
        <p:txBody>
          <a:bodyPr lIns="0" rIns="0" tIns="0" bIns="0" anchor="ctr">
            <a:noAutofit/>
          </a:bodyPr>
          <a:p>
            <a:pPr>
              <a:lnSpc>
                <a:spcPct val="100000"/>
              </a:lnSpc>
              <a:buNone/>
            </a:pPr>
            <a:r>
              <a:rPr b="1" lang="en-US" sz="3600" spc="-1" strike="noStrike">
                <a:solidFill>
                  <a:srgbClr val="ffffff"/>
                </a:solidFill>
                <a:latin typeface="Liter"/>
                <a:ea typeface="Liter"/>
              </a:rPr>
              <a:t>INDIE ROCK</a:t>
            </a:r>
            <a:endParaRPr b="0" lang="en-HK" sz="3600" spc="-1" strike="noStrike">
              <a:latin typeface="Arial"/>
            </a:endParaRPr>
          </a:p>
          <a:p>
            <a:pPr>
              <a:lnSpc>
                <a:spcPct val="100000"/>
              </a:lnSpc>
              <a:buNone/>
            </a:pPr>
            <a:r>
              <a:rPr b="1" lang="en-US" sz="3600" spc="-1" strike="noStrike">
                <a:solidFill>
                  <a:srgbClr val="ddff00"/>
                </a:solidFill>
                <a:latin typeface="Liter"/>
                <a:ea typeface="Liter"/>
              </a:rPr>
              <a:t>REVIVAL</a:t>
            </a:r>
            <a:endParaRPr b="0" lang="en-HK" sz="3600" spc="-1" strike="noStrike">
              <a:latin typeface="Arial"/>
            </a:endParaRPr>
          </a:p>
        </p:txBody>
      </p:sp>
      <p:sp>
        <p:nvSpPr>
          <p:cNvPr id="724" name="Text 7"/>
          <p:cNvSpPr/>
          <p:nvPr/>
        </p:nvSpPr>
        <p:spPr>
          <a:xfrm>
            <a:off x="380880" y="4838760"/>
            <a:ext cx="4590360" cy="3042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1800" spc="-1" strike="noStrike">
                <a:solidFill>
                  <a:srgbClr val="ffffff">
                    <a:alpha val="80000"/>
                  </a:srgbClr>
                </a:solidFill>
                <a:latin typeface="Liter"/>
                <a:ea typeface="Liter"/>
              </a:rPr>
              <a:t>2000s-2010s: Return to Raw, DIY Aesthetics</a:t>
            </a:r>
            <a:endParaRPr b="0" lang="en-HK" sz="1800" spc="-1" strike="noStrike">
              <a:latin typeface="Arial"/>
            </a:endParaRPr>
          </a:p>
        </p:txBody>
      </p:sp>
      <p:sp>
        <p:nvSpPr>
          <p:cNvPr id="725" name="Shape 8"/>
          <p:cNvSpPr/>
          <p:nvPr/>
        </p:nvSpPr>
        <p:spPr>
          <a:xfrm>
            <a:off x="380880" y="5448240"/>
            <a:ext cx="761400" cy="37440"/>
          </a:xfrm>
          <a:custGeom>
            <a:avLst/>
            <a:gdLst/>
            <a:ahLst/>
            <a:rect l="l" t="t" r="r" b="b"/>
            <a:pathLst>
              <a:path w="762000" h="38100">
                <a:moveTo>
                  <a:pt x="0" y="0"/>
                </a:moveTo>
                <a:lnTo>
                  <a:pt x="762000" y="0"/>
                </a:lnTo>
                <a:lnTo>
                  <a:pt x="762000" y="38100"/>
                </a:lnTo>
                <a:lnTo>
                  <a:pt x="0" y="38100"/>
                </a:lnTo>
                <a:lnTo>
                  <a:pt x="0" y="0"/>
                </a:lnTo>
                <a:close/>
              </a:path>
            </a:pathLst>
          </a:custGeom>
          <a:solidFill>
            <a:srgbClr val="ddff00"/>
          </a:solidFill>
          <a:ln w="0">
            <a:noFill/>
          </a:ln>
        </p:spPr>
        <p:style>
          <a:lnRef idx="0"/>
          <a:fillRef idx="0"/>
          <a:effectRef idx="0"/>
          <a:fontRef idx="minor"/>
        </p:style>
      </p:sp>
      <p:sp>
        <p:nvSpPr>
          <p:cNvPr id="726" name="Shape 9"/>
          <p:cNvSpPr/>
          <p:nvPr/>
        </p:nvSpPr>
        <p:spPr>
          <a:xfrm>
            <a:off x="1295280" y="5448240"/>
            <a:ext cx="380160" cy="37440"/>
          </a:xfrm>
          <a:custGeom>
            <a:avLst/>
            <a:gdLst/>
            <a:ahLst/>
            <a:rect l="l" t="t" r="r" b="b"/>
            <a:pathLst>
              <a:path w="381000" h="38100">
                <a:moveTo>
                  <a:pt x="0" y="0"/>
                </a:moveTo>
                <a:lnTo>
                  <a:pt x="381000" y="0"/>
                </a:lnTo>
                <a:lnTo>
                  <a:pt x="381000" y="38100"/>
                </a:lnTo>
                <a:lnTo>
                  <a:pt x="0" y="38100"/>
                </a:lnTo>
                <a:lnTo>
                  <a:pt x="0" y="0"/>
                </a:lnTo>
                <a:close/>
              </a:path>
            </a:pathLst>
          </a:custGeom>
          <a:solidFill>
            <a:srgbClr val="ddff00"/>
          </a:solidFill>
          <a:ln w="0">
            <a:noFill/>
          </a:ln>
        </p:spPr>
        <p:style>
          <a:lnRef idx="0"/>
          <a:fillRef idx="0"/>
          <a:effectRef idx="0"/>
          <a:fontRef idx="minor"/>
        </p:style>
      </p:sp>
      <p:sp>
        <p:nvSpPr>
          <p:cNvPr id="727" name="Shape 10"/>
          <p:cNvSpPr/>
          <p:nvPr/>
        </p:nvSpPr>
        <p:spPr>
          <a:xfrm>
            <a:off x="1828800" y="5448240"/>
            <a:ext cx="189720" cy="37440"/>
          </a:xfrm>
          <a:custGeom>
            <a:avLst/>
            <a:gdLst/>
            <a:ahLst/>
            <a:rect l="l" t="t" r="r" b="b"/>
            <a:pathLst>
              <a:path w="190500" h="38100">
                <a:moveTo>
                  <a:pt x="0" y="0"/>
                </a:moveTo>
                <a:lnTo>
                  <a:pt x="190500" y="0"/>
                </a:lnTo>
                <a:lnTo>
                  <a:pt x="190500" y="38100"/>
                </a:lnTo>
                <a:lnTo>
                  <a:pt x="0" y="38100"/>
                </a:lnTo>
                <a:lnTo>
                  <a:pt x="0" y="0"/>
                </a:lnTo>
                <a:close/>
              </a:path>
            </a:pathLst>
          </a:custGeom>
          <a:solidFill>
            <a:srgbClr val="ddff00"/>
          </a:solidFill>
          <a:ln w="0">
            <a:noFill/>
          </a:ln>
        </p:spPr>
        <p:style>
          <a:lnRef idx="0"/>
          <a:fillRef idx="0"/>
          <a:effectRef idx="0"/>
          <a:fontRef idx="minor"/>
        </p:style>
      </p:sp>
    </p:spTree>
  </p:cSld>
  <mc:AlternateContent>
    <mc:Choice Requires="p14">
      <p:transition spd="slow" p14:dur="2000"/>
    </mc:Choice>
    <mc:Fallback>
      <p:transition spd="slow"/>
    </mc:Fallback>
  </mc:AlternateContent>
</p:sld>
</file>

<file path=ppt/slides/slide2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sp>
        <p:nvSpPr>
          <p:cNvPr id="728" name="Shape 0"/>
          <p:cNvSpPr/>
          <p:nvPr/>
        </p:nvSpPr>
        <p:spPr>
          <a:xfrm>
            <a:off x="321840" y="370080"/>
            <a:ext cx="63720" cy="385560"/>
          </a:xfrm>
          <a:custGeom>
            <a:avLst/>
            <a:gdLst/>
            <a:ahLst/>
            <a:rect l="l" t="t" r="r" b="b"/>
            <a:pathLst>
              <a:path w="64380" h="386281">
                <a:moveTo>
                  <a:pt x="0" y="0"/>
                </a:moveTo>
                <a:lnTo>
                  <a:pt x="64380" y="0"/>
                </a:lnTo>
                <a:lnTo>
                  <a:pt x="64380" y="386281"/>
                </a:lnTo>
                <a:lnTo>
                  <a:pt x="0" y="386281"/>
                </a:lnTo>
                <a:lnTo>
                  <a:pt x="0" y="0"/>
                </a:lnTo>
                <a:close/>
              </a:path>
            </a:pathLst>
          </a:custGeom>
          <a:solidFill>
            <a:srgbClr val="ddff00"/>
          </a:solidFill>
          <a:ln w="0">
            <a:noFill/>
          </a:ln>
        </p:spPr>
        <p:style>
          <a:lnRef idx="0"/>
          <a:fillRef idx="0"/>
          <a:effectRef idx="0"/>
          <a:fontRef idx="minor"/>
        </p:style>
      </p:sp>
      <p:sp>
        <p:nvSpPr>
          <p:cNvPr id="729" name="Text 1"/>
          <p:cNvSpPr/>
          <p:nvPr/>
        </p:nvSpPr>
        <p:spPr>
          <a:xfrm>
            <a:off x="515160" y="321840"/>
            <a:ext cx="3194280" cy="1602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83" strike="noStrike">
                <a:solidFill>
                  <a:srgbClr val="ddff00"/>
                </a:solidFill>
                <a:latin typeface="Liter"/>
                <a:ea typeface="Liter"/>
              </a:rPr>
              <a:t>CHAPTER 07</a:t>
            </a:r>
            <a:endParaRPr b="0" lang="en-HK" sz="880" spc="-1" strike="noStrike">
              <a:latin typeface="Arial"/>
            </a:endParaRPr>
          </a:p>
        </p:txBody>
      </p:sp>
      <p:sp>
        <p:nvSpPr>
          <p:cNvPr id="730" name="Text 2"/>
          <p:cNvSpPr/>
          <p:nvPr/>
        </p:nvSpPr>
        <p:spPr>
          <a:xfrm>
            <a:off x="515160" y="482760"/>
            <a:ext cx="3282840" cy="321120"/>
          </a:xfrm>
          <a:prstGeom prst="rect">
            <a:avLst/>
          </a:prstGeom>
          <a:noFill/>
          <a:ln w="0">
            <a:noFill/>
          </a:ln>
        </p:spPr>
        <p:style>
          <a:lnRef idx="0"/>
          <a:fillRef idx="0"/>
          <a:effectRef idx="0"/>
          <a:fontRef idx="minor"/>
        </p:style>
        <p:txBody>
          <a:bodyPr lIns="0" rIns="0" tIns="0" bIns="0" anchor="ctr">
            <a:noAutofit/>
          </a:bodyPr>
          <a:p>
            <a:pPr>
              <a:lnSpc>
                <a:spcPct val="90000"/>
              </a:lnSpc>
              <a:buNone/>
            </a:pPr>
            <a:r>
              <a:rPr b="1" lang="en-US" sz="3600" spc="-1" strike="noStrike">
                <a:solidFill>
                  <a:srgbClr val="ffffff"/>
                </a:solidFill>
                <a:latin typeface="Liter"/>
                <a:ea typeface="Liter"/>
              </a:rPr>
              <a:t>The Garage Rock Revival</a:t>
            </a:r>
            <a:endParaRPr b="0" lang="en-HK" sz="3600" spc="-1" strike="noStrike">
              <a:latin typeface="Arial"/>
            </a:endParaRPr>
          </a:p>
        </p:txBody>
      </p:sp>
      <p:sp>
        <p:nvSpPr>
          <p:cNvPr id="731" name="Shape 3"/>
          <p:cNvSpPr/>
          <p:nvPr/>
        </p:nvSpPr>
        <p:spPr>
          <a:xfrm>
            <a:off x="321840" y="1062360"/>
            <a:ext cx="6807600" cy="1882440"/>
          </a:xfrm>
          <a:custGeom>
            <a:avLst/>
            <a:gdLst/>
            <a:ahLst/>
            <a:rect l="l" t="t" r="r" b="b"/>
            <a:pathLst>
              <a:path w="6808206" h="1883121">
                <a:moveTo>
                  <a:pt x="0" y="0"/>
                </a:moveTo>
                <a:lnTo>
                  <a:pt x="6808206" y="0"/>
                </a:lnTo>
                <a:lnTo>
                  <a:pt x="6808206" y="1883121"/>
                </a:lnTo>
                <a:lnTo>
                  <a:pt x="0" y="1883121"/>
                </a:lnTo>
                <a:lnTo>
                  <a:pt x="0" y="0"/>
                </a:lnTo>
                <a:close/>
              </a:path>
            </a:pathLst>
          </a:custGeom>
          <a:solidFill>
            <a:srgbClr val="ddff00"/>
          </a:solidFill>
          <a:ln w="0">
            <a:noFill/>
          </a:ln>
        </p:spPr>
        <p:style>
          <a:lnRef idx="0"/>
          <a:fillRef idx="0"/>
          <a:effectRef idx="0"/>
          <a:fontRef idx="minor"/>
        </p:style>
      </p:sp>
      <p:sp>
        <p:nvSpPr>
          <p:cNvPr id="732" name="Text 4"/>
          <p:cNvSpPr/>
          <p:nvPr/>
        </p:nvSpPr>
        <p:spPr>
          <a:xfrm>
            <a:off x="515160" y="1255320"/>
            <a:ext cx="6517800" cy="25668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520" spc="-1" strike="noStrike">
                <a:solidFill>
                  <a:srgbClr val="000000"/>
                </a:solidFill>
                <a:latin typeface="Liter"/>
                <a:ea typeface="Liter"/>
              </a:rPr>
              <a:t>Back to Basics</a:t>
            </a:r>
            <a:endParaRPr b="0" lang="en-HK" sz="1520" spc="-1" strike="noStrike">
              <a:latin typeface="Arial"/>
            </a:endParaRPr>
          </a:p>
        </p:txBody>
      </p:sp>
      <p:sp>
        <p:nvSpPr>
          <p:cNvPr id="733" name="Text 5"/>
          <p:cNvSpPr/>
          <p:nvPr/>
        </p:nvSpPr>
        <p:spPr>
          <a:xfrm>
            <a:off x="515160" y="1609560"/>
            <a:ext cx="6485760" cy="6271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010" spc="-1" strike="noStrike">
                <a:solidFill>
                  <a:srgbClr val="000000"/>
                </a:solidFill>
                <a:latin typeface="Liter"/>
                <a:ea typeface="Liter"/>
              </a:rPr>
              <a:t>The 2000s and 2010s saw a revival of indie and garage rock,</a:t>
            </a:r>
            <a:r>
              <a:rPr b="0" lang="en-US" sz="1010" spc="-1" strike="noStrike">
                <a:solidFill>
                  <a:srgbClr val="000000"/>
                </a:solidFill>
                <a:latin typeface="Liter"/>
                <a:ea typeface="Liter"/>
              </a:rPr>
              <a:t> with bands drawing inspiration from the DIY and underground scenes of the past. This resurgence brought a fresh wave of independent and alternative rock music characterized by raw energy and authenticity.</a:t>
            </a:r>
            <a:endParaRPr b="0" lang="en-HK" sz="1010" spc="-1" strike="noStrike">
              <a:latin typeface="Arial"/>
            </a:endParaRPr>
          </a:p>
        </p:txBody>
      </p:sp>
      <p:sp>
        <p:nvSpPr>
          <p:cNvPr id="734" name="Text 6"/>
          <p:cNvSpPr/>
          <p:nvPr/>
        </p:nvSpPr>
        <p:spPr>
          <a:xfrm>
            <a:off x="515160" y="2333880"/>
            <a:ext cx="6485760" cy="4176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10" spc="-1" strike="noStrike">
                <a:solidFill>
                  <a:srgbClr val="000000">
                    <a:alpha val="80000"/>
                  </a:srgbClr>
                </a:solidFill>
                <a:latin typeface="Liter"/>
                <a:ea typeface="Liter"/>
              </a:rPr>
              <a:t>The movement was defined by a DIY ethos—many bands self-released music and embraced a lo-fi sound. Independent record labels flourished, and scenes developed in cities like New York, Brooklyn, and London.</a:t>
            </a:r>
            <a:endParaRPr b="0" lang="en-HK" sz="1010" spc="-1" strike="noStrike">
              <a:latin typeface="Arial"/>
            </a:endParaRPr>
          </a:p>
        </p:txBody>
      </p:sp>
      <p:sp>
        <p:nvSpPr>
          <p:cNvPr id="735" name="Shape 7"/>
          <p:cNvSpPr/>
          <p:nvPr/>
        </p:nvSpPr>
        <p:spPr>
          <a:xfrm>
            <a:off x="330120" y="3082320"/>
            <a:ext cx="6791400" cy="3620520"/>
          </a:xfrm>
          <a:custGeom>
            <a:avLst/>
            <a:gdLst/>
            <a:ahLst/>
            <a:rect l="l" t="t" r="r" b="b"/>
            <a:pathLst>
              <a:path w="6792111" h="3621386">
                <a:moveTo>
                  <a:pt x="0" y="0"/>
                </a:moveTo>
                <a:lnTo>
                  <a:pt x="6792111" y="0"/>
                </a:lnTo>
                <a:lnTo>
                  <a:pt x="6792111" y="3621386"/>
                </a:lnTo>
                <a:lnTo>
                  <a:pt x="0" y="3621386"/>
                </a:lnTo>
                <a:lnTo>
                  <a:pt x="0" y="0"/>
                </a:lnTo>
                <a:close/>
              </a:path>
            </a:pathLst>
          </a:custGeom>
          <a:noFill/>
          <a:ln w="25400">
            <a:solidFill>
              <a:srgbClr val="ddff00"/>
            </a:solidFill>
            <a:round/>
          </a:ln>
        </p:spPr>
        <p:style>
          <a:lnRef idx="0"/>
          <a:fillRef idx="0"/>
          <a:effectRef idx="0"/>
          <a:fontRef idx="minor"/>
        </p:style>
      </p:sp>
      <p:sp>
        <p:nvSpPr>
          <p:cNvPr id="736" name="Text 8"/>
          <p:cNvSpPr/>
          <p:nvPr/>
        </p:nvSpPr>
        <p:spPr>
          <a:xfrm>
            <a:off x="498960" y="3251160"/>
            <a:ext cx="6534000" cy="2246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260" spc="-1" strike="noStrike">
                <a:solidFill>
                  <a:srgbClr val="ddff00"/>
                </a:solidFill>
                <a:latin typeface="Liter"/>
                <a:ea typeface="Liter"/>
              </a:rPr>
              <a:t>Key Indie Revival Bands</a:t>
            </a:r>
            <a:endParaRPr b="0" lang="en-HK" sz="1260" spc="-1" strike="noStrike">
              <a:latin typeface="Arial"/>
            </a:endParaRPr>
          </a:p>
        </p:txBody>
      </p:sp>
      <p:sp>
        <p:nvSpPr>
          <p:cNvPr id="737" name="Shape 9"/>
          <p:cNvSpPr/>
          <p:nvPr/>
        </p:nvSpPr>
        <p:spPr>
          <a:xfrm>
            <a:off x="515160" y="3605400"/>
            <a:ext cx="31320" cy="868320"/>
          </a:xfrm>
          <a:custGeom>
            <a:avLst/>
            <a:gdLst/>
            <a:ahLst/>
            <a:rect l="l" t="t" r="r" b="b"/>
            <a:pathLst>
              <a:path w="32190" h="869133">
                <a:moveTo>
                  <a:pt x="0" y="0"/>
                </a:moveTo>
                <a:lnTo>
                  <a:pt x="32190" y="0"/>
                </a:lnTo>
                <a:lnTo>
                  <a:pt x="32190" y="869133"/>
                </a:lnTo>
                <a:lnTo>
                  <a:pt x="0" y="869133"/>
                </a:lnTo>
                <a:lnTo>
                  <a:pt x="0" y="0"/>
                </a:lnTo>
                <a:close/>
              </a:path>
            </a:pathLst>
          </a:custGeom>
          <a:solidFill>
            <a:srgbClr val="ddff00"/>
          </a:solidFill>
          <a:ln w="0">
            <a:noFill/>
          </a:ln>
        </p:spPr>
        <p:style>
          <a:lnRef idx="0"/>
          <a:fillRef idx="0"/>
          <a:effectRef idx="0"/>
          <a:fontRef idx="minor"/>
        </p:style>
      </p:sp>
      <p:sp>
        <p:nvSpPr>
          <p:cNvPr id="738" name="Text 10"/>
          <p:cNvSpPr/>
          <p:nvPr/>
        </p:nvSpPr>
        <p:spPr>
          <a:xfrm>
            <a:off x="659880" y="3605400"/>
            <a:ext cx="3073320" cy="2246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40" spc="-1" strike="noStrike">
                <a:solidFill>
                  <a:srgbClr val="ffffff"/>
                </a:solidFill>
                <a:latin typeface="Liter"/>
                <a:ea typeface="Liter"/>
              </a:rPr>
              <a:t>The Strokes</a:t>
            </a:r>
            <a:endParaRPr b="0" lang="en-HK" sz="1140" spc="-1" strike="noStrike">
              <a:latin typeface="Arial"/>
            </a:endParaRPr>
          </a:p>
        </p:txBody>
      </p:sp>
      <p:sp>
        <p:nvSpPr>
          <p:cNvPr id="739" name="Text 11"/>
          <p:cNvSpPr/>
          <p:nvPr/>
        </p:nvSpPr>
        <p:spPr>
          <a:xfrm>
            <a:off x="659880" y="3894840"/>
            <a:ext cx="3065400" cy="1926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10" spc="-1" strike="noStrike">
                <a:solidFill>
                  <a:srgbClr val="ffffff">
                    <a:alpha val="70000"/>
                  </a:srgbClr>
                </a:solidFill>
                <a:latin typeface="Liter"/>
                <a:ea typeface="Liter"/>
              </a:rPr>
              <a:t>New York, 1998</a:t>
            </a:r>
            <a:endParaRPr b="0" lang="en-HK" sz="1010" spc="-1" strike="noStrike">
              <a:latin typeface="Arial"/>
            </a:endParaRPr>
          </a:p>
        </p:txBody>
      </p:sp>
      <p:sp>
        <p:nvSpPr>
          <p:cNvPr id="740" name="Text 12"/>
          <p:cNvSpPr/>
          <p:nvPr/>
        </p:nvSpPr>
        <p:spPr>
          <a:xfrm>
            <a:off x="659880" y="4152600"/>
            <a:ext cx="3057480" cy="3211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ffffff">
                    <a:alpha val="60000"/>
                  </a:srgbClr>
                </a:solidFill>
                <a:latin typeface="Liter"/>
                <a:ea typeface="Liter"/>
              </a:rPr>
              <a:t>"Is This It" (2001) - Kicked off the revival. Post-punk influences, stylish image</a:t>
            </a:r>
            <a:endParaRPr b="0" lang="en-HK" sz="880" spc="-1" strike="noStrike">
              <a:latin typeface="Arial"/>
            </a:endParaRPr>
          </a:p>
        </p:txBody>
      </p:sp>
      <p:sp>
        <p:nvSpPr>
          <p:cNvPr id="741" name="Shape 13"/>
          <p:cNvSpPr/>
          <p:nvPr/>
        </p:nvSpPr>
        <p:spPr>
          <a:xfrm>
            <a:off x="3808080" y="3605400"/>
            <a:ext cx="31320" cy="868320"/>
          </a:xfrm>
          <a:custGeom>
            <a:avLst/>
            <a:gdLst/>
            <a:ahLst/>
            <a:rect l="l" t="t" r="r" b="b"/>
            <a:pathLst>
              <a:path w="32190" h="869133">
                <a:moveTo>
                  <a:pt x="0" y="0"/>
                </a:moveTo>
                <a:lnTo>
                  <a:pt x="32190" y="0"/>
                </a:lnTo>
                <a:lnTo>
                  <a:pt x="32190" y="869133"/>
                </a:lnTo>
                <a:lnTo>
                  <a:pt x="0" y="869133"/>
                </a:lnTo>
                <a:lnTo>
                  <a:pt x="0" y="0"/>
                </a:lnTo>
                <a:close/>
              </a:path>
            </a:pathLst>
          </a:custGeom>
          <a:solidFill>
            <a:srgbClr val="ddff00"/>
          </a:solidFill>
          <a:ln w="0">
            <a:noFill/>
          </a:ln>
        </p:spPr>
        <p:style>
          <a:lnRef idx="0"/>
          <a:fillRef idx="0"/>
          <a:effectRef idx="0"/>
          <a:fontRef idx="minor"/>
        </p:style>
      </p:sp>
      <p:sp>
        <p:nvSpPr>
          <p:cNvPr id="742" name="Text 14"/>
          <p:cNvSpPr/>
          <p:nvPr/>
        </p:nvSpPr>
        <p:spPr>
          <a:xfrm>
            <a:off x="3952800" y="3605400"/>
            <a:ext cx="3073320" cy="2246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40" spc="-1" strike="noStrike">
                <a:solidFill>
                  <a:srgbClr val="ffffff"/>
                </a:solidFill>
                <a:latin typeface="Liter"/>
                <a:ea typeface="Liter"/>
              </a:rPr>
              <a:t>Arctic Monkeys</a:t>
            </a:r>
            <a:endParaRPr b="0" lang="en-HK" sz="1140" spc="-1" strike="noStrike">
              <a:latin typeface="Arial"/>
            </a:endParaRPr>
          </a:p>
        </p:txBody>
      </p:sp>
      <p:sp>
        <p:nvSpPr>
          <p:cNvPr id="743" name="Text 15"/>
          <p:cNvSpPr/>
          <p:nvPr/>
        </p:nvSpPr>
        <p:spPr>
          <a:xfrm>
            <a:off x="3952800" y="3894840"/>
            <a:ext cx="3065400" cy="1926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10" spc="-1" strike="noStrike">
                <a:solidFill>
                  <a:srgbClr val="ffffff">
                    <a:alpha val="70000"/>
                  </a:srgbClr>
                </a:solidFill>
                <a:latin typeface="Liter"/>
                <a:ea typeface="Liter"/>
              </a:rPr>
              <a:t>Sheffield, 2002</a:t>
            </a:r>
            <a:endParaRPr b="0" lang="en-HK" sz="1010" spc="-1" strike="noStrike">
              <a:latin typeface="Arial"/>
            </a:endParaRPr>
          </a:p>
        </p:txBody>
      </p:sp>
      <p:sp>
        <p:nvSpPr>
          <p:cNvPr id="744" name="Text 16"/>
          <p:cNvSpPr/>
          <p:nvPr/>
        </p:nvSpPr>
        <p:spPr>
          <a:xfrm>
            <a:off x="3952800" y="4152600"/>
            <a:ext cx="3057480" cy="3211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ffffff">
                    <a:alpha val="60000"/>
                  </a:srgbClr>
                </a:solidFill>
                <a:latin typeface="Liter"/>
                <a:ea typeface="Liter"/>
              </a:rPr>
              <a:t>"Whatever People Say I Am..." (2006) - UK indie explosion. Witty lyrics, energetic sound</a:t>
            </a:r>
            <a:endParaRPr b="0" lang="en-HK" sz="880" spc="-1" strike="noStrike">
              <a:latin typeface="Arial"/>
            </a:endParaRPr>
          </a:p>
        </p:txBody>
      </p:sp>
      <p:sp>
        <p:nvSpPr>
          <p:cNvPr id="745" name="Shape 17"/>
          <p:cNvSpPr/>
          <p:nvPr/>
        </p:nvSpPr>
        <p:spPr>
          <a:xfrm>
            <a:off x="515160" y="4603320"/>
            <a:ext cx="31320" cy="868320"/>
          </a:xfrm>
          <a:custGeom>
            <a:avLst/>
            <a:gdLst/>
            <a:ahLst/>
            <a:rect l="l" t="t" r="r" b="b"/>
            <a:pathLst>
              <a:path w="32190" h="869133">
                <a:moveTo>
                  <a:pt x="0" y="0"/>
                </a:moveTo>
                <a:lnTo>
                  <a:pt x="32190" y="0"/>
                </a:lnTo>
                <a:lnTo>
                  <a:pt x="32190" y="869133"/>
                </a:lnTo>
                <a:lnTo>
                  <a:pt x="0" y="869133"/>
                </a:lnTo>
                <a:lnTo>
                  <a:pt x="0" y="0"/>
                </a:lnTo>
                <a:close/>
              </a:path>
            </a:pathLst>
          </a:custGeom>
          <a:solidFill>
            <a:srgbClr val="ddff00"/>
          </a:solidFill>
          <a:ln w="0">
            <a:noFill/>
          </a:ln>
        </p:spPr>
        <p:style>
          <a:lnRef idx="0"/>
          <a:fillRef idx="0"/>
          <a:effectRef idx="0"/>
          <a:fontRef idx="minor"/>
        </p:style>
      </p:sp>
      <p:sp>
        <p:nvSpPr>
          <p:cNvPr id="746" name="Text 18"/>
          <p:cNvSpPr/>
          <p:nvPr/>
        </p:nvSpPr>
        <p:spPr>
          <a:xfrm>
            <a:off x="659880" y="4603320"/>
            <a:ext cx="3073320" cy="2246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40" spc="-1" strike="noStrike">
                <a:solidFill>
                  <a:srgbClr val="ffffff"/>
                </a:solidFill>
                <a:latin typeface="Liter"/>
                <a:ea typeface="Liter"/>
              </a:rPr>
              <a:t>The White Stripes</a:t>
            </a:r>
            <a:endParaRPr b="0" lang="en-HK" sz="1140" spc="-1" strike="noStrike">
              <a:latin typeface="Arial"/>
            </a:endParaRPr>
          </a:p>
        </p:txBody>
      </p:sp>
      <p:sp>
        <p:nvSpPr>
          <p:cNvPr id="747" name="Text 19"/>
          <p:cNvSpPr/>
          <p:nvPr/>
        </p:nvSpPr>
        <p:spPr>
          <a:xfrm>
            <a:off x="659880" y="4892760"/>
            <a:ext cx="3065400" cy="1926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10" spc="-1" strike="noStrike">
                <a:solidFill>
                  <a:srgbClr val="ffffff">
                    <a:alpha val="70000"/>
                  </a:srgbClr>
                </a:solidFill>
                <a:latin typeface="Liter"/>
                <a:ea typeface="Liter"/>
              </a:rPr>
              <a:t>Detroit, 1997</a:t>
            </a:r>
            <a:endParaRPr b="0" lang="en-HK" sz="1010" spc="-1" strike="noStrike">
              <a:latin typeface="Arial"/>
            </a:endParaRPr>
          </a:p>
        </p:txBody>
      </p:sp>
      <p:sp>
        <p:nvSpPr>
          <p:cNvPr id="748" name="Text 20"/>
          <p:cNvSpPr/>
          <p:nvPr/>
        </p:nvSpPr>
        <p:spPr>
          <a:xfrm>
            <a:off x="659880" y="5150520"/>
            <a:ext cx="3057480" cy="3211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ffffff">
                    <a:alpha val="60000"/>
                  </a:srgbClr>
                </a:solidFill>
                <a:latin typeface="Liter"/>
                <a:ea typeface="Liter"/>
              </a:rPr>
              <a:t>"Elephant" (2003) - Raw blues-influenced garage rock. Jack &amp; Meg White duo</a:t>
            </a:r>
            <a:endParaRPr b="0" lang="en-HK" sz="880" spc="-1" strike="noStrike">
              <a:latin typeface="Arial"/>
            </a:endParaRPr>
          </a:p>
        </p:txBody>
      </p:sp>
      <p:sp>
        <p:nvSpPr>
          <p:cNvPr id="749" name="Shape 21"/>
          <p:cNvSpPr/>
          <p:nvPr/>
        </p:nvSpPr>
        <p:spPr>
          <a:xfrm>
            <a:off x="3808080" y="4603320"/>
            <a:ext cx="31320" cy="868320"/>
          </a:xfrm>
          <a:custGeom>
            <a:avLst/>
            <a:gdLst/>
            <a:ahLst/>
            <a:rect l="l" t="t" r="r" b="b"/>
            <a:pathLst>
              <a:path w="32190" h="869133">
                <a:moveTo>
                  <a:pt x="0" y="0"/>
                </a:moveTo>
                <a:lnTo>
                  <a:pt x="32190" y="0"/>
                </a:lnTo>
                <a:lnTo>
                  <a:pt x="32190" y="869133"/>
                </a:lnTo>
                <a:lnTo>
                  <a:pt x="0" y="869133"/>
                </a:lnTo>
                <a:lnTo>
                  <a:pt x="0" y="0"/>
                </a:lnTo>
                <a:close/>
              </a:path>
            </a:pathLst>
          </a:custGeom>
          <a:solidFill>
            <a:srgbClr val="ddff00"/>
          </a:solidFill>
          <a:ln w="0">
            <a:noFill/>
          </a:ln>
        </p:spPr>
        <p:style>
          <a:lnRef idx="0"/>
          <a:fillRef idx="0"/>
          <a:effectRef idx="0"/>
          <a:fontRef idx="minor"/>
        </p:style>
      </p:sp>
      <p:sp>
        <p:nvSpPr>
          <p:cNvPr id="750" name="Text 22"/>
          <p:cNvSpPr/>
          <p:nvPr/>
        </p:nvSpPr>
        <p:spPr>
          <a:xfrm>
            <a:off x="3952800" y="4603320"/>
            <a:ext cx="3073320" cy="2246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40" spc="-1" strike="noStrike">
                <a:solidFill>
                  <a:srgbClr val="ffffff"/>
                </a:solidFill>
                <a:latin typeface="Liter"/>
                <a:ea typeface="Liter"/>
              </a:rPr>
              <a:t>Yeah Yeah Yeahs</a:t>
            </a:r>
            <a:endParaRPr b="0" lang="en-HK" sz="1140" spc="-1" strike="noStrike">
              <a:latin typeface="Arial"/>
            </a:endParaRPr>
          </a:p>
        </p:txBody>
      </p:sp>
      <p:sp>
        <p:nvSpPr>
          <p:cNvPr id="751" name="Text 23"/>
          <p:cNvSpPr/>
          <p:nvPr/>
        </p:nvSpPr>
        <p:spPr>
          <a:xfrm>
            <a:off x="3952800" y="4892760"/>
            <a:ext cx="3065400" cy="1926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10" spc="-1" strike="noStrike">
                <a:solidFill>
                  <a:srgbClr val="ffffff">
                    <a:alpha val="70000"/>
                  </a:srgbClr>
                </a:solidFill>
                <a:latin typeface="Liter"/>
                <a:ea typeface="Liter"/>
              </a:rPr>
              <a:t>New York, 2000</a:t>
            </a:r>
            <a:endParaRPr b="0" lang="en-HK" sz="1010" spc="-1" strike="noStrike">
              <a:latin typeface="Arial"/>
            </a:endParaRPr>
          </a:p>
        </p:txBody>
      </p:sp>
      <p:sp>
        <p:nvSpPr>
          <p:cNvPr id="752" name="Text 24"/>
          <p:cNvSpPr/>
          <p:nvPr/>
        </p:nvSpPr>
        <p:spPr>
          <a:xfrm>
            <a:off x="3952800" y="5150520"/>
            <a:ext cx="3057480" cy="3211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ffffff">
                    <a:alpha val="60000"/>
                  </a:srgbClr>
                </a:solidFill>
                <a:latin typeface="Liter"/>
                <a:ea typeface="Liter"/>
              </a:rPr>
              <a:t>"Fever to Tell" (2003) - Art-punk energy. Karen O's explosive stage presence</a:t>
            </a:r>
            <a:endParaRPr b="0" lang="en-HK" sz="880" spc="-1" strike="noStrike">
              <a:latin typeface="Arial"/>
            </a:endParaRPr>
          </a:p>
        </p:txBody>
      </p:sp>
      <p:sp>
        <p:nvSpPr>
          <p:cNvPr id="753" name="Shape 25"/>
          <p:cNvSpPr/>
          <p:nvPr/>
        </p:nvSpPr>
        <p:spPr>
          <a:xfrm>
            <a:off x="515160" y="5601240"/>
            <a:ext cx="31320" cy="868320"/>
          </a:xfrm>
          <a:custGeom>
            <a:avLst/>
            <a:gdLst/>
            <a:ahLst/>
            <a:rect l="l" t="t" r="r" b="b"/>
            <a:pathLst>
              <a:path w="32190" h="869133">
                <a:moveTo>
                  <a:pt x="0" y="0"/>
                </a:moveTo>
                <a:lnTo>
                  <a:pt x="32190" y="0"/>
                </a:lnTo>
                <a:lnTo>
                  <a:pt x="32190" y="869133"/>
                </a:lnTo>
                <a:lnTo>
                  <a:pt x="0" y="869133"/>
                </a:lnTo>
                <a:lnTo>
                  <a:pt x="0" y="0"/>
                </a:lnTo>
                <a:close/>
              </a:path>
            </a:pathLst>
          </a:custGeom>
          <a:solidFill>
            <a:srgbClr val="ddff00"/>
          </a:solidFill>
          <a:ln w="0">
            <a:noFill/>
          </a:ln>
        </p:spPr>
        <p:style>
          <a:lnRef idx="0"/>
          <a:fillRef idx="0"/>
          <a:effectRef idx="0"/>
          <a:fontRef idx="minor"/>
        </p:style>
      </p:sp>
      <p:sp>
        <p:nvSpPr>
          <p:cNvPr id="754" name="Text 26"/>
          <p:cNvSpPr/>
          <p:nvPr/>
        </p:nvSpPr>
        <p:spPr>
          <a:xfrm>
            <a:off x="659880" y="5601240"/>
            <a:ext cx="3073320" cy="2246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40" spc="-1" strike="noStrike">
                <a:solidFill>
                  <a:srgbClr val="ffffff"/>
                </a:solidFill>
                <a:latin typeface="Liter"/>
                <a:ea typeface="Liter"/>
              </a:rPr>
              <a:t>Interpol</a:t>
            </a:r>
            <a:endParaRPr b="0" lang="en-HK" sz="1140" spc="-1" strike="noStrike">
              <a:latin typeface="Arial"/>
            </a:endParaRPr>
          </a:p>
        </p:txBody>
      </p:sp>
      <p:sp>
        <p:nvSpPr>
          <p:cNvPr id="755" name="Text 27"/>
          <p:cNvSpPr/>
          <p:nvPr/>
        </p:nvSpPr>
        <p:spPr>
          <a:xfrm>
            <a:off x="659880" y="5890680"/>
            <a:ext cx="3065400" cy="1926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10" spc="-1" strike="noStrike">
                <a:solidFill>
                  <a:srgbClr val="ffffff">
                    <a:alpha val="70000"/>
                  </a:srgbClr>
                </a:solidFill>
                <a:latin typeface="Liter"/>
                <a:ea typeface="Liter"/>
              </a:rPr>
              <a:t>New York, 1997</a:t>
            </a:r>
            <a:endParaRPr b="0" lang="en-HK" sz="1010" spc="-1" strike="noStrike">
              <a:latin typeface="Arial"/>
            </a:endParaRPr>
          </a:p>
        </p:txBody>
      </p:sp>
      <p:sp>
        <p:nvSpPr>
          <p:cNvPr id="756" name="Text 28"/>
          <p:cNvSpPr/>
          <p:nvPr/>
        </p:nvSpPr>
        <p:spPr>
          <a:xfrm>
            <a:off x="659880" y="6148440"/>
            <a:ext cx="3057480" cy="3211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ffffff">
                    <a:alpha val="60000"/>
                  </a:srgbClr>
                </a:solidFill>
                <a:latin typeface="Liter"/>
                <a:ea typeface="Liter"/>
              </a:rPr>
              <a:t>"Turn on the Bright Lights" (2002) - Post-punk revival. Dark, atmospheric</a:t>
            </a:r>
            <a:endParaRPr b="0" lang="en-HK" sz="880" spc="-1" strike="noStrike">
              <a:latin typeface="Arial"/>
            </a:endParaRPr>
          </a:p>
        </p:txBody>
      </p:sp>
      <p:sp>
        <p:nvSpPr>
          <p:cNvPr id="757" name="Shape 29"/>
          <p:cNvSpPr/>
          <p:nvPr/>
        </p:nvSpPr>
        <p:spPr>
          <a:xfrm>
            <a:off x="3808080" y="5601240"/>
            <a:ext cx="31320" cy="868320"/>
          </a:xfrm>
          <a:custGeom>
            <a:avLst/>
            <a:gdLst/>
            <a:ahLst/>
            <a:rect l="l" t="t" r="r" b="b"/>
            <a:pathLst>
              <a:path w="32190" h="869133">
                <a:moveTo>
                  <a:pt x="0" y="0"/>
                </a:moveTo>
                <a:lnTo>
                  <a:pt x="32190" y="0"/>
                </a:lnTo>
                <a:lnTo>
                  <a:pt x="32190" y="869133"/>
                </a:lnTo>
                <a:lnTo>
                  <a:pt x="0" y="869133"/>
                </a:lnTo>
                <a:lnTo>
                  <a:pt x="0" y="0"/>
                </a:lnTo>
                <a:close/>
              </a:path>
            </a:pathLst>
          </a:custGeom>
          <a:solidFill>
            <a:srgbClr val="ddff00"/>
          </a:solidFill>
          <a:ln w="0">
            <a:noFill/>
          </a:ln>
        </p:spPr>
        <p:style>
          <a:lnRef idx="0"/>
          <a:fillRef idx="0"/>
          <a:effectRef idx="0"/>
          <a:fontRef idx="minor"/>
        </p:style>
      </p:sp>
      <p:sp>
        <p:nvSpPr>
          <p:cNvPr id="758" name="Text 30"/>
          <p:cNvSpPr/>
          <p:nvPr/>
        </p:nvSpPr>
        <p:spPr>
          <a:xfrm>
            <a:off x="3952800" y="5601240"/>
            <a:ext cx="3073320" cy="2246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40" spc="-1" strike="noStrike">
                <a:solidFill>
                  <a:srgbClr val="ffffff"/>
                </a:solidFill>
                <a:latin typeface="Liter"/>
                <a:ea typeface="Liter"/>
              </a:rPr>
              <a:t>Vampire Weekend</a:t>
            </a:r>
            <a:endParaRPr b="0" lang="en-HK" sz="1140" spc="-1" strike="noStrike">
              <a:latin typeface="Arial"/>
            </a:endParaRPr>
          </a:p>
        </p:txBody>
      </p:sp>
      <p:sp>
        <p:nvSpPr>
          <p:cNvPr id="759" name="Text 31"/>
          <p:cNvSpPr/>
          <p:nvPr/>
        </p:nvSpPr>
        <p:spPr>
          <a:xfrm>
            <a:off x="3952800" y="5890680"/>
            <a:ext cx="3065400" cy="1926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10" spc="-1" strike="noStrike">
                <a:solidFill>
                  <a:srgbClr val="ffffff">
                    <a:alpha val="70000"/>
                  </a:srgbClr>
                </a:solidFill>
                <a:latin typeface="Liter"/>
                <a:ea typeface="Liter"/>
              </a:rPr>
              <a:t>New York, 2006</a:t>
            </a:r>
            <a:endParaRPr b="0" lang="en-HK" sz="1010" spc="-1" strike="noStrike">
              <a:latin typeface="Arial"/>
            </a:endParaRPr>
          </a:p>
        </p:txBody>
      </p:sp>
      <p:sp>
        <p:nvSpPr>
          <p:cNvPr id="760" name="Text 32"/>
          <p:cNvSpPr/>
          <p:nvPr/>
        </p:nvSpPr>
        <p:spPr>
          <a:xfrm>
            <a:off x="3952800" y="6148440"/>
            <a:ext cx="3057480" cy="3211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ffffff">
                    <a:alpha val="60000"/>
                  </a:srgbClr>
                </a:solidFill>
                <a:latin typeface="Liter"/>
                <a:ea typeface="Liter"/>
              </a:rPr>
              <a:t>Self-titled debut (2008) - Indie rock meets African rhythms. Preppy aesthetic</a:t>
            </a:r>
            <a:endParaRPr b="0" lang="en-HK" sz="880" spc="-1" strike="noStrike">
              <a:latin typeface="Arial"/>
            </a:endParaRPr>
          </a:p>
        </p:txBody>
      </p:sp>
      <p:sp>
        <p:nvSpPr>
          <p:cNvPr id="761" name="Image 0"/>
          <p:cNvSpPr/>
          <p:nvPr/>
        </p:nvSpPr>
        <p:spPr>
          <a:xfrm>
            <a:off x="7326360" y="1062360"/>
            <a:ext cx="4538160" cy="2574360"/>
          </a:xfrm>
          <a:prstGeom prst="roundRect">
            <a:avLst>
              <a:gd name="adj" fmla="val 0"/>
            </a:avLst>
          </a:prstGeom>
          <a:blipFill rotWithShape="0">
            <a:blip r:embed="rId1"/>
            <a:srcRect/>
            <a:stretch/>
          </a:blipFill>
          <a:ln w="0">
            <a:noFill/>
          </a:ln>
        </p:spPr>
        <p:style>
          <a:lnRef idx="0"/>
          <a:fillRef idx="0"/>
          <a:effectRef idx="0"/>
          <a:fontRef idx="minor"/>
        </p:style>
      </p:sp>
      <p:sp>
        <p:nvSpPr>
          <p:cNvPr id="762" name="Shape 33"/>
          <p:cNvSpPr/>
          <p:nvPr/>
        </p:nvSpPr>
        <p:spPr>
          <a:xfrm>
            <a:off x="7326360" y="1062360"/>
            <a:ext cx="4538160" cy="2574360"/>
          </a:xfrm>
          <a:custGeom>
            <a:avLst/>
            <a:gdLst/>
            <a:ahLst/>
            <a:rect l="l" t="t" r="r" b="b"/>
            <a:pathLst>
              <a:path w="4538804" h="2575208">
                <a:moveTo>
                  <a:pt x="0" y="0"/>
                </a:moveTo>
                <a:lnTo>
                  <a:pt x="4538804" y="0"/>
                </a:lnTo>
                <a:lnTo>
                  <a:pt x="4538804" y="2575208"/>
                </a:lnTo>
                <a:lnTo>
                  <a:pt x="0" y="2575208"/>
                </a:lnTo>
                <a:lnTo>
                  <a:pt x="0" y="0"/>
                </a:lnTo>
                <a:close/>
              </a:path>
            </a:pathLst>
          </a:custGeom>
          <a:gradFill rotWithShape="0">
            <a:gsLst>
              <a:gs pos="50000">
                <a:srgbClr val="000000">
                  <a:alpha val="0"/>
                </a:srgbClr>
              </a:gs>
              <a:gs pos="100000">
                <a:srgbClr val="000000"/>
              </a:gs>
            </a:gsLst>
            <a:lin ang="5400000"/>
          </a:gradFill>
          <a:ln w="0">
            <a:noFill/>
          </a:ln>
        </p:spPr>
        <p:style>
          <a:lnRef idx="0"/>
          <a:fillRef idx="0"/>
          <a:effectRef idx="0"/>
          <a:fontRef idx="minor"/>
        </p:style>
      </p:sp>
      <p:sp>
        <p:nvSpPr>
          <p:cNvPr id="763" name="Text 34"/>
          <p:cNvSpPr/>
          <p:nvPr/>
        </p:nvSpPr>
        <p:spPr>
          <a:xfrm>
            <a:off x="7455240" y="3094200"/>
            <a:ext cx="4336920" cy="1602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1" strike="noStrike">
                <a:solidFill>
                  <a:srgbClr val="ddff00"/>
                </a:solidFill>
                <a:latin typeface="Liter"/>
                <a:ea typeface="Liter"/>
              </a:rPr>
              <a:t>INDIE ROCK</a:t>
            </a:r>
            <a:endParaRPr b="0" lang="en-HK" sz="880" spc="-1" strike="noStrike">
              <a:latin typeface="Arial"/>
            </a:endParaRPr>
          </a:p>
        </p:txBody>
      </p:sp>
      <p:sp>
        <p:nvSpPr>
          <p:cNvPr id="764" name="Text 35"/>
          <p:cNvSpPr/>
          <p:nvPr/>
        </p:nvSpPr>
        <p:spPr>
          <a:xfrm>
            <a:off x="7455240" y="3287160"/>
            <a:ext cx="4353120" cy="2246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40" spc="-1" strike="noStrike">
                <a:solidFill>
                  <a:srgbClr val="ffffff"/>
                </a:solidFill>
                <a:latin typeface="Liter"/>
                <a:ea typeface="Liter"/>
              </a:rPr>
              <a:t>Live Performance Energy</a:t>
            </a:r>
            <a:endParaRPr b="0" lang="en-HK" sz="1140" spc="-1" strike="noStrike">
              <a:latin typeface="Arial"/>
            </a:endParaRPr>
          </a:p>
        </p:txBody>
      </p:sp>
      <p:sp>
        <p:nvSpPr>
          <p:cNvPr id="765" name="Shape 36"/>
          <p:cNvSpPr/>
          <p:nvPr/>
        </p:nvSpPr>
        <p:spPr>
          <a:xfrm>
            <a:off x="7334640" y="3778200"/>
            <a:ext cx="4521960" cy="1625040"/>
          </a:xfrm>
          <a:custGeom>
            <a:avLst/>
            <a:gdLst/>
            <a:ahLst/>
            <a:rect l="l" t="t" r="r" b="b"/>
            <a:pathLst>
              <a:path w="4522709" h="1625600">
                <a:moveTo>
                  <a:pt x="0" y="0"/>
                </a:moveTo>
                <a:lnTo>
                  <a:pt x="4522709" y="0"/>
                </a:lnTo>
                <a:lnTo>
                  <a:pt x="4522709" y="1625600"/>
                </a:lnTo>
                <a:lnTo>
                  <a:pt x="0" y="1625600"/>
                </a:lnTo>
                <a:lnTo>
                  <a:pt x="0" y="0"/>
                </a:lnTo>
                <a:close/>
              </a:path>
            </a:pathLst>
          </a:custGeom>
          <a:noFill/>
          <a:ln w="25400">
            <a:solidFill>
              <a:srgbClr val="ddff00"/>
            </a:solidFill>
            <a:round/>
          </a:ln>
        </p:spPr>
        <p:style>
          <a:lnRef idx="0"/>
          <a:fillRef idx="0"/>
          <a:effectRef idx="0"/>
          <a:fontRef idx="minor"/>
        </p:style>
      </p:sp>
      <p:sp>
        <p:nvSpPr>
          <p:cNvPr id="766" name="Text 37"/>
          <p:cNvSpPr/>
          <p:nvPr/>
        </p:nvSpPr>
        <p:spPr>
          <a:xfrm>
            <a:off x="7503480" y="3947040"/>
            <a:ext cx="4256280" cy="2246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40" spc="-1" strike="noStrike">
                <a:solidFill>
                  <a:srgbClr val="ddff00"/>
                </a:solidFill>
                <a:latin typeface="Liter"/>
                <a:ea typeface="Liter"/>
              </a:rPr>
              <a:t>DIY Aesthetics</a:t>
            </a:r>
            <a:endParaRPr b="0" lang="en-HK" sz="1140" spc="-1" strike="noStrike">
              <a:latin typeface="Arial"/>
            </a:endParaRPr>
          </a:p>
        </p:txBody>
      </p:sp>
      <p:sp>
        <p:nvSpPr>
          <p:cNvPr id="767" name="Shape 38"/>
          <p:cNvSpPr/>
          <p:nvPr/>
        </p:nvSpPr>
        <p:spPr>
          <a:xfrm>
            <a:off x="7503480" y="4333320"/>
            <a:ext cx="63720" cy="63720"/>
          </a:xfrm>
          <a:custGeom>
            <a:avLst/>
            <a:gdLst/>
            <a:ahLst/>
            <a:rect l="l" t="t" r="r" b="b"/>
            <a:pathLst>
              <a:path w="64380" h="64380">
                <a:moveTo>
                  <a:pt x="0" y="0"/>
                </a:moveTo>
                <a:lnTo>
                  <a:pt x="64380" y="0"/>
                </a:lnTo>
                <a:lnTo>
                  <a:pt x="64380" y="64380"/>
                </a:lnTo>
                <a:lnTo>
                  <a:pt x="0" y="64380"/>
                </a:lnTo>
                <a:lnTo>
                  <a:pt x="0" y="0"/>
                </a:lnTo>
                <a:close/>
              </a:path>
            </a:pathLst>
          </a:custGeom>
          <a:solidFill>
            <a:srgbClr val="ddff00"/>
          </a:solidFill>
          <a:ln w="0">
            <a:noFill/>
          </a:ln>
        </p:spPr>
        <p:style>
          <a:lnRef idx="0"/>
          <a:fillRef idx="0"/>
          <a:effectRef idx="0"/>
          <a:fontRef idx="minor"/>
        </p:style>
      </p:sp>
      <p:sp>
        <p:nvSpPr>
          <p:cNvPr id="768" name="Text 39"/>
          <p:cNvSpPr/>
          <p:nvPr/>
        </p:nvSpPr>
        <p:spPr>
          <a:xfrm>
            <a:off x="7632360" y="4268880"/>
            <a:ext cx="2638800" cy="1926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10" spc="-1" strike="noStrike">
                <a:solidFill>
                  <a:srgbClr val="ffffff">
                    <a:alpha val="80000"/>
                  </a:srgbClr>
                </a:solidFill>
                <a:latin typeface="Liter"/>
                <a:ea typeface="Liter"/>
              </a:rPr>
              <a:t>Independent Labels:</a:t>
            </a:r>
            <a:r>
              <a:rPr b="0" lang="en-US" sz="1010" spc="-1" strike="noStrike">
                <a:solidFill>
                  <a:srgbClr val="ffffff">
                    <a:alpha val="80000"/>
                  </a:srgbClr>
                </a:solidFill>
                <a:latin typeface="Liter"/>
                <a:ea typeface="Liter"/>
              </a:rPr>
              <a:t> Domino, Merge, Sub Pop</a:t>
            </a:r>
            <a:endParaRPr b="0" lang="en-HK" sz="1010" spc="-1" strike="noStrike">
              <a:latin typeface="Arial"/>
            </a:endParaRPr>
          </a:p>
        </p:txBody>
      </p:sp>
      <p:sp>
        <p:nvSpPr>
          <p:cNvPr id="769" name="Shape 40"/>
          <p:cNvSpPr/>
          <p:nvPr/>
        </p:nvSpPr>
        <p:spPr>
          <a:xfrm>
            <a:off x="7503480" y="4590720"/>
            <a:ext cx="63720" cy="63720"/>
          </a:xfrm>
          <a:custGeom>
            <a:avLst/>
            <a:gdLst/>
            <a:ahLst/>
            <a:rect l="l" t="t" r="r" b="b"/>
            <a:pathLst>
              <a:path w="64380" h="64380">
                <a:moveTo>
                  <a:pt x="0" y="0"/>
                </a:moveTo>
                <a:lnTo>
                  <a:pt x="64380" y="0"/>
                </a:lnTo>
                <a:lnTo>
                  <a:pt x="64380" y="64380"/>
                </a:lnTo>
                <a:lnTo>
                  <a:pt x="0" y="64380"/>
                </a:lnTo>
                <a:lnTo>
                  <a:pt x="0" y="0"/>
                </a:lnTo>
                <a:close/>
              </a:path>
            </a:pathLst>
          </a:custGeom>
          <a:solidFill>
            <a:srgbClr val="ddff00"/>
          </a:solidFill>
          <a:ln w="0">
            <a:noFill/>
          </a:ln>
        </p:spPr>
        <p:style>
          <a:lnRef idx="0"/>
          <a:fillRef idx="0"/>
          <a:effectRef idx="0"/>
          <a:fontRef idx="minor"/>
        </p:style>
      </p:sp>
      <p:sp>
        <p:nvSpPr>
          <p:cNvPr id="770" name="Text 41"/>
          <p:cNvSpPr/>
          <p:nvPr/>
        </p:nvSpPr>
        <p:spPr>
          <a:xfrm>
            <a:off x="7632360" y="4526640"/>
            <a:ext cx="2469960" cy="1926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10" spc="-1" strike="noStrike">
                <a:solidFill>
                  <a:srgbClr val="ffffff">
                    <a:alpha val="80000"/>
                  </a:srgbClr>
                </a:solidFill>
                <a:latin typeface="Liter"/>
                <a:ea typeface="Liter"/>
              </a:rPr>
              <a:t>Lo-fi Production:</a:t>
            </a:r>
            <a:r>
              <a:rPr b="0" lang="en-US" sz="1010" spc="-1" strike="noStrike">
                <a:solidFill>
                  <a:srgbClr val="ffffff">
                    <a:alpha val="80000"/>
                  </a:srgbClr>
                </a:solidFill>
                <a:latin typeface="Liter"/>
                <a:ea typeface="Liter"/>
              </a:rPr>
              <a:t> Embracing imperfections</a:t>
            </a:r>
            <a:endParaRPr b="0" lang="en-HK" sz="1010" spc="-1" strike="noStrike">
              <a:latin typeface="Arial"/>
            </a:endParaRPr>
          </a:p>
        </p:txBody>
      </p:sp>
      <p:sp>
        <p:nvSpPr>
          <p:cNvPr id="771" name="Shape 42"/>
          <p:cNvSpPr/>
          <p:nvPr/>
        </p:nvSpPr>
        <p:spPr>
          <a:xfrm>
            <a:off x="7503480" y="4848480"/>
            <a:ext cx="63720" cy="63720"/>
          </a:xfrm>
          <a:custGeom>
            <a:avLst/>
            <a:gdLst/>
            <a:ahLst/>
            <a:rect l="l" t="t" r="r" b="b"/>
            <a:pathLst>
              <a:path w="64380" h="64380">
                <a:moveTo>
                  <a:pt x="0" y="0"/>
                </a:moveTo>
                <a:lnTo>
                  <a:pt x="64380" y="0"/>
                </a:lnTo>
                <a:lnTo>
                  <a:pt x="64380" y="64380"/>
                </a:lnTo>
                <a:lnTo>
                  <a:pt x="0" y="64380"/>
                </a:lnTo>
                <a:lnTo>
                  <a:pt x="0" y="0"/>
                </a:lnTo>
                <a:close/>
              </a:path>
            </a:pathLst>
          </a:custGeom>
          <a:solidFill>
            <a:srgbClr val="ddff00"/>
          </a:solidFill>
          <a:ln w="0">
            <a:noFill/>
          </a:ln>
        </p:spPr>
        <p:style>
          <a:lnRef idx="0"/>
          <a:fillRef idx="0"/>
          <a:effectRef idx="0"/>
          <a:fontRef idx="minor"/>
        </p:style>
      </p:sp>
      <p:sp>
        <p:nvSpPr>
          <p:cNvPr id="772" name="Text 43"/>
          <p:cNvSpPr/>
          <p:nvPr/>
        </p:nvSpPr>
        <p:spPr>
          <a:xfrm>
            <a:off x="7632360" y="4784040"/>
            <a:ext cx="2477880" cy="1926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10" spc="-1" strike="noStrike">
                <a:solidFill>
                  <a:srgbClr val="ffffff">
                    <a:alpha val="80000"/>
                  </a:srgbClr>
                </a:solidFill>
                <a:latin typeface="Liter"/>
                <a:ea typeface="Liter"/>
              </a:rPr>
              <a:t>Self-Release:</a:t>
            </a:r>
            <a:r>
              <a:rPr b="0" lang="en-US" sz="1010" spc="-1" strike="noStrike">
                <a:solidFill>
                  <a:srgbClr val="ffffff">
                    <a:alpha val="80000"/>
                  </a:srgbClr>
                </a:solidFill>
                <a:latin typeface="Liter"/>
                <a:ea typeface="Liter"/>
              </a:rPr>
              <a:t> Bands controlling their music</a:t>
            </a:r>
            <a:endParaRPr b="0" lang="en-HK" sz="1010" spc="-1" strike="noStrike">
              <a:latin typeface="Arial"/>
            </a:endParaRPr>
          </a:p>
        </p:txBody>
      </p:sp>
      <p:sp>
        <p:nvSpPr>
          <p:cNvPr id="773" name="Shape 44"/>
          <p:cNvSpPr/>
          <p:nvPr/>
        </p:nvSpPr>
        <p:spPr>
          <a:xfrm>
            <a:off x="7503480" y="5105880"/>
            <a:ext cx="63720" cy="63720"/>
          </a:xfrm>
          <a:custGeom>
            <a:avLst/>
            <a:gdLst/>
            <a:ahLst/>
            <a:rect l="l" t="t" r="r" b="b"/>
            <a:pathLst>
              <a:path w="64380" h="64380">
                <a:moveTo>
                  <a:pt x="0" y="0"/>
                </a:moveTo>
                <a:lnTo>
                  <a:pt x="64380" y="0"/>
                </a:lnTo>
                <a:lnTo>
                  <a:pt x="64380" y="64380"/>
                </a:lnTo>
                <a:lnTo>
                  <a:pt x="0" y="64380"/>
                </a:lnTo>
                <a:lnTo>
                  <a:pt x="0" y="0"/>
                </a:lnTo>
                <a:close/>
              </a:path>
            </a:pathLst>
          </a:custGeom>
          <a:solidFill>
            <a:srgbClr val="ddff00"/>
          </a:solidFill>
          <a:ln w="0">
            <a:noFill/>
          </a:ln>
        </p:spPr>
        <p:style>
          <a:lnRef idx="0"/>
          <a:fillRef idx="0"/>
          <a:effectRef idx="0"/>
          <a:fontRef idx="minor"/>
        </p:style>
      </p:sp>
      <p:sp>
        <p:nvSpPr>
          <p:cNvPr id="774" name="Text 45"/>
          <p:cNvSpPr/>
          <p:nvPr/>
        </p:nvSpPr>
        <p:spPr>
          <a:xfrm>
            <a:off x="7632360" y="5041440"/>
            <a:ext cx="2751480" cy="1926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10" spc="-1" strike="noStrike">
                <a:solidFill>
                  <a:srgbClr val="ffffff">
                    <a:alpha val="80000"/>
                  </a:srgbClr>
                </a:solidFill>
                <a:latin typeface="Liter"/>
                <a:ea typeface="Liter"/>
              </a:rPr>
              <a:t>Festival Culture:</a:t>
            </a:r>
            <a:r>
              <a:rPr b="0" lang="en-US" sz="1010" spc="-1" strike="noStrike">
                <a:solidFill>
                  <a:srgbClr val="ffffff">
                    <a:alpha val="80000"/>
                  </a:srgbClr>
                </a:solidFill>
                <a:latin typeface="Liter"/>
                <a:ea typeface="Liter"/>
              </a:rPr>
              <a:t> Coachella, Lollapalooza, SXSW</a:t>
            </a:r>
            <a:endParaRPr b="0" lang="en-HK" sz="1010" spc="-1" strike="noStrike">
              <a:latin typeface="Arial"/>
            </a:endParaRPr>
          </a:p>
        </p:txBody>
      </p:sp>
      <p:sp>
        <p:nvSpPr>
          <p:cNvPr id="775" name="Shape 46"/>
          <p:cNvSpPr/>
          <p:nvPr/>
        </p:nvSpPr>
        <p:spPr>
          <a:xfrm>
            <a:off x="7326360" y="5540400"/>
            <a:ext cx="4538160" cy="1174320"/>
          </a:xfrm>
          <a:custGeom>
            <a:avLst/>
            <a:gdLst/>
            <a:ahLst/>
            <a:rect l="l" t="t" r="r" b="b"/>
            <a:pathLst>
              <a:path w="4538804" h="1174939">
                <a:moveTo>
                  <a:pt x="0" y="0"/>
                </a:moveTo>
                <a:lnTo>
                  <a:pt x="4538804" y="0"/>
                </a:lnTo>
                <a:lnTo>
                  <a:pt x="4538804" y="1174939"/>
                </a:lnTo>
                <a:lnTo>
                  <a:pt x="0" y="1174939"/>
                </a:lnTo>
                <a:lnTo>
                  <a:pt x="0" y="0"/>
                </a:lnTo>
                <a:close/>
              </a:path>
            </a:pathLst>
          </a:custGeom>
          <a:solidFill>
            <a:srgbClr val="ddff00"/>
          </a:solidFill>
          <a:ln w="0">
            <a:noFill/>
          </a:ln>
        </p:spPr>
        <p:style>
          <a:lnRef idx="0"/>
          <a:fillRef idx="0"/>
          <a:effectRef idx="0"/>
          <a:fontRef idx="minor"/>
        </p:style>
      </p:sp>
      <p:sp>
        <p:nvSpPr>
          <p:cNvPr id="776" name="Text 47"/>
          <p:cNvSpPr/>
          <p:nvPr/>
        </p:nvSpPr>
        <p:spPr>
          <a:xfrm>
            <a:off x="7455240" y="5669280"/>
            <a:ext cx="4353120" cy="2246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40" spc="-1" strike="noStrike">
                <a:solidFill>
                  <a:srgbClr val="000000"/>
                </a:solidFill>
                <a:latin typeface="Liter"/>
                <a:ea typeface="Liter"/>
              </a:rPr>
              <a:t>Diverse Influences</a:t>
            </a:r>
            <a:endParaRPr b="0" lang="en-HK" sz="1140" spc="-1" strike="noStrike">
              <a:latin typeface="Arial"/>
            </a:endParaRPr>
          </a:p>
        </p:txBody>
      </p:sp>
      <p:sp>
        <p:nvSpPr>
          <p:cNvPr id="777" name="Text 48"/>
          <p:cNvSpPr/>
          <p:nvPr/>
        </p:nvSpPr>
        <p:spPr>
          <a:xfrm>
            <a:off x="7455240" y="5959080"/>
            <a:ext cx="4344840" cy="6271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10" spc="-1" strike="noStrike">
                <a:solidFill>
                  <a:srgbClr val="000000"/>
                </a:solidFill>
                <a:latin typeface="Liter"/>
                <a:ea typeface="Liter"/>
              </a:rPr>
              <a:t>Indie revival bands drew from post-punk, new wave, garage rock, and even world music, creating a rich tapestry of sounds that proved rock's continued vitality.</a:t>
            </a:r>
            <a:endParaRPr b="0" lang="en-HK" sz="1010" spc="-1" strike="noStrike">
              <a:latin typeface="Arial"/>
            </a:endParaRPr>
          </a:p>
        </p:txBody>
      </p:sp>
    </p:spTree>
  </p:cSld>
  <mc:AlternateContent>
    <mc:Choice Requires="p14">
      <p:transition spd="slow" p14:dur="2000"/>
    </mc:Choice>
    <mc:Fallback>
      <p:transition spd="slow"/>
    </mc:Fallback>
  </mc:AlternateContent>
</p:sld>
</file>

<file path=ppt/slides/slide2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sp>
        <p:nvSpPr>
          <p:cNvPr id="778" name="Image 0"/>
          <p:cNvSpPr/>
          <p:nvPr/>
        </p:nvSpPr>
        <p:spPr>
          <a:xfrm>
            <a:off x="0" y="0"/>
            <a:ext cx="12191400" cy="6857280"/>
          </a:xfrm>
          <a:prstGeom prst="roundRect">
            <a:avLst>
              <a:gd name="adj" fmla="val 0"/>
            </a:avLst>
          </a:prstGeom>
          <a:blipFill rotWithShape="0">
            <a:blip r:embed="rId1"/>
            <a:srcRect/>
            <a:stretch/>
          </a:blipFill>
          <a:ln w="0">
            <a:noFill/>
          </a:ln>
        </p:spPr>
        <p:style>
          <a:lnRef idx="0"/>
          <a:fillRef idx="0"/>
          <a:effectRef idx="0"/>
          <a:fontRef idx="minor"/>
        </p:style>
      </p:sp>
      <p:sp>
        <p:nvSpPr>
          <p:cNvPr id="779" name="Shape 0"/>
          <p:cNvSpPr/>
          <p:nvPr/>
        </p:nvSpPr>
        <p:spPr>
          <a:xfrm>
            <a:off x="0" y="0"/>
            <a:ext cx="12191400" cy="6857280"/>
          </a:xfrm>
          <a:custGeom>
            <a:avLst/>
            <a:gdLst/>
            <a:ahLst/>
            <a:rect l="l" t="t" r="r" b="b"/>
            <a:pathLst>
              <a:path w="12192000" h="6858000">
                <a:moveTo>
                  <a:pt x="0" y="0"/>
                </a:moveTo>
                <a:lnTo>
                  <a:pt x="12192000" y="0"/>
                </a:lnTo>
                <a:lnTo>
                  <a:pt x="12192000" y="6858000"/>
                </a:lnTo>
                <a:lnTo>
                  <a:pt x="0" y="6858000"/>
                </a:lnTo>
                <a:lnTo>
                  <a:pt x="0" y="0"/>
                </a:lnTo>
                <a:close/>
              </a:path>
            </a:pathLst>
          </a:custGeom>
          <a:gradFill rotWithShape="0">
            <a:gsLst>
              <a:gs pos="0">
                <a:srgbClr val="000000"/>
              </a:gs>
              <a:gs pos="100000">
                <a:srgbClr val="000000">
                  <a:alpha val="60000"/>
                </a:srgbClr>
              </a:gs>
            </a:gsLst>
            <a:lin ang="0"/>
          </a:gradFill>
          <a:ln w="0">
            <a:noFill/>
          </a:ln>
        </p:spPr>
        <p:style>
          <a:lnRef idx="0"/>
          <a:fillRef idx="0"/>
          <a:effectRef idx="0"/>
          <a:fontRef idx="minor"/>
        </p:style>
      </p:sp>
      <p:sp>
        <p:nvSpPr>
          <p:cNvPr id="780" name="Shape 1"/>
          <p:cNvSpPr/>
          <p:nvPr/>
        </p:nvSpPr>
        <p:spPr>
          <a:xfrm rot="720000">
            <a:off x="10754280" y="5420160"/>
            <a:ext cx="875520" cy="875520"/>
          </a:xfrm>
          <a:custGeom>
            <a:avLst/>
            <a:gdLst/>
            <a:ahLst/>
            <a:rect l="l" t="t" r="r" b="b"/>
            <a:pathLst>
              <a:path w="876300" h="876300">
                <a:moveTo>
                  <a:pt x="0" y="0"/>
                </a:moveTo>
                <a:lnTo>
                  <a:pt x="876300" y="0"/>
                </a:lnTo>
                <a:lnTo>
                  <a:pt x="876300" y="876300"/>
                </a:lnTo>
                <a:lnTo>
                  <a:pt x="0" y="876300"/>
                </a:lnTo>
                <a:lnTo>
                  <a:pt x="0" y="0"/>
                </a:lnTo>
                <a:close/>
              </a:path>
            </a:pathLst>
          </a:custGeom>
          <a:noFill/>
          <a:ln w="50800">
            <a:solidFill>
              <a:srgbClr val="ddff00"/>
            </a:solidFill>
            <a:round/>
          </a:ln>
        </p:spPr>
        <p:style>
          <a:lnRef idx="0"/>
          <a:fillRef idx="0"/>
          <a:effectRef idx="0"/>
          <a:fontRef idx="minor"/>
        </p:style>
      </p:sp>
      <p:sp>
        <p:nvSpPr>
          <p:cNvPr id="781" name="Shape 2"/>
          <p:cNvSpPr/>
          <p:nvPr/>
        </p:nvSpPr>
        <p:spPr>
          <a:xfrm rot="21240000">
            <a:off x="320040" y="1310760"/>
            <a:ext cx="1218600" cy="1218600"/>
          </a:xfrm>
          <a:custGeom>
            <a:avLst/>
            <a:gdLst/>
            <a:ahLst/>
            <a:rect l="l" t="t" r="r" b="b"/>
            <a:pathLst>
              <a:path w="1219200" h="1219200">
                <a:moveTo>
                  <a:pt x="0" y="0"/>
                </a:moveTo>
                <a:lnTo>
                  <a:pt x="1219200" y="0"/>
                </a:lnTo>
                <a:lnTo>
                  <a:pt x="1219200" y="1219200"/>
                </a:lnTo>
                <a:lnTo>
                  <a:pt x="0" y="1219200"/>
                </a:lnTo>
                <a:lnTo>
                  <a:pt x="0" y="0"/>
                </a:lnTo>
                <a:close/>
              </a:path>
            </a:pathLst>
          </a:custGeom>
          <a:solidFill>
            <a:srgbClr val="ddff00"/>
          </a:solidFill>
          <a:ln w="0">
            <a:noFill/>
          </a:ln>
        </p:spPr>
        <p:style>
          <a:lnRef idx="0"/>
          <a:fillRef idx="0"/>
          <a:effectRef idx="0"/>
          <a:fontRef idx="minor"/>
        </p:style>
      </p:sp>
      <p:sp>
        <p:nvSpPr>
          <p:cNvPr id="782" name="Text 3"/>
          <p:cNvSpPr/>
          <p:nvPr/>
        </p:nvSpPr>
        <p:spPr>
          <a:xfrm>
            <a:off x="561240" y="1638360"/>
            <a:ext cx="1199520" cy="68508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5400" spc="-1" strike="noStrike">
                <a:solidFill>
                  <a:srgbClr val="000000"/>
                </a:solidFill>
                <a:latin typeface="Liter"/>
                <a:ea typeface="Liter"/>
              </a:rPr>
              <a:t>08</a:t>
            </a:r>
            <a:endParaRPr b="0" lang="en-HK" sz="5400" spc="-1" strike="noStrike">
              <a:latin typeface="Arial"/>
            </a:endParaRPr>
          </a:p>
        </p:txBody>
      </p:sp>
      <p:sp>
        <p:nvSpPr>
          <p:cNvPr id="783" name="Shape 4"/>
          <p:cNvSpPr/>
          <p:nvPr/>
        </p:nvSpPr>
        <p:spPr>
          <a:xfrm>
            <a:off x="1828800" y="1752480"/>
            <a:ext cx="4742640" cy="37440"/>
          </a:xfrm>
          <a:custGeom>
            <a:avLst/>
            <a:gdLst/>
            <a:ahLst/>
            <a:rect l="l" t="t" r="r" b="b"/>
            <a:pathLst>
              <a:path w="4743450" h="38100">
                <a:moveTo>
                  <a:pt x="0" y="0"/>
                </a:moveTo>
                <a:lnTo>
                  <a:pt x="4743450" y="0"/>
                </a:lnTo>
                <a:lnTo>
                  <a:pt x="4743450" y="38100"/>
                </a:lnTo>
                <a:lnTo>
                  <a:pt x="0" y="38100"/>
                </a:lnTo>
                <a:lnTo>
                  <a:pt x="0" y="0"/>
                </a:lnTo>
                <a:close/>
              </a:path>
            </a:pathLst>
          </a:custGeom>
          <a:solidFill>
            <a:srgbClr val="ddff00"/>
          </a:solidFill>
          <a:ln w="0">
            <a:noFill/>
          </a:ln>
        </p:spPr>
        <p:style>
          <a:lnRef idx="0"/>
          <a:fillRef idx="0"/>
          <a:effectRef idx="0"/>
          <a:fontRef idx="minor"/>
        </p:style>
      </p:sp>
      <p:sp>
        <p:nvSpPr>
          <p:cNvPr id="784" name="Text 5"/>
          <p:cNvSpPr/>
          <p:nvPr/>
        </p:nvSpPr>
        <p:spPr>
          <a:xfrm>
            <a:off x="1828800" y="1943280"/>
            <a:ext cx="4828320" cy="2660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350" spc="131" strike="noStrike">
                <a:solidFill>
                  <a:srgbClr val="ddff00"/>
                </a:solidFill>
                <a:latin typeface="Liter"/>
                <a:ea typeface="Liter"/>
              </a:rPr>
              <a:t>CHAPTER EIGHT</a:t>
            </a:r>
            <a:endParaRPr b="0" lang="en-HK" sz="1350" spc="-1" strike="noStrike">
              <a:latin typeface="Arial"/>
            </a:endParaRPr>
          </a:p>
        </p:txBody>
      </p:sp>
      <p:sp>
        <p:nvSpPr>
          <p:cNvPr id="785" name="Text 6"/>
          <p:cNvSpPr/>
          <p:nvPr/>
        </p:nvSpPr>
        <p:spPr>
          <a:xfrm>
            <a:off x="380880" y="2895480"/>
            <a:ext cx="6533280" cy="1713960"/>
          </a:xfrm>
          <a:prstGeom prst="rect">
            <a:avLst/>
          </a:prstGeom>
          <a:noFill/>
          <a:ln w="0">
            <a:noFill/>
          </a:ln>
        </p:spPr>
        <p:style>
          <a:lnRef idx="0"/>
          <a:fillRef idx="0"/>
          <a:effectRef idx="0"/>
          <a:fontRef idx="minor"/>
        </p:style>
        <p:txBody>
          <a:bodyPr lIns="0" rIns="0" tIns="0" bIns="0" anchor="ctr">
            <a:noAutofit/>
          </a:bodyPr>
          <a:p>
            <a:pPr>
              <a:lnSpc>
                <a:spcPct val="100000"/>
              </a:lnSpc>
              <a:buNone/>
            </a:pPr>
            <a:r>
              <a:rPr b="1" lang="en-US" sz="3600" spc="-1" strike="noStrike">
                <a:solidFill>
                  <a:srgbClr val="ffffff"/>
                </a:solidFill>
                <a:latin typeface="Liter"/>
                <a:ea typeface="Liter"/>
              </a:rPr>
              <a:t>LEGACY &amp;</a:t>
            </a:r>
            <a:endParaRPr b="0" lang="en-HK" sz="3600" spc="-1" strike="noStrike">
              <a:latin typeface="Arial"/>
            </a:endParaRPr>
          </a:p>
          <a:p>
            <a:pPr>
              <a:lnSpc>
                <a:spcPct val="100000"/>
              </a:lnSpc>
              <a:buNone/>
            </a:pPr>
            <a:r>
              <a:rPr b="1" lang="en-US" sz="3600" spc="-1" strike="noStrike">
                <a:solidFill>
                  <a:srgbClr val="ddff00"/>
                </a:solidFill>
                <a:latin typeface="Liter"/>
                <a:ea typeface="Liter"/>
              </a:rPr>
              <a:t>CULTURAL IMPACT</a:t>
            </a:r>
            <a:endParaRPr b="0" lang="en-HK" sz="3600" spc="-1" strike="noStrike">
              <a:latin typeface="Arial"/>
            </a:endParaRPr>
          </a:p>
        </p:txBody>
      </p:sp>
      <p:sp>
        <p:nvSpPr>
          <p:cNvPr id="786" name="Text 7"/>
          <p:cNvSpPr/>
          <p:nvPr/>
        </p:nvSpPr>
        <p:spPr>
          <a:xfrm>
            <a:off x="380880" y="4838760"/>
            <a:ext cx="6304680" cy="3042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1800" spc="-1" strike="noStrike">
                <a:solidFill>
                  <a:srgbClr val="ffffff">
                    <a:alpha val="80000"/>
                  </a:srgbClr>
                </a:solidFill>
                <a:latin typeface="Liter"/>
                <a:ea typeface="Liter"/>
              </a:rPr>
              <a:t>Rock's Enduring Influence on Music &amp; Culture</a:t>
            </a:r>
            <a:endParaRPr b="0" lang="en-HK" sz="1800" spc="-1" strike="noStrike">
              <a:latin typeface="Arial"/>
            </a:endParaRPr>
          </a:p>
        </p:txBody>
      </p:sp>
      <p:sp>
        <p:nvSpPr>
          <p:cNvPr id="787" name="Shape 8"/>
          <p:cNvSpPr/>
          <p:nvPr/>
        </p:nvSpPr>
        <p:spPr>
          <a:xfrm>
            <a:off x="380880" y="5448240"/>
            <a:ext cx="761400" cy="37440"/>
          </a:xfrm>
          <a:custGeom>
            <a:avLst/>
            <a:gdLst/>
            <a:ahLst/>
            <a:rect l="l" t="t" r="r" b="b"/>
            <a:pathLst>
              <a:path w="762000" h="38100">
                <a:moveTo>
                  <a:pt x="0" y="0"/>
                </a:moveTo>
                <a:lnTo>
                  <a:pt x="762000" y="0"/>
                </a:lnTo>
                <a:lnTo>
                  <a:pt x="762000" y="38100"/>
                </a:lnTo>
                <a:lnTo>
                  <a:pt x="0" y="38100"/>
                </a:lnTo>
                <a:lnTo>
                  <a:pt x="0" y="0"/>
                </a:lnTo>
                <a:close/>
              </a:path>
            </a:pathLst>
          </a:custGeom>
          <a:solidFill>
            <a:srgbClr val="ddff00"/>
          </a:solidFill>
          <a:ln w="0">
            <a:noFill/>
          </a:ln>
        </p:spPr>
        <p:style>
          <a:lnRef idx="0"/>
          <a:fillRef idx="0"/>
          <a:effectRef idx="0"/>
          <a:fontRef idx="minor"/>
        </p:style>
      </p:sp>
      <p:sp>
        <p:nvSpPr>
          <p:cNvPr id="788" name="Shape 9"/>
          <p:cNvSpPr/>
          <p:nvPr/>
        </p:nvSpPr>
        <p:spPr>
          <a:xfrm>
            <a:off x="1295280" y="5448240"/>
            <a:ext cx="380160" cy="37440"/>
          </a:xfrm>
          <a:custGeom>
            <a:avLst/>
            <a:gdLst/>
            <a:ahLst/>
            <a:rect l="l" t="t" r="r" b="b"/>
            <a:pathLst>
              <a:path w="381000" h="38100">
                <a:moveTo>
                  <a:pt x="0" y="0"/>
                </a:moveTo>
                <a:lnTo>
                  <a:pt x="381000" y="0"/>
                </a:lnTo>
                <a:lnTo>
                  <a:pt x="381000" y="38100"/>
                </a:lnTo>
                <a:lnTo>
                  <a:pt x="0" y="38100"/>
                </a:lnTo>
                <a:lnTo>
                  <a:pt x="0" y="0"/>
                </a:lnTo>
                <a:close/>
              </a:path>
            </a:pathLst>
          </a:custGeom>
          <a:solidFill>
            <a:srgbClr val="ddff00"/>
          </a:solidFill>
          <a:ln w="0">
            <a:noFill/>
          </a:ln>
        </p:spPr>
        <p:style>
          <a:lnRef idx="0"/>
          <a:fillRef idx="0"/>
          <a:effectRef idx="0"/>
          <a:fontRef idx="minor"/>
        </p:style>
      </p:sp>
      <p:sp>
        <p:nvSpPr>
          <p:cNvPr id="789" name="Shape 10"/>
          <p:cNvSpPr/>
          <p:nvPr/>
        </p:nvSpPr>
        <p:spPr>
          <a:xfrm>
            <a:off x="1828800" y="5448240"/>
            <a:ext cx="189720" cy="37440"/>
          </a:xfrm>
          <a:custGeom>
            <a:avLst/>
            <a:gdLst/>
            <a:ahLst/>
            <a:rect l="l" t="t" r="r" b="b"/>
            <a:pathLst>
              <a:path w="190500" h="38100">
                <a:moveTo>
                  <a:pt x="0" y="0"/>
                </a:moveTo>
                <a:lnTo>
                  <a:pt x="190500" y="0"/>
                </a:lnTo>
                <a:lnTo>
                  <a:pt x="190500" y="38100"/>
                </a:lnTo>
                <a:lnTo>
                  <a:pt x="0" y="38100"/>
                </a:lnTo>
                <a:lnTo>
                  <a:pt x="0" y="0"/>
                </a:lnTo>
                <a:close/>
              </a:path>
            </a:pathLst>
          </a:custGeom>
          <a:solidFill>
            <a:srgbClr val="ddff00"/>
          </a:solidFill>
          <a:ln w="0">
            <a:noFill/>
          </a:ln>
        </p:spPr>
        <p:style>
          <a:lnRef idx="0"/>
          <a:fillRef idx="0"/>
          <a:effectRef idx="0"/>
          <a:fontRef idx="minor"/>
        </p:style>
      </p:sp>
    </p:spTree>
  </p:cSld>
  <mc:AlternateContent>
    <mc:Choice Requires="p14">
      <p:transition spd="slow" p14:dur="2000"/>
    </mc:Choice>
    <mc:Fallback>
      <p:transition spd="slow"/>
    </mc:Fallback>
  </mc:AlternateContent>
</p:sld>
</file>

<file path=ppt/slides/slide2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sp>
        <p:nvSpPr>
          <p:cNvPr id="790" name="Shape 0"/>
          <p:cNvSpPr/>
          <p:nvPr/>
        </p:nvSpPr>
        <p:spPr>
          <a:xfrm>
            <a:off x="317520" y="365040"/>
            <a:ext cx="62640" cy="380160"/>
          </a:xfrm>
          <a:custGeom>
            <a:avLst/>
            <a:gdLst/>
            <a:ahLst/>
            <a:rect l="l" t="t" r="r" b="b"/>
            <a:pathLst>
              <a:path w="63500" h="381000">
                <a:moveTo>
                  <a:pt x="0" y="0"/>
                </a:moveTo>
                <a:lnTo>
                  <a:pt x="63500" y="0"/>
                </a:lnTo>
                <a:lnTo>
                  <a:pt x="63500" y="381000"/>
                </a:lnTo>
                <a:lnTo>
                  <a:pt x="0" y="381000"/>
                </a:lnTo>
                <a:lnTo>
                  <a:pt x="0" y="0"/>
                </a:lnTo>
                <a:close/>
              </a:path>
            </a:pathLst>
          </a:custGeom>
          <a:solidFill>
            <a:srgbClr val="ddff00"/>
          </a:solidFill>
          <a:ln w="0">
            <a:noFill/>
          </a:ln>
        </p:spPr>
        <p:style>
          <a:lnRef idx="0"/>
          <a:fillRef idx="0"/>
          <a:effectRef idx="0"/>
          <a:fontRef idx="minor"/>
        </p:style>
      </p:sp>
      <p:sp>
        <p:nvSpPr>
          <p:cNvPr id="791" name="Text 1"/>
          <p:cNvSpPr/>
          <p:nvPr/>
        </p:nvSpPr>
        <p:spPr>
          <a:xfrm>
            <a:off x="507960" y="317520"/>
            <a:ext cx="3324960" cy="158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83" strike="noStrike">
                <a:solidFill>
                  <a:srgbClr val="ddff00"/>
                </a:solidFill>
                <a:latin typeface="Liter"/>
                <a:ea typeface="Liter"/>
              </a:rPr>
              <a:t>CHAPTER 08</a:t>
            </a:r>
            <a:endParaRPr b="0" lang="en-HK" sz="880" spc="-1" strike="noStrike">
              <a:latin typeface="Arial"/>
            </a:endParaRPr>
          </a:p>
        </p:txBody>
      </p:sp>
      <p:sp>
        <p:nvSpPr>
          <p:cNvPr id="792" name="Text 2"/>
          <p:cNvSpPr/>
          <p:nvPr/>
        </p:nvSpPr>
        <p:spPr>
          <a:xfrm>
            <a:off x="507960" y="476280"/>
            <a:ext cx="3412440" cy="316800"/>
          </a:xfrm>
          <a:prstGeom prst="rect">
            <a:avLst/>
          </a:prstGeom>
          <a:noFill/>
          <a:ln w="0">
            <a:noFill/>
          </a:ln>
        </p:spPr>
        <p:style>
          <a:lnRef idx="0"/>
          <a:fillRef idx="0"/>
          <a:effectRef idx="0"/>
          <a:fontRef idx="minor"/>
        </p:style>
        <p:txBody>
          <a:bodyPr lIns="0" rIns="0" tIns="0" bIns="0" anchor="ctr">
            <a:noAutofit/>
          </a:bodyPr>
          <a:p>
            <a:pPr>
              <a:lnSpc>
                <a:spcPct val="90000"/>
              </a:lnSpc>
              <a:buNone/>
            </a:pPr>
            <a:r>
              <a:rPr b="1" lang="en-US" sz="3600" spc="-1" strike="noStrike">
                <a:solidFill>
                  <a:srgbClr val="ffffff"/>
                </a:solidFill>
                <a:latin typeface="Liter"/>
                <a:ea typeface="Liter"/>
              </a:rPr>
              <a:t>Rock's Cultural Revolution</a:t>
            </a:r>
            <a:endParaRPr b="0" lang="en-HK" sz="3600" spc="-1" strike="noStrike">
              <a:latin typeface="Arial"/>
            </a:endParaRPr>
          </a:p>
        </p:txBody>
      </p:sp>
      <p:sp>
        <p:nvSpPr>
          <p:cNvPr id="793" name="Shape 3"/>
          <p:cNvSpPr/>
          <p:nvPr/>
        </p:nvSpPr>
        <p:spPr>
          <a:xfrm>
            <a:off x="317520" y="1047600"/>
            <a:ext cx="6817680" cy="1856520"/>
          </a:xfrm>
          <a:custGeom>
            <a:avLst/>
            <a:gdLst/>
            <a:ahLst/>
            <a:rect l="l" t="t" r="r" b="b"/>
            <a:pathLst>
              <a:path w="6818313" h="1857375">
                <a:moveTo>
                  <a:pt x="0" y="0"/>
                </a:moveTo>
                <a:lnTo>
                  <a:pt x="6818313" y="0"/>
                </a:lnTo>
                <a:lnTo>
                  <a:pt x="6818313" y="1857375"/>
                </a:lnTo>
                <a:lnTo>
                  <a:pt x="0" y="1857375"/>
                </a:lnTo>
                <a:lnTo>
                  <a:pt x="0" y="0"/>
                </a:lnTo>
                <a:close/>
              </a:path>
            </a:pathLst>
          </a:custGeom>
          <a:solidFill>
            <a:srgbClr val="ddff00"/>
          </a:solidFill>
          <a:ln w="0">
            <a:noFill/>
          </a:ln>
        </p:spPr>
        <p:style>
          <a:lnRef idx="0"/>
          <a:fillRef idx="0"/>
          <a:effectRef idx="0"/>
          <a:fontRef idx="minor"/>
        </p:style>
      </p:sp>
      <p:sp>
        <p:nvSpPr>
          <p:cNvPr id="794" name="Text 4"/>
          <p:cNvSpPr/>
          <p:nvPr/>
        </p:nvSpPr>
        <p:spPr>
          <a:xfrm>
            <a:off x="507960" y="1238400"/>
            <a:ext cx="6531840" cy="25344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500" spc="-1" strike="noStrike">
                <a:solidFill>
                  <a:srgbClr val="000000"/>
                </a:solidFill>
                <a:latin typeface="Liter"/>
                <a:ea typeface="Liter"/>
              </a:rPr>
              <a:t>More Than Music</a:t>
            </a:r>
            <a:endParaRPr b="0" lang="en-HK" sz="1500" spc="-1" strike="noStrike">
              <a:latin typeface="Arial"/>
            </a:endParaRPr>
          </a:p>
        </p:txBody>
      </p:sp>
      <p:sp>
        <p:nvSpPr>
          <p:cNvPr id="795" name="Text 5"/>
          <p:cNvSpPr/>
          <p:nvPr/>
        </p:nvSpPr>
        <p:spPr>
          <a:xfrm>
            <a:off x="507960" y="1587600"/>
            <a:ext cx="6500160" cy="6184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000" spc="-1" strike="noStrike">
                <a:solidFill>
                  <a:srgbClr val="000000"/>
                </a:solidFill>
                <a:latin typeface="Liter"/>
                <a:ea typeface="Liter"/>
              </a:rPr>
              <a:t>Rock music has been far more than just a genre—it's been a cultural force that shaped fashion, youth identity, social movements, and global culture.</a:t>
            </a:r>
            <a:r>
              <a:rPr b="0" lang="en-US" sz="1000" spc="-1" strike="noStrike">
                <a:solidFill>
                  <a:srgbClr val="000000"/>
                </a:solidFill>
                <a:latin typeface="Liter"/>
                <a:ea typeface="Liter"/>
              </a:rPr>
              <a:t> From the rebellious spirit of the 1950s to the grunge revolution of the 1990s, rock has consistently challenged norms and given voice to generations seeking change.</a:t>
            </a:r>
            <a:endParaRPr b="0" lang="en-HK" sz="1000" spc="-1" strike="noStrike">
              <a:latin typeface="Arial"/>
            </a:endParaRPr>
          </a:p>
        </p:txBody>
      </p:sp>
      <p:sp>
        <p:nvSpPr>
          <p:cNvPr id="796" name="Text 6"/>
          <p:cNvSpPr/>
          <p:nvPr/>
        </p:nvSpPr>
        <p:spPr>
          <a:xfrm>
            <a:off x="507960" y="2301840"/>
            <a:ext cx="6500160" cy="4122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00" spc="-1" strike="noStrike">
                <a:solidFill>
                  <a:srgbClr val="000000">
                    <a:alpha val="80000"/>
                  </a:srgbClr>
                </a:solidFill>
                <a:latin typeface="Liter"/>
                <a:ea typeface="Liter"/>
              </a:rPr>
              <a:t>Rock became a symbol of freedom, rebellion, and self-expression. It broke down racial barriers, fueled countercultural movements, and provided the soundtrack for social revolution.</a:t>
            </a:r>
            <a:endParaRPr b="0" lang="en-HK" sz="1000" spc="-1" strike="noStrike">
              <a:latin typeface="Arial"/>
            </a:endParaRPr>
          </a:p>
        </p:txBody>
      </p:sp>
      <p:sp>
        <p:nvSpPr>
          <p:cNvPr id="797" name="Shape 7"/>
          <p:cNvSpPr/>
          <p:nvPr/>
        </p:nvSpPr>
        <p:spPr>
          <a:xfrm>
            <a:off x="325440" y="3040200"/>
            <a:ext cx="6801840" cy="3063240"/>
          </a:xfrm>
          <a:custGeom>
            <a:avLst/>
            <a:gdLst/>
            <a:ahLst/>
            <a:rect l="l" t="t" r="r" b="b"/>
            <a:pathLst>
              <a:path w="6802438" h="3063875">
                <a:moveTo>
                  <a:pt x="0" y="0"/>
                </a:moveTo>
                <a:lnTo>
                  <a:pt x="6802438" y="0"/>
                </a:lnTo>
                <a:lnTo>
                  <a:pt x="6802438" y="3063875"/>
                </a:lnTo>
                <a:lnTo>
                  <a:pt x="0" y="3063875"/>
                </a:lnTo>
                <a:lnTo>
                  <a:pt x="0" y="0"/>
                </a:lnTo>
                <a:close/>
              </a:path>
            </a:pathLst>
          </a:custGeom>
          <a:noFill/>
          <a:ln w="25400">
            <a:solidFill>
              <a:srgbClr val="ddff00"/>
            </a:solidFill>
            <a:round/>
          </a:ln>
        </p:spPr>
        <p:style>
          <a:lnRef idx="0"/>
          <a:fillRef idx="0"/>
          <a:effectRef idx="0"/>
          <a:fontRef idx="minor"/>
        </p:style>
      </p:sp>
      <p:sp>
        <p:nvSpPr>
          <p:cNvPr id="798" name="Text 8"/>
          <p:cNvSpPr/>
          <p:nvPr/>
        </p:nvSpPr>
        <p:spPr>
          <a:xfrm>
            <a:off x="492120" y="3206880"/>
            <a:ext cx="6547680" cy="2214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250" spc="-1" strike="noStrike">
                <a:solidFill>
                  <a:srgbClr val="ddff00"/>
                </a:solidFill>
                <a:latin typeface="Liter"/>
                <a:ea typeface="Liter"/>
              </a:rPr>
              <a:t>Cultural Impact Areas</a:t>
            </a:r>
            <a:endParaRPr b="0" lang="en-HK" sz="1250" spc="-1" strike="noStrike">
              <a:latin typeface="Arial"/>
            </a:endParaRPr>
          </a:p>
        </p:txBody>
      </p:sp>
      <p:sp>
        <p:nvSpPr>
          <p:cNvPr id="799" name="Shape 9"/>
          <p:cNvSpPr/>
          <p:nvPr/>
        </p:nvSpPr>
        <p:spPr>
          <a:xfrm>
            <a:off x="496080" y="3560040"/>
            <a:ext cx="3166200" cy="1118520"/>
          </a:xfrm>
          <a:custGeom>
            <a:avLst/>
            <a:gdLst/>
            <a:ahLst/>
            <a:rect l="l" t="t" r="r" b="b"/>
            <a:pathLst>
              <a:path w="3167063" h="1119188">
                <a:moveTo>
                  <a:pt x="0" y="0"/>
                </a:moveTo>
                <a:lnTo>
                  <a:pt x="3167063" y="0"/>
                </a:lnTo>
                <a:lnTo>
                  <a:pt x="3167063" y="1119188"/>
                </a:lnTo>
                <a:lnTo>
                  <a:pt x="0" y="1119188"/>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800" name="Shape 10"/>
          <p:cNvSpPr/>
          <p:nvPr/>
        </p:nvSpPr>
        <p:spPr>
          <a:xfrm>
            <a:off x="628920" y="3730680"/>
            <a:ext cx="177840" cy="142200"/>
          </a:xfrm>
          <a:custGeom>
            <a:avLst/>
            <a:gdLst/>
            <a:ahLst/>
            <a:rect l="l" t="t" r="r" b="b"/>
            <a:pathLst>
              <a:path w="178594" h="142875">
                <a:moveTo>
                  <a:pt x="89353" y="31254"/>
                </a:moveTo>
                <a:cubicBezTo>
                  <a:pt x="101687" y="31254"/>
                  <a:pt x="111677" y="21264"/>
                  <a:pt x="111677" y="8930"/>
                </a:cubicBezTo>
                <a:lnTo>
                  <a:pt x="126606" y="8930"/>
                </a:lnTo>
                <a:cubicBezTo>
                  <a:pt x="131350" y="8930"/>
                  <a:pt x="135899" y="10799"/>
                  <a:pt x="139247" y="14148"/>
                </a:cubicBezTo>
                <a:lnTo>
                  <a:pt x="172343" y="47272"/>
                </a:lnTo>
                <a:cubicBezTo>
                  <a:pt x="175831" y="50760"/>
                  <a:pt x="175831" y="56424"/>
                  <a:pt x="172343" y="59913"/>
                </a:cubicBezTo>
                <a:lnTo>
                  <a:pt x="158195" y="74061"/>
                </a:lnTo>
                <a:cubicBezTo>
                  <a:pt x="154707" y="77549"/>
                  <a:pt x="149042" y="77549"/>
                  <a:pt x="145554" y="74061"/>
                </a:cubicBezTo>
                <a:lnTo>
                  <a:pt x="134001" y="62508"/>
                </a:lnTo>
                <a:lnTo>
                  <a:pt x="134001" y="125016"/>
                </a:lnTo>
                <a:cubicBezTo>
                  <a:pt x="134001" y="134866"/>
                  <a:pt x="125992" y="142875"/>
                  <a:pt x="116142" y="142875"/>
                </a:cubicBezTo>
                <a:lnTo>
                  <a:pt x="62564" y="142875"/>
                </a:lnTo>
                <a:cubicBezTo>
                  <a:pt x="52713" y="142875"/>
                  <a:pt x="44704" y="134866"/>
                  <a:pt x="44704" y="125016"/>
                </a:cubicBezTo>
                <a:lnTo>
                  <a:pt x="44704" y="62508"/>
                </a:lnTo>
                <a:lnTo>
                  <a:pt x="33151" y="74061"/>
                </a:lnTo>
                <a:cubicBezTo>
                  <a:pt x="29663" y="77549"/>
                  <a:pt x="23999" y="77549"/>
                  <a:pt x="20510" y="74061"/>
                </a:cubicBezTo>
                <a:lnTo>
                  <a:pt x="6390" y="59885"/>
                </a:lnTo>
                <a:cubicBezTo>
                  <a:pt x="2902" y="56397"/>
                  <a:pt x="2902" y="50732"/>
                  <a:pt x="6390" y="47244"/>
                </a:cubicBezTo>
                <a:lnTo>
                  <a:pt x="39486" y="14148"/>
                </a:lnTo>
                <a:cubicBezTo>
                  <a:pt x="42835" y="10799"/>
                  <a:pt x="47383" y="8930"/>
                  <a:pt x="52127" y="8930"/>
                </a:cubicBezTo>
                <a:lnTo>
                  <a:pt x="67056" y="8930"/>
                </a:lnTo>
                <a:cubicBezTo>
                  <a:pt x="67056" y="21264"/>
                  <a:pt x="77046" y="31254"/>
                  <a:pt x="89381" y="31254"/>
                </a:cubicBezTo>
                <a:close/>
              </a:path>
            </a:pathLst>
          </a:custGeom>
          <a:solidFill>
            <a:srgbClr val="ddff00"/>
          </a:solidFill>
          <a:ln w="0">
            <a:noFill/>
          </a:ln>
        </p:spPr>
        <p:style>
          <a:lnRef idx="0"/>
          <a:fillRef idx="0"/>
          <a:effectRef idx="0"/>
          <a:fontRef idx="minor"/>
        </p:style>
      </p:sp>
      <p:sp>
        <p:nvSpPr>
          <p:cNvPr id="801" name="Text 11"/>
          <p:cNvSpPr/>
          <p:nvPr/>
        </p:nvSpPr>
        <p:spPr>
          <a:xfrm>
            <a:off x="809640" y="3691080"/>
            <a:ext cx="2793240" cy="2214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Fashion</a:t>
            </a:r>
            <a:endParaRPr b="0" lang="en-HK" sz="1130" spc="-1" strike="noStrike">
              <a:latin typeface="Arial"/>
            </a:endParaRPr>
          </a:p>
        </p:txBody>
      </p:sp>
      <p:sp>
        <p:nvSpPr>
          <p:cNvPr id="802" name="Text 12"/>
          <p:cNvSpPr/>
          <p:nvPr/>
        </p:nvSpPr>
        <p:spPr>
          <a:xfrm>
            <a:off x="627120" y="3976560"/>
            <a:ext cx="2967840" cy="5709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80000"/>
                  </a:srgbClr>
                </a:solidFill>
                <a:latin typeface="Liter"/>
                <a:ea typeface="Liter"/>
              </a:rPr>
              <a:t>From leather jackets and blue jeans to flannel shirts and ripped jeans, rock fashion became a universal language of rebellion and identity</a:t>
            </a:r>
            <a:endParaRPr b="0" lang="en-HK" sz="1000" spc="-1" strike="noStrike">
              <a:latin typeface="Arial"/>
            </a:endParaRPr>
          </a:p>
        </p:txBody>
      </p:sp>
      <p:sp>
        <p:nvSpPr>
          <p:cNvPr id="803" name="Shape 13"/>
          <p:cNvSpPr/>
          <p:nvPr/>
        </p:nvSpPr>
        <p:spPr>
          <a:xfrm>
            <a:off x="3794760" y="3560040"/>
            <a:ext cx="3166200" cy="1118520"/>
          </a:xfrm>
          <a:custGeom>
            <a:avLst/>
            <a:gdLst/>
            <a:ahLst/>
            <a:rect l="l" t="t" r="r" b="b"/>
            <a:pathLst>
              <a:path w="3167063" h="1119188">
                <a:moveTo>
                  <a:pt x="0" y="0"/>
                </a:moveTo>
                <a:lnTo>
                  <a:pt x="3167063" y="0"/>
                </a:lnTo>
                <a:lnTo>
                  <a:pt x="3167063" y="1119188"/>
                </a:lnTo>
                <a:lnTo>
                  <a:pt x="0" y="1119188"/>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804" name="Shape 14"/>
          <p:cNvSpPr/>
          <p:nvPr/>
        </p:nvSpPr>
        <p:spPr>
          <a:xfrm>
            <a:off x="3927960" y="3730680"/>
            <a:ext cx="177840" cy="142200"/>
          </a:xfrm>
          <a:custGeom>
            <a:avLst/>
            <a:gdLst/>
            <a:ahLst/>
            <a:rect l="l" t="t" r="r" b="b"/>
            <a:pathLst>
              <a:path w="178594" h="142875">
                <a:moveTo>
                  <a:pt x="89297" y="4465"/>
                </a:moveTo>
                <a:cubicBezTo>
                  <a:pt x="105314" y="4465"/>
                  <a:pt x="118318" y="17469"/>
                  <a:pt x="118318" y="33486"/>
                </a:cubicBezTo>
                <a:cubicBezTo>
                  <a:pt x="118318" y="49504"/>
                  <a:pt x="105314" y="62508"/>
                  <a:pt x="89297" y="62508"/>
                </a:cubicBezTo>
                <a:cubicBezTo>
                  <a:pt x="73279" y="62508"/>
                  <a:pt x="60275" y="49504"/>
                  <a:pt x="60275" y="33486"/>
                </a:cubicBezTo>
                <a:cubicBezTo>
                  <a:pt x="60275" y="17469"/>
                  <a:pt x="73279" y="4465"/>
                  <a:pt x="89297" y="4465"/>
                </a:cubicBezTo>
                <a:close/>
                <a:moveTo>
                  <a:pt x="26789" y="24557"/>
                </a:moveTo>
                <a:cubicBezTo>
                  <a:pt x="37878" y="24557"/>
                  <a:pt x="46881" y="33559"/>
                  <a:pt x="46881" y="44648"/>
                </a:cubicBezTo>
                <a:cubicBezTo>
                  <a:pt x="46881" y="55737"/>
                  <a:pt x="37878" y="64740"/>
                  <a:pt x="26789" y="64740"/>
                </a:cubicBezTo>
                <a:cubicBezTo>
                  <a:pt x="15700" y="64740"/>
                  <a:pt x="6697" y="55737"/>
                  <a:pt x="6697" y="44648"/>
                </a:cubicBezTo>
                <a:cubicBezTo>
                  <a:pt x="6697" y="33559"/>
                  <a:pt x="15700" y="24557"/>
                  <a:pt x="26789" y="24557"/>
                </a:cubicBezTo>
                <a:close/>
                <a:moveTo>
                  <a:pt x="0" y="116086"/>
                </a:moveTo>
                <a:cubicBezTo>
                  <a:pt x="0" y="96357"/>
                  <a:pt x="15990" y="80367"/>
                  <a:pt x="35719" y="80367"/>
                </a:cubicBezTo>
                <a:cubicBezTo>
                  <a:pt x="39291" y="80367"/>
                  <a:pt x="42751" y="80897"/>
                  <a:pt x="46016" y="81874"/>
                </a:cubicBezTo>
                <a:cubicBezTo>
                  <a:pt x="36835" y="92143"/>
                  <a:pt x="31254" y="105705"/>
                  <a:pt x="31254" y="120551"/>
                </a:cubicBezTo>
                <a:lnTo>
                  <a:pt x="31254" y="125016"/>
                </a:lnTo>
                <a:cubicBezTo>
                  <a:pt x="31254" y="128197"/>
                  <a:pt x="31924" y="131211"/>
                  <a:pt x="33124" y="133945"/>
                </a:cubicBezTo>
                <a:lnTo>
                  <a:pt x="8930" y="133945"/>
                </a:lnTo>
                <a:cubicBezTo>
                  <a:pt x="3990" y="133945"/>
                  <a:pt x="0" y="129955"/>
                  <a:pt x="0" y="125016"/>
                </a:cubicBezTo>
                <a:lnTo>
                  <a:pt x="0" y="116086"/>
                </a:lnTo>
                <a:close/>
                <a:moveTo>
                  <a:pt x="145470" y="133945"/>
                </a:moveTo>
                <a:cubicBezTo>
                  <a:pt x="146670" y="131211"/>
                  <a:pt x="147340" y="128197"/>
                  <a:pt x="147340" y="125016"/>
                </a:cubicBezTo>
                <a:lnTo>
                  <a:pt x="147340" y="120551"/>
                </a:lnTo>
                <a:cubicBezTo>
                  <a:pt x="147340" y="105705"/>
                  <a:pt x="141759" y="92143"/>
                  <a:pt x="132578" y="81874"/>
                </a:cubicBezTo>
                <a:cubicBezTo>
                  <a:pt x="135843" y="80897"/>
                  <a:pt x="139303" y="80367"/>
                  <a:pt x="142875" y="80367"/>
                </a:cubicBezTo>
                <a:cubicBezTo>
                  <a:pt x="162604" y="80367"/>
                  <a:pt x="178594" y="96357"/>
                  <a:pt x="178594" y="116086"/>
                </a:cubicBezTo>
                <a:lnTo>
                  <a:pt x="178594" y="125016"/>
                </a:lnTo>
                <a:cubicBezTo>
                  <a:pt x="178594" y="129955"/>
                  <a:pt x="174603" y="133945"/>
                  <a:pt x="169664" y="133945"/>
                </a:cubicBezTo>
                <a:lnTo>
                  <a:pt x="145470" y="133945"/>
                </a:lnTo>
                <a:close/>
                <a:moveTo>
                  <a:pt x="131713" y="44648"/>
                </a:moveTo>
                <a:cubicBezTo>
                  <a:pt x="131713" y="33559"/>
                  <a:pt x="140716" y="24557"/>
                  <a:pt x="151805" y="24557"/>
                </a:cubicBezTo>
                <a:cubicBezTo>
                  <a:pt x="162894" y="24557"/>
                  <a:pt x="171896" y="33559"/>
                  <a:pt x="171896" y="44648"/>
                </a:cubicBezTo>
                <a:cubicBezTo>
                  <a:pt x="171896" y="55737"/>
                  <a:pt x="162894" y="64740"/>
                  <a:pt x="151805" y="64740"/>
                </a:cubicBezTo>
                <a:cubicBezTo>
                  <a:pt x="140716" y="64740"/>
                  <a:pt x="131713" y="55737"/>
                  <a:pt x="131713" y="44648"/>
                </a:cubicBezTo>
                <a:close/>
                <a:moveTo>
                  <a:pt x="44648" y="120551"/>
                </a:moveTo>
                <a:cubicBezTo>
                  <a:pt x="44648" y="95883"/>
                  <a:pt x="64629" y="75902"/>
                  <a:pt x="89297" y="75902"/>
                </a:cubicBezTo>
                <a:cubicBezTo>
                  <a:pt x="113965" y="75902"/>
                  <a:pt x="133945" y="95883"/>
                  <a:pt x="133945" y="120551"/>
                </a:cubicBezTo>
                <a:lnTo>
                  <a:pt x="133945" y="125016"/>
                </a:lnTo>
                <a:cubicBezTo>
                  <a:pt x="133945" y="129955"/>
                  <a:pt x="129955" y="133945"/>
                  <a:pt x="125016" y="133945"/>
                </a:cubicBezTo>
                <a:lnTo>
                  <a:pt x="53578" y="133945"/>
                </a:lnTo>
                <a:cubicBezTo>
                  <a:pt x="48639" y="133945"/>
                  <a:pt x="44648" y="129955"/>
                  <a:pt x="44648" y="125016"/>
                </a:cubicBezTo>
                <a:lnTo>
                  <a:pt x="44648" y="120551"/>
                </a:lnTo>
                <a:close/>
              </a:path>
            </a:pathLst>
          </a:custGeom>
          <a:solidFill>
            <a:srgbClr val="ddff00"/>
          </a:solidFill>
          <a:ln w="0">
            <a:noFill/>
          </a:ln>
        </p:spPr>
        <p:style>
          <a:lnRef idx="0"/>
          <a:fillRef idx="0"/>
          <a:effectRef idx="0"/>
          <a:fontRef idx="minor"/>
        </p:style>
      </p:sp>
      <p:sp>
        <p:nvSpPr>
          <p:cNvPr id="805" name="Text 15"/>
          <p:cNvSpPr/>
          <p:nvPr/>
        </p:nvSpPr>
        <p:spPr>
          <a:xfrm>
            <a:off x="4108320" y="3691080"/>
            <a:ext cx="2793240" cy="2214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Youth Culture</a:t>
            </a:r>
            <a:endParaRPr b="0" lang="en-HK" sz="1130" spc="-1" strike="noStrike">
              <a:latin typeface="Arial"/>
            </a:endParaRPr>
          </a:p>
        </p:txBody>
      </p:sp>
      <p:sp>
        <p:nvSpPr>
          <p:cNvPr id="806" name="Text 16"/>
          <p:cNvSpPr/>
          <p:nvPr/>
        </p:nvSpPr>
        <p:spPr>
          <a:xfrm>
            <a:off x="3925800" y="3976560"/>
            <a:ext cx="2967840" cy="5709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80000"/>
                  </a:srgbClr>
                </a:solidFill>
                <a:latin typeface="Liter"/>
                <a:ea typeface="Liter"/>
              </a:rPr>
              <a:t>Rock gave teenagers a voice and identity, creating generational bonds and empowering youth to challenge authority</a:t>
            </a:r>
            <a:endParaRPr b="0" lang="en-HK" sz="1000" spc="-1" strike="noStrike">
              <a:latin typeface="Arial"/>
            </a:endParaRPr>
          </a:p>
        </p:txBody>
      </p:sp>
      <p:sp>
        <p:nvSpPr>
          <p:cNvPr id="807" name="Shape 17"/>
          <p:cNvSpPr/>
          <p:nvPr/>
        </p:nvSpPr>
        <p:spPr>
          <a:xfrm>
            <a:off x="496080" y="4813920"/>
            <a:ext cx="3166200" cy="1118520"/>
          </a:xfrm>
          <a:custGeom>
            <a:avLst/>
            <a:gdLst/>
            <a:ahLst/>
            <a:rect l="l" t="t" r="r" b="b"/>
            <a:pathLst>
              <a:path w="3167063" h="1119188">
                <a:moveTo>
                  <a:pt x="0" y="0"/>
                </a:moveTo>
                <a:lnTo>
                  <a:pt x="3167063" y="0"/>
                </a:lnTo>
                <a:lnTo>
                  <a:pt x="3167063" y="1119188"/>
                </a:lnTo>
                <a:lnTo>
                  <a:pt x="0" y="1119188"/>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808" name="Shape 18"/>
          <p:cNvSpPr/>
          <p:nvPr/>
        </p:nvSpPr>
        <p:spPr>
          <a:xfrm>
            <a:off x="664920" y="4984920"/>
            <a:ext cx="106560" cy="142200"/>
          </a:xfrm>
          <a:custGeom>
            <a:avLst/>
            <a:gdLst/>
            <a:ahLst/>
            <a:rect l="l" t="t" r="r" b="b"/>
            <a:pathLst>
              <a:path w="107156" h="142875">
                <a:moveTo>
                  <a:pt x="44648" y="0"/>
                </a:moveTo>
                <a:cubicBezTo>
                  <a:pt x="49588" y="0"/>
                  <a:pt x="53578" y="3990"/>
                  <a:pt x="53578" y="8930"/>
                </a:cubicBezTo>
                <a:lnTo>
                  <a:pt x="53578" y="40184"/>
                </a:lnTo>
                <a:lnTo>
                  <a:pt x="35719" y="40184"/>
                </a:lnTo>
                <a:lnTo>
                  <a:pt x="35719" y="8930"/>
                </a:lnTo>
                <a:cubicBezTo>
                  <a:pt x="35719" y="3990"/>
                  <a:pt x="39709" y="0"/>
                  <a:pt x="44648" y="0"/>
                </a:cubicBezTo>
                <a:close/>
                <a:moveTo>
                  <a:pt x="8930" y="17859"/>
                </a:moveTo>
                <a:cubicBezTo>
                  <a:pt x="8930" y="12920"/>
                  <a:pt x="12920" y="8930"/>
                  <a:pt x="17859" y="8930"/>
                </a:cubicBezTo>
                <a:cubicBezTo>
                  <a:pt x="22799" y="8930"/>
                  <a:pt x="26789" y="12920"/>
                  <a:pt x="26789" y="17859"/>
                </a:cubicBezTo>
                <a:lnTo>
                  <a:pt x="26789" y="40184"/>
                </a:lnTo>
                <a:lnTo>
                  <a:pt x="8930" y="40184"/>
                </a:lnTo>
                <a:lnTo>
                  <a:pt x="8930" y="17859"/>
                </a:lnTo>
                <a:close/>
                <a:moveTo>
                  <a:pt x="62508" y="17859"/>
                </a:moveTo>
                <a:cubicBezTo>
                  <a:pt x="62508" y="12920"/>
                  <a:pt x="66498" y="8930"/>
                  <a:pt x="71438" y="8930"/>
                </a:cubicBezTo>
                <a:cubicBezTo>
                  <a:pt x="76377" y="8930"/>
                  <a:pt x="80367" y="12920"/>
                  <a:pt x="80367" y="17859"/>
                </a:cubicBezTo>
                <a:lnTo>
                  <a:pt x="80367" y="44648"/>
                </a:lnTo>
                <a:cubicBezTo>
                  <a:pt x="80367" y="49588"/>
                  <a:pt x="76377" y="53578"/>
                  <a:pt x="71438" y="53578"/>
                </a:cubicBezTo>
                <a:cubicBezTo>
                  <a:pt x="66498" y="53578"/>
                  <a:pt x="62508" y="49588"/>
                  <a:pt x="62508" y="44648"/>
                </a:cubicBezTo>
                <a:lnTo>
                  <a:pt x="62508" y="17859"/>
                </a:lnTo>
                <a:close/>
                <a:moveTo>
                  <a:pt x="89297" y="35719"/>
                </a:moveTo>
                <a:cubicBezTo>
                  <a:pt x="89297" y="30780"/>
                  <a:pt x="93287" y="26789"/>
                  <a:pt x="98227" y="26789"/>
                </a:cubicBezTo>
                <a:cubicBezTo>
                  <a:pt x="103166" y="26789"/>
                  <a:pt x="107156" y="30780"/>
                  <a:pt x="107156" y="35719"/>
                </a:cubicBezTo>
                <a:lnTo>
                  <a:pt x="107156" y="53578"/>
                </a:lnTo>
                <a:cubicBezTo>
                  <a:pt x="107156" y="58517"/>
                  <a:pt x="103166" y="62508"/>
                  <a:pt x="98227" y="62508"/>
                </a:cubicBezTo>
                <a:cubicBezTo>
                  <a:pt x="93287" y="62508"/>
                  <a:pt x="89297" y="58517"/>
                  <a:pt x="89297" y="53578"/>
                </a:cubicBezTo>
                <a:lnTo>
                  <a:pt x="89297" y="35719"/>
                </a:lnTo>
                <a:close/>
                <a:moveTo>
                  <a:pt x="62508" y="60275"/>
                </a:moveTo>
                <a:lnTo>
                  <a:pt x="62508" y="60108"/>
                </a:lnTo>
                <a:cubicBezTo>
                  <a:pt x="65131" y="61615"/>
                  <a:pt x="68173" y="62508"/>
                  <a:pt x="71438" y="62508"/>
                </a:cubicBezTo>
                <a:cubicBezTo>
                  <a:pt x="75121" y="62508"/>
                  <a:pt x="78525" y="61392"/>
                  <a:pt x="81372" y="59494"/>
                </a:cubicBezTo>
                <a:cubicBezTo>
                  <a:pt x="83800" y="66442"/>
                  <a:pt x="90441" y="71438"/>
                  <a:pt x="98227" y="71438"/>
                </a:cubicBezTo>
                <a:cubicBezTo>
                  <a:pt x="101491" y="71438"/>
                  <a:pt x="104533" y="70572"/>
                  <a:pt x="107156" y="69038"/>
                </a:cubicBezTo>
                <a:lnTo>
                  <a:pt x="107156" y="71438"/>
                </a:lnTo>
                <a:cubicBezTo>
                  <a:pt x="107156" y="86032"/>
                  <a:pt x="100152" y="99008"/>
                  <a:pt x="89297" y="107156"/>
                </a:cubicBezTo>
                <a:lnTo>
                  <a:pt x="89297" y="133945"/>
                </a:lnTo>
                <a:cubicBezTo>
                  <a:pt x="89297" y="138885"/>
                  <a:pt x="85306" y="142875"/>
                  <a:pt x="80367" y="142875"/>
                </a:cubicBezTo>
                <a:lnTo>
                  <a:pt x="35719" y="142875"/>
                </a:lnTo>
                <a:cubicBezTo>
                  <a:pt x="30780" y="142875"/>
                  <a:pt x="26789" y="138885"/>
                  <a:pt x="26789" y="133945"/>
                </a:cubicBezTo>
                <a:lnTo>
                  <a:pt x="26789" y="112068"/>
                </a:lnTo>
                <a:cubicBezTo>
                  <a:pt x="21961" y="109863"/>
                  <a:pt x="17525" y="106821"/>
                  <a:pt x="13701" y="102998"/>
                </a:cubicBezTo>
                <a:lnTo>
                  <a:pt x="10464" y="99761"/>
                </a:lnTo>
                <a:cubicBezTo>
                  <a:pt x="3767" y="93064"/>
                  <a:pt x="0" y="83967"/>
                  <a:pt x="0" y="74507"/>
                </a:cubicBezTo>
                <a:lnTo>
                  <a:pt x="0" y="66973"/>
                </a:lnTo>
                <a:cubicBezTo>
                  <a:pt x="0" y="57122"/>
                  <a:pt x="8009" y="49113"/>
                  <a:pt x="17859" y="49113"/>
                </a:cubicBezTo>
                <a:lnTo>
                  <a:pt x="42416" y="49113"/>
                </a:lnTo>
                <a:cubicBezTo>
                  <a:pt x="48583" y="49113"/>
                  <a:pt x="53578" y="54108"/>
                  <a:pt x="53578" y="60275"/>
                </a:cubicBezTo>
                <a:cubicBezTo>
                  <a:pt x="53578" y="66442"/>
                  <a:pt x="48583" y="71438"/>
                  <a:pt x="42416" y="71438"/>
                </a:cubicBezTo>
                <a:lnTo>
                  <a:pt x="26789" y="71438"/>
                </a:lnTo>
                <a:cubicBezTo>
                  <a:pt x="24333" y="71438"/>
                  <a:pt x="22324" y="73447"/>
                  <a:pt x="22324" y="75902"/>
                </a:cubicBezTo>
                <a:cubicBezTo>
                  <a:pt x="22324" y="78358"/>
                  <a:pt x="24333" y="80367"/>
                  <a:pt x="26789" y="80367"/>
                </a:cubicBezTo>
                <a:lnTo>
                  <a:pt x="42416" y="80367"/>
                </a:lnTo>
                <a:cubicBezTo>
                  <a:pt x="53522" y="80367"/>
                  <a:pt x="62508" y="71382"/>
                  <a:pt x="62508" y="60275"/>
                </a:cubicBezTo>
                <a:close/>
              </a:path>
            </a:pathLst>
          </a:custGeom>
          <a:solidFill>
            <a:srgbClr val="ddff00"/>
          </a:solidFill>
          <a:ln w="0">
            <a:noFill/>
          </a:ln>
        </p:spPr>
        <p:style>
          <a:lnRef idx="0"/>
          <a:fillRef idx="0"/>
          <a:effectRef idx="0"/>
          <a:fontRef idx="minor"/>
        </p:style>
      </p:sp>
      <p:sp>
        <p:nvSpPr>
          <p:cNvPr id="809" name="Text 19"/>
          <p:cNvSpPr/>
          <p:nvPr/>
        </p:nvSpPr>
        <p:spPr>
          <a:xfrm>
            <a:off x="809640" y="4944960"/>
            <a:ext cx="2793240" cy="2214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Social Movements</a:t>
            </a:r>
            <a:endParaRPr b="0" lang="en-HK" sz="1130" spc="-1" strike="noStrike">
              <a:latin typeface="Arial"/>
            </a:endParaRPr>
          </a:p>
        </p:txBody>
      </p:sp>
      <p:sp>
        <p:nvSpPr>
          <p:cNvPr id="810" name="Text 20"/>
          <p:cNvSpPr/>
          <p:nvPr/>
        </p:nvSpPr>
        <p:spPr>
          <a:xfrm>
            <a:off x="627120" y="5230800"/>
            <a:ext cx="2967840" cy="5709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80000"/>
                  </a:srgbClr>
                </a:solidFill>
                <a:latin typeface="Liter"/>
                <a:ea typeface="Liter"/>
              </a:rPr>
              <a:t>Civil rights, anti-war protests, feminism—rock provided the soundtrack for social change and political activism</a:t>
            </a:r>
            <a:endParaRPr b="0" lang="en-HK" sz="1000" spc="-1" strike="noStrike">
              <a:latin typeface="Arial"/>
            </a:endParaRPr>
          </a:p>
        </p:txBody>
      </p:sp>
      <p:sp>
        <p:nvSpPr>
          <p:cNvPr id="811" name="Shape 21"/>
          <p:cNvSpPr/>
          <p:nvPr/>
        </p:nvSpPr>
        <p:spPr>
          <a:xfrm>
            <a:off x="3794760" y="4813920"/>
            <a:ext cx="3166200" cy="1118520"/>
          </a:xfrm>
          <a:custGeom>
            <a:avLst/>
            <a:gdLst/>
            <a:ahLst/>
            <a:rect l="l" t="t" r="r" b="b"/>
            <a:pathLst>
              <a:path w="3167063" h="1119188">
                <a:moveTo>
                  <a:pt x="0" y="0"/>
                </a:moveTo>
                <a:lnTo>
                  <a:pt x="3167063" y="0"/>
                </a:lnTo>
                <a:lnTo>
                  <a:pt x="3167063" y="1119188"/>
                </a:lnTo>
                <a:lnTo>
                  <a:pt x="0" y="1119188"/>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812" name="Shape 22"/>
          <p:cNvSpPr/>
          <p:nvPr/>
        </p:nvSpPr>
        <p:spPr>
          <a:xfrm>
            <a:off x="3945600" y="4984920"/>
            <a:ext cx="142200" cy="142200"/>
          </a:xfrm>
          <a:custGeom>
            <a:avLst/>
            <a:gdLst/>
            <a:ahLst/>
            <a:rect l="l" t="t" r="r" b="b"/>
            <a:pathLst>
              <a:path w="142875" h="142875">
                <a:moveTo>
                  <a:pt x="98199" y="78135"/>
                </a:moveTo>
                <a:lnTo>
                  <a:pt x="44927" y="78135"/>
                </a:lnTo>
                <a:cubicBezTo>
                  <a:pt x="45737" y="96134"/>
                  <a:pt x="49727" y="112709"/>
                  <a:pt x="55392" y="124848"/>
                </a:cubicBezTo>
                <a:cubicBezTo>
                  <a:pt x="58573" y="131685"/>
                  <a:pt x="62006" y="136513"/>
                  <a:pt x="65187" y="139471"/>
                </a:cubicBezTo>
                <a:cubicBezTo>
                  <a:pt x="68312" y="142401"/>
                  <a:pt x="70461" y="142875"/>
                  <a:pt x="71577" y="142875"/>
                </a:cubicBezTo>
                <a:cubicBezTo>
                  <a:pt x="72693" y="142875"/>
                  <a:pt x="74842" y="142401"/>
                  <a:pt x="77967" y="139471"/>
                </a:cubicBezTo>
                <a:cubicBezTo>
                  <a:pt x="81149" y="136513"/>
                  <a:pt x="84581" y="131657"/>
                  <a:pt x="87762" y="124848"/>
                </a:cubicBezTo>
                <a:cubicBezTo>
                  <a:pt x="93427" y="112709"/>
                  <a:pt x="97417" y="96134"/>
                  <a:pt x="98227" y="78135"/>
                </a:cubicBezTo>
                <a:close/>
                <a:moveTo>
                  <a:pt x="44900" y="64740"/>
                </a:moveTo>
                <a:lnTo>
                  <a:pt x="98171" y="64740"/>
                </a:lnTo>
                <a:cubicBezTo>
                  <a:pt x="97389" y="46741"/>
                  <a:pt x="93399" y="30166"/>
                  <a:pt x="87734" y="18027"/>
                </a:cubicBezTo>
                <a:cubicBezTo>
                  <a:pt x="84553" y="11218"/>
                  <a:pt x="81121" y="6362"/>
                  <a:pt x="77939" y="3404"/>
                </a:cubicBezTo>
                <a:cubicBezTo>
                  <a:pt x="74814" y="474"/>
                  <a:pt x="72665" y="0"/>
                  <a:pt x="71549" y="0"/>
                </a:cubicBezTo>
                <a:cubicBezTo>
                  <a:pt x="70433" y="0"/>
                  <a:pt x="68284" y="474"/>
                  <a:pt x="65159" y="3404"/>
                </a:cubicBezTo>
                <a:cubicBezTo>
                  <a:pt x="61978" y="6362"/>
                  <a:pt x="58545" y="11218"/>
                  <a:pt x="55364" y="18027"/>
                </a:cubicBezTo>
                <a:cubicBezTo>
                  <a:pt x="49699" y="30166"/>
                  <a:pt x="45709" y="46741"/>
                  <a:pt x="44900" y="64740"/>
                </a:cubicBezTo>
                <a:close/>
                <a:moveTo>
                  <a:pt x="31505" y="64740"/>
                </a:moveTo>
                <a:cubicBezTo>
                  <a:pt x="32482" y="40853"/>
                  <a:pt x="38649" y="18669"/>
                  <a:pt x="47662" y="4102"/>
                </a:cubicBezTo>
                <a:cubicBezTo>
                  <a:pt x="21961" y="13199"/>
                  <a:pt x="3042" y="36612"/>
                  <a:pt x="419" y="64740"/>
                </a:cubicBezTo>
                <a:lnTo>
                  <a:pt x="31505" y="64740"/>
                </a:lnTo>
                <a:close/>
                <a:moveTo>
                  <a:pt x="419" y="78135"/>
                </a:moveTo>
                <a:cubicBezTo>
                  <a:pt x="3042" y="106263"/>
                  <a:pt x="21961" y="129676"/>
                  <a:pt x="47662" y="138773"/>
                </a:cubicBezTo>
                <a:cubicBezTo>
                  <a:pt x="38649" y="124206"/>
                  <a:pt x="32482" y="102022"/>
                  <a:pt x="31505" y="78135"/>
                </a:cubicBezTo>
                <a:lnTo>
                  <a:pt x="419" y="78135"/>
                </a:lnTo>
                <a:close/>
                <a:moveTo>
                  <a:pt x="111593" y="78135"/>
                </a:moveTo>
                <a:cubicBezTo>
                  <a:pt x="110617" y="102022"/>
                  <a:pt x="104449" y="124206"/>
                  <a:pt x="95436" y="138773"/>
                </a:cubicBezTo>
                <a:cubicBezTo>
                  <a:pt x="121137" y="129648"/>
                  <a:pt x="140057" y="106263"/>
                  <a:pt x="142680" y="78135"/>
                </a:cubicBezTo>
                <a:lnTo>
                  <a:pt x="111593" y="78135"/>
                </a:lnTo>
                <a:close/>
                <a:moveTo>
                  <a:pt x="142680" y="64740"/>
                </a:moveTo>
                <a:cubicBezTo>
                  <a:pt x="140057" y="36612"/>
                  <a:pt x="121137" y="13199"/>
                  <a:pt x="95436" y="4102"/>
                </a:cubicBezTo>
                <a:cubicBezTo>
                  <a:pt x="104449" y="18669"/>
                  <a:pt x="110617" y="40853"/>
                  <a:pt x="111593" y="64740"/>
                </a:cubicBezTo>
                <a:lnTo>
                  <a:pt x="142680" y="64740"/>
                </a:lnTo>
                <a:close/>
              </a:path>
            </a:pathLst>
          </a:custGeom>
          <a:solidFill>
            <a:srgbClr val="ddff00"/>
          </a:solidFill>
          <a:ln w="0">
            <a:noFill/>
          </a:ln>
        </p:spPr>
        <p:style>
          <a:lnRef idx="0"/>
          <a:fillRef idx="0"/>
          <a:effectRef idx="0"/>
          <a:fontRef idx="minor"/>
        </p:style>
      </p:sp>
      <p:sp>
        <p:nvSpPr>
          <p:cNvPr id="813" name="Text 23"/>
          <p:cNvSpPr/>
          <p:nvPr/>
        </p:nvSpPr>
        <p:spPr>
          <a:xfrm>
            <a:off x="4108320" y="4944960"/>
            <a:ext cx="2793240" cy="2214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Global Influence</a:t>
            </a:r>
            <a:endParaRPr b="0" lang="en-HK" sz="1130" spc="-1" strike="noStrike">
              <a:latin typeface="Arial"/>
            </a:endParaRPr>
          </a:p>
        </p:txBody>
      </p:sp>
      <p:sp>
        <p:nvSpPr>
          <p:cNvPr id="814" name="Text 24"/>
          <p:cNvSpPr/>
          <p:nvPr/>
        </p:nvSpPr>
        <p:spPr>
          <a:xfrm>
            <a:off x="3925800" y="5230800"/>
            <a:ext cx="2967840" cy="5709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80000"/>
                  </a:srgbClr>
                </a:solidFill>
                <a:latin typeface="Liter"/>
                <a:ea typeface="Liter"/>
              </a:rPr>
              <a:t>Rock transcended borders, creating a universal language that connected people across cultures and continents</a:t>
            </a:r>
            <a:endParaRPr b="0" lang="en-HK" sz="1000" spc="-1" strike="noStrike">
              <a:latin typeface="Arial"/>
            </a:endParaRPr>
          </a:p>
        </p:txBody>
      </p:sp>
      <p:sp>
        <p:nvSpPr>
          <p:cNvPr id="815" name="Shape 25"/>
          <p:cNvSpPr/>
          <p:nvPr/>
        </p:nvSpPr>
        <p:spPr>
          <a:xfrm>
            <a:off x="321480" y="6242760"/>
            <a:ext cx="1626480" cy="610560"/>
          </a:xfrm>
          <a:custGeom>
            <a:avLst/>
            <a:gdLst/>
            <a:ahLst/>
            <a:rect l="l" t="t" r="r" b="b"/>
            <a:pathLst>
              <a:path w="1627188" h="611188">
                <a:moveTo>
                  <a:pt x="0" y="0"/>
                </a:moveTo>
                <a:lnTo>
                  <a:pt x="1627188" y="0"/>
                </a:lnTo>
                <a:lnTo>
                  <a:pt x="1627188" y="611188"/>
                </a:lnTo>
                <a:lnTo>
                  <a:pt x="0" y="611188"/>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816" name="Shape 26"/>
          <p:cNvSpPr/>
          <p:nvPr/>
        </p:nvSpPr>
        <p:spPr>
          <a:xfrm>
            <a:off x="1038960" y="6342120"/>
            <a:ext cx="189720" cy="189720"/>
          </a:xfrm>
          <a:custGeom>
            <a:avLst/>
            <a:gdLst/>
            <a:ahLst/>
            <a:rect l="l" t="t" r="r" b="b"/>
            <a:pathLst>
              <a:path w="190500" h="190500">
                <a:moveTo>
                  <a:pt x="174129" y="2604"/>
                </a:moveTo>
                <a:cubicBezTo>
                  <a:pt x="176957" y="4874"/>
                  <a:pt x="178594" y="8297"/>
                  <a:pt x="178594" y="11906"/>
                </a:cubicBezTo>
                <a:lnTo>
                  <a:pt x="178594" y="125016"/>
                </a:lnTo>
                <a:cubicBezTo>
                  <a:pt x="178594" y="141461"/>
                  <a:pt x="162595" y="154781"/>
                  <a:pt x="142875" y="154781"/>
                </a:cubicBezTo>
                <a:cubicBezTo>
                  <a:pt x="123155" y="154781"/>
                  <a:pt x="107156" y="141461"/>
                  <a:pt x="107156" y="125016"/>
                </a:cubicBezTo>
                <a:cubicBezTo>
                  <a:pt x="107156" y="108570"/>
                  <a:pt x="123155" y="95250"/>
                  <a:pt x="142875" y="95250"/>
                </a:cubicBezTo>
                <a:cubicBezTo>
                  <a:pt x="147042" y="95250"/>
                  <a:pt x="151061" y="95845"/>
                  <a:pt x="154781" y="96962"/>
                </a:cubicBezTo>
                <a:lnTo>
                  <a:pt x="154781" y="53541"/>
                </a:lnTo>
                <a:lnTo>
                  <a:pt x="71438" y="72070"/>
                </a:lnTo>
                <a:lnTo>
                  <a:pt x="71438" y="148828"/>
                </a:lnTo>
                <a:cubicBezTo>
                  <a:pt x="71438" y="165274"/>
                  <a:pt x="55438" y="178594"/>
                  <a:pt x="35719" y="178594"/>
                </a:cubicBezTo>
                <a:cubicBezTo>
                  <a:pt x="15999" y="178594"/>
                  <a:pt x="0" y="165274"/>
                  <a:pt x="0" y="148828"/>
                </a:cubicBezTo>
                <a:cubicBezTo>
                  <a:pt x="0" y="132383"/>
                  <a:pt x="15999" y="119063"/>
                  <a:pt x="35719" y="119063"/>
                </a:cubicBezTo>
                <a:cubicBezTo>
                  <a:pt x="39886" y="119063"/>
                  <a:pt x="43904" y="119658"/>
                  <a:pt x="47625" y="120774"/>
                </a:cubicBezTo>
                <a:lnTo>
                  <a:pt x="47625" y="35719"/>
                </a:lnTo>
                <a:cubicBezTo>
                  <a:pt x="47625" y="30138"/>
                  <a:pt x="51495" y="25301"/>
                  <a:pt x="56964" y="24110"/>
                </a:cubicBezTo>
                <a:lnTo>
                  <a:pt x="164120" y="298"/>
                </a:lnTo>
                <a:cubicBezTo>
                  <a:pt x="167655" y="-484"/>
                  <a:pt x="171338" y="372"/>
                  <a:pt x="174166" y="2642"/>
                </a:cubicBezTo>
                <a:close/>
              </a:path>
            </a:pathLst>
          </a:custGeom>
          <a:solidFill>
            <a:srgbClr val="ddff00"/>
          </a:solidFill>
          <a:ln w="0">
            <a:noFill/>
          </a:ln>
        </p:spPr>
        <p:style>
          <a:lnRef idx="0"/>
          <a:fillRef idx="0"/>
          <a:effectRef idx="0"/>
          <a:fontRef idx="minor"/>
        </p:style>
      </p:sp>
      <p:sp>
        <p:nvSpPr>
          <p:cNvPr id="817" name="Text 27"/>
          <p:cNvSpPr/>
          <p:nvPr/>
        </p:nvSpPr>
        <p:spPr>
          <a:xfrm>
            <a:off x="392760" y="6595920"/>
            <a:ext cx="1483560" cy="15804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880" spc="-1" strike="noStrike">
                <a:solidFill>
                  <a:srgbClr val="ffffff"/>
                </a:solidFill>
                <a:latin typeface="Liter"/>
                <a:ea typeface="Liter"/>
              </a:rPr>
              <a:t>Influenced All Genres</a:t>
            </a:r>
            <a:endParaRPr b="0" lang="en-HK" sz="880" spc="-1" strike="noStrike">
              <a:latin typeface="Arial"/>
            </a:endParaRPr>
          </a:p>
        </p:txBody>
      </p:sp>
      <p:sp>
        <p:nvSpPr>
          <p:cNvPr id="818" name="Shape 28"/>
          <p:cNvSpPr/>
          <p:nvPr/>
        </p:nvSpPr>
        <p:spPr>
          <a:xfrm>
            <a:off x="2050200" y="6242760"/>
            <a:ext cx="1626480" cy="610560"/>
          </a:xfrm>
          <a:custGeom>
            <a:avLst/>
            <a:gdLst/>
            <a:ahLst/>
            <a:rect l="l" t="t" r="r" b="b"/>
            <a:pathLst>
              <a:path w="1627188" h="611188">
                <a:moveTo>
                  <a:pt x="0" y="0"/>
                </a:moveTo>
                <a:lnTo>
                  <a:pt x="1627188" y="0"/>
                </a:lnTo>
                <a:lnTo>
                  <a:pt x="1627188" y="611188"/>
                </a:lnTo>
                <a:lnTo>
                  <a:pt x="0" y="611188"/>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819" name="Shape 29"/>
          <p:cNvSpPr/>
          <p:nvPr/>
        </p:nvSpPr>
        <p:spPr>
          <a:xfrm>
            <a:off x="2779560" y="6342120"/>
            <a:ext cx="165960" cy="189720"/>
          </a:xfrm>
          <a:custGeom>
            <a:avLst/>
            <a:gdLst/>
            <a:ahLst/>
            <a:rect l="l" t="t" r="r" b="b"/>
            <a:pathLst>
              <a:path w="166688" h="190500">
                <a:moveTo>
                  <a:pt x="71438" y="0"/>
                </a:moveTo>
                <a:cubicBezTo>
                  <a:pt x="78023" y="0"/>
                  <a:pt x="83344" y="5321"/>
                  <a:pt x="83344" y="11906"/>
                </a:cubicBezTo>
                <a:lnTo>
                  <a:pt x="83344" y="89297"/>
                </a:lnTo>
                <a:lnTo>
                  <a:pt x="59531" y="89297"/>
                </a:lnTo>
                <a:lnTo>
                  <a:pt x="59531" y="11906"/>
                </a:lnTo>
                <a:cubicBezTo>
                  <a:pt x="59531" y="5321"/>
                  <a:pt x="64852" y="0"/>
                  <a:pt x="71438" y="0"/>
                </a:cubicBezTo>
                <a:close/>
                <a:moveTo>
                  <a:pt x="107156" y="59531"/>
                </a:moveTo>
                <a:cubicBezTo>
                  <a:pt x="113742" y="59531"/>
                  <a:pt x="119063" y="64852"/>
                  <a:pt x="119063" y="71438"/>
                </a:cubicBezTo>
                <a:lnTo>
                  <a:pt x="119063" y="95250"/>
                </a:lnTo>
                <a:cubicBezTo>
                  <a:pt x="119063" y="101836"/>
                  <a:pt x="113742" y="107156"/>
                  <a:pt x="107156" y="107156"/>
                </a:cubicBezTo>
                <a:cubicBezTo>
                  <a:pt x="100571" y="107156"/>
                  <a:pt x="95250" y="101836"/>
                  <a:pt x="95250" y="95250"/>
                </a:cubicBezTo>
                <a:lnTo>
                  <a:pt x="95250" y="71438"/>
                </a:lnTo>
                <a:cubicBezTo>
                  <a:pt x="95250" y="64852"/>
                  <a:pt x="100571" y="59531"/>
                  <a:pt x="107156" y="59531"/>
                </a:cubicBezTo>
                <a:close/>
                <a:moveTo>
                  <a:pt x="130969" y="83344"/>
                </a:moveTo>
                <a:cubicBezTo>
                  <a:pt x="130969" y="76758"/>
                  <a:pt x="136289" y="71438"/>
                  <a:pt x="142875" y="71438"/>
                </a:cubicBezTo>
                <a:cubicBezTo>
                  <a:pt x="149461" y="71438"/>
                  <a:pt x="154781" y="76758"/>
                  <a:pt x="154781" y="83344"/>
                </a:cubicBezTo>
                <a:lnTo>
                  <a:pt x="154781" y="107156"/>
                </a:lnTo>
                <a:cubicBezTo>
                  <a:pt x="154781" y="113742"/>
                  <a:pt x="149461" y="119063"/>
                  <a:pt x="142875" y="119063"/>
                </a:cubicBezTo>
                <a:cubicBezTo>
                  <a:pt x="136289" y="119063"/>
                  <a:pt x="130969" y="113742"/>
                  <a:pt x="130969" y="107156"/>
                </a:cubicBezTo>
                <a:lnTo>
                  <a:pt x="130969" y="83344"/>
                </a:lnTo>
                <a:close/>
                <a:moveTo>
                  <a:pt x="22808" y="19050"/>
                </a:moveTo>
                <a:lnTo>
                  <a:pt x="53541" y="89297"/>
                </a:lnTo>
                <a:lnTo>
                  <a:pt x="27570" y="89297"/>
                </a:lnTo>
                <a:lnTo>
                  <a:pt x="1005" y="28575"/>
                </a:lnTo>
                <a:cubicBezTo>
                  <a:pt x="-1637" y="22547"/>
                  <a:pt x="1116" y="15553"/>
                  <a:pt x="7144" y="12911"/>
                </a:cubicBezTo>
                <a:cubicBezTo>
                  <a:pt x="13171" y="10269"/>
                  <a:pt x="20166" y="13022"/>
                  <a:pt x="22808" y="19050"/>
                </a:cubicBezTo>
                <a:close/>
                <a:moveTo>
                  <a:pt x="32854" y="101389"/>
                </a:moveTo>
                <a:lnTo>
                  <a:pt x="32779" y="101203"/>
                </a:lnTo>
                <a:lnTo>
                  <a:pt x="68461" y="101203"/>
                </a:lnTo>
                <a:cubicBezTo>
                  <a:pt x="76684" y="101203"/>
                  <a:pt x="83344" y="107863"/>
                  <a:pt x="83344" y="116086"/>
                </a:cubicBezTo>
                <a:cubicBezTo>
                  <a:pt x="83344" y="124309"/>
                  <a:pt x="76684" y="130969"/>
                  <a:pt x="68461" y="130969"/>
                </a:cubicBezTo>
                <a:lnTo>
                  <a:pt x="47625" y="130969"/>
                </a:lnTo>
                <a:cubicBezTo>
                  <a:pt x="44351" y="130969"/>
                  <a:pt x="41672" y="133648"/>
                  <a:pt x="41672" y="136922"/>
                </a:cubicBezTo>
                <a:cubicBezTo>
                  <a:pt x="41672" y="140196"/>
                  <a:pt x="44351" y="142875"/>
                  <a:pt x="47625" y="142875"/>
                </a:cubicBezTo>
                <a:lnTo>
                  <a:pt x="68461" y="142875"/>
                </a:lnTo>
                <a:cubicBezTo>
                  <a:pt x="83269" y="142875"/>
                  <a:pt x="95250" y="130894"/>
                  <a:pt x="95250" y="116086"/>
                </a:cubicBezTo>
                <a:lnTo>
                  <a:pt x="95250" y="115863"/>
                </a:lnTo>
                <a:cubicBezTo>
                  <a:pt x="98747" y="117872"/>
                  <a:pt x="102803" y="119063"/>
                  <a:pt x="107156" y="119063"/>
                </a:cubicBezTo>
                <a:cubicBezTo>
                  <a:pt x="112068" y="119063"/>
                  <a:pt x="116607" y="117574"/>
                  <a:pt x="120402" y="115044"/>
                </a:cubicBezTo>
                <a:cubicBezTo>
                  <a:pt x="123639" y="124309"/>
                  <a:pt x="132494" y="130969"/>
                  <a:pt x="142875" y="130969"/>
                </a:cubicBezTo>
                <a:cubicBezTo>
                  <a:pt x="147228" y="130969"/>
                  <a:pt x="151284" y="129815"/>
                  <a:pt x="154781" y="127769"/>
                </a:cubicBezTo>
                <a:lnTo>
                  <a:pt x="154781" y="130969"/>
                </a:lnTo>
                <a:cubicBezTo>
                  <a:pt x="154781" y="163860"/>
                  <a:pt x="128141" y="190500"/>
                  <a:pt x="95250" y="190500"/>
                </a:cubicBezTo>
                <a:lnTo>
                  <a:pt x="72293" y="190500"/>
                </a:lnTo>
                <a:cubicBezTo>
                  <a:pt x="56517" y="190500"/>
                  <a:pt x="41374" y="184212"/>
                  <a:pt x="30212" y="173050"/>
                </a:cubicBezTo>
                <a:lnTo>
                  <a:pt x="25859" y="168734"/>
                </a:lnTo>
                <a:cubicBezTo>
                  <a:pt x="16929" y="159804"/>
                  <a:pt x="11906" y="147675"/>
                  <a:pt x="11906" y="135062"/>
                </a:cubicBezTo>
                <a:lnTo>
                  <a:pt x="11906" y="125016"/>
                </a:lnTo>
                <a:cubicBezTo>
                  <a:pt x="11906" y="112849"/>
                  <a:pt x="21059" y="102803"/>
                  <a:pt x="32854" y="101389"/>
                </a:cubicBezTo>
                <a:close/>
              </a:path>
            </a:pathLst>
          </a:custGeom>
          <a:solidFill>
            <a:srgbClr val="ddff00"/>
          </a:solidFill>
          <a:ln w="0">
            <a:noFill/>
          </a:ln>
        </p:spPr>
        <p:style>
          <a:lnRef idx="0"/>
          <a:fillRef idx="0"/>
          <a:effectRef idx="0"/>
          <a:fontRef idx="minor"/>
        </p:style>
      </p:sp>
      <p:sp>
        <p:nvSpPr>
          <p:cNvPr id="820" name="Text 30"/>
          <p:cNvSpPr/>
          <p:nvPr/>
        </p:nvSpPr>
        <p:spPr>
          <a:xfrm>
            <a:off x="2121840" y="6595920"/>
            <a:ext cx="1483560" cy="15804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880" spc="-1" strike="noStrike">
                <a:solidFill>
                  <a:srgbClr val="ffffff"/>
                </a:solidFill>
                <a:latin typeface="Liter"/>
                <a:ea typeface="Liter"/>
              </a:rPr>
              <a:t>Symbol of Freedom</a:t>
            </a:r>
            <a:endParaRPr b="0" lang="en-HK" sz="880" spc="-1" strike="noStrike">
              <a:latin typeface="Arial"/>
            </a:endParaRPr>
          </a:p>
        </p:txBody>
      </p:sp>
      <p:sp>
        <p:nvSpPr>
          <p:cNvPr id="821" name="Shape 31"/>
          <p:cNvSpPr/>
          <p:nvPr/>
        </p:nvSpPr>
        <p:spPr>
          <a:xfrm>
            <a:off x="3778920" y="6242760"/>
            <a:ext cx="1626480" cy="610560"/>
          </a:xfrm>
          <a:custGeom>
            <a:avLst/>
            <a:gdLst/>
            <a:ahLst/>
            <a:rect l="l" t="t" r="r" b="b"/>
            <a:pathLst>
              <a:path w="1627188" h="611188">
                <a:moveTo>
                  <a:pt x="0" y="0"/>
                </a:moveTo>
                <a:lnTo>
                  <a:pt x="1627188" y="0"/>
                </a:lnTo>
                <a:lnTo>
                  <a:pt x="1627188" y="611188"/>
                </a:lnTo>
                <a:lnTo>
                  <a:pt x="0" y="611188"/>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822" name="Shape 32"/>
          <p:cNvSpPr/>
          <p:nvPr/>
        </p:nvSpPr>
        <p:spPr>
          <a:xfrm>
            <a:off x="4496760" y="6342120"/>
            <a:ext cx="189720" cy="189720"/>
          </a:xfrm>
          <a:custGeom>
            <a:avLst/>
            <a:gdLst/>
            <a:ahLst/>
            <a:rect l="l" t="t" r="r" b="b"/>
            <a:pathLst>
              <a:path w="190500" h="190500">
                <a:moveTo>
                  <a:pt x="89669" y="32407"/>
                </a:moveTo>
                <a:lnTo>
                  <a:pt x="95250" y="40109"/>
                </a:lnTo>
                <a:lnTo>
                  <a:pt x="100831" y="32407"/>
                </a:lnTo>
                <a:cubicBezTo>
                  <a:pt x="110133" y="19534"/>
                  <a:pt x="125090" y="11906"/>
                  <a:pt x="140977" y="11906"/>
                </a:cubicBezTo>
                <a:cubicBezTo>
                  <a:pt x="168325" y="11906"/>
                  <a:pt x="190500" y="34082"/>
                  <a:pt x="190500" y="61429"/>
                </a:cubicBezTo>
                <a:lnTo>
                  <a:pt x="190500" y="62396"/>
                </a:lnTo>
                <a:cubicBezTo>
                  <a:pt x="190500" y="104142"/>
                  <a:pt x="138447" y="152623"/>
                  <a:pt x="111286" y="173348"/>
                </a:cubicBezTo>
                <a:cubicBezTo>
                  <a:pt x="106673" y="176845"/>
                  <a:pt x="101017" y="178594"/>
                  <a:pt x="95250" y="178594"/>
                </a:cubicBezTo>
                <a:cubicBezTo>
                  <a:pt x="89483" y="178594"/>
                  <a:pt x="83790" y="176882"/>
                  <a:pt x="79214" y="173348"/>
                </a:cubicBezTo>
                <a:cubicBezTo>
                  <a:pt x="52053" y="152623"/>
                  <a:pt x="0" y="104142"/>
                  <a:pt x="0" y="62396"/>
                </a:cubicBezTo>
                <a:lnTo>
                  <a:pt x="0" y="61429"/>
                </a:lnTo>
                <a:cubicBezTo>
                  <a:pt x="0" y="34082"/>
                  <a:pt x="22175" y="11906"/>
                  <a:pt x="49523" y="11906"/>
                </a:cubicBezTo>
                <a:cubicBezTo>
                  <a:pt x="65410" y="11906"/>
                  <a:pt x="80367" y="19534"/>
                  <a:pt x="89669" y="32407"/>
                </a:cubicBezTo>
                <a:close/>
              </a:path>
            </a:pathLst>
          </a:custGeom>
          <a:solidFill>
            <a:srgbClr val="ddff00"/>
          </a:solidFill>
          <a:ln w="0">
            <a:noFill/>
          </a:ln>
        </p:spPr>
        <p:style>
          <a:lnRef idx="0"/>
          <a:fillRef idx="0"/>
          <a:effectRef idx="0"/>
          <a:fontRef idx="minor"/>
        </p:style>
      </p:sp>
      <p:sp>
        <p:nvSpPr>
          <p:cNvPr id="823" name="Text 33"/>
          <p:cNvSpPr/>
          <p:nvPr/>
        </p:nvSpPr>
        <p:spPr>
          <a:xfrm>
            <a:off x="3850560" y="6595920"/>
            <a:ext cx="1483560" cy="15804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880" spc="-1" strike="noStrike">
                <a:solidFill>
                  <a:srgbClr val="ffffff"/>
                </a:solidFill>
                <a:latin typeface="Liter"/>
                <a:ea typeface="Liter"/>
              </a:rPr>
              <a:t>Emotional Connection</a:t>
            </a:r>
            <a:endParaRPr b="0" lang="en-HK" sz="880" spc="-1" strike="noStrike">
              <a:latin typeface="Arial"/>
            </a:endParaRPr>
          </a:p>
        </p:txBody>
      </p:sp>
      <p:sp>
        <p:nvSpPr>
          <p:cNvPr id="824" name="Shape 34"/>
          <p:cNvSpPr/>
          <p:nvPr/>
        </p:nvSpPr>
        <p:spPr>
          <a:xfrm>
            <a:off x="5507640" y="6242760"/>
            <a:ext cx="1626480" cy="610560"/>
          </a:xfrm>
          <a:custGeom>
            <a:avLst/>
            <a:gdLst/>
            <a:ahLst/>
            <a:rect l="l" t="t" r="r" b="b"/>
            <a:pathLst>
              <a:path w="1627188" h="611188">
                <a:moveTo>
                  <a:pt x="0" y="0"/>
                </a:moveTo>
                <a:lnTo>
                  <a:pt x="1627188" y="0"/>
                </a:lnTo>
                <a:lnTo>
                  <a:pt x="1627188" y="611188"/>
                </a:lnTo>
                <a:lnTo>
                  <a:pt x="0" y="611188"/>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825" name="Shape 35"/>
          <p:cNvSpPr/>
          <p:nvPr/>
        </p:nvSpPr>
        <p:spPr>
          <a:xfrm>
            <a:off x="6201720" y="6342120"/>
            <a:ext cx="237240" cy="189720"/>
          </a:xfrm>
          <a:custGeom>
            <a:avLst/>
            <a:gdLst/>
            <a:ahLst/>
            <a:rect l="l" t="t" r="r" b="b"/>
            <a:pathLst>
              <a:path w="238125" h="190500">
                <a:moveTo>
                  <a:pt x="0" y="95250"/>
                </a:moveTo>
                <a:cubicBezTo>
                  <a:pt x="0" y="62359"/>
                  <a:pt x="26640" y="35719"/>
                  <a:pt x="59531" y="35719"/>
                </a:cubicBezTo>
                <a:cubicBezTo>
                  <a:pt x="78284" y="35719"/>
                  <a:pt x="95920" y="44537"/>
                  <a:pt x="107156" y="59531"/>
                </a:cubicBezTo>
                <a:lnTo>
                  <a:pt x="119063" y="75419"/>
                </a:lnTo>
                <a:lnTo>
                  <a:pt x="130969" y="59531"/>
                </a:lnTo>
                <a:cubicBezTo>
                  <a:pt x="142205" y="44537"/>
                  <a:pt x="159841" y="35719"/>
                  <a:pt x="178594" y="35719"/>
                </a:cubicBezTo>
                <a:cubicBezTo>
                  <a:pt x="211485" y="35719"/>
                  <a:pt x="238125" y="62359"/>
                  <a:pt x="238125" y="95250"/>
                </a:cubicBezTo>
                <a:cubicBezTo>
                  <a:pt x="238125" y="128141"/>
                  <a:pt x="211485" y="154781"/>
                  <a:pt x="178594" y="154781"/>
                </a:cubicBezTo>
                <a:cubicBezTo>
                  <a:pt x="159841" y="154781"/>
                  <a:pt x="142205" y="145963"/>
                  <a:pt x="130969" y="130969"/>
                </a:cubicBezTo>
                <a:lnTo>
                  <a:pt x="119063" y="115081"/>
                </a:lnTo>
                <a:lnTo>
                  <a:pt x="107156" y="130969"/>
                </a:lnTo>
                <a:cubicBezTo>
                  <a:pt x="95920" y="145963"/>
                  <a:pt x="78284" y="154781"/>
                  <a:pt x="59531" y="154781"/>
                </a:cubicBezTo>
                <a:cubicBezTo>
                  <a:pt x="26640" y="154781"/>
                  <a:pt x="0" y="128141"/>
                  <a:pt x="0" y="95250"/>
                </a:cubicBezTo>
                <a:close/>
                <a:moveTo>
                  <a:pt x="104180" y="95250"/>
                </a:moveTo>
                <a:lnTo>
                  <a:pt x="88106" y="73819"/>
                </a:lnTo>
                <a:cubicBezTo>
                  <a:pt x="81372" y="64815"/>
                  <a:pt x="70768" y="59531"/>
                  <a:pt x="59531" y="59531"/>
                </a:cubicBezTo>
                <a:cubicBezTo>
                  <a:pt x="39812" y="59531"/>
                  <a:pt x="23812" y="75530"/>
                  <a:pt x="23812" y="95250"/>
                </a:cubicBezTo>
                <a:cubicBezTo>
                  <a:pt x="23812" y="114970"/>
                  <a:pt x="39812" y="130969"/>
                  <a:pt x="59531" y="130969"/>
                </a:cubicBezTo>
                <a:cubicBezTo>
                  <a:pt x="70768" y="130969"/>
                  <a:pt x="81372" y="125685"/>
                  <a:pt x="88106" y="116681"/>
                </a:cubicBezTo>
                <a:lnTo>
                  <a:pt x="104180" y="95250"/>
                </a:lnTo>
                <a:close/>
                <a:moveTo>
                  <a:pt x="133945" y="95250"/>
                </a:moveTo>
                <a:lnTo>
                  <a:pt x="150019" y="116681"/>
                </a:lnTo>
                <a:cubicBezTo>
                  <a:pt x="156753" y="125685"/>
                  <a:pt x="167357" y="130969"/>
                  <a:pt x="178594" y="130969"/>
                </a:cubicBezTo>
                <a:cubicBezTo>
                  <a:pt x="198313" y="130969"/>
                  <a:pt x="214313" y="114970"/>
                  <a:pt x="214313" y="95250"/>
                </a:cubicBezTo>
                <a:cubicBezTo>
                  <a:pt x="214313" y="75530"/>
                  <a:pt x="198313" y="59531"/>
                  <a:pt x="178594" y="59531"/>
                </a:cubicBezTo>
                <a:cubicBezTo>
                  <a:pt x="167357" y="59531"/>
                  <a:pt x="156753" y="64815"/>
                  <a:pt x="150019" y="73819"/>
                </a:cubicBezTo>
                <a:lnTo>
                  <a:pt x="133945" y="95250"/>
                </a:lnTo>
                <a:close/>
              </a:path>
            </a:pathLst>
          </a:custGeom>
          <a:solidFill>
            <a:srgbClr val="ddff00"/>
          </a:solidFill>
          <a:ln w="0">
            <a:noFill/>
          </a:ln>
        </p:spPr>
        <p:style>
          <a:lnRef idx="0"/>
          <a:fillRef idx="0"/>
          <a:effectRef idx="0"/>
          <a:fontRef idx="minor"/>
        </p:style>
      </p:sp>
      <p:sp>
        <p:nvSpPr>
          <p:cNvPr id="826" name="Text 36"/>
          <p:cNvSpPr/>
          <p:nvPr/>
        </p:nvSpPr>
        <p:spPr>
          <a:xfrm>
            <a:off x="5579280" y="6595920"/>
            <a:ext cx="1483560" cy="15804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880" spc="-1" strike="noStrike">
                <a:solidFill>
                  <a:srgbClr val="ffffff"/>
                </a:solidFill>
                <a:latin typeface="Liter"/>
                <a:ea typeface="Liter"/>
              </a:rPr>
              <a:t>Timeless Legacy</a:t>
            </a:r>
            <a:endParaRPr b="0" lang="en-HK" sz="880" spc="-1" strike="noStrike">
              <a:latin typeface="Arial"/>
            </a:endParaRPr>
          </a:p>
        </p:txBody>
      </p:sp>
      <p:sp>
        <p:nvSpPr>
          <p:cNvPr id="827" name="Image 0"/>
          <p:cNvSpPr/>
          <p:nvPr/>
        </p:nvSpPr>
        <p:spPr>
          <a:xfrm>
            <a:off x="7327800" y="1047600"/>
            <a:ext cx="4547520" cy="3301200"/>
          </a:xfrm>
          <a:prstGeom prst="roundRect">
            <a:avLst>
              <a:gd name="adj" fmla="val 0"/>
            </a:avLst>
          </a:prstGeom>
          <a:blipFill rotWithShape="0">
            <a:blip r:embed="rId1"/>
            <a:srcRect/>
            <a:stretch/>
          </a:blipFill>
          <a:ln w="0">
            <a:noFill/>
          </a:ln>
        </p:spPr>
        <p:style>
          <a:lnRef idx="0"/>
          <a:fillRef idx="0"/>
          <a:effectRef idx="0"/>
          <a:fontRef idx="minor"/>
        </p:style>
      </p:sp>
      <p:sp>
        <p:nvSpPr>
          <p:cNvPr id="828" name="Shape 37"/>
          <p:cNvSpPr/>
          <p:nvPr/>
        </p:nvSpPr>
        <p:spPr>
          <a:xfrm>
            <a:off x="7327800" y="1047600"/>
            <a:ext cx="4547520" cy="3301200"/>
          </a:xfrm>
          <a:custGeom>
            <a:avLst/>
            <a:gdLst/>
            <a:ahLst/>
            <a:rect l="l" t="t" r="r" b="b"/>
            <a:pathLst>
              <a:path w="4548188" h="3302000">
                <a:moveTo>
                  <a:pt x="0" y="0"/>
                </a:moveTo>
                <a:lnTo>
                  <a:pt x="4548188" y="0"/>
                </a:lnTo>
                <a:lnTo>
                  <a:pt x="4548188" y="3302000"/>
                </a:lnTo>
                <a:lnTo>
                  <a:pt x="0" y="3302000"/>
                </a:lnTo>
                <a:lnTo>
                  <a:pt x="0" y="0"/>
                </a:lnTo>
                <a:close/>
              </a:path>
            </a:pathLst>
          </a:custGeom>
          <a:gradFill rotWithShape="0">
            <a:gsLst>
              <a:gs pos="50000">
                <a:srgbClr val="000000">
                  <a:alpha val="0"/>
                </a:srgbClr>
              </a:gs>
              <a:gs pos="100000">
                <a:srgbClr val="000000"/>
              </a:gs>
            </a:gsLst>
            <a:lin ang="5400000"/>
          </a:gradFill>
          <a:ln w="0">
            <a:noFill/>
          </a:ln>
        </p:spPr>
        <p:style>
          <a:lnRef idx="0"/>
          <a:fillRef idx="0"/>
          <a:effectRef idx="0"/>
          <a:fontRef idx="minor"/>
        </p:style>
      </p:sp>
      <p:sp>
        <p:nvSpPr>
          <p:cNvPr id="829" name="Text 38"/>
          <p:cNvSpPr/>
          <p:nvPr/>
        </p:nvSpPr>
        <p:spPr>
          <a:xfrm>
            <a:off x="7454880" y="3809880"/>
            <a:ext cx="4349160" cy="158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1" strike="noStrike">
                <a:solidFill>
                  <a:srgbClr val="ddff00"/>
                </a:solidFill>
                <a:latin typeface="Liter"/>
                <a:ea typeface="Liter"/>
              </a:rPr>
              <a:t>ROCK FOREVER</a:t>
            </a:r>
            <a:endParaRPr b="0" lang="en-HK" sz="880" spc="-1" strike="noStrike">
              <a:latin typeface="Arial"/>
            </a:endParaRPr>
          </a:p>
        </p:txBody>
      </p:sp>
      <p:sp>
        <p:nvSpPr>
          <p:cNvPr id="830" name="Text 39"/>
          <p:cNvSpPr/>
          <p:nvPr/>
        </p:nvSpPr>
        <p:spPr>
          <a:xfrm>
            <a:off x="7454880" y="4000680"/>
            <a:ext cx="4365000" cy="2214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The Crowd Unites</a:t>
            </a:r>
            <a:endParaRPr b="0" lang="en-HK" sz="1130" spc="-1" strike="noStrike">
              <a:latin typeface="Arial"/>
            </a:endParaRPr>
          </a:p>
        </p:txBody>
      </p:sp>
      <p:sp>
        <p:nvSpPr>
          <p:cNvPr id="831" name="Shape 40"/>
          <p:cNvSpPr/>
          <p:nvPr/>
        </p:nvSpPr>
        <p:spPr>
          <a:xfrm>
            <a:off x="7335720" y="4484520"/>
            <a:ext cx="4531680" cy="1602720"/>
          </a:xfrm>
          <a:custGeom>
            <a:avLst/>
            <a:gdLst/>
            <a:ahLst/>
            <a:rect l="l" t="t" r="r" b="b"/>
            <a:pathLst>
              <a:path w="4532313" h="1603375">
                <a:moveTo>
                  <a:pt x="0" y="0"/>
                </a:moveTo>
                <a:lnTo>
                  <a:pt x="4532313" y="0"/>
                </a:lnTo>
                <a:lnTo>
                  <a:pt x="4532313" y="1603375"/>
                </a:lnTo>
                <a:lnTo>
                  <a:pt x="0" y="1603375"/>
                </a:lnTo>
                <a:lnTo>
                  <a:pt x="0" y="0"/>
                </a:lnTo>
                <a:close/>
              </a:path>
            </a:pathLst>
          </a:custGeom>
          <a:noFill/>
          <a:ln w="25400">
            <a:solidFill>
              <a:srgbClr val="ddff00"/>
            </a:solidFill>
            <a:round/>
          </a:ln>
        </p:spPr>
        <p:style>
          <a:lnRef idx="0"/>
          <a:fillRef idx="0"/>
          <a:effectRef idx="0"/>
          <a:fontRef idx="minor"/>
        </p:style>
      </p:sp>
      <p:sp>
        <p:nvSpPr>
          <p:cNvPr id="832" name="Text 41"/>
          <p:cNvSpPr/>
          <p:nvPr/>
        </p:nvSpPr>
        <p:spPr>
          <a:xfrm>
            <a:off x="7502400" y="4651200"/>
            <a:ext cx="4269600" cy="2214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ddff00"/>
                </a:solidFill>
                <a:latin typeface="Liter"/>
                <a:ea typeface="Liter"/>
              </a:rPr>
              <a:t>Influence on Other Genres</a:t>
            </a:r>
            <a:endParaRPr b="0" lang="en-HK" sz="1130" spc="-1" strike="noStrike">
              <a:latin typeface="Arial"/>
            </a:endParaRPr>
          </a:p>
        </p:txBody>
      </p:sp>
      <p:sp>
        <p:nvSpPr>
          <p:cNvPr id="833" name="Shape 42"/>
          <p:cNvSpPr/>
          <p:nvPr/>
        </p:nvSpPr>
        <p:spPr>
          <a:xfrm>
            <a:off x="7502400" y="5032440"/>
            <a:ext cx="62640" cy="62640"/>
          </a:xfrm>
          <a:custGeom>
            <a:avLst/>
            <a:gdLst/>
            <a:ahLst/>
            <a:rect l="l" t="t" r="r" b="b"/>
            <a:pathLst>
              <a:path w="63500" h="63500">
                <a:moveTo>
                  <a:pt x="0" y="0"/>
                </a:moveTo>
                <a:lnTo>
                  <a:pt x="63500" y="0"/>
                </a:lnTo>
                <a:lnTo>
                  <a:pt x="63500" y="63500"/>
                </a:lnTo>
                <a:lnTo>
                  <a:pt x="0" y="63500"/>
                </a:lnTo>
                <a:lnTo>
                  <a:pt x="0" y="0"/>
                </a:lnTo>
                <a:close/>
              </a:path>
            </a:pathLst>
          </a:custGeom>
          <a:solidFill>
            <a:srgbClr val="ddff00"/>
          </a:solidFill>
          <a:ln w="0">
            <a:noFill/>
          </a:ln>
        </p:spPr>
        <p:style>
          <a:lnRef idx="0"/>
          <a:fillRef idx="0"/>
          <a:effectRef idx="0"/>
          <a:fontRef idx="minor"/>
        </p:style>
      </p:sp>
      <p:sp>
        <p:nvSpPr>
          <p:cNvPr id="834" name="Text 43"/>
          <p:cNvSpPr/>
          <p:nvPr/>
        </p:nvSpPr>
        <p:spPr>
          <a:xfrm>
            <a:off x="7629480" y="4968720"/>
            <a:ext cx="3087000" cy="1897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00" spc="-1" strike="noStrike">
                <a:solidFill>
                  <a:srgbClr val="ffffff">
                    <a:alpha val="80000"/>
                  </a:srgbClr>
                </a:solidFill>
                <a:latin typeface="Liter"/>
                <a:ea typeface="Liter"/>
              </a:rPr>
              <a:t>Hip-Hop:</a:t>
            </a:r>
            <a:r>
              <a:rPr b="0" lang="en-US" sz="1000" spc="-1" strike="noStrike">
                <a:solidFill>
                  <a:srgbClr val="ffffff">
                    <a:alpha val="80000"/>
                  </a:srgbClr>
                </a:solidFill>
                <a:latin typeface="Liter"/>
                <a:ea typeface="Liter"/>
              </a:rPr>
              <a:t> Sampling rock tracks, shared rebellious spirit</a:t>
            </a:r>
            <a:endParaRPr b="0" lang="en-HK" sz="1000" spc="-1" strike="noStrike">
              <a:latin typeface="Arial"/>
            </a:endParaRPr>
          </a:p>
        </p:txBody>
      </p:sp>
      <p:sp>
        <p:nvSpPr>
          <p:cNvPr id="835" name="Shape 44"/>
          <p:cNvSpPr/>
          <p:nvPr/>
        </p:nvSpPr>
        <p:spPr>
          <a:xfrm>
            <a:off x="7502400" y="5286240"/>
            <a:ext cx="62640" cy="62640"/>
          </a:xfrm>
          <a:custGeom>
            <a:avLst/>
            <a:gdLst/>
            <a:ahLst/>
            <a:rect l="l" t="t" r="r" b="b"/>
            <a:pathLst>
              <a:path w="63500" h="63500">
                <a:moveTo>
                  <a:pt x="0" y="0"/>
                </a:moveTo>
                <a:lnTo>
                  <a:pt x="63500" y="0"/>
                </a:lnTo>
                <a:lnTo>
                  <a:pt x="63500" y="63500"/>
                </a:lnTo>
                <a:lnTo>
                  <a:pt x="0" y="63500"/>
                </a:lnTo>
                <a:lnTo>
                  <a:pt x="0" y="0"/>
                </a:lnTo>
                <a:close/>
              </a:path>
            </a:pathLst>
          </a:custGeom>
          <a:solidFill>
            <a:srgbClr val="ddff00"/>
          </a:solidFill>
          <a:ln w="0">
            <a:noFill/>
          </a:ln>
        </p:spPr>
        <p:style>
          <a:lnRef idx="0"/>
          <a:fillRef idx="0"/>
          <a:effectRef idx="0"/>
          <a:fontRef idx="minor"/>
        </p:style>
      </p:sp>
      <p:sp>
        <p:nvSpPr>
          <p:cNvPr id="836" name="Text 45"/>
          <p:cNvSpPr/>
          <p:nvPr/>
        </p:nvSpPr>
        <p:spPr>
          <a:xfrm>
            <a:off x="7629480" y="5222880"/>
            <a:ext cx="3047400" cy="1897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00" spc="-1" strike="noStrike">
                <a:solidFill>
                  <a:srgbClr val="ffffff">
                    <a:alpha val="80000"/>
                  </a:srgbClr>
                </a:solidFill>
                <a:latin typeface="Liter"/>
                <a:ea typeface="Liter"/>
              </a:rPr>
              <a:t>Pop Music:</a:t>
            </a:r>
            <a:r>
              <a:rPr b="0" lang="en-US" sz="1000" spc="-1" strike="noStrike">
                <a:solidFill>
                  <a:srgbClr val="ffffff">
                    <a:alpha val="80000"/>
                  </a:srgbClr>
                </a:solidFill>
                <a:latin typeface="Liter"/>
                <a:ea typeface="Liter"/>
              </a:rPr>
              <a:t> Rock's emotive power and stage presence</a:t>
            </a:r>
            <a:endParaRPr b="0" lang="en-HK" sz="1000" spc="-1" strike="noStrike">
              <a:latin typeface="Arial"/>
            </a:endParaRPr>
          </a:p>
        </p:txBody>
      </p:sp>
      <p:sp>
        <p:nvSpPr>
          <p:cNvPr id="837" name="Shape 46"/>
          <p:cNvSpPr/>
          <p:nvPr/>
        </p:nvSpPr>
        <p:spPr>
          <a:xfrm>
            <a:off x="7502400" y="5540400"/>
            <a:ext cx="62640" cy="62640"/>
          </a:xfrm>
          <a:custGeom>
            <a:avLst/>
            <a:gdLst/>
            <a:ahLst/>
            <a:rect l="l" t="t" r="r" b="b"/>
            <a:pathLst>
              <a:path w="63500" h="63500">
                <a:moveTo>
                  <a:pt x="0" y="0"/>
                </a:moveTo>
                <a:lnTo>
                  <a:pt x="63500" y="0"/>
                </a:lnTo>
                <a:lnTo>
                  <a:pt x="63500" y="63500"/>
                </a:lnTo>
                <a:lnTo>
                  <a:pt x="0" y="63500"/>
                </a:lnTo>
                <a:lnTo>
                  <a:pt x="0" y="0"/>
                </a:lnTo>
                <a:close/>
              </a:path>
            </a:pathLst>
          </a:custGeom>
          <a:solidFill>
            <a:srgbClr val="ddff00"/>
          </a:solidFill>
          <a:ln w="0">
            <a:noFill/>
          </a:ln>
        </p:spPr>
        <p:style>
          <a:lnRef idx="0"/>
          <a:fillRef idx="0"/>
          <a:effectRef idx="0"/>
          <a:fontRef idx="minor"/>
        </p:style>
      </p:sp>
      <p:sp>
        <p:nvSpPr>
          <p:cNvPr id="838" name="Text 47"/>
          <p:cNvSpPr/>
          <p:nvPr/>
        </p:nvSpPr>
        <p:spPr>
          <a:xfrm>
            <a:off x="7629480" y="5477040"/>
            <a:ext cx="2856960" cy="1897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00" spc="-1" strike="noStrike">
                <a:solidFill>
                  <a:srgbClr val="ffffff">
                    <a:alpha val="80000"/>
                  </a:srgbClr>
                </a:solidFill>
                <a:latin typeface="Liter"/>
                <a:ea typeface="Liter"/>
              </a:rPr>
              <a:t>Electronic:</a:t>
            </a:r>
            <a:r>
              <a:rPr b="0" lang="en-US" sz="1000" spc="-1" strike="noStrike">
                <a:solidFill>
                  <a:srgbClr val="ffffff">
                    <a:alpha val="80000"/>
                  </a:srgbClr>
                </a:solidFill>
                <a:latin typeface="Liter"/>
                <a:ea typeface="Liter"/>
              </a:rPr>
              <a:t> Rock's energy in EDM and dance music</a:t>
            </a:r>
            <a:endParaRPr b="0" lang="en-HK" sz="1000" spc="-1" strike="noStrike">
              <a:latin typeface="Arial"/>
            </a:endParaRPr>
          </a:p>
        </p:txBody>
      </p:sp>
      <p:sp>
        <p:nvSpPr>
          <p:cNvPr id="839" name="Shape 48"/>
          <p:cNvSpPr/>
          <p:nvPr/>
        </p:nvSpPr>
        <p:spPr>
          <a:xfrm>
            <a:off x="7502400" y="5794200"/>
            <a:ext cx="62640" cy="62640"/>
          </a:xfrm>
          <a:custGeom>
            <a:avLst/>
            <a:gdLst/>
            <a:ahLst/>
            <a:rect l="l" t="t" r="r" b="b"/>
            <a:pathLst>
              <a:path w="63500" h="63500">
                <a:moveTo>
                  <a:pt x="0" y="0"/>
                </a:moveTo>
                <a:lnTo>
                  <a:pt x="63500" y="0"/>
                </a:lnTo>
                <a:lnTo>
                  <a:pt x="63500" y="63500"/>
                </a:lnTo>
                <a:lnTo>
                  <a:pt x="0" y="63500"/>
                </a:lnTo>
                <a:lnTo>
                  <a:pt x="0" y="0"/>
                </a:lnTo>
                <a:close/>
              </a:path>
            </a:pathLst>
          </a:custGeom>
          <a:solidFill>
            <a:srgbClr val="ddff00"/>
          </a:solidFill>
          <a:ln w="0">
            <a:noFill/>
          </a:ln>
        </p:spPr>
        <p:style>
          <a:lnRef idx="0"/>
          <a:fillRef idx="0"/>
          <a:effectRef idx="0"/>
          <a:fontRef idx="minor"/>
        </p:style>
      </p:sp>
      <p:sp>
        <p:nvSpPr>
          <p:cNvPr id="840" name="Text 49"/>
          <p:cNvSpPr/>
          <p:nvPr/>
        </p:nvSpPr>
        <p:spPr>
          <a:xfrm>
            <a:off x="7629480" y="5730840"/>
            <a:ext cx="3094920" cy="1897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00" spc="-1" strike="noStrike">
                <a:solidFill>
                  <a:srgbClr val="ffffff">
                    <a:alpha val="80000"/>
                  </a:srgbClr>
                </a:solidFill>
                <a:latin typeface="Liter"/>
                <a:ea typeface="Liter"/>
              </a:rPr>
              <a:t>Country:</a:t>
            </a:r>
            <a:r>
              <a:rPr b="0" lang="en-US" sz="1000" spc="-1" strike="noStrike">
                <a:solidFill>
                  <a:srgbClr val="ffffff">
                    <a:alpha val="80000"/>
                  </a:srgbClr>
                </a:solidFill>
                <a:latin typeface="Liter"/>
                <a:ea typeface="Liter"/>
              </a:rPr>
              <a:t> Rock-influenced country rock and alt-country</a:t>
            </a:r>
            <a:endParaRPr b="0" lang="en-HK" sz="1000" spc="-1" strike="noStrike">
              <a:latin typeface="Arial"/>
            </a:endParaRPr>
          </a:p>
        </p:txBody>
      </p:sp>
      <p:sp>
        <p:nvSpPr>
          <p:cNvPr id="841" name="Shape 50"/>
          <p:cNvSpPr/>
          <p:nvPr/>
        </p:nvSpPr>
        <p:spPr>
          <a:xfrm>
            <a:off x="7327800" y="6222960"/>
            <a:ext cx="4547520" cy="634320"/>
          </a:xfrm>
          <a:custGeom>
            <a:avLst/>
            <a:gdLst/>
            <a:ahLst/>
            <a:rect l="l" t="t" r="r" b="b"/>
            <a:pathLst>
              <a:path w="4548188" h="635000">
                <a:moveTo>
                  <a:pt x="0" y="0"/>
                </a:moveTo>
                <a:lnTo>
                  <a:pt x="4548188" y="0"/>
                </a:lnTo>
                <a:lnTo>
                  <a:pt x="4548188" y="635000"/>
                </a:lnTo>
                <a:lnTo>
                  <a:pt x="0" y="635000"/>
                </a:lnTo>
                <a:lnTo>
                  <a:pt x="0" y="0"/>
                </a:lnTo>
                <a:close/>
              </a:path>
            </a:pathLst>
          </a:custGeom>
          <a:solidFill>
            <a:srgbClr val="ddff00"/>
          </a:solidFill>
          <a:ln w="0">
            <a:noFill/>
          </a:ln>
        </p:spPr>
        <p:style>
          <a:lnRef idx="0"/>
          <a:fillRef idx="0"/>
          <a:effectRef idx="0"/>
          <a:fontRef idx="minor"/>
        </p:style>
      </p:sp>
      <p:sp>
        <p:nvSpPr>
          <p:cNvPr id="842" name="Text 51"/>
          <p:cNvSpPr/>
          <p:nvPr/>
        </p:nvSpPr>
        <p:spPr>
          <a:xfrm>
            <a:off x="7423200" y="6350040"/>
            <a:ext cx="4357080" cy="38016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1" lang="en-US" sz="1000" spc="-1" strike="noStrike">
                <a:solidFill>
                  <a:srgbClr val="000000"/>
                </a:solidFill>
                <a:latin typeface="Liter"/>
                <a:ea typeface="Liter"/>
              </a:rPr>
              <a:t>"Rock and roll is here to stay."</a:t>
            </a:r>
            <a:endParaRPr b="0" lang="en-HK" sz="1000" spc="-1" strike="noStrike">
              <a:latin typeface="Arial"/>
            </a:endParaRPr>
          </a:p>
          <a:p>
            <a:pPr algn="ctr">
              <a:lnSpc>
                <a:spcPct val="130000"/>
              </a:lnSpc>
              <a:buNone/>
            </a:pPr>
            <a:r>
              <a:rPr b="0" lang="en-US" sz="880" spc="-1" strike="noStrike">
                <a:solidFill>
                  <a:srgbClr val="000000"/>
                </a:solidFill>
                <a:latin typeface="Liter"/>
                <a:ea typeface="Liter"/>
              </a:rPr>
              <a:t>— </a:t>
            </a:r>
            <a:r>
              <a:rPr b="0" lang="en-US" sz="880" spc="-1" strike="noStrike">
                <a:solidFill>
                  <a:srgbClr val="000000"/>
                </a:solidFill>
                <a:latin typeface="Liter"/>
                <a:ea typeface="Liter"/>
              </a:rPr>
              <a:t>Danny &amp; the Juniors, 1958</a:t>
            </a:r>
            <a:endParaRPr b="0" lang="en-HK" sz="880" spc="-1" strike="noStrike">
              <a:latin typeface="Arial"/>
            </a:endParaRPr>
          </a:p>
        </p:txBody>
      </p:sp>
    </p:spTree>
  </p:cSld>
  <mc:AlternateContent>
    <mc:Choice Requires="p14">
      <p:transition spd="slow" p14:dur="2000"/>
    </mc:Choice>
    <mc:Fallback>
      <p:transition spd="slow"/>
    </mc:Fallback>
  </mc:AlternateContent>
</p:sld>
</file>

<file path=ppt/slides/slide2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sp>
        <p:nvSpPr>
          <p:cNvPr id="843" name="Image 0"/>
          <p:cNvSpPr/>
          <p:nvPr/>
        </p:nvSpPr>
        <p:spPr>
          <a:xfrm>
            <a:off x="0" y="0"/>
            <a:ext cx="12191400" cy="6857280"/>
          </a:xfrm>
          <a:prstGeom prst="roundRect">
            <a:avLst>
              <a:gd name="adj" fmla="val 0"/>
            </a:avLst>
          </a:prstGeom>
          <a:blipFill rotWithShape="0">
            <a:blip r:embed="rId1"/>
            <a:srcRect/>
            <a:stretch/>
          </a:blipFill>
          <a:ln w="0">
            <a:noFill/>
          </a:ln>
        </p:spPr>
        <p:style>
          <a:lnRef idx="0"/>
          <a:fillRef idx="0"/>
          <a:effectRef idx="0"/>
          <a:fontRef idx="minor"/>
        </p:style>
      </p:sp>
      <p:sp>
        <p:nvSpPr>
          <p:cNvPr id="844" name="Shape 0"/>
          <p:cNvSpPr/>
          <p:nvPr/>
        </p:nvSpPr>
        <p:spPr>
          <a:xfrm>
            <a:off x="0" y="0"/>
            <a:ext cx="12191400" cy="6857280"/>
          </a:xfrm>
          <a:custGeom>
            <a:avLst/>
            <a:gdLst/>
            <a:ahLst/>
            <a:rect l="l" t="t" r="r" b="b"/>
            <a:pathLst>
              <a:path w="12192000" h="6858000">
                <a:moveTo>
                  <a:pt x="0" y="0"/>
                </a:moveTo>
                <a:lnTo>
                  <a:pt x="12192000" y="0"/>
                </a:lnTo>
                <a:lnTo>
                  <a:pt x="12192000" y="6858000"/>
                </a:lnTo>
                <a:lnTo>
                  <a:pt x="0" y="6858000"/>
                </a:lnTo>
                <a:lnTo>
                  <a:pt x="0" y="0"/>
                </a:lnTo>
                <a:close/>
              </a:path>
            </a:pathLst>
          </a:custGeom>
          <a:gradFill rotWithShape="0">
            <a:gsLst>
              <a:gs pos="0">
                <a:srgbClr val="000000"/>
              </a:gs>
              <a:gs pos="100000">
                <a:srgbClr val="000000">
                  <a:alpha val="60000"/>
                </a:srgbClr>
              </a:gs>
            </a:gsLst>
            <a:lin ang="2700000"/>
          </a:gradFill>
          <a:ln w="0">
            <a:noFill/>
          </a:ln>
        </p:spPr>
        <p:style>
          <a:lnRef idx="0"/>
          <a:fillRef idx="0"/>
          <a:effectRef idx="0"/>
          <a:fontRef idx="minor"/>
        </p:style>
      </p:sp>
      <p:sp>
        <p:nvSpPr>
          <p:cNvPr id="845" name="Shape 1"/>
          <p:cNvSpPr/>
          <p:nvPr/>
        </p:nvSpPr>
        <p:spPr>
          <a:xfrm>
            <a:off x="4773960" y="153720"/>
            <a:ext cx="880560" cy="36000"/>
          </a:xfrm>
          <a:custGeom>
            <a:avLst/>
            <a:gdLst/>
            <a:ahLst/>
            <a:rect l="l" t="t" r="r" b="b"/>
            <a:pathLst>
              <a:path w="881349" h="36723">
                <a:moveTo>
                  <a:pt x="0" y="0"/>
                </a:moveTo>
                <a:lnTo>
                  <a:pt x="881349" y="0"/>
                </a:lnTo>
                <a:lnTo>
                  <a:pt x="881349" y="36723"/>
                </a:lnTo>
                <a:lnTo>
                  <a:pt x="0" y="36723"/>
                </a:lnTo>
                <a:lnTo>
                  <a:pt x="0" y="0"/>
                </a:lnTo>
                <a:close/>
              </a:path>
            </a:pathLst>
          </a:custGeom>
          <a:solidFill>
            <a:srgbClr val="ddff00"/>
          </a:solidFill>
          <a:ln w="0">
            <a:noFill/>
          </a:ln>
        </p:spPr>
        <p:style>
          <a:lnRef idx="0"/>
          <a:fillRef idx="0"/>
          <a:effectRef idx="0"/>
          <a:fontRef idx="minor"/>
        </p:style>
      </p:sp>
      <p:sp>
        <p:nvSpPr>
          <p:cNvPr id="846" name="Shape 2"/>
          <p:cNvSpPr/>
          <p:nvPr/>
        </p:nvSpPr>
        <p:spPr>
          <a:xfrm rot="2700000">
            <a:off x="5699160" y="-225000"/>
            <a:ext cx="550080" cy="550080"/>
          </a:xfrm>
          <a:custGeom>
            <a:avLst/>
            <a:gdLst/>
            <a:ahLst/>
            <a:rect l="l" t="t" r="r" b="b"/>
            <a:pathLst>
              <a:path w="550843" h="550843">
                <a:moveTo>
                  <a:pt x="0" y="0"/>
                </a:moveTo>
                <a:lnTo>
                  <a:pt x="550843" y="0"/>
                </a:lnTo>
                <a:lnTo>
                  <a:pt x="550843" y="550843"/>
                </a:lnTo>
                <a:lnTo>
                  <a:pt x="0" y="550843"/>
                </a:lnTo>
                <a:lnTo>
                  <a:pt x="0" y="0"/>
                </a:lnTo>
                <a:close/>
              </a:path>
            </a:pathLst>
          </a:custGeom>
          <a:noFill/>
          <a:ln w="50800">
            <a:solidFill>
              <a:srgbClr val="ddff00"/>
            </a:solidFill>
            <a:round/>
          </a:ln>
          <a:effectLst>
            <a:outerShdw algn="bl" blurRad="275400" dir="2700000" dist="49893" kx="0" ky="0" rotWithShape="0" sx="100000" sy="100000">
              <a:srgbClr val="ddff00">
                <a:alpha val="30000"/>
              </a:srgbClr>
            </a:outerShdw>
          </a:effectLst>
        </p:spPr>
        <p:style>
          <a:lnRef idx="0"/>
          <a:fillRef idx="0"/>
          <a:effectRef idx="0"/>
          <a:fontRef idx="minor"/>
        </p:style>
      </p:sp>
      <p:sp>
        <p:nvSpPr>
          <p:cNvPr id="847" name="Shape 3"/>
          <p:cNvSpPr/>
          <p:nvPr/>
        </p:nvSpPr>
        <p:spPr>
          <a:xfrm>
            <a:off x="5985720" y="61920"/>
            <a:ext cx="219600" cy="219600"/>
          </a:xfrm>
          <a:custGeom>
            <a:avLst/>
            <a:gdLst/>
            <a:ahLst/>
            <a:rect l="l" t="t" r="r" b="b"/>
            <a:pathLst>
              <a:path w="220337" h="220337">
                <a:moveTo>
                  <a:pt x="201402" y="3012"/>
                </a:moveTo>
                <a:cubicBezTo>
                  <a:pt x="204673" y="5638"/>
                  <a:pt x="206566" y="9597"/>
                  <a:pt x="206566" y="13771"/>
                </a:cubicBezTo>
                <a:lnTo>
                  <a:pt x="206566" y="144596"/>
                </a:lnTo>
                <a:cubicBezTo>
                  <a:pt x="206566" y="163618"/>
                  <a:pt x="188061" y="179024"/>
                  <a:pt x="165253" y="179024"/>
                </a:cubicBezTo>
                <a:cubicBezTo>
                  <a:pt x="142445" y="179024"/>
                  <a:pt x="123940" y="163618"/>
                  <a:pt x="123940" y="144596"/>
                </a:cubicBezTo>
                <a:cubicBezTo>
                  <a:pt x="123940" y="125575"/>
                  <a:pt x="142445" y="110169"/>
                  <a:pt x="165253" y="110169"/>
                </a:cubicBezTo>
                <a:cubicBezTo>
                  <a:pt x="170073" y="110169"/>
                  <a:pt x="174721" y="110857"/>
                  <a:pt x="179024" y="112148"/>
                </a:cubicBezTo>
                <a:lnTo>
                  <a:pt x="179024" y="61927"/>
                </a:lnTo>
                <a:lnTo>
                  <a:pt x="82627" y="83358"/>
                </a:lnTo>
                <a:lnTo>
                  <a:pt x="82627" y="172139"/>
                </a:lnTo>
                <a:cubicBezTo>
                  <a:pt x="82627" y="191160"/>
                  <a:pt x="64122" y="206566"/>
                  <a:pt x="41313" y="206566"/>
                </a:cubicBezTo>
                <a:cubicBezTo>
                  <a:pt x="18505" y="206566"/>
                  <a:pt x="0" y="191160"/>
                  <a:pt x="0" y="172139"/>
                </a:cubicBezTo>
                <a:cubicBezTo>
                  <a:pt x="0" y="153117"/>
                  <a:pt x="18505" y="137711"/>
                  <a:pt x="41313" y="137711"/>
                </a:cubicBezTo>
                <a:cubicBezTo>
                  <a:pt x="46133" y="137711"/>
                  <a:pt x="50781" y="138399"/>
                  <a:pt x="55084" y="139690"/>
                </a:cubicBezTo>
                <a:lnTo>
                  <a:pt x="55084" y="41313"/>
                </a:lnTo>
                <a:cubicBezTo>
                  <a:pt x="55084" y="34858"/>
                  <a:pt x="59560" y="29264"/>
                  <a:pt x="65886" y="27886"/>
                </a:cubicBezTo>
                <a:lnTo>
                  <a:pt x="189826" y="344"/>
                </a:lnTo>
                <a:cubicBezTo>
                  <a:pt x="193914" y="-559"/>
                  <a:pt x="198175" y="430"/>
                  <a:pt x="201445" y="3055"/>
                </a:cubicBezTo>
                <a:close/>
              </a:path>
            </a:pathLst>
          </a:custGeom>
          <a:solidFill>
            <a:srgbClr val="ddff00"/>
          </a:solidFill>
          <a:ln w="0">
            <a:noFill/>
          </a:ln>
        </p:spPr>
        <p:style>
          <a:lnRef idx="0"/>
          <a:fillRef idx="0"/>
          <a:effectRef idx="0"/>
          <a:fontRef idx="minor"/>
        </p:style>
      </p:sp>
      <p:sp>
        <p:nvSpPr>
          <p:cNvPr id="848" name="Shape 4"/>
          <p:cNvSpPr/>
          <p:nvPr/>
        </p:nvSpPr>
        <p:spPr>
          <a:xfrm>
            <a:off x="6536520" y="153720"/>
            <a:ext cx="880560" cy="36000"/>
          </a:xfrm>
          <a:custGeom>
            <a:avLst/>
            <a:gdLst/>
            <a:ahLst/>
            <a:rect l="l" t="t" r="r" b="b"/>
            <a:pathLst>
              <a:path w="881349" h="36723">
                <a:moveTo>
                  <a:pt x="0" y="0"/>
                </a:moveTo>
                <a:lnTo>
                  <a:pt x="881349" y="0"/>
                </a:lnTo>
                <a:lnTo>
                  <a:pt x="881349" y="36723"/>
                </a:lnTo>
                <a:lnTo>
                  <a:pt x="0" y="36723"/>
                </a:lnTo>
                <a:lnTo>
                  <a:pt x="0" y="0"/>
                </a:lnTo>
                <a:close/>
              </a:path>
            </a:pathLst>
          </a:custGeom>
          <a:solidFill>
            <a:srgbClr val="ddff00"/>
          </a:solidFill>
          <a:ln w="0">
            <a:noFill/>
          </a:ln>
        </p:spPr>
        <p:style>
          <a:lnRef idx="0"/>
          <a:fillRef idx="0"/>
          <a:effectRef idx="0"/>
          <a:fontRef idx="minor"/>
        </p:style>
      </p:sp>
      <p:sp>
        <p:nvSpPr>
          <p:cNvPr id="849" name="Text 5"/>
          <p:cNvSpPr/>
          <p:nvPr/>
        </p:nvSpPr>
        <p:spPr>
          <a:xfrm>
            <a:off x="3582360" y="979920"/>
            <a:ext cx="5030280" cy="1761840"/>
          </a:xfrm>
          <a:prstGeom prst="rect">
            <a:avLst/>
          </a:prstGeom>
          <a:noFill/>
          <a:ln w="0">
            <a:noFill/>
          </a:ln>
        </p:spPr>
        <p:style>
          <a:lnRef idx="0"/>
          <a:fillRef idx="0"/>
          <a:effectRef idx="0"/>
          <a:fontRef idx="minor"/>
        </p:style>
        <p:txBody>
          <a:bodyPr lIns="0" rIns="0" tIns="0" bIns="0" anchor="ctr">
            <a:noAutofit/>
          </a:bodyPr>
          <a:p>
            <a:pPr algn="ctr">
              <a:lnSpc>
                <a:spcPct val="80000"/>
              </a:lnSpc>
              <a:buNone/>
            </a:pPr>
            <a:r>
              <a:rPr b="1" lang="en-US" sz="3600" spc="-1" strike="noStrike">
                <a:solidFill>
                  <a:srgbClr val="ffffff"/>
                </a:solidFill>
                <a:latin typeface="Liter"/>
                <a:ea typeface="Liter"/>
              </a:rPr>
              <a:t>ROCK WILL</a:t>
            </a:r>
            <a:endParaRPr b="0" lang="en-HK" sz="3600" spc="-1" strike="noStrike">
              <a:latin typeface="Arial"/>
            </a:endParaRPr>
          </a:p>
          <a:p>
            <a:pPr algn="ctr">
              <a:lnSpc>
                <a:spcPct val="80000"/>
              </a:lnSpc>
              <a:buNone/>
            </a:pPr>
            <a:r>
              <a:rPr b="1" lang="en-US" sz="3600" spc="-1" strike="noStrike">
                <a:solidFill>
                  <a:srgbClr val="ddff00"/>
                </a:solidFill>
                <a:latin typeface="Liter"/>
                <a:ea typeface="Liter"/>
              </a:rPr>
              <a:t>NEVER DIE</a:t>
            </a:r>
            <a:endParaRPr b="0" lang="en-HK" sz="3600" spc="-1" strike="noStrike">
              <a:latin typeface="Arial"/>
            </a:endParaRPr>
          </a:p>
        </p:txBody>
      </p:sp>
      <p:sp>
        <p:nvSpPr>
          <p:cNvPr id="850" name="Text 6"/>
          <p:cNvSpPr/>
          <p:nvPr/>
        </p:nvSpPr>
        <p:spPr>
          <a:xfrm>
            <a:off x="2515680" y="3036600"/>
            <a:ext cx="7160400" cy="1431360"/>
          </a:xfrm>
          <a:prstGeom prst="rect">
            <a:avLst/>
          </a:prstGeom>
          <a:noFill/>
          <a:ln w="0">
            <a:noFill/>
          </a:ln>
        </p:spPr>
        <p:style>
          <a:lnRef idx="0"/>
          <a:fillRef idx="0"/>
          <a:effectRef idx="0"/>
          <a:fontRef idx="minor"/>
        </p:style>
        <p:txBody>
          <a:bodyPr lIns="0" rIns="0" tIns="0" bIns="0" anchor="ctr">
            <a:noAutofit/>
          </a:bodyPr>
          <a:p>
            <a:pPr algn="ctr">
              <a:lnSpc>
                <a:spcPct val="140000"/>
              </a:lnSpc>
              <a:buNone/>
            </a:pPr>
            <a:r>
              <a:rPr b="1" lang="en-US" sz="1729" spc="-1" strike="noStrike">
                <a:solidFill>
                  <a:srgbClr val="ffffff"/>
                </a:solidFill>
                <a:latin typeface="Liter"/>
                <a:ea typeface="Liter"/>
              </a:rPr>
              <a:t>From blues roots to global phenomenon,</a:t>
            </a:r>
            <a:r>
              <a:rPr b="0" lang="en-US" sz="1729" spc="-1" strike="noStrike">
                <a:solidFill>
                  <a:srgbClr val="ffffff"/>
                </a:solidFill>
                <a:latin typeface="Liter"/>
                <a:ea typeface="Liter"/>
              </a:rPr>
              <a:t> rock music has constantly evolved while maintaining its rebellious spirit. Its influence echoes through every genre that followed, proving that authentic, passionate music transcends time.</a:t>
            </a:r>
            <a:endParaRPr b="0" lang="en-HK" sz="1729" spc="-1" strike="noStrike">
              <a:latin typeface="Arial"/>
            </a:endParaRPr>
          </a:p>
        </p:txBody>
      </p:sp>
      <p:sp>
        <p:nvSpPr>
          <p:cNvPr id="851" name="Text 7"/>
          <p:cNvSpPr/>
          <p:nvPr/>
        </p:nvSpPr>
        <p:spPr>
          <a:xfrm>
            <a:off x="2524680" y="4689000"/>
            <a:ext cx="7142040" cy="898920"/>
          </a:xfrm>
          <a:prstGeom prst="rect">
            <a:avLst/>
          </a:prstGeom>
          <a:noFill/>
          <a:ln w="0">
            <a:noFill/>
          </a:ln>
        </p:spPr>
        <p:style>
          <a:lnRef idx="0"/>
          <a:fillRef idx="0"/>
          <a:effectRef idx="0"/>
          <a:fontRef idx="minor"/>
        </p:style>
        <p:txBody>
          <a:bodyPr lIns="0" rIns="0" tIns="0" bIns="0" anchor="ctr">
            <a:noAutofit/>
          </a:bodyPr>
          <a:p>
            <a:pPr algn="ctr">
              <a:lnSpc>
                <a:spcPct val="140000"/>
              </a:lnSpc>
              <a:buNone/>
            </a:pPr>
            <a:r>
              <a:rPr b="0" lang="en-US" sz="1450" spc="-1" strike="noStrike">
                <a:solidFill>
                  <a:srgbClr val="ffffff">
                    <a:alpha val="80000"/>
                  </a:srgbClr>
                </a:solidFill>
                <a:latin typeface="Liter"/>
                <a:ea typeface="Liter"/>
              </a:rPr>
              <a:t>From Chuck Berry's guitar riffs to Kurt Cobain's raw emotion, from The Beatles' revolution to Arctic Monkeys' revival—rock continues to inspire, challenge, and unite generations.</a:t>
            </a:r>
            <a:endParaRPr b="0" lang="en-HK" sz="1450" spc="-1" strike="noStrike">
              <a:latin typeface="Arial"/>
            </a:endParaRPr>
          </a:p>
        </p:txBody>
      </p:sp>
      <p:sp>
        <p:nvSpPr>
          <p:cNvPr id="852" name="Shape 8"/>
          <p:cNvSpPr/>
          <p:nvPr/>
        </p:nvSpPr>
        <p:spPr>
          <a:xfrm>
            <a:off x="5232960" y="5878080"/>
            <a:ext cx="733680" cy="36000"/>
          </a:xfrm>
          <a:custGeom>
            <a:avLst/>
            <a:gdLst/>
            <a:ahLst/>
            <a:rect l="l" t="t" r="r" b="b"/>
            <a:pathLst>
              <a:path w="734458" h="36723">
                <a:moveTo>
                  <a:pt x="0" y="0"/>
                </a:moveTo>
                <a:lnTo>
                  <a:pt x="734458" y="0"/>
                </a:lnTo>
                <a:lnTo>
                  <a:pt x="734458" y="36723"/>
                </a:lnTo>
                <a:lnTo>
                  <a:pt x="0" y="36723"/>
                </a:lnTo>
                <a:lnTo>
                  <a:pt x="0" y="0"/>
                </a:lnTo>
                <a:close/>
              </a:path>
            </a:pathLst>
          </a:custGeom>
          <a:solidFill>
            <a:srgbClr val="ddff00"/>
          </a:solidFill>
          <a:ln w="0">
            <a:noFill/>
          </a:ln>
        </p:spPr>
        <p:style>
          <a:lnRef idx="0"/>
          <a:fillRef idx="0"/>
          <a:effectRef idx="0"/>
          <a:fontRef idx="minor"/>
        </p:style>
      </p:sp>
      <p:sp>
        <p:nvSpPr>
          <p:cNvPr id="853" name="Shape 9"/>
          <p:cNvSpPr/>
          <p:nvPr/>
        </p:nvSpPr>
        <p:spPr>
          <a:xfrm>
            <a:off x="6187680" y="5878080"/>
            <a:ext cx="366480" cy="36000"/>
          </a:xfrm>
          <a:custGeom>
            <a:avLst/>
            <a:gdLst/>
            <a:ahLst/>
            <a:rect l="l" t="t" r="r" b="b"/>
            <a:pathLst>
              <a:path w="367229" h="36723">
                <a:moveTo>
                  <a:pt x="0" y="0"/>
                </a:moveTo>
                <a:lnTo>
                  <a:pt x="367229" y="0"/>
                </a:lnTo>
                <a:lnTo>
                  <a:pt x="367229" y="36723"/>
                </a:lnTo>
                <a:lnTo>
                  <a:pt x="0" y="36723"/>
                </a:lnTo>
                <a:lnTo>
                  <a:pt x="0" y="0"/>
                </a:lnTo>
                <a:close/>
              </a:path>
            </a:pathLst>
          </a:custGeom>
          <a:solidFill>
            <a:srgbClr val="ddff00"/>
          </a:solidFill>
          <a:ln w="0">
            <a:noFill/>
          </a:ln>
        </p:spPr>
        <p:style>
          <a:lnRef idx="0"/>
          <a:fillRef idx="0"/>
          <a:effectRef idx="0"/>
          <a:fontRef idx="minor"/>
        </p:style>
      </p:sp>
      <p:sp>
        <p:nvSpPr>
          <p:cNvPr id="854" name="Shape 10"/>
          <p:cNvSpPr/>
          <p:nvPr/>
        </p:nvSpPr>
        <p:spPr>
          <a:xfrm>
            <a:off x="6775200" y="5878080"/>
            <a:ext cx="182880" cy="36000"/>
          </a:xfrm>
          <a:custGeom>
            <a:avLst/>
            <a:gdLst/>
            <a:ahLst/>
            <a:rect l="l" t="t" r="r" b="b"/>
            <a:pathLst>
              <a:path w="183614" h="36723">
                <a:moveTo>
                  <a:pt x="0" y="0"/>
                </a:moveTo>
                <a:lnTo>
                  <a:pt x="183614" y="0"/>
                </a:lnTo>
                <a:lnTo>
                  <a:pt x="183614" y="36723"/>
                </a:lnTo>
                <a:lnTo>
                  <a:pt x="0" y="36723"/>
                </a:lnTo>
                <a:lnTo>
                  <a:pt x="0" y="0"/>
                </a:lnTo>
                <a:close/>
              </a:path>
            </a:pathLst>
          </a:custGeom>
          <a:solidFill>
            <a:srgbClr val="ddff00"/>
          </a:solidFill>
          <a:ln w="0">
            <a:noFill/>
          </a:ln>
        </p:spPr>
        <p:style>
          <a:lnRef idx="0"/>
          <a:fillRef idx="0"/>
          <a:effectRef idx="0"/>
          <a:fontRef idx="minor"/>
        </p:style>
      </p:sp>
      <p:sp>
        <p:nvSpPr>
          <p:cNvPr id="855" name="Text 11"/>
          <p:cNvSpPr/>
          <p:nvPr/>
        </p:nvSpPr>
        <p:spPr>
          <a:xfrm>
            <a:off x="2564280" y="6208560"/>
            <a:ext cx="1706760" cy="439920"/>
          </a:xfrm>
          <a:prstGeom prst="rect">
            <a:avLst/>
          </a:prstGeom>
          <a:noFill/>
          <a:ln w="0">
            <a:noFill/>
          </a:ln>
        </p:spPr>
        <p:style>
          <a:lnRef idx="0"/>
          <a:fillRef idx="0"/>
          <a:effectRef idx="0"/>
          <a:fontRef idx="minor"/>
        </p:style>
        <p:txBody>
          <a:bodyPr lIns="0" rIns="0" tIns="0" bIns="0" anchor="ctr">
            <a:noAutofit/>
          </a:bodyPr>
          <a:p>
            <a:pPr algn="ctr">
              <a:lnSpc>
                <a:spcPct val="80000"/>
              </a:lnSpc>
              <a:buNone/>
            </a:pPr>
            <a:r>
              <a:rPr b="1" lang="en-US" sz="3470" spc="-1" strike="noStrike">
                <a:solidFill>
                  <a:srgbClr val="ddff00"/>
                </a:solidFill>
                <a:latin typeface="Liter"/>
                <a:ea typeface="Liter"/>
              </a:rPr>
              <a:t>70+</a:t>
            </a:r>
            <a:endParaRPr b="0" lang="en-HK" sz="3470" spc="-1" strike="noStrike">
              <a:latin typeface="Arial"/>
            </a:endParaRPr>
          </a:p>
        </p:txBody>
      </p:sp>
      <p:sp>
        <p:nvSpPr>
          <p:cNvPr id="856" name="Text 12"/>
          <p:cNvSpPr/>
          <p:nvPr/>
        </p:nvSpPr>
        <p:spPr>
          <a:xfrm>
            <a:off x="2633040" y="6722640"/>
            <a:ext cx="1569240" cy="25632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0" lang="en-US" sz="1300" spc="-1" strike="noStrike">
                <a:solidFill>
                  <a:srgbClr val="ffffff">
                    <a:alpha val="80000"/>
                  </a:srgbClr>
                </a:solidFill>
                <a:latin typeface="Liter"/>
                <a:ea typeface="Liter"/>
              </a:rPr>
              <a:t>Years of Rock</a:t>
            </a:r>
            <a:endParaRPr b="0" lang="en-HK" sz="1300" spc="-1" strike="noStrike">
              <a:latin typeface="Arial"/>
            </a:endParaRPr>
          </a:p>
        </p:txBody>
      </p:sp>
      <p:sp>
        <p:nvSpPr>
          <p:cNvPr id="857" name="Text 13"/>
          <p:cNvSpPr/>
          <p:nvPr/>
        </p:nvSpPr>
        <p:spPr>
          <a:xfrm>
            <a:off x="4348440" y="6208560"/>
            <a:ext cx="1706760" cy="439920"/>
          </a:xfrm>
          <a:prstGeom prst="rect">
            <a:avLst/>
          </a:prstGeom>
          <a:noFill/>
          <a:ln w="0">
            <a:noFill/>
          </a:ln>
        </p:spPr>
        <p:style>
          <a:lnRef idx="0"/>
          <a:fillRef idx="0"/>
          <a:effectRef idx="0"/>
          <a:fontRef idx="minor"/>
        </p:style>
        <p:txBody>
          <a:bodyPr lIns="0" rIns="0" tIns="0" bIns="0" anchor="ctr">
            <a:noAutofit/>
          </a:bodyPr>
          <a:p>
            <a:pPr algn="ctr">
              <a:lnSpc>
                <a:spcPct val="80000"/>
              </a:lnSpc>
              <a:buNone/>
            </a:pPr>
            <a:r>
              <a:rPr b="1" lang="en-US" sz="3470" spc="-1" strike="noStrike">
                <a:solidFill>
                  <a:srgbClr val="ddff00"/>
                </a:solidFill>
                <a:latin typeface="Liter"/>
                <a:ea typeface="Liter"/>
              </a:rPr>
              <a:t>∞</a:t>
            </a:r>
            <a:endParaRPr b="0" lang="en-HK" sz="3470" spc="-1" strike="noStrike">
              <a:latin typeface="Arial"/>
            </a:endParaRPr>
          </a:p>
        </p:txBody>
      </p:sp>
      <p:sp>
        <p:nvSpPr>
          <p:cNvPr id="858" name="Text 14"/>
          <p:cNvSpPr/>
          <p:nvPr/>
        </p:nvSpPr>
        <p:spPr>
          <a:xfrm>
            <a:off x="4417200" y="6722640"/>
            <a:ext cx="1569240" cy="25632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0" lang="en-US" sz="1300" spc="-1" strike="noStrike">
                <a:solidFill>
                  <a:srgbClr val="ffffff">
                    <a:alpha val="80000"/>
                  </a:srgbClr>
                </a:solidFill>
                <a:latin typeface="Liter"/>
                <a:ea typeface="Liter"/>
              </a:rPr>
              <a:t>Influence</a:t>
            </a:r>
            <a:endParaRPr b="0" lang="en-HK" sz="1300" spc="-1" strike="noStrike">
              <a:latin typeface="Arial"/>
            </a:endParaRPr>
          </a:p>
        </p:txBody>
      </p:sp>
      <p:sp>
        <p:nvSpPr>
          <p:cNvPr id="859" name="Text 15"/>
          <p:cNvSpPr/>
          <p:nvPr/>
        </p:nvSpPr>
        <p:spPr>
          <a:xfrm>
            <a:off x="6132600" y="6208560"/>
            <a:ext cx="1706760" cy="439920"/>
          </a:xfrm>
          <a:prstGeom prst="rect">
            <a:avLst/>
          </a:prstGeom>
          <a:noFill/>
          <a:ln w="0">
            <a:noFill/>
          </a:ln>
        </p:spPr>
        <p:style>
          <a:lnRef idx="0"/>
          <a:fillRef idx="0"/>
          <a:effectRef idx="0"/>
          <a:fontRef idx="minor"/>
        </p:style>
        <p:txBody>
          <a:bodyPr lIns="0" rIns="0" tIns="0" bIns="0" anchor="ctr">
            <a:noAutofit/>
          </a:bodyPr>
          <a:p>
            <a:pPr algn="ctr">
              <a:lnSpc>
                <a:spcPct val="80000"/>
              </a:lnSpc>
              <a:buNone/>
            </a:pPr>
            <a:r>
              <a:rPr b="1" lang="en-US" sz="3470" spc="-1" strike="noStrike">
                <a:solidFill>
                  <a:srgbClr val="ddff00"/>
                </a:solidFill>
                <a:latin typeface="Liter"/>
                <a:ea typeface="Liter"/>
              </a:rPr>
              <a:t>Billions</a:t>
            </a:r>
            <a:endParaRPr b="0" lang="en-HK" sz="3470" spc="-1" strike="noStrike">
              <a:latin typeface="Arial"/>
            </a:endParaRPr>
          </a:p>
        </p:txBody>
      </p:sp>
      <p:sp>
        <p:nvSpPr>
          <p:cNvPr id="860" name="Text 16"/>
          <p:cNvSpPr/>
          <p:nvPr/>
        </p:nvSpPr>
        <p:spPr>
          <a:xfrm>
            <a:off x="6201720" y="6722640"/>
            <a:ext cx="1569240" cy="25632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0" lang="en-US" sz="1300" spc="-1" strike="noStrike">
                <a:solidFill>
                  <a:srgbClr val="ffffff">
                    <a:alpha val="80000"/>
                  </a:srgbClr>
                </a:solidFill>
                <a:latin typeface="Liter"/>
                <a:ea typeface="Liter"/>
              </a:rPr>
              <a:t>of Fans</a:t>
            </a:r>
            <a:endParaRPr b="0" lang="en-HK" sz="1300" spc="-1" strike="noStrike">
              <a:latin typeface="Arial"/>
            </a:endParaRPr>
          </a:p>
        </p:txBody>
      </p:sp>
      <p:sp>
        <p:nvSpPr>
          <p:cNvPr id="861" name="Text 17"/>
          <p:cNvSpPr/>
          <p:nvPr/>
        </p:nvSpPr>
        <p:spPr>
          <a:xfrm>
            <a:off x="7916760" y="6208560"/>
            <a:ext cx="1706760" cy="439920"/>
          </a:xfrm>
          <a:prstGeom prst="rect">
            <a:avLst/>
          </a:prstGeom>
          <a:noFill/>
          <a:ln w="0">
            <a:noFill/>
          </a:ln>
        </p:spPr>
        <p:style>
          <a:lnRef idx="0"/>
          <a:fillRef idx="0"/>
          <a:effectRef idx="0"/>
          <a:fontRef idx="minor"/>
        </p:style>
        <p:txBody>
          <a:bodyPr lIns="0" rIns="0" tIns="0" bIns="0" anchor="ctr">
            <a:noAutofit/>
          </a:bodyPr>
          <a:p>
            <a:pPr algn="ctr">
              <a:lnSpc>
                <a:spcPct val="80000"/>
              </a:lnSpc>
              <a:buNone/>
            </a:pPr>
            <a:r>
              <a:rPr b="1" lang="en-US" sz="3470" spc="-1" strike="noStrike">
                <a:solidFill>
                  <a:srgbClr val="ddff00"/>
                </a:solidFill>
                <a:latin typeface="Liter"/>
                <a:ea typeface="Liter"/>
              </a:rPr>
              <a:t>Forever</a:t>
            </a:r>
            <a:endParaRPr b="0" lang="en-HK" sz="3470" spc="-1" strike="noStrike">
              <a:latin typeface="Arial"/>
            </a:endParaRPr>
          </a:p>
        </p:txBody>
      </p:sp>
      <p:sp>
        <p:nvSpPr>
          <p:cNvPr id="862" name="Text 18"/>
          <p:cNvSpPr/>
          <p:nvPr/>
        </p:nvSpPr>
        <p:spPr>
          <a:xfrm>
            <a:off x="7985880" y="6722640"/>
            <a:ext cx="1569240" cy="25632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0" lang="en-US" sz="1300" spc="-1" strike="noStrike">
                <a:solidFill>
                  <a:srgbClr val="ffffff">
                    <a:alpha val="80000"/>
                  </a:srgbClr>
                </a:solidFill>
                <a:latin typeface="Liter"/>
                <a:ea typeface="Liter"/>
              </a:rPr>
              <a:t>In Our Hearts</a:t>
            </a:r>
            <a:endParaRPr b="0" lang="en-HK" sz="1300" spc="-1" strike="noStrike">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333333"/>
      </a:dk2>
      <a:lt2>
        <a:srgbClr val="eeeeee"/>
      </a:lt2>
      <a:accent1>
        <a:srgbClr val="8daac2"/>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333333"/>
      </a:dk2>
      <a:lt2>
        <a:srgbClr val="eeeeee"/>
      </a:lt2>
      <a:accent1>
        <a:srgbClr val="8daac2"/>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Properties xmlns="http://schemas.openxmlformats.org/officeDocument/2006/extended-properties" xmlns:vt="http://schemas.openxmlformats.org/officeDocument/2006/docPropsVTypes">
  <Template/>
  <TotalTime>19</TotalTime>
  <Application>LibreOffice/7.3.7.2$Linux_X86_64 LibreOffice_project/30$Build-2</Application>
  <AppVersion>15.0000</AppVersion>
  <Words>0</Words>
  <Paragraphs>0</Paragraphs>
  <Company>Moonshot</Company>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2026-03-18T08:15:32Z</dcterms:created>
  <dc:creator>Kimi</dc:creator>
  <dc:description/>
  <dc:language>en-HK</dc:language>
  <cp:lastModifiedBy/>
  <dcterms:modified xsi:type="dcterms:W3CDTF">2026-04-19T06:59:37Z</dcterms:modified>
  <cp:revision>3</cp:revision>
  <dc:subject>The Evolution of Rock Music</dc:subject>
  <dc:title>The Evolution of Rock Music</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IGC">
    <vt:lpwstr>{"Label":"The Evolution of Rock Music","ContentProducer":"001191110108MACG2KBH8F10000","ProduceID":"19cfffb4-12a2-8b20-8000-0000a3d16f4b","ReservedCode1":"","ContentPropagator":"001191110108MACG2KBH8F20000","PropagateID":"19cfffb4-12a2-8b20-8000-0000a3d16f4b","ReservedCode2":""}</vt:lpwstr>
  </property>
  <property fmtid="{D5CDD505-2E9C-101B-9397-08002B2CF9AE}" pid="3" name="Notes">
    <vt:i4>24</vt:i4>
  </property>
  <property fmtid="{D5CDD505-2E9C-101B-9397-08002B2CF9AE}" pid="4" name="PresentationFormat">
    <vt:lpwstr>On-screen Show (16:9)</vt:lpwstr>
  </property>
  <property fmtid="{D5CDD505-2E9C-101B-9397-08002B2CF9AE}" pid="5" name="Slides">
    <vt:i4>24</vt:i4>
  </property>
</Properties>
</file>