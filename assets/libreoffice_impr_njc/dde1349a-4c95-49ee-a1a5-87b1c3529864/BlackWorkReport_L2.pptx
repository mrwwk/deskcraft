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64" r:id="rId2"/>
    <p:sldId id="465" r:id="rId3"/>
    <p:sldId id="467" r:id="rId4"/>
    <p:sldId id="448" r:id="rId5"/>
    <p:sldId id="453" r:id="rId6"/>
    <p:sldId id="454" r:id="rId7"/>
    <p:sldId id="468" r:id="rId8"/>
    <p:sldId id="447" r:id="rId9"/>
    <p:sldId id="451" r:id="rId10"/>
    <p:sldId id="449" r:id="rId11"/>
    <p:sldId id="446" r:id="rId12"/>
    <p:sldId id="450" r:id="rId13"/>
    <p:sldId id="469" r:id="rId14"/>
    <p:sldId id="463" r:id="rId15"/>
    <p:sldId id="456" r:id="rId16"/>
    <p:sldId id="452" r:id="rId17"/>
    <p:sldId id="457" r:id="rId18"/>
    <p:sldId id="458" r:id="rId19"/>
    <p:sldId id="455" r:id="rId20"/>
    <p:sldId id="470" r:id="rId21"/>
    <p:sldId id="459" r:id="rId22"/>
    <p:sldId id="460" r:id="rId23"/>
    <p:sldId id="461" r:id="rId24"/>
    <p:sldId id="462" r:id="rId25"/>
    <p:sldId id="471" r:id="rId26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B5F84"/>
    <a:srgbClr val="08B1F2"/>
    <a:srgbClr val="272F43"/>
    <a:srgbClr val="2B2B2B"/>
    <a:srgbClr val="C00000"/>
    <a:srgbClr val="B00303"/>
    <a:srgbClr val="0E7EB5"/>
    <a:srgbClr val="ADB5BF"/>
    <a:srgbClr val="324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694"/>
  </p:normalViewPr>
  <p:slideViewPr>
    <p:cSldViewPr>
      <p:cViewPr varScale="1">
        <p:scale>
          <a:sx n="161" d="100"/>
          <a:sy n="161" d="100"/>
        </p:scale>
        <p:origin x="1008" y="200"/>
      </p:cViewPr>
      <p:guideLst>
        <p:guide orient="horz" pos="1620"/>
        <p:guide pos="2517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pPr/>
              <a:t>2026/3/18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1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56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42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4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9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37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33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9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1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88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463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631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511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88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081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0884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91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5843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00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4967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352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5DF45C-3474-4E86-94E4-B4FF1828C47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Minimal Elegant Work Report Template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2843808" y="2571750"/>
            <a:ext cx="48245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5C186D-EE9E-494A-9350-B5AB61928A45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AB3CD8-1382-4B0D-8681-FB8D3798B664}"/>
              </a:ext>
            </a:extLst>
          </p:cNvPr>
          <p:cNvSpPr txBox="1"/>
          <p:nvPr/>
        </p:nvSpPr>
        <p:spPr>
          <a:xfrm>
            <a:off x="6876256" y="4065688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336872777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81E23-B454-4175-A594-A6DC40BA2AF4}"/>
              </a:ext>
            </a:extLst>
          </p:cNvPr>
          <p:cNvSpPr/>
          <p:nvPr/>
        </p:nvSpPr>
        <p:spPr>
          <a:xfrm>
            <a:off x="1277380" y="339502"/>
            <a:ext cx="1368152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BEAA63-B873-48A6-B837-18C5A88C8DED}"/>
              </a:ext>
            </a:extLst>
          </p:cNvPr>
          <p:cNvSpPr txBox="1"/>
          <p:nvPr/>
        </p:nvSpPr>
        <p:spPr>
          <a:xfrm>
            <a:off x="2051720" y="1040998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0259D-730E-4D6A-B6DA-A1B36FDD96A9}"/>
              </a:ext>
            </a:extLst>
          </p:cNvPr>
          <p:cNvSpPr txBox="1"/>
          <p:nvPr/>
        </p:nvSpPr>
        <p:spPr>
          <a:xfrm>
            <a:off x="2051720" y="1839200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ONTENTS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12210E-9B4B-4D62-A69E-D8D119C606C5}"/>
              </a:ext>
            </a:extLst>
          </p:cNvPr>
          <p:cNvCxnSpPr/>
          <p:nvPr/>
        </p:nvCxnSpPr>
        <p:spPr>
          <a:xfrm>
            <a:off x="1835696" y="1131590"/>
            <a:ext cx="0" cy="36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2D5ED9A-3CBD-415F-80C5-68DD2AFC53B8}"/>
              </a:ext>
            </a:extLst>
          </p:cNvPr>
          <p:cNvSpPr txBox="1"/>
          <p:nvPr/>
        </p:nvSpPr>
        <p:spPr>
          <a:xfrm>
            <a:off x="1311895" y="1133872"/>
            <a:ext cx="307777" cy="1828197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A124711-A6D1-416F-9DC9-B9FF111E038E}"/>
              </a:ext>
            </a:extLst>
          </p:cNvPr>
          <p:cNvSpPr/>
          <p:nvPr/>
        </p:nvSpPr>
        <p:spPr>
          <a:xfrm flipH="1">
            <a:off x="1007772" y="339502"/>
            <a:ext cx="269607" cy="76652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521C84-2BB1-4D85-9B42-8FBB59D87F0F}"/>
              </a:ext>
            </a:extLst>
          </p:cNvPr>
          <p:cNvGrpSpPr/>
          <p:nvPr/>
        </p:nvGrpSpPr>
        <p:grpSpPr>
          <a:xfrm>
            <a:off x="4499992" y="1131590"/>
            <a:ext cx="2592288" cy="576064"/>
            <a:chOff x="4499992" y="1131590"/>
            <a:chExt cx="2592288" cy="5760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77615D-E770-401E-BB22-64DF9FAEC84B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521551-4A8D-459B-A33B-17FA766B2BA4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E21EA05-48BE-42FA-B3BF-D2FEB3F4E3EF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年度工作总结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D334CF6-90D3-42B1-A889-9EF8AF055C38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07C336-DD27-4542-A245-6B5B41609BE4}"/>
              </a:ext>
            </a:extLst>
          </p:cNvPr>
          <p:cNvGrpSpPr/>
          <p:nvPr/>
        </p:nvGrpSpPr>
        <p:grpSpPr>
          <a:xfrm>
            <a:off x="4499992" y="1840862"/>
            <a:ext cx="2592288" cy="576064"/>
            <a:chOff x="4499992" y="1131590"/>
            <a:chExt cx="2592288" cy="57606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C0603F8-A941-489E-90CF-6B971B24934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BE318FC-A0CF-491C-AAC3-2A51935F97CC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D3EC1B-B5E4-4C37-8F75-941735E349B1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工作完成情况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73B8EC-4A1E-441A-BD65-F22FDDF5C1E6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27BD4BF-1E40-4FFC-AC9E-68DDD59FD732}"/>
              </a:ext>
            </a:extLst>
          </p:cNvPr>
          <p:cNvGrpSpPr/>
          <p:nvPr/>
        </p:nvGrpSpPr>
        <p:grpSpPr>
          <a:xfrm>
            <a:off x="4499992" y="2550134"/>
            <a:ext cx="2592288" cy="576064"/>
            <a:chOff x="4499992" y="1131590"/>
            <a:chExt cx="2592288" cy="57606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687726C-23D5-4C92-99F8-144F3C845C1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19FFAE-EF1E-4E62-A6FC-95846FD7825D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F4F5F7-13C1-46EA-8614-C782DCBB5E23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项目成功展示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F497C1E-9E0E-46AE-B279-8F271261BC3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CEED8B-6318-4C8E-B629-8202C1EA544A}"/>
              </a:ext>
            </a:extLst>
          </p:cNvPr>
          <p:cNvGrpSpPr/>
          <p:nvPr/>
        </p:nvGrpSpPr>
        <p:grpSpPr>
          <a:xfrm>
            <a:off x="4499992" y="3259406"/>
            <a:ext cx="2592288" cy="576064"/>
            <a:chOff x="4499992" y="1131590"/>
            <a:chExt cx="2592288" cy="57606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974DF1B-9B49-4DDE-A2AC-24A1F1F00963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9F2755-2E53-4936-9A36-A10BFF1B64F8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053A24-427A-4186-94F7-05BEBBB20C09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明年工作计划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EE31C7-9EE9-4F34-8F05-FABEC6645E5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96524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Annual Work Summary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0356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21243" y="1336740"/>
            <a:ext cx="4312872" cy="2461721"/>
            <a:chOff x="345504" y="1787852"/>
            <a:chExt cx="5750496" cy="3282295"/>
          </a:xfrm>
        </p:grpSpPr>
        <p:grpSp>
          <p:nvGrpSpPr>
            <p:cNvPr id="17" name="组合 16"/>
            <p:cNvGrpSpPr>
              <a:grpSpLocks/>
            </p:cNvGrpSpPr>
            <p:nvPr/>
          </p:nvGrpSpPr>
          <p:grpSpPr bwMode="auto">
            <a:xfrm>
              <a:off x="345504" y="1787852"/>
              <a:ext cx="5750496" cy="3282295"/>
              <a:chOff x="8540751" y="4843463"/>
              <a:chExt cx="8012112" cy="4562475"/>
            </a:xfrm>
            <a:effectLst/>
          </p:grpSpPr>
          <p:sp>
            <p:nvSpPr>
              <p:cNvPr id="19" name="任意多边形: 形状 18"/>
              <p:cNvSpPr>
                <a:spLocks/>
              </p:cNvSpPr>
              <p:nvPr/>
            </p:nvSpPr>
            <p:spPr bwMode="auto">
              <a:xfrm>
                <a:off x="9321800" y="4843463"/>
                <a:ext cx="6480176" cy="4421188"/>
              </a:xfrm>
              <a:custGeom>
                <a:avLst/>
                <a:gdLst>
                  <a:gd name="T0" fmla="*/ 17508 w 18000"/>
                  <a:gd name="T1" fmla="*/ 12280 h 12281"/>
                  <a:gd name="T2" fmla="*/ 491 w 18000"/>
                  <a:gd name="T3" fmla="*/ 12280 h 12281"/>
                  <a:gd name="T4" fmla="*/ 0 w 18000"/>
                  <a:gd name="T5" fmla="*/ 11792 h 12281"/>
                  <a:gd name="T6" fmla="*/ 0 w 18000"/>
                  <a:gd name="T7" fmla="*/ 488 h 12281"/>
                  <a:gd name="T8" fmla="*/ 491 w 18000"/>
                  <a:gd name="T9" fmla="*/ 0 h 12281"/>
                  <a:gd name="T10" fmla="*/ 17508 w 18000"/>
                  <a:gd name="T11" fmla="*/ 0 h 12281"/>
                  <a:gd name="T12" fmla="*/ 17999 w 18000"/>
                  <a:gd name="T13" fmla="*/ 488 h 12281"/>
                  <a:gd name="T14" fmla="*/ 17999 w 18000"/>
                  <a:gd name="T15" fmla="*/ 11792 h 12281"/>
                  <a:gd name="T16" fmla="*/ 17508 w 18000"/>
                  <a:gd name="T17" fmla="*/ 12280 h 122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000"/>
                  <a:gd name="T28" fmla="*/ 0 h 12281"/>
                  <a:gd name="T29" fmla="*/ 18000 w 18000"/>
                  <a:gd name="T30" fmla="*/ 12281 h 122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>
                <a:spLocks/>
              </p:cNvSpPr>
              <p:nvPr/>
            </p:nvSpPr>
            <p:spPr bwMode="auto">
              <a:xfrm>
                <a:off x="8542336" y="9169402"/>
                <a:ext cx="8008936" cy="142874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 bwMode="auto">
              <a:xfrm>
                <a:off x="8542339" y="9169399"/>
                <a:ext cx="8008939" cy="236539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>
                <a:spLocks/>
              </p:cNvSpPr>
              <p:nvPr/>
            </p:nvSpPr>
            <p:spPr bwMode="auto">
              <a:xfrm>
                <a:off x="8540751" y="9312275"/>
                <a:ext cx="8012112" cy="93663"/>
              </a:xfrm>
              <a:custGeom>
                <a:avLst/>
                <a:gdLst>
                  <a:gd name="T0" fmla="*/ 0 w 22256"/>
                  <a:gd name="T1" fmla="*/ 0 h 262"/>
                  <a:gd name="T2" fmla="*/ 870 w 22256"/>
                  <a:gd name="T3" fmla="*/ 261 h 262"/>
                  <a:gd name="T4" fmla="*/ 21418 w 22256"/>
                  <a:gd name="T5" fmla="*/ 261 h 262"/>
                  <a:gd name="T6" fmla="*/ 22255 w 22256"/>
                  <a:gd name="T7" fmla="*/ 0 h 262"/>
                  <a:gd name="T8" fmla="*/ 0 w 22256"/>
                  <a:gd name="T9" fmla="*/ 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256"/>
                  <a:gd name="T16" fmla="*/ 0 h 262"/>
                  <a:gd name="T17" fmla="*/ 22256 w 22256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>
                <a:spLocks/>
              </p:cNvSpPr>
              <p:nvPr/>
            </p:nvSpPr>
            <p:spPr bwMode="auto">
              <a:xfrm>
                <a:off x="11979275" y="9167813"/>
                <a:ext cx="1141413" cy="88900"/>
              </a:xfrm>
              <a:custGeom>
                <a:avLst/>
                <a:gdLst>
                  <a:gd name="T0" fmla="*/ 0 w 3171"/>
                  <a:gd name="T1" fmla="*/ 0 h 249"/>
                  <a:gd name="T2" fmla="*/ 349 w 3171"/>
                  <a:gd name="T3" fmla="*/ 248 h 249"/>
                  <a:gd name="T4" fmla="*/ 2821 w 3171"/>
                  <a:gd name="T5" fmla="*/ 248 h 249"/>
                  <a:gd name="T6" fmla="*/ 3170 w 3171"/>
                  <a:gd name="T7" fmla="*/ 0 h 249"/>
                  <a:gd name="T8" fmla="*/ 0 w 3171"/>
                  <a:gd name="T9" fmla="*/ 0 h 2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71"/>
                  <a:gd name="T16" fmla="*/ 0 h 249"/>
                  <a:gd name="T17" fmla="*/ 3171 w 3171"/>
                  <a:gd name="T18" fmla="*/ 249 h 2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>
                <a:spLocks/>
              </p:cNvSpPr>
              <p:nvPr/>
            </p:nvSpPr>
            <p:spPr bwMode="auto">
              <a:xfrm>
                <a:off x="12571413" y="4937125"/>
                <a:ext cx="38100" cy="36513"/>
              </a:xfrm>
              <a:custGeom>
                <a:avLst/>
                <a:gdLst>
                  <a:gd name="T0" fmla="*/ 51 w 104"/>
                  <a:gd name="T1" fmla="*/ 102 h 103"/>
                  <a:gd name="T2" fmla="*/ 0 w 104"/>
                  <a:gd name="T3" fmla="*/ 51 h 103"/>
                  <a:gd name="T4" fmla="*/ 51 w 104"/>
                  <a:gd name="T5" fmla="*/ 0 h 103"/>
                  <a:gd name="T6" fmla="*/ 103 w 104"/>
                  <a:gd name="T7" fmla="*/ 51 h 103"/>
                  <a:gd name="T8" fmla="*/ 51 w 104"/>
                  <a:gd name="T9" fmla="*/ 102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03"/>
                  <a:gd name="T17" fmla="*/ 104 w 104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85227" y="2041661"/>
              <a:ext cx="4271050" cy="2700705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84120" y="1336741"/>
            <a:ext cx="4338638" cy="1209429"/>
            <a:chOff x="4584120" y="1336741"/>
            <a:chExt cx="4338638" cy="1209429"/>
          </a:xfrm>
        </p:grpSpPr>
        <p:sp>
          <p:nvSpPr>
            <p:cNvPr id="5" name="矩形 4"/>
            <p:cNvSpPr/>
            <p:nvPr/>
          </p:nvSpPr>
          <p:spPr bwMode="auto">
            <a:xfrm>
              <a:off x="4584120" y="1336741"/>
              <a:ext cx="4338638" cy="1209429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0139" y="1603918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 bwMode="auto">
            <a:xfrm>
              <a:off x="4886301" y="1745753"/>
              <a:ext cx="402750" cy="391405"/>
            </a:xfrm>
            <a:custGeom>
              <a:avLst/>
              <a:gdLst>
                <a:gd name="connsiteX0" fmla="*/ 279778 w 338138"/>
                <a:gd name="connsiteY0" fmla="*/ 231775 h 328613"/>
                <a:gd name="connsiteX1" fmla="*/ 289126 w 338138"/>
                <a:gd name="connsiteY1" fmla="*/ 271719 h 328613"/>
                <a:gd name="connsiteX2" fmla="*/ 283784 w 338138"/>
                <a:gd name="connsiteY2" fmla="*/ 279708 h 328613"/>
                <a:gd name="connsiteX3" fmla="*/ 282449 w 338138"/>
                <a:gd name="connsiteY3" fmla="*/ 279708 h 328613"/>
                <a:gd name="connsiteX4" fmla="*/ 275771 w 338138"/>
                <a:gd name="connsiteY4" fmla="*/ 274382 h 328613"/>
                <a:gd name="connsiteX5" fmla="*/ 265087 w 338138"/>
                <a:gd name="connsiteY5" fmla="*/ 234438 h 328613"/>
                <a:gd name="connsiteX6" fmla="*/ 239712 w 338138"/>
                <a:gd name="connsiteY6" fmla="*/ 273050 h 328613"/>
                <a:gd name="connsiteX7" fmla="*/ 282449 w 338138"/>
                <a:gd name="connsiteY7" fmla="*/ 314325 h 328613"/>
                <a:gd name="connsiteX8" fmla="*/ 323850 w 338138"/>
                <a:gd name="connsiteY8" fmla="*/ 273050 h 328613"/>
                <a:gd name="connsiteX9" fmla="*/ 282449 w 338138"/>
                <a:gd name="connsiteY9" fmla="*/ 231775 h 328613"/>
                <a:gd name="connsiteX10" fmla="*/ 279778 w 338138"/>
                <a:gd name="connsiteY10" fmla="*/ 231775 h 328613"/>
                <a:gd name="connsiteX11" fmla="*/ 55688 w 338138"/>
                <a:gd name="connsiteY11" fmla="*/ 231775 h 328613"/>
                <a:gd name="connsiteX12" fmla="*/ 14287 w 338138"/>
                <a:gd name="connsiteY12" fmla="*/ 273050 h 328613"/>
                <a:gd name="connsiteX13" fmla="*/ 55688 w 338138"/>
                <a:gd name="connsiteY13" fmla="*/ 314325 h 328613"/>
                <a:gd name="connsiteX14" fmla="*/ 98425 w 338138"/>
                <a:gd name="connsiteY14" fmla="*/ 273050 h 328613"/>
                <a:gd name="connsiteX15" fmla="*/ 97089 w 338138"/>
                <a:gd name="connsiteY15" fmla="*/ 265062 h 328613"/>
                <a:gd name="connsiteX16" fmla="*/ 58359 w 338138"/>
                <a:gd name="connsiteY16" fmla="*/ 279708 h 328613"/>
                <a:gd name="connsiteX17" fmla="*/ 55688 w 338138"/>
                <a:gd name="connsiteY17" fmla="*/ 279708 h 328613"/>
                <a:gd name="connsiteX18" fmla="*/ 49011 w 338138"/>
                <a:gd name="connsiteY18" fmla="*/ 275713 h 328613"/>
                <a:gd name="connsiteX19" fmla="*/ 53017 w 338138"/>
                <a:gd name="connsiteY19" fmla="*/ 266393 h 328613"/>
                <a:gd name="connsiteX20" fmla="*/ 91747 w 338138"/>
                <a:gd name="connsiteY20" fmla="*/ 251747 h 328613"/>
                <a:gd name="connsiteX21" fmla="*/ 55688 w 338138"/>
                <a:gd name="connsiteY21" fmla="*/ 231775 h 328613"/>
                <a:gd name="connsiteX22" fmla="*/ 39613 w 338138"/>
                <a:gd name="connsiteY22" fmla="*/ 195263 h 328613"/>
                <a:gd name="connsiteX23" fmla="*/ 92431 w 338138"/>
                <a:gd name="connsiteY23" fmla="*/ 195263 h 328613"/>
                <a:gd name="connsiteX24" fmla="*/ 97713 w 338138"/>
                <a:gd name="connsiteY24" fmla="*/ 196583 h 328613"/>
                <a:gd name="connsiteX25" fmla="*/ 138647 w 338138"/>
                <a:gd name="connsiteY25" fmla="*/ 237513 h 328613"/>
                <a:gd name="connsiteX26" fmla="*/ 139967 w 338138"/>
                <a:gd name="connsiteY26" fmla="*/ 244114 h 328613"/>
                <a:gd name="connsiteX27" fmla="*/ 136006 w 338138"/>
                <a:gd name="connsiteY27" fmla="*/ 249395 h 328613"/>
                <a:gd name="connsiteX28" fmla="*/ 109597 w 338138"/>
                <a:gd name="connsiteY28" fmla="*/ 259958 h 328613"/>
                <a:gd name="connsiteX29" fmla="*/ 110918 w 338138"/>
                <a:gd name="connsiteY29" fmla="*/ 273161 h 328613"/>
                <a:gd name="connsiteX30" fmla="*/ 55459 w 338138"/>
                <a:gd name="connsiteY30" fmla="*/ 328613 h 328613"/>
                <a:gd name="connsiteX31" fmla="*/ 0 w 338138"/>
                <a:gd name="connsiteY31" fmla="*/ 273161 h 328613"/>
                <a:gd name="connsiteX32" fmla="*/ 55459 w 338138"/>
                <a:gd name="connsiteY32" fmla="*/ 217708 h 328613"/>
                <a:gd name="connsiteX33" fmla="*/ 104315 w 338138"/>
                <a:gd name="connsiteY33" fmla="*/ 246755 h 328613"/>
                <a:gd name="connsiteX34" fmla="*/ 121481 w 338138"/>
                <a:gd name="connsiteY34" fmla="*/ 240153 h 328613"/>
                <a:gd name="connsiteX35" fmla="*/ 89790 w 338138"/>
                <a:gd name="connsiteY35" fmla="*/ 208466 h 328613"/>
                <a:gd name="connsiteX36" fmla="*/ 39613 w 338138"/>
                <a:gd name="connsiteY36" fmla="*/ 208466 h 328613"/>
                <a:gd name="connsiteX37" fmla="*/ 33011 w 338138"/>
                <a:gd name="connsiteY37" fmla="*/ 201864 h 328613"/>
                <a:gd name="connsiteX38" fmla="*/ 39613 w 338138"/>
                <a:gd name="connsiteY38" fmla="*/ 195263 h 328613"/>
                <a:gd name="connsiteX39" fmla="*/ 155575 w 338138"/>
                <a:gd name="connsiteY39" fmla="*/ 0 h 328613"/>
                <a:gd name="connsiteX40" fmla="*/ 191294 w 338138"/>
                <a:gd name="connsiteY40" fmla="*/ 35490 h 328613"/>
                <a:gd name="connsiteX41" fmla="*/ 156898 w 338138"/>
                <a:gd name="connsiteY41" fmla="*/ 70980 h 328613"/>
                <a:gd name="connsiteX42" fmla="*/ 167481 w 338138"/>
                <a:gd name="connsiteY42" fmla="*/ 80181 h 328613"/>
                <a:gd name="connsiteX43" fmla="*/ 168804 w 338138"/>
                <a:gd name="connsiteY43" fmla="*/ 81496 h 328613"/>
                <a:gd name="connsiteX44" fmla="*/ 196586 w 338138"/>
                <a:gd name="connsiteY44" fmla="*/ 126187 h 328613"/>
                <a:gd name="connsiteX45" fmla="*/ 225690 w 338138"/>
                <a:gd name="connsiteY45" fmla="*/ 130131 h 328613"/>
                <a:gd name="connsiteX46" fmla="*/ 234950 w 338138"/>
                <a:gd name="connsiteY46" fmla="*/ 138017 h 328613"/>
                <a:gd name="connsiteX47" fmla="*/ 257440 w 338138"/>
                <a:gd name="connsiteY47" fmla="*/ 149847 h 328613"/>
                <a:gd name="connsiteX48" fmla="*/ 260086 w 338138"/>
                <a:gd name="connsiteY48" fmla="*/ 155105 h 328613"/>
                <a:gd name="connsiteX49" fmla="*/ 270669 w 338138"/>
                <a:gd name="connsiteY49" fmla="*/ 197168 h 328613"/>
                <a:gd name="connsiteX50" fmla="*/ 278607 w 338138"/>
                <a:gd name="connsiteY50" fmla="*/ 197168 h 328613"/>
                <a:gd name="connsiteX51" fmla="*/ 315648 w 338138"/>
                <a:gd name="connsiteY51" fmla="*/ 205054 h 328613"/>
                <a:gd name="connsiteX52" fmla="*/ 319617 w 338138"/>
                <a:gd name="connsiteY52" fmla="*/ 214255 h 328613"/>
                <a:gd name="connsiteX53" fmla="*/ 310357 w 338138"/>
                <a:gd name="connsiteY53" fmla="*/ 216884 h 328613"/>
                <a:gd name="connsiteX54" fmla="*/ 278607 w 338138"/>
                <a:gd name="connsiteY54" fmla="*/ 210312 h 328613"/>
                <a:gd name="connsiteX55" fmla="*/ 274638 w 338138"/>
                <a:gd name="connsiteY55" fmla="*/ 211627 h 328613"/>
                <a:gd name="connsiteX56" fmla="*/ 275961 w 338138"/>
                <a:gd name="connsiteY56" fmla="*/ 218199 h 328613"/>
                <a:gd name="connsiteX57" fmla="*/ 282575 w 338138"/>
                <a:gd name="connsiteY57" fmla="*/ 218199 h 328613"/>
                <a:gd name="connsiteX58" fmla="*/ 338138 w 338138"/>
                <a:gd name="connsiteY58" fmla="*/ 273406 h 328613"/>
                <a:gd name="connsiteX59" fmla="*/ 282575 w 338138"/>
                <a:gd name="connsiteY59" fmla="*/ 328613 h 328613"/>
                <a:gd name="connsiteX60" fmla="*/ 229659 w 338138"/>
                <a:gd name="connsiteY60" fmla="*/ 289180 h 328613"/>
                <a:gd name="connsiteX61" fmla="*/ 183356 w 338138"/>
                <a:gd name="connsiteY61" fmla="*/ 289180 h 328613"/>
                <a:gd name="connsiteX62" fmla="*/ 175419 w 338138"/>
                <a:gd name="connsiteY62" fmla="*/ 282607 h 328613"/>
                <a:gd name="connsiteX63" fmla="*/ 183356 w 338138"/>
                <a:gd name="connsiteY63" fmla="*/ 276035 h 328613"/>
                <a:gd name="connsiteX64" fmla="*/ 227013 w 338138"/>
                <a:gd name="connsiteY64" fmla="*/ 276035 h 328613"/>
                <a:gd name="connsiteX65" fmla="*/ 227013 w 338138"/>
                <a:gd name="connsiteY65" fmla="*/ 273406 h 328613"/>
                <a:gd name="connsiteX66" fmla="*/ 262732 w 338138"/>
                <a:gd name="connsiteY66" fmla="*/ 222142 h 328613"/>
                <a:gd name="connsiteX67" fmla="*/ 261409 w 338138"/>
                <a:gd name="connsiteY67" fmla="*/ 214255 h 328613"/>
                <a:gd name="connsiteX68" fmla="*/ 230981 w 338138"/>
                <a:gd name="connsiteY68" fmla="*/ 239231 h 328613"/>
                <a:gd name="connsiteX69" fmla="*/ 224367 w 338138"/>
                <a:gd name="connsiteY69" fmla="*/ 243174 h 328613"/>
                <a:gd name="connsiteX70" fmla="*/ 221721 w 338138"/>
                <a:gd name="connsiteY70" fmla="*/ 241859 h 328613"/>
                <a:gd name="connsiteX71" fmla="*/ 219075 w 338138"/>
                <a:gd name="connsiteY71" fmla="*/ 232658 h 328613"/>
                <a:gd name="connsiteX72" fmla="*/ 257440 w 338138"/>
                <a:gd name="connsiteY72" fmla="*/ 201111 h 328613"/>
                <a:gd name="connsiteX73" fmla="*/ 248180 w 338138"/>
                <a:gd name="connsiteY73" fmla="*/ 160363 h 328613"/>
                <a:gd name="connsiteX74" fmla="*/ 228336 w 338138"/>
                <a:gd name="connsiteY74" fmla="*/ 151162 h 328613"/>
                <a:gd name="connsiteX75" fmla="*/ 227013 w 338138"/>
                <a:gd name="connsiteY75" fmla="*/ 149847 h 328613"/>
                <a:gd name="connsiteX76" fmla="*/ 224367 w 338138"/>
                <a:gd name="connsiteY76" fmla="*/ 149847 h 328613"/>
                <a:gd name="connsiteX77" fmla="*/ 188648 w 338138"/>
                <a:gd name="connsiteY77" fmla="*/ 149847 h 328613"/>
                <a:gd name="connsiteX78" fmla="*/ 179388 w 338138"/>
                <a:gd name="connsiteY78" fmla="*/ 145904 h 328613"/>
                <a:gd name="connsiteX79" fmla="*/ 178065 w 338138"/>
                <a:gd name="connsiteY79" fmla="*/ 144589 h 328613"/>
                <a:gd name="connsiteX80" fmla="*/ 170127 w 338138"/>
                <a:gd name="connsiteY80" fmla="*/ 134074 h 328613"/>
                <a:gd name="connsiteX81" fmla="*/ 168804 w 338138"/>
                <a:gd name="connsiteY81" fmla="*/ 140646 h 328613"/>
                <a:gd name="connsiteX82" fmla="*/ 167481 w 338138"/>
                <a:gd name="connsiteY82" fmla="*/ 148533 h 328613"/>
                <a:gd name="connsiteX83" fmla="*/ 166158 w 338138"/>
                <a:gd name="connsiteY83" fmla="*/ 152476 h 328613"/>
                <a:gd name="connsiteX84" fmla="*/ 166158 w 338138"/>
                <a:gd name="connsiteY84" fmla="*/ 156420 h 328613"/>
                <a:gd name="connsiteX85" fmla="*/ 163513 w 338138"/>
                <a:gd name="connsiteY85" fmla="*/ 164306 h 328613"/>
                <a:gd name="connsiteX86" fmla="*/ 162190 w 338138"/>
                <a:gd name="connsiteY86" fmla="*/ 170879 h 328613"/>
                <a:gd name="connsiteX87" fmla="*/ 160867 w 338138"/>
                <a:gd name="connsiteY87" fmla="*/ 173507 h 328613"/>
                <a:gd name="connsiteX88" fmla="*/ 200554 w 338138"/>
                <a:gd name="connsiteY88" fmla="*/ 182709 h 328613"/>
                <a:gd name="connsiteX89" fmla="*/ 201877 w 338138"/>
                <a:gd name="connsiteY89" fmla="*/ 182709 h 328613"/>
                <a:gd name="connsiteX90" fmla="*/ 215106 w 338138"/>
                <a:gd name="connsiteY90" fmla="*/ 205054 h 328613"/>
                <a:gd name="connsiteX91" fmla="*/ 212461 w 338138"/>
                <a:gd name="connsiteY91" fmla="*/ 210312 h 328613"/>
                <a:gd name="connsiteX92" fmla="*/ 163513 w 338138"/>
                <a:gd name="connsiteY92" fmla="*/ 289180 h 328613"/>
                <a:gd name="connsiteX93" fmla="*/ 144992 w 338138"/>
                <a:gd name="connsiteY93" fmla="*/ 293123 h 328613"/>
                <a:gd name="connsiteX94" fmla="*/ 139700 w 338138"/>
                <a:gd name="connsiteY94" fmla="*/ 276035 h 328613"/>
                <a:gd name="connsiteX95" fmla="*/ 168804 w 338138"/>
                <a:gd name="connsiteY95" fmla="*/ 214255 h 328613"/>
                <a:gd name="connsiteX96" fmla="*/ 125148 w 338138"/>
                <a:gd name="connsiteY96" fmla="*/ 206369 h 328613"/>
                <a:gd name="connsiteX97" fmla="*/ 103981 w 338138"/>
                <a:gd name="connsiteY97" fmla="*/ 195853 h 328613"/>
                <a:gd name="connsiteX98" fmla="*/ 97367 w 338138"/>
                <a:gd name="connsiteY98" fmla="*/ 164306 h 328613"/>
                <a:gd name="connsiteX99" fmla="*/ 121179 w 338138"/>
                <a:gd name="connsiteY99" fmla="*/ 95955 h 328613"/>
                <a:gd name="connsiteX100" fmla="*/ 121179 w 338138"/>
                <a:gd name="connsiteY100" fmla="*/ 90697 h 328613"/>
                <a:gd name="connsiteX101" fmla="*/ 143669 w 338138"/>
                <a:gd name="connsiteY101" fmla="*/ 68351 h 328613"/>
                <a:gd name="connsiteX102" fmla="*/ 119856 w 338138"/>
                <a:gd name="connsiteY102" fmla="*/ 35490 h 328613"/>
                <a:gd name="connsiteX103" fmla="*/ 155575 w 338138"/>
                <a:gd name="connsiteY103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591232" y="1569492"/>
              <a:ext cx="3155350" cy="743926"/>
              <a:chOff x="7505490" y="2041661"/>
              <a:chExt cx="4207134" cy="991902"/>
            </a:xfrm>
          </p:grpSpPr>
          <p:sp>
            <p:nvSpPr>
              <p:cNvPr id="15" name="文本框 20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6" name="文本框 21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584120" y="2597330"/>
            <a:ext cx="4338638" cy="1209429"/>
            <a:chOff x="4584120" y="2597330"/>
            <a:chExt cx="4338638" cy="1209429"/>
          </a:xfrm>
        </p:grpSpPr>
        <p:sp>
          <p:nvSpPr>
            <p:cNvPr id="6" name="矩形 5"/>
            <p:cNvSpPr/>
            <p:nvPr/>
          </p:nvSpPr>
          <p:spPr bwMode="auto">
            <a:xfrm>
              <a:off x="4584120" y="2597330"/>
              <a:ext cx="4338638" cy="1209429"/>
            </a:xfrm>
            <a:prstGeom prst="rect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4750139" y="2864507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/>
          </p:nvSpPr>
          <p:spPr bwMode="auto">
            <a:xfrm>
              <a:off x="4886301" y="3037798"/>
              <a:ext cx="402750" cy="328492"/>
            </a:xfrm>
            <a:custGeom>
              <a:avLst/>
              <a:gdLst>
                <a:gd name="connsiteX0" fmla="*/ 39952 w 338667"/>
                <a:gd name="connsiteY0" fmla="*/ 252412 h 276225"/>
                <a:gd name="connsiteX1" fmla="*/ 297127 w 338667"/>
                <a:gd name="connsiteY1" fmla="*/ 252412 h 276225"/>
                <a:gd name="connsiteX2" fmla="*/ 297127 w 338667"/>
                <a:gd name="connsiteY2" fmla="*/ 276225 h 276225"/>
                <a:gd name="connsiteX3" fmla="*/ 39952 w 338667"/>
                <a:gd name="connsiteY3" fmla="*/ 276225 h 276225"/>
                <a:gd name="connsiteX4" fmla="*/ 169334 w 338667"/>
                <a:gd name="connsiteY4" fmla="*/ 98425 h 276225"/>
                <a:gd name="connsiteX5" fmla="*/ 225690 w 338667"/>
                <a:gd name="connsiteY5" fmla="*/ 154918 h 276225"/>
                <a:gd name="connsiteX6" fmla="*/ 221758 w 338667"/>
                <a:gd name="connsiteY6" fmla="*/ 177253 h 276225"/>
                <a:gd name="connsiteX7" fmla="*/ 206031 w 338667"/>
                <a:gd name="connsiteY7" fmla="*/ 169370 h 276225"/>
                <a:gd name="connsiteX8" fmla="*/ 206031 w 338667"/>
                <a:gd name="connsiteY8" fmla="*/ 168056 h 276225"/>
                <a:gd name="connsiteX9" fmla="*/ 208652 w 338667"/>
                <a:gd name="connsiteY9" fmla="*/ 154918 h 276225"/>
                <a:gd name="connsiteX10" fmla="*/ 169334 w 338667"/>
                <a:gd name="connsiteY10" fmla="*/ 116818 h 276225"/>
                <a:gd name="connsiteX11" fmla="*/ 130015 w 338667"/>
                <a:gd name="connsiteY11" fmla="*/ 154918 h 276225"/>
                <a:gd name="connsiteX12" fmla="*/ 169334 w 338667"/>
                <a:gd name="connsiteY12" fmla="*/ 194332 h 276225"/>
                <a:gd name="connsiteX13" fmla="*/ 198167 w 338667"/>
                <a:gd name="connsiteY13" fmla="*/ 181194 h 276225"/>
                <a:gd name="connsiteX14" fmla="*/ 199478 w 338667"/>
                <a:gd name="connsiteY14" fmla="*/ 181194 h 276225"/>
                <a:gd name="connsiteX15" fmla="*/ 213895 w 338667"/>
                <a:gd name="connsiteY15" fmla="*/ 190391 h 276225"/>
                <a:gd name="connsiteX16" fmla="*/ 169334 w 338667"/>
                <a:gd name="connsiteY16" fmla="*/ 212725 h 276225"/>
                <a:gd name="connsiteX17" fmla="*/ 112977 w 338667"/>
                <a:gd name="connsiteY17" fmla="*/ 156232 h 276225"/>
                <a:gd name="connsiteX18" fmla="*/ 169334 w 338667"/>
                <a:gd name="connsiteY18" fmla="*/ 98425 h 276225"/>
                <a:gd name="connsiteX19" fmla="*/ 169740 w 338667"/>
                <a:gd name="connsiteY19" fmla="*/ 84137 h 276225"/>
                <a:gd name="connsiteX20" fmla="*/ 98689 w 338667"/>
                <a:gd name="connsiteY20" fmla="*/ 157031 h 276225"/>
                <a:gd name="connsiteX21" fmla="*/ 169740 w 338667"/>
                <a:gd name="connsiteY21" fmla="*/ 228600 h 276225"/>
                <a:gd name="connsiteX22" fmla="*/ 227634 w 338667"/>
                <a:gd name="connsiteY22" fmla="*/ 198117 h 276225"/>
                <a:gd name="connsiteX23" fmla="*/ 236845 w 338667"/>
                <a:gd name="connsiteY23" fmla="*/ 203418 h 276225"/>
                <a:gd name="connsiteX24" fmla="*/ 242108 w 338667"/>
                <a:gd name="connsiteY24" fmla="*/ 199442 h 276225"/>
                <a:gd name="connsiteX25" fmla="*/ 239476 w 338667"/>
                <a:gd name="connsiteY25" fmla="*/ 190165 h 276225"/>
                <a:gd name="connsiteX26" fmla="*/ 234213 w 338667"/>
                <a:gd name="connsiteY26" fmla="*/ 186189 h 276225"/>
                <a:gd name="connsiteX27" fmla="*/ 240792 w 338667"/>
                <a:gd name="connsiteY27" fmla="*/ 157031 h 276225"/>
                <a:gd name="connsiteX28" fmla="*/ 169740 w 338667"/>
                <a:gd name="connsiteY28" fmla="*/ 84137 h 276225"/>
                <a:gd name="connsiteX29" fmla="*/ 280981 w 338667"/>
                <a:gd name="connsiteY29" fmla="*/ 82550 h 276225"/>
                <a:gd name="connsiteX30" fmla="*/ 333639 w 338667"/>
                <a:gd name="connsiteY30" fmla="*/ 82550 h 276225"/>
                <a:gd name="connsiteX31" fmla="*/ 331006 w 338667"/>
                <a:gd name="connsiteY31" fmla="*/ 92075 h 276225"/>
                <a:gd name="connsiteX32" fmla="*/ 279664 w 338667"/>
                <a:gd name="connsiteY32" fmla="*/ 92075 h 276225"/>
                <a:gd name="connsiteX33" fmla="*/ 280981 w 338667"/>
                <a:gd name="connsiteY33" fmla="*/ 82550 h 276225"/>
                <a:gd name="connsiteX34" fmla="*/ 5027 w 338667"/>
                <a:gd name="connsiteY34" fmla="*/ 82550 h 276225"/>
                <a:gd name="connsiteX35" fmla="*/ 57685 w 338667"/>
                <a:gd name="connsiteY35" fmla="*/ 82550 h 276225"/>
                <a:gd name="connsiteX36" fmla="*/ 59002 w 338667"/>
                <a:gd name="connsiteY36" fmla="*/ 92075 h 276225"/>
                <a:gd name="connsiteX37" fmla="*/ 7660 w 338667"/>
                <a:gd name="connsiteY37" fmla="*/ 92075 h 276225"/>
                <a:gd name="connsiteX38" fmla="*/ 5027 w 338667"/>
                <a:gd name="connsiteY38" fmla="*/ 82550 h 276225"/>
                <a:gd name="connsiteX39" fmla="*/ 106627 w 338667"/>
                <a:gd name="connsiteY39" fmla="*/ 47625 h 276225"/>
                <a:gd name="connsiteX40" fmla="*/ 128852 w 338667"/>
                <a:gd name="connsiteY40" fmla="*/ 47625 h 276225"/>
                <a:gd name="connsiteX41" fmla="*/ 128852 w 338667"/>
                <a:gd name="connsiteY41" fmla="*/ 66675 h 276225"/>
                <a:gd name="connsiteX42" fmla="*/ 209815 w 338667"/>
                <a:gd name="connsiteY42" fmla="*/ 66675 h 276225"/>
                <a:gd name="connsiteX43" fmla="*/ 209815 w 338667"/>
                <a:gd name="connsiteY43" fmla="*/ 47625 h 276225"/>
                <a:gd name="connsiteX44" fmla="*/ 232040 w 338667"/>
                <a:gd name="connsiteY44" fmla="*/ 47625 h 276225"/>
                <a:gd name="connsiteX45" fmla="*/ 232040 w 338667"/>
                <a:gd name="connsiteY45" fmla="*/ 66675 h 276225"/>
                <a:gd name="connsiteX46" fmla="*/ 254265 w 338667"/>
                <a:gd name="connsiteY46" fmla="*/ 66675 h 276225"/>
                <a:gd name="connsiteX47" fmla="*/ 295540 w 338667"/>
                <a:gd name="connsiteY47" fmla="*/ 238125 h 276225"/>
                <a:gd name="connsiteX48" fmla="*/ 43127 w 338667"/>
                <a:gd name="connsiteY48" fmla="*/ 238125 h 276225"/>
                <a:gd name="connsiteX49" fmla="*/ 84402 w 338667"/>
                <a:gd name="connsiteY49" fmla="*/ 66675 h 276225"/>
                <a:gd name="connsiteX50" fmla="*/ 106627 w 338667"/>
                <a:gd name="connsiteY50" fmla="*/ 66675 h 276225"/>
                <a:gd name="connsiteX51" fmla="*/ 169334 w 338667"/>
                <a:gd name="connsiteY51" fmla="*/ 0 h 276225"/>
                <a:gd name="connsiteX52" fmla="*/ 333376 w 338667"/>
                <a:gd name="connsiteY52" fmla="*/ 30193 h 276225"/>
                <a:gd name="connsiteX53" fmla="*/ 337344 w 338667"/>
                <a:gd name="connsiteY53" fmla="*/ 68263 h 276225"/>
                <a:gd name="connsiteX54" fmla="*/ 281782 w 338667"/>
                <a:gd name="connsiteY54" fmla="*/ 68263 h 276225"/>
                <a:gd name="connsiteX55" fmla="*/ 275167 w 338667"/>
                <a:gd name="connsiteY55" fmla="*/ 45946 h 276225"/>
                <a:gd name="connsiteX56" fmla="*/ 169334 w 338667"/>
                <a:gd name="connsiteY56" fmla="*/ 19691 h 276225"/>
                <a:gd name="connsiteX57" fmla="*/ 63500 w 338667"/>
                <a:gd name="connsiteY57" fmla="*/ 45946 h 276225"/>
                <a:gd name="connsiteX58" fmla="*/ 56885 w 338667"/>
                <a:gd name="connsiteY58" fmla="*/ 68263 h 276225"/>
                <a:gd name="connsiteX59" fmla="*/ 1323 w 338667"/>
                <a:gd name="connsiteY59" fmla="*/ 68263 h 276225"/>
                <a:gd name="connsiteX60" fmla="*/ 5291 w 338667"/>
                <a:gd name="connsiteY60" fmla="*/ 30193 h 276225"/>
                <a:gd name="connsiteX61" fmla="*/ 169334 w 338667"/>
                <a:gd name="connsiteY61" fmla="*/ 0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591232" y="2832613"/>
              <a:ext cx="3155350" cy="743926"/>
              <a:chOff x="7505490" y="2041661"/>
              <a:chExt cx="4207134" cy="991902"/>
            </a:xfrm>
          </p:grpSpPr>
          <p:sp>
            <p:nvSpPr>
              <p:cNvPr id="13" name="文本框 25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4" name="文本框 26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5B7818-1651-4C87-923D-7102E73B4FA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25" name="TextBox 86"/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1B15B32-D5A7-4EB2-902A-4703504BB2EE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38160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899005" y="901822"/>
            <a:ext cx="3345990" cy="3339857"/>
            <a:chOff x="3866928" y="1200842"/>
            <a:chExt cx="4461320" cy="4453142"/>
          </a:xfrm>
        </p:grpSpPr>
        <p:sp>
          <p:nvSpPr>
            <p:cNvPr id="17" name="椭圆 16"/>
            <p:cNvSpPr>
              <a:spLocks/>
            </p:cNvSpPr>
            <p:nvPr/>
          </p:nvSpPr>
          <p:spPr bwMode="auto">
            <a:xfrm>
              <a:off x="4765530" y="2098423"/>
              <a:ext cx="2664115" cy="26590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4042764" y="2892750"/>
              <a:ext cx="2590510" cy="2585399"/>
            </a:xfrm>
            <a:custGeom>
              <a:avLst/>
              <a:gdLst>
                <a:gd name="T0" fmla="*/ 1114 w 1219"/>
                <a:gd name="T1" fmla="*/ 104 h 1219"/>
                <a:gd name="T2" fmla="*/ 1073 w 1219"/>
                <a:gd name="T3" fmla="*/ 69 h 1219"/>
                <a:gd name="T4" fmla="*/ 1028 w 1219"/>
                <a:gd name="T5" fmla="*/ 41 h 1219"/>
                <a:gd name="T6" fmla="*/ 980 w 1219"/>
                <a:gd name="T7" fmla="*/ 20 h 1219"/>
                <a:gd name="T8" fmla="*/ 930 w 1219"/>
                <a:gd name="T9" fmla="*/ 7 h 1219"/>
                <a:gd name="T10" fmla="*/ 879 w 1219"/>
                <a:gd name="T11" fmla="*/ 0 h 1219"/>
                <a:gd name="T12" fmla="*/ 827 w 1219"/>
                <a:gd name="T13" fmla="*/ 2 h 1219"/>
                <a:gd name="T14" fmla="*/ 776 w 1219"/>
                <a:gd name="T15" fmla="*/ 10 h 1219"/>
                <a:gd name="T16" fmla="*/ 727 w 1219"/>
                <a:gd name="T17" fmla="*/ 26 h 1219"/>
                <a:gd name="T18" fmla="*/ 680 w 1219"/>
                <a:gd name="T19" fmla="*/ 49 h 1219"/>
                <a:gd name="T20" fmla="*/ 650 w 1219"/>
                <a:gd name="T21" fmla="*/ 69 h 1219"/>
                <a:gd name="T22" fmla="*/ 610 w 1219"/>
                <a:gd name="T23" fmla="*/ 104 h 1219"/>
                <a:gd name="T24" fmla="*/ 92 w 1219"/>
                <a:gd name="T25" fmla="*/ 622 h 1219"/>
                <a:gd name="T26" fmla="*/ 59 w 1219"/>
                <a:gd name="T27" fmla="*/ 665 h 1219"/>
                <a:gd name="T28" fmla="*/ 33 w 1219"/>
                <a:gd name="T29" fmla="*/ 711 h 1219"/>
                <a:gd name="T30" fmla="*/ 14 w 1219"/>
                <a:gd name="T31" fmla="*/ 760 h 1219"/>
                <a:gd name="T32" fmla="*/ 3 w 1219"/>
                <a:gd name="T33" fmla="*/ 810 h 1219"/>
                <a:gd name="T34" fmla="*/ 0 w 1219"/>
                <a:gd name="T35" fmla="*/ 862 h 1219"/>
                <a:gd name="T36" fmla="*/ 3 w 1219"/>
                <a:gd name="T37" fmla="*/ 913 h 1219"/>
                <a:gd name="T38" fmla="*/ 14 w 1219"/>
                <a:gd name="T39" fmla="*/ 963 h 1219"/>
                <a:gd name="T40" fmla="*/ 33 w 1219"/>
                <a:gd name="T41" fmla="*/ 1012 h 1219"/>
                <a:gd name="T42" fmla="*/ 59 w 1219"/>
                <a:gd name="T43" fmla="*/ 1059 h 1219"/>
                <a:gd name="T44" fmla="*/ 92 w 1219"/>
                <a:gd name="T45" fmla="*/ 1101 h 1219"/>
                <a:gd name="T46" fmla="*/ 131 w 1219"/>
                <a:gd name="T47" fmla="*/ 1139 h 1219"/>
                <a:gd name="T48" fmla="*/ 175 w 1219"/>
                <a:gd name="T49" fmla="*/ 1170 h 1219"/>
                <a:gd name="T50" fmla="*/ 223 w 1219"/>
                <a:gd name="T51" fmla="*/ 1193 h 1219"/>
                <a:gd name="T52" fmla="*/ 272 w 1219"/>
                <a:gd name="T53" fmla="*/ 1209 h 1219"/>
                <a:gd name="T54" fmla="*/ 323 w 1219"/>
                <a:gd name="T55" fmla="*/ 1217 h 1219"/>
                <a:gd name="T56" fmla="*/ 374 w 1219"/>
                <a:gd name="T57" fmla="*/ 1218 h 1219"/>
                <a:gd name="T58" fmla="*/ 425 w 1219"/>
                <a:gd name="T59" fmla="*/ 1212 h 1219"/>
                <a:gd name="T60" fmla="*/ 475 w 1219"/>
                <a:gd name="T61" fmla="*/ 1199 h 1219"/>
                <a:gd name="T62" fmla="*/ 523 w 1219"/>
                <a:gd name="T63" fmla="*/ 1178 h 1219"/>
                <a:gd name="T64" fmla="*/ 568 w 1219"/>
                <a:gd name="T65" fmla="*/ 1150 h 1219"/>
                <a:gd name="T66" fmla="*/ 609 w 1219"/>
                <a:gd name="T67" fmla="*/ 1115 h 1219"/>
                <a:gd name="T68" fmla="*/ 1127 w 1219"/>
                <a:gd name="T69" fmla="*/ 597 h 1219"/>
                <a:gd name="T70" fmla="*/ 1160 w 1219"/>
                <a:gd name="T71" fmla="*/ 554 h 1219"/>
                <a:gd name="T72" fmla="*/ 1186 w 1219"/>
                <a:gd name="T73" fmla="*/ 508 h 1219"/>
                <a:gd name="T74" fmla="*/ 1204 w 1219"/>
                <a:gd name="T75" fmla="*/ 459 h 1219"/>
                <a:gd name="T76" fmla="*/ 1215 w 1219"/>
                <a:gd name="T77" fmla="*/ 408 h 1219"/>
                <a:gd name="T78" fmla="*/ 1219 w 1219"/>
                <a:gd name="T79" fmla="*/ 357 h 1219"/>
                <a:gd name="T80" fmla="*/ 1215 w 1219"/>
                <a:gd name="T81" fmla="*/ 306 h 1219"/>
                <a:gd name="T82" fmla="*/ 1204 w 1219"/>
                <a:gd name="T83" fmla="*/ 255 h 1219"/>
                <a:gd name="T84" fmla="*/ 1186 w 1219"/>
                <a:gd name="T85" fmla="*/ 207 h 1219"/>
                <a:gd name="T86" fmla="*/ 1160 w 1219"/>
                <a:gd name="T87" fmla="*/ 160 h 1219"/>
                <a:gd name="T88" fmla="*/ 1127 w 1219"/>
                <a:gd name="T89" fmla="*/ 118 h 1219"/>
                <a:gd name="T90" fmla="*/ 111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4132726" y="2982712"/>
              <a:ext cx="2410585" cy="2404451"/>
            </a:xfrm>
            <a:custGeom>
              <a:avLst/>
              <a:gdLst>
                <a:gd name="T0" fmla="*/ 1042 w 1135"/>
                <a:gd name="T1" fmla="*/ 92 h 1134"/>
                <a:gd name="T2" fmla="*/ 1006 w 1135"/>
                <a:gd name="T3" fmla="*/ 61 h 1134"/>
                <a:gd name="T4" fmla="*/ 966 w 1135"/>
                <a:gd name="T5" fmla="*/ 36 h 1134"/>
                <a:gd name="T6" fmla="*/ 895 w 1135"/>
                <a:gd name="T7" fmla="*/ 9 h 1134"/>
                <a:gd name="T8" fmla="*/ 850 w 1135"/>
                <a:gd name="T9" fmla="*/ 2 h 1134"/>
                <a:gd name="T10" fmla="*/ 774 w 1135"/>
                <a:gd name="T11" fmla="*/ 4 h 1134"/>
                <a:gd name="T12" fmla="*/ 730 w 1135"/>
                <a:gd name="T13" fmla="*/ 13 h 1134"/>
                <a:gd name="T14" fmla="*/ 659 w 1135"/>
                <a:gd name="T15" fmla="*/ 44 h 1134"/>
                <a:gd name="T16" fmla="*/ 633 w 1135"/>
                <a:gd name="T17" fmla="*/ 61 h 1134"/>
                <a:gd name="T18" fmla="*/ 597 w 1135"/>
                <a:gd name="T19" fmla="*/ 92 h 1134"/>
                <a:gd name="T20" fmla="*/ 81 w 1135"/>
                <a:gd name="T21" fmla="*/ 609 h 1134"/>
                <a:gd name="T22" fmla="*/ 52 w 1135"/>
                <a:gd name="T23" fmla="*/ 646 h 1134"/>
                <a:gd name="T24" fmla="*/ 29 w 1135"/>
                <a:gd name="T25" fmla="*/ 687 h 1134"/>
                <a:gd name="T26" fmla="*/ 6 w 1135"/>
                <a:gd name="T27" fmla="*/ 760 h 1134"/>
                <a:gd name="T28" fmla="*/ 1 w 1135"/>
                <a:gd name="T29" fmla="*/ 805 h 1134"/>
                <a:gd name="T30" fmla="*/ 6 w 1135"/>
                <a:gd name="T31" fmla="*/ 880 h 1134"/>
                <a:gd name="T32" fmla="*/ 18 w 1135"/>
                <a:gd name="T33" fmla="*/ 924 h 1134"/>
                <a:gd name="T34" fmla="*/ 52 w 1135"/>
                <a:gd name="T35" fmla="*/ 993 h 1134"/>
                <a:gd name="T36" fmla="*/ 81 w 1135"/>
                <a:gd name="T37" fmla="*/ 1031 h 1134"/>
                <a:gd name="T38" fmla="*/ 116 w 1135"/>
                <a:gd name="T39" fmla="*/ 1064 h 1134"/>
                <a:gd name="T40" fmla="*/ 155 w 1135"/>
                <a:gd name="T41" fmla="*/ 1091 h 1134"/>
                <a:gd name="T42" fmla="*/ 196 w 1135"/>
                <a:gd name="T43" fmla="*/ 1112 h 1134"/>
                <a:gd name="T44" fmla="*/ 270 w 1135"/>
                <a:gd name="T45" fmla="*/ 1131 h 1134"/>
                <a:gd name="T46" fmla="*/ 315 w 1135"/>
                <a:gd name="T47" fmla="*/ 1134 h 1134"/>
                <a:gd name="T48" fmla="*/ 390 w 1135"/>
                <a:gd name="T49" fmla="*/ 1126 h 1134"/>
                <a:gd name="T50" fmla="*/ 434 w 1135"/>
                <a:gd name="T51" fmla="*/ 1112 h 1134"/>
                <a:gd name="T52" fmla="*/ 501 w 1135"/>
                <a:gd name="T53" fmla="*/ 1074 h 1134"/>
                <a:gd name="T54" fmla="*/ 537 w 1135"/>
                <a:gd name="T55" fmla="*/ 1043 h 1134"/>
                <a:gd name="T56" fmla="*/ 1053 w 1135"/>
                <a:gd name="T57" fmla="*/ 526 h 1134"/>
                <a:gd name="T58" fmla="*/ 1083 w 1135"/>
                <a:gd name="T59" fmla="*/ 489 h 1134"/>
                <a:gd name="T60" fmla="*/ 1105 w 1135"/>
                <a:gd name="T61" fmla="*/ 448 h 1134"/>
                <a:gd name="T62" fmla="*/ 1129 w 1135"/>
                <a:gd name="T63" fmla="*/ 375 h 1134"/>
                <a:gd name="T64" fmla="*/ 1134 w 1135"/>
                <a:gd name="T65" fmla="*/ 330 h 1134"/>
                <a:gd name="T66" fmla="*/ 1129 w 1135"/>
                <a:gd name="T67" fmla="*/ 255 h 1134"/>
                <a:gd name="T68" fmla="*/ 1117 w 1135"/>
                <a:gd name="T69" fmla="*/ 211 h 1134"/>
                <a:gd name="T70" fmla="*/ 1083 w 1135"/>
                <a:gd name="T71" fmla="*/ 142 h 1134"/>
                <a:gd name="T72" fmla="*/ 1053 w 1135"/>
                <a:gd name="T73" fmla="*/ 104 h 1134"/>
                <a:gd name="T74" fmla="*/ 104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4166462" y="3016448"/>
              <a:ext cx="2341068" cy="2339024"/>
            </a:xfrm>
            <a:custGeom>
              <a:avLst/>
              <a:gdLst>
                <a:gd name="T0" fmla="*/ 996 w 1102"/>
                <a:gd name="T1" fmla="*/ 106 h 1103"/>
                <a:gd name="T2" fmla="*/ 996 w 1102"/>
                <a:gd name="T3" fmla="*/ 106 h 1103"/>
                <a:gd name="T4" fmla="*/ 611 w 1102"/>
                <a:gd name="T5" fmla="*/ 106 h 1103"/>
                <a:gd name="T6" fmla="*/ 106 w 1102"/>
                <a:gd name="T7" fmla="*/ 611 h 1103"/>
                <a:gd name="T8" fmla="*/ 106 w 1102"/>
                <a:gd name="T9" fmla="*/ 997 h 1103"/>
                <a:gd name="T10" fmla="*/ 106 w 1102"/>
                <a:gd name="T11" fmla="*/ 997 h 1103"/>
                <a:gd name="T12" fmla="*/ 492 w 1102"/>
                <a:gd name="T13" fmla="*/ 997 h 1103"/>
                <a:gd name="T14" fmla="*/ 996 w 1102"/>
                <a:gd name="T15" fmla="*/ 492 h 1103"/>
                <a:gd name="T16" fmla="*/ 996 w 1102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>
              <a:spLocks/>
            </p:cNvSpPr>
            <p:nvPr/>
          </p:nvSpPr>
          <p:spPr bwMode="auto">
            <a:xfrm>
              <a:off x="4327985" y="4248320"/>
              <a:ext cx="947673" cy="943584"/>
            </a:xfrm>
            <a:custGeom>
              <a:avLst/>
              <a:gdLst>
                <a:gd name="T0" fmla="*/ 79 w 446"/>
                <a:gd name="T1" fmla="*/ 79 h 445"/>
                <a:gd name="T2" fmla="*/ 367 w 446"/>
                <a:gd name="T3" fmla="*/ 79 h 445"/>
                <a:gd name="T4" fmla="*/ 367 w 446"/>
                <a:gd name="T5" fmla="*/ 366 h 445"/>
                <a:gd name="T6" fmla="*/ 79 w 446"/>
                <a:gd name="T7" fmla="*/ 366 h 445"/>
                <a:gd name="T8" fmla="*/ 79 w 446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5561902" y="1376678"/>
              <a:ext cx="2590510" cy="2585399"/>
            </a:xfrm>
            <a:custGeom>
              <a:avLst/>
              <a:gdLst>
                <a:gd name="T0" fmla="*/ 104 w 1219"/>
                <a:gd name="T1" fmla="*/ 1114 h 1219"/>
                <a:gd name="T2" fmla="*/ 69 w 1219"/>
                <a:gd name="T3" fmla="*/ 1073 h 1219"/>
                <a:gd name="T4" fmla="*/ 41 w 1219"/>
                <a:gd name="T5" fmla="*/ 1028 h 1219"/>
                <a:gd name="T6" fmla="*/ 20 w 1219"/>
                <a:gd name="T7" fmla="*/ 980 h 1219"/>
                <a:gd name="T8" fmla="*/ 7 w 1219"/>
                <a:gd name="T9" fmla="*/ 930 h 1219"/>
                <a:gd name="T10" fmla="*/ 0 w 1219"/>
                <a:gd name="T11" fmla="*/ 879 h 1219"/>
                <a:gd name="T12" fmla="*/ 2 w 1219"/>
                <a:gd name="T13" fmla="*/ 827 h 1219"/>
                <a:gd name="T14" fmla="*/ 10 w 1219"/>
                <a:gd name="T15" fmla="*/ 776 h 1219"/>
                <a:gd name="T16" fmla="*/ 26 w 1219"/>
                <a:gd name="T17" fmla="*/ 727 h 1219"/>
                <a:gd name="T18" fmla="*/ 49 w 1219"/>
                <a:gd name="T19" fmla="*/ 680 h 1219"/>
                <a:gd name="T20" fmla="*/ 69 w 1219"/>
                <a:gd name="T21" fmla="*/ 650 h 1219"/>
                <a:gd name="T22" fmla="*/ 104 w 1219"/>
                <a:gd name="T23" fmla="*/ 610 h 1219"/>
                <a:gd name="T24" fmla="*/ 622 w 1219"/>
                <a:gd name="T25" fmla="*/ 92 h 1219"/>
                <a:gd name="T26" fmla="*/ 665 w 1219"/>
                <a:gd name="T27" fmla="*/ 59 h 1219"/>
                <a:gd name="T28" fmla="*/ 711 w 1219"/>
                <a:gd name="T29" fmla="*/ 33 h 1219"/>
                <a:gd name="T30" fmla="*/ 760 w 1219"/>
                <a:gd name="T31" fmla="*/ 14 h 1219"/>
                <a:gd name="T32" fmla="*/ 810 w 1219"/>
                <a:gd name="T33" fmla="*/ 3 h 1219"/>
                <a:gd name="T34" fmla="*/ 862 w 1219"/>
                <a:gd name="T35" fmla="*/ 0 h 1219"/>
                <a:gd name="T36" fmla="*/ 913 w 1219"/>
                <a:gd name="T37" fmla="*/ 3 h 1219"/>
                <a:gd name="T38" fmla="*/ 963 w 1219"/>
                <a:gd name="T39" fmla="*/ 14 h 1219"/>
                <a:gd name="T40" fmla="*/ 1012 w 1219"/>
                <a:gd name="T41" fmla="*/ 33 h 1219"/>
                <a:gd name="T42" fmla="*/ 1059 w 1219"/>
                <a:gd name="T43" fmla="*/ 59 h 1219"/>
                <a:gd name="T44" fmla="*/ 1101 w 1219"/>
                <a:gd name="T45" fmla="*/ 92 h 1219"/>
                <a:gd name="T46" fmla="*/ 1139 w 1219"/>
                <a:gd name="T47" fmla="*/ 131 h 1219"/>
                <a:gd name="T48" fmla="*/ 1170 w 1219"/>
                <a:gd name="T49" fmla="*/ 175 h 1219"/>
                <a:gd name="T50" fmla="*/ 1193 w 1219"/>
                <a:gd name="T51" fmla="*/ 223 h 1219"/>
                <a:gd name="T52" fmla="*/ 1209 w 1219"/>
                <a:gd name="T53" fmla="*/ 272 h 1219"/>
                <a:gd name="T54" fmla="*/ 1217 w 1219"/>
                <a:gd name="T55" fmla="*/ 323 h 1219"/>
                <a:gd name="T56" fmla="*/ 1218 w 1219"/>
                <a:gd name="T57" fmla="*/ 374 h 1219"/>
                <a:gd name="T58" fmla="*/ 1212 w 1219"/>
                <a:gd name="T59" fmla="*/ 425 h 1219"/>
                <a:gd name="T60" fmla="*/ 1199 w 1219"/>
                <a:gd name="T61" fmla="*/ 475 h 1219"/>
                <a:gd name="T62" fmla="*/ 1178 w 1219"/>
                <a:gd name="T63" fmla="*/ 523 h 1219"/>
                <a:gd name="T64" fmla="*/ 1150 w 1219"/>
                <a:gd name="T65" fmla="*/ 568 h 1219"/>
                <a:gd name="T66" fmla="*/ 1115 w 1219"/>
                <a:gd name="T67" fmla="*/ 609 h 1219"/>
                <a:gd name="T68" fmla="*/ 597 w 1219"/>
                <a:gd name="T69" fmla="*/ 1127 h 1219"/>
                <a:gd name="T70" fmla="*/ 554 w 1219"/>
                <a:gd name="T71" fmla="*/ 1160 h 1219"/>
                <a:gd name="T72" fmla="*/ 508 w 1219"/>
                <a:gd name="T73" fmla="*/ 1186 h 1219"/>
                <a:gd name="T74" fmla="*/ 459 w 1219"/>
                <a:gd name="T75" fmla="*/ 1204 h 1219"/>
                <a:gd name="T76" fmla="*/ 408 w 1219"/>
                <a:gd name="T77" fmla="*/ 1215 h 1219"/>
                <a:gd name="T78" fmla="*/ 357 w 1219"/>
                <a:gd name="T79" fmla="*/ 1219 h 1219"/>
                <a:gd name="T80" fmla="*/ 306 w 1219"/>
                <a:gd name="T81" fmla="*/ 1215 h 1219"/>
                <a:gd name="T82" fmla="*/ 255 w 1219"/>
                <a:gd name="T83" fmla="*/ 1204 h 1219"/>
                <a:gd name="T84" fmla="*/ 207 w 1219"/>
                <a:gd name="T85" fmla="*/ 1186 h 1219"/>
                <a:gd name="T86" fmla="*/ 160 w 1219"/>
                <a:gd name="T87" fmla="*/ 1160 h 1219"/>
                <a:gd name="T88" fmla="*/ 118 w 1219"/>
                <a:gd name="T89" fmla="*/ 1127 h 1219"/>
                <a:gd name="T90" fmla="*/ 10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>
              <a:spLocks/>
            </p:cNvSpPr>
            <p:nvPr/>
          </p:nvSpPr>
          <p:spPr bwMode="auto">
            <a:xfrm>
              <a:off x="5651865" y="1465618"/>
              <a:ext cx="2408540" cy="2407518"/>
            </a:xfrm>
            <a:custGeom>
              <a:avLst/>
              <a:gdLst>
                <a:gd name="T0" fmla="*/ 92 w 1134"/>
                <a:gd name="T1" fmla="*/ 1042 h 1135"/>
                <a:gd name="T2" fmla="*/ 61 w 1134"/>
                <a:gd name="T3" fmla="*/ 1006 h 1135"/>
                <a:gd name="T4" fmla="*/ 36 w 1134"/>
                <a:gd name="T5" fmla="*/ 966 h 1135"/>
                <a:gd name="T6" fmla="*/ 9 w 1134"/>
                <a:gd name="T7" fmla="*/ 895 h 1135"/>
                <a:gd name="T8" fmla="*/ 2 w 1134"/>
                <a:gd name="T9" fmla="*/ 850 h 1135"/>
                <a:gd name="T10" fmla="*/ 4 w 1134"/>
                <a:gd name="T11" fmla="*/ 774 h 1135"/>
                <a:gd name="T12" fmla="*/ 13 w 1134"/>
                <a:gd name="T13" fmla="*/ 730 h 1135"/>
                <a:gd name="T14" fmla="*/ 44 w 1134"/>
                <a:gd name="T15" fmla="*/ 659 h 1135"/>
                <a:gd name="T16" fmla="*/ 61 w 1134"/>
                <a:gd name="T17" fmla="*/ 633 h 1135"/>
                <a:gd name="T18" fmla="*/ 92 w 1134"/>
                <a:gd name="T19" fmla="*/ 597 h 1135"/>
                <a:gd name="T20" fmla="*/ 609 w 1134"/>
                <a:gd name="T21" fmla="*/ 81 h 1135"/>
                <a:gd name="T22" fmla="*/ 646 w 1134"/>
                <a:gd name="T23" fmla="*/ 52 h 1135"/>
                <a:gd name="T24" fmla="*/ 687 w 1134"/>
                <a:gd name="T25" fmla="*/ 29 h 1135"/>
                <a:gd name="T26" fmla="*/ 760 w 1134"/>
                <a:gd name="T27" fmla="*/ 6 h 1135"/>
                <a:gd name="T28" fmla="*/ 805 w 1134"/>
                <a:gd name="T29" fmla="*/ 1 h 1135"/>
                <a:gd name="T30" fmla="*/ 880 w 1134"/>
                <a:gd name="T31" fmla="*/ 6 h 1135"/>
                <a:gd name="T32" fmla="*/ 924 w 1134"/>
                <a:gd name="T33" fmla="*/ 18 h 1135"/>
                <a:gd name="T34" fmla="*/ 993 w 1134"/>
                <a:gd name="T35" fmla="*/ 52 h 1135"/>
                <a:gd name="T36" fmla="*/ 1031 w 1134"/>
                <a:gd name="T37" fmla="*/ 81 h 1135"/>
                <a:gd name="T38" fmla="*/ 1064 w 1134"/>
                <a:gd name="T39" fmla="*/ 116 h 1135"/>
                <a:gd name="T40" fmla="*/ 1091 w 1134"/>
                <a:gd name="T41" fmla="*/ 155 h 1135"/>
                <a:gd name="T42" fmla="*/ 1112 w 1134"/>
                <a:gd name="T43" fmla="*/ 196 h 1135"/>
                <a:gd name="T44" fmla="*/ 1131 w 1134"/>
                <a:gd name="T45" fmla="*/ 270 h 1135"/>
                <a:gd name="T46" fmla="*/ 1134 w 1134"/>
                <a:gd name="T47" fmla="*/ 315 h 1135"/>
                <a:gd name="T48" fmla="*/ 1126 w 1134"/>
                <a:gd name="T49" fmla="*/ 390 h 1135"/>
                <a:gd name="T50" fmla="*/ 1112 w 1134"/>
                <a:gd name="T51" fmla="*/ 434 h 1135"/>
                <a:gd name="T52" fmla="*/ 1074 w 1134"/>
                <a:gd name="T53" fmla="*/ 501 h 1135"/>
                <a:gd name="T54" fmla="*/ 1043 w 1134"/>
                <a:gd name="T55" fmla="*/ 537 h 1135"/>
                <a:gd name="T56" fmla="*/ 526 w 1134"/>
                <a:gd name="T57" fmla="*/ 1053 h 1135"/>
                <a:gd name="T58" fmla="*/ 489 w 1134"/>
                <a:gd name="T59" fmla="*/ 1083 h 1135"/>
                <a:gd name="T60" fmla="*/ 448 w 1134"/>
                <a:gd name="T61" fmla="*/ 1105 h 1135"/>
                <a:gd name="T62" fmla="*/ 375 w 1134"/>
                <a:gd name="T63" fmla="*/ 1129 h 1135"/>
                <a:gd name="T64" fmla="*/ 330 w 1134"/>
                <a:gd name="T65" fmla="*/ 1134 h 1135"/>
                <a:gd name="T66" fmla="*/ 255 w 1134"/>
                <a:gd name="T67" fmla="*/ 1129 h 1135"/>
                <a:gd name="T68" fmla="*/ 211 w 1134"/>
                <a:gd name="T69" fmla="*/ 1117 h 1135"/>
                <a:gd name="T70" fmla="*/ 142 w 1134"/>
                <a:gd name="T71" fmla="*/ 1083 h 1135"/>
                <a:gd name="T72" fmla="*/ 104 w 1134"/>
                <a:gd name="T73" fmla="*/ 1053 h 1135"/>
                <a:gd name="T74" fmla="*/ 92 w 1134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5685601" y="1500376"/>
              <a:ext cx="2343113" cy="2335957"/>
            </a:xfrm>
            <a:custGeom>
              <a:avLst/>
              <a:gdLst>
                <a:gd name="T0" fmla="*/ 106 w 1103"/>
                <a:gd name="T1" fmla="*/ 996 h 1102"/>
                <a:gd name="T2" fmla="*/ 106 w 1103"/>
                <a:gd name="T3" fmla="*/ 996 h 1102"/>
                <a:gd name="T4" fmla="*/ 106 w 1103"/>
                <a:gd name="T5" fmla="*/ 611 h 1102"/>
                <a:gd name="T6" fmla="*/ 611 w 1103"/>
                <a:gd name="T7" fmla="*/ 106 h 1102"/>
                <a:gd name="T8" fmla="*/ 997 w 1103"/>
                <a:gd name="T9" fmla="*/ 106 h 1102"/>
                <a:gd name="T10" fmla="*/ 997 w 1103"/>
                <a:gd name="T11" fmla="*/ 106 h 1102"/>
                <a:gd name="T12" fmla="*/ 997 w 1103"/>
                <a:gd name="T13" fmla="*/ 492 h 1102"/>
                <a:gd name="T14" fmla="*/ 492 w 1103"/>
                <a:gd name="T15" fmla="*/ 996 h 1102"/>
                <a:gd name="T16" fmla="*/ 106 w 1103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6919518" y="1660878"/>
              <a:ext cx="945628" cy="945628"/>
            </a:xfrm>
            <a:custGeom>
              <a:avLst/>
              <a:gdLst>
                <a:gd name="T0" fmla="*/ 79 w 445"/>
                <a:gd name="T1" fmla="*/ 79 h 446"/>
                <a:gd name="T2" fmla="*/ 79 w 445"/>
                <a:gd name="T3" fmla="*/ 367 h 446"/>
                <a:gd name="T4" fmla="*/ 366 w 445"/>
                <a:gd name="T5" fmla="*/ 367 h 446"/>
                <a:gd name="T6" fmla="*/ 366 w 445"/>
                <a:gd name="T7" fmla="*/ 79 h 446"/>
                <a:gd name="T8" fmla="*/ 79 w 445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5561902" y="2892750"/>
              <a:ext cx="2590510" cy="2585399"/>
            </a:xfrm>
            <a:custGeom>
              <a:avLst/>
              <a:gdLst>
                <a:gd name="T0" fmla="*/ 104 w 1219"/>
                <a:gd name="T1" fmla="*/ 104 h 1219"/>
                <a:gd name="T2" fmla="*/ 146 w 1219"/>
                <a:gd name="T3" fmla="*/ 69 h 1219"/>
                <a:gd name="T4" fmla="*/ 191 w 1219"/>
                <a:gd name="T5" fmla="*/ 41 h 1219"/>
                <a:gd name="T6" fmla="*/ 239 w 1219"/>
                <a:gd name="T7" fmla="*/ 20 h 1219"/>
                <a:gd name="T8" fmla="*/ 289 w 1219"/>
                <a:gd name="T9" fmla="*/ 7 h 1219"/>
                <a:gd name="T10" fmla="*/ 340 w 1219"/>
                <a:gd name="T11" fmla="*/ 0 h 1219"/>
                <a:gd name="T12" fmla="*/ 391 w 1219"/>
                <a:gd name="T13" fmla="*/ 2 h 1219"/>
                <a:gd name="T14" fmla="*/ 442 w 1219"/>
                <a:gd name="T15" fmla="*/ 10 h 1219"/>
                <a:gd name="T16" fmla="*/ 492 w 1219"/>
                <a:gd name="T17" fmla="*/ 26 h 1219"/>
                <a:gd name="T18" fmla="*/ 539 w 1219"/>
                <a:gd name="T19" fmla="*/ 49 h 1219"/>
                <a:gd name="T20" fmla="*/ 569 w 1219"/>
                <a:gd name="T21" fmla="*/ 69 h 1219"/>
                <a:gd name="T22" fmla="*/ 609 w 1219"/>
                <a:gd name="T23" fmla="*/ 104 h 1219"/>
                <a:gd name="T24" fmla="*/ 1127 w 1219"/>
                <a:gd name="T25" fmla="*/ 622 h 1219"/>
                <a:gd name="T26" fmla="*/ 1160 w 1219"/>
                <a:gd name="T27" fmla="*/ 665 h 1219"/>
                <a:gd name="T28" fmla="*/ 1186 w 1219"/>
                <a:gd name="T29" fmla="*/ 711 h 1219"/>
                <a:gd name="T30" fmla="*/ 1204 w 1219"/>
                <a:gd name="T31" fmla="*/ 760 h 1219"/>
                <a:gd name="T32" fmla="*/ 1215 w 1219"/>
                <a:gd name="T33" fmla="*/ 810 h 1219"/>
                <a:gd name="T34" fmla="*/ 1219 w 1219"/>
                <a:gd name="T35" fmla="*/ 862 h 1219"/>
                <a:gd name="T36" fmla="*/ 1215 w 1219"/>
                <a:gd name="T37" fmla="*/ 913 h 1219"/>
                <a:gd name="T38" fmla="*/ 1204 w 1219"/>
                <a:gd name="T39" fmla="*/ 963 h 1219"/>
                <a:gd name="T40" fmla="*/ 1186 w 1219"/>
                <a:gd name="T41" fmla="*/ 1012 h 1219"/>
                <a:gd name="T42" fmla="*/ 1160 w 1219"/>
                <a:gd name="T43" fmla="*/ 1059 h 1219"/>
                <a:gd name="T44" fmla="*/ 1127 w 1219"/>
                <a:gd name="T45" fmla="*/ 1101 h 1219"/>
                <a:gd name="T46" fmla="*/ 1087 w 1219"/>
                <a:gd name="T47" fmla="*/ 1139 h 1219"/>
                <a:gd name="T48" fmla="*/ 1043 w 1219"/>
                <a:gd name="T49" fmla="*/ 1170 h 1219"/>
                <a:gd name="T50" fmla="*/ 996 w 1219"/>
                <a:gd name="T51" fmla="*/ 1193 h 1219"/>
                <a:gd name="T52" fmla="*/ 947 w 1219"/>
                <a:gd name="T53" fmla="*/ 1209 h 1219"/>
                <a:gd name="T54" fmla="*/ 896 w 1219"/>
                <a:gd name="T55" fmla="*/ 1217 h 1219"/>
                <a:gd name="T56" fmla="*/ 845 w 1219"/>
                <a:gd name="T57" fmla="*/ 1218 h 1219"/>
                <a:gd name="T58" fmla="*/ 794 w 1219"/>
                <a:gd name="T59" fmla="*/ 1212 h 1219"/>
                <a:gd name="T60" fmla="*/ 744 w 1219"/>
                <a:gd name="T61" fmla="*/ 1199 h 1219"/>
                <a:gd name="T62" fmla="*/ 695 w 1219"/>
                <a:gd name="T63" fmla="*/ 1178 h 1219"/>
                <a:gd name="T64" fmla="*/ 650 w 1219"/>
                <a:gd name="T65" fmla="*/ 1150 h 1219"/>
                <a:gd name="T66" fmla="*/ 610 w 1219"/>
                <a:gd name="T67" fmla="*/ 1115 h 1219"/>
                <a:gd name="T68" fmla="*/ 92 w 1219"/>
                <a:gd name="T69" fmla="*/ 597 h 1219"/>
                <a:gd name="T70" fmla="*/ 59 w 1219"/>
                <a:gd name="T71" fmla="*/ 554 h 1219"/>
                <a:gd name="T72" fmla="*/ 33 w 1219"/>
                <a:gd name="T73" fmla="*/ 508 h 1219"/>
                <a:gd name="T74" fmla="*/ 15 w 1219"/>
                <a:gd name="T75" fmla="*/ 459 h 1219"/>
                <a:gd name="T76" fmla="*/ 4 w 1219"/>
                <a:gd name="T77" fmla="*/ 408 h 1219"/>
                <a:gd name="T78" fmla="*/ 0 w 1219"/>
                <a:gd name="T79" fmla="*/ 357 h 1219"/>
                <a:gd name="T80" fmla="*/ 4 w 1219"/>
                <a:gd name="T81" fmla="*/ 306 h 1219"/>
                <a:gd name="T82" fmla="*/ 15 w 1219"/>
                <a:gd name="T83" fmla="*/ 255 h 1219"/>
                <a:gd name="T84" fmla="*/ 33 w 1219"/>
                <a:gd name="T85" fmla="*/ 207 h 1219"/>
                <a:gd name="T86" fmla="*/ 59 w 1219"/>
                <a:gd name="T87" fmla="*/ 160 h 1219"/>
                <a:gd name="T88" fmla="*/ 92 w 1219"/>
                <a:gd name="T89" fmla="*/ 118 h 1219"/>
                <a:gd name="T90" fmla="*/ 10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5651865" y="2982712"/>
              <a:ext cx="2410585" cy="2404451"/>
            </a:xfrm>
            <a:custGeom>
              <a:avLst/>
              <a:gdLst>
                <a:gd name="T0" fmla="*/ 92 w 1135"/>
                <a:gd name="T1" fmla="*/ 92 h 1134"/>
                <a:gd name="T2" fmla="*/ 129 w 1135"/>
                <a:gd name="T3" fmla="*/ 61 h 1134"/>
                <a:gd name="T4" fmla="*/ 169 w 1135"/>
                <a:gd name="T5" fmla="*/ 36 h 1134"/>
                <a:gd name="T6" fmla="*/ 240 w 1135"/>
                <a:gd name="T7" fmla="*/ 9 h 1134"/>
                <a:gd name="T8" fmla="*/ 285 w 1135"/>
                <a:gd name="T9" fmla="*/ 2 h 1134"/>
                <a:gd name="T10" fmla="*/ 360 w 1135"/>
                <a:gd name="T11" fmla="*/ 4 h 1134"/>
                <a:gd name="T12" fmla="*/ 405 w 1135"/>
                <a:gd name="T13" fmla="*/ 13 h 1134"/>
                <a:gd name="T14" fmla="*/ 475 w 1135"/>
                <a:gd name="T15" fmla="*/ 44 h 1134"/>
                <a:gd name="T16" fmla="*/ 502 w 1135"/>
                <a:gd name="T17" fmla="*/ 61 h 1134"/>
                <a:gd name="T18" fmla="*/ 538 w 1135"/>
                <a:gd name="T19" fmla="*/ 92 h 1134"/>
                <a:gd name="T20" fmla="*/ 1054 w 1135"/>
                <a:gd name="T21" fmla="*/ 609 h 1134"/>
                <a:gd name="T22" fmla="*/ 1083 w 1135"/>
                <a:gd name="T23" fmla="*/ 646 h 1134"/>
                <a:gd name="T24" fmla="*/ 1105 w 1135"/>
                <a:gd name="T25" fmla="*/ 687 h 1134"/>
                <a:gd name="T26" fmla="*/ 1129 w 1135"/>
                <a:gd name="T27" fmla="*/ 760 h 1134"/>
                <a:gd name="T28" fmla="*/ 1134 w 1135"/>
                <a:gd name="T29" fmla="*/ 805 h 1134"/>
                <a:gd name="T30" fmla="*/ 1129 w 1135"/>
                <a:gd name="T31" fmla="*/ 880 h 1134"/>
                <a:gd name="T32" fmla="*/ 1117 w 1135"/>
                <a:gd name="T33" fmla="*/ 924 h 1134"/>
                <a:gd name="T34" fmla="*/ 1083 w 1135"/>
                <a:gd name="T35" fmla="*/ 993 h 1134"/>
                <a:gd name="T36" fmla="*/ 1054 w 1135"/>
                <a:gd name="T37" fmla="*/ 1031 h 1134"/>
                <a:gd name="T38" fmla="*/ 1019 w 1135"/>
                <a:gd name="T39" fmla="*/ 1064 h 1134"/>
                <a:gd name="T40" fmla="*/ 980 w 1135"/>
                <a:gd name="T41" fmla="*/ 1091 h 1134"/>
                <a:gd name="T42" fmla="*/ 938 w 1135"/>
                <a:gd name="T43" fmla="*/ 1112 h 1134"/>
                <a:gd name="T44" fmla="*/ 865 w 1135"/>
                <a:gd name="T45" fmla="*/ 1131 h 1134"/>
                <a:gd name="T46" fmla="*/ 820 w 1135"/>
                <a:gd name="T47" fmla="*/ 1134 h 1134"/>
                <a:gd name="T48" fmla="*/ 745 w 1135"/>
                <a:gd name="T49" fmla="*/ 1126 h 1134"/>
                <a:gd name="T50" fmla="*/ 701 w 1135"/>
                <a:gd name="T51" fmla="*/ 1112 h 1134"/>
                <a:gd name="T52" fmla="*/ 633 w 1135"/>
                <a:gd name="T53" fmla="*/ 1074 h 1134"/>
                <a:gd name="T54" fmla="*/ 597 w 1135"/>
                <a:gd name="T55" fmla="*/ 1043 h 1134"/>
                <a:gd name="T56" fmla="*/ 81 w 1135"/>
                <a:gd name="T57" fmla="*/ 526 h 1134"/>
                <a:gd name="T58" fmla="*/ 52 w 1135"/>
                <a:gd name="T59" fmla="*/ 489 h 1134"/>
                <a:gd name="T60" fmla="*/ 30 w 1135"/>
                <a:gd name="T61" fmla="*/ 448 h 1134"/>
                <a:gd name="T62" fmla="*/ 6 w 1135"/>
                <a:gd name="T63" fmla="*/ 375 h 1134"/>
                <a:gd name="T64" fmla="*/ 1 w 1135"/>
                <a:gd name="T65" fmla="*/ 330 h 1134"/>
                <a:gd name="T66" fmla="*/ 6 w 1135"/>
                <a:gd name="T67" fmla="*/ 255 h 1134"/>
                <a:gd name="T68" fmla="*/ 18 w 1135"/>
                <a:gd name="T69" fmla="*/ 211 h 1134"/>
                <a:gd name="T70" fmla="*/ 52 w 1135"/>
                <a:gd name="T71" fmla="*/ 142 h 1134"/>
                <a:gd name="T72" fmla="*/ 81 w 1135"/>
                <a:gd name="T73" fmla="*/ 104 h 1134"/>
                <a:gd name="T74" fmla="*/ 9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5685601" y="3016448"/>
              <a:ext cx="2343113" cy="2339024"/>
            </a:xfrm>
            <a:custGeom>
              <a:avLst/>
              <a:gdLst>
                <a:gd name="T0" fmla="*/ 106 w 1103"/>
                <a:gd name="T1" fmla="*/ 106 h 1103"/>
                <a:gd name="T2" fmla="*/ 106 w 1103"/>
                <a:gd name="T3" fmla="*/ 106 h 1103"/>
                <a:gd name="T4" fmla="*/ 492 w 1103"/>
                <a:gd name="T5" fmla="*/ 106 h 1103"/>
                <a:gd name="T6" fmla="*/ 997 w 1103"/>
                <a:gd name="T7" fmla="*/ 611 h 1103"/>
                <a:gd name="T8" fmla="*/ 997 w 1103"/>
                <a:gd name="T9" fmla="*/ 997 h 1103"/>
                <a:gd name="T10" fmla="*/ 997 w 1103"/>
                <a:gd name="T11" fmla="*/ 997 h 1103"/>
                <a:gd name="T12" fmla="*/ 611 w 1103"/>
                <a:gd name="T13" fmla="*/ 997 h 1103"/>
                <a:gd name="T14" fmla="*/ 106 w 1103"/>
                <a:gd name="T15" fmla="*/ 492 h 1103"/>
                <a:gd name="T16" fmla="*/ 106 w 1103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6919518" y="4248320"/>
              <a:ext cx="945628" cy="943584"/>
            </a:xfrm>
            <a:custGeom>
              <a:avLst/>
              <a:gdLst>
                <a:gd name="T0" fmla="*/ 366 w 445"/>
                <a:gd name="T1" fmla="*/ 79 h 445"/>
                <a:gd name="T2" fmla="*/ 79 w 445"/>
                <a:gd name="T3" fmla="*/ 79 h 445"/>
                <a:gd name="T4" fmla="*/ 79 w 445"/>
                <a:gd name="T5" fmla="*/ 366 h 445"/>
                <a:gd name="T6" fmla="*/ 366 w 445"/>
                <a:gd name="T7" fmla="*/ 366 h 445"/>
                <a:gd name="T8" fmla="*/ 366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4042764" y="1376678"/>
              <a:ext cx="2590510" cy="2585399"/>
            </a:xfrm>
            <a:custGeom>
              <a:avLst/>
              <a:gdLst>
                <a:gd name="T0" fmla="*/ 1114 w 1219"/>
                <a:gd name="T1" fmla="*/ 1114 h 1219"/>
                <a:gd name="T2" fmla="*/ 1150 w 1219"/>
                <a:gd name="T3" fmla="*/ 1073 h 1219"/>
                <a:gd name="T4" fmla="*/ 1178 w 1219"/>
                <a:gd name="T5" fmla="*/ 1028 h 1219"/>
                <a:gd name="T6" fmla="*/ 1199 w 1219"/>
                <a:gd name="T7" fmla="*/ 980 h 1219"/>
                <a:gd name="T8" fmla="*/ 1212 w 1219"/>
                <a:gd name="T9" fmla="*/ 930 h 1219"/>
                <a:gd name="T10" fmla="*/ 1218 w 1219"/>
                <a:gd name="T11" fmla="*/ 879 h 1219"/>
                <a:gd name="T12" fmla="*/ 1217 w 1219"/>
                <a:gd name="T13" fmla="*/ 827 h 1219"/>
                <a:gd name="T14" fmla="*/ 1209 w 1219"/>
                <a:gd name="T15" fmla="*/ 776 h 1219"/>
                <a:gd name="T16" fmla="*/ 1193 w 1219"/>
                <a:gd name="T17" fmla="*/ 727 h 1219"/>
                <a:gd name="T18" fmla="*/ 1169 w 1219"/>
                <a:gd name="T19" fmla="*/ 680 h 1219"/>
                <a:gd name="T20" fmla="*/ 1150 w 1219"/>
                <a:gd name="T21" fmla="*/ 650 h 1219"/>
                <a:gd name="T22" fmla="*/ 1115 w 1219"/>
                <a:gd name="T23" fmla="*/ 610 h 1219"/>
                <a:gd name="T24" fmla="*/ 596 w 1219"/>
                <a:gd name="T25" fmla="*/ 92 h 1219"/>
                <a:gd name="T26" fmla="*/ 554 w 1219"/>
                <a:gd name="T27" fmla="*/ 59 h 1219"/>
                <a:gd name="T28" fmla="*/ 508 w 1219"/>
                <a:gd name="T29" fmla="*/ 33 h 1219"/>
                <a:gd name="T30" fmla="*/ 459 w 1219"/>
                <a:gd name="T31" fmla="*/ 14 h 1219"/>
                <a:gd name="T32" fmla="*/ 408 w 1219"/>
                <a:gd name="T33" fmla="*/ 3 h 1219"/>
                <a:gd name="T34" fmla="*/ 357 w 1219"/>
                <a:gd name="T35" fmla="*/ 0 h 1219"/>
                <a:gd name="T36" fmla="*/ 306 w 1219"/>
                <a:gd name="T37" fmla="*/ 3 h 1219"/>
                <a:gd name="T38" fmla="*/ 255 w 1219"/>
                <a:gd name="T39" fmla="*/ 14 h 1219"/>
                <a:gd name="T40" fmla="*/ 206 w 1219"/>
                <a:gd name="T41" fmla="*/ 33 h 1219"/>
                <a:gd name="T42" fmla="*/ 160 w 1219"/>
                <a:gd name="T43" fmla="*/ 59 h 1219"/>
                <a:gd name="T44" fmla="*/ 117 w 1219"/>
                <a:gd name="T45" fmla="*/ 92 h 1219"/>
                <a:gd name="T46" fmla="*/ 80 w 1219"/>
                <a:gd name="T47" fmla="*/ 131 h 1219"/>
                <a:gd name="T48" fmla="*/ 49 w 1219"/>
                <a:gd name="T49" fmla="*/ 175 h 1219"/>
                <a:gd name="T50" fmla="*/ 26 w 1219"/>
                <a:gd name="T51" fmla="*/ 223 h 1219"/>
                <a:gd name="T52" fmla="*/ 10 w 1219"/>
                <a:gd name="T53" fmla="*/ 272 h 1219"/>
                <a:gd name="T54" fmla="*/ 1 w 1219"/>
                <a:gd name="T55" fmla="*/ 323 h 1219"/>
                <a:gd name="T56" fmla="*/ 0 w 1219"/>
                <a:gd name="T57" fmla="*/ 374 h 1219"/>
                <a:gd name="T58" fmla="*/ 6 w 1219"/>
                <a:gd name="T59" fmla="*/ 425 h 1219"/>
                <a:gd name="T60" fmla="*/ 20 w 1219"/>
                <a:gd name="T61" fmla="*/ 475 h 1219"/>
                <a:gd name="T62" fmla="*/ 41 w 1219"/>
                <a:gd name="T63" fmla="*/ 523 h 1219"/>
                <a:gd name="T64" fmla="*/ 69 w 1219"/>
                <a:gd name="T65" fmla="*/ 568 h 1219"/>
                <a:gd name="T66" fmla="*/ 103 w 1219"/>
                <a:gd name="T67" fmla="*/ 609 h 1219"/>
                <a:gd name="T68" fmla="*/ 622 w 1219"/>
                <a:gd name="T69" fmla="*/ 1127 h 1219"/>
                <a:gd name="T70" fmla="*/ 665 w 1219"/>
                <a:gd name="T71" fmla="*/ 1160 h 1219"/>
                <a:gd name="T72" fmla="*/ 711 w 1219"/>
                <a:gd name="T73" fmla="*/ 1186 h 1219"/>
                <a:gd name="T74" fmla="*/ 760 w 1219"/>
                <a:gd name="T75" fmla="*/ 1204 h 1219"/>
                <a:gd name="T76" fmla="*/ 810 w 1219"/>
                <a:gd name="T77" fmla="*/ 1215 h 1219"/>
                <a:gd name="T78" fmla="*/ 862 w 1219"/>
                <a:gd name="T79" fmla="*/ 1219 h 1219"/>
                <a:gd name="T80" fmla="*/ 913 w 1219"/>
                <a:gd name="T81" fmla="*/ 1215 h 1219"/>
                <a:gd name="T82" fmla="*/ 963 w 1219"/>
                <a:gd name="T83" fmla="*/ 1204 h 1219"/>
                <a:gd name="T84" fmla="*/ 1012 w 1219"/>
                <a:gd name="T85" fmla="*/ 1186 h 1219"/>
                <a:gd name="T86" fmla="*/ 1058 w 1219"/>
                <a:gd name="T87" fmla="*/ 1160 h 1219"/>
                <a:gd name="T88" fmla="*/ 1101 w 1219"/>
                <a:gd name="T89" fmla="*/ 1127 h 1219"/>
                <a:gd name="T90" fmla="*/ 111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4132726" y="1465618"/>
              <a:ext cx="2410585" cy="2407518"/>
            </a:xfrm>
            <a:custGeom>
              <a:avLst/>
              <a:gdLst>
                <a:gd name="T0" fmla="*/ 1042 w 1135"/>
                <a:gd name="T1" fmla="*/ 1042 h 1135"/>
                <a:gd name="T2" fmla="*/ 1074 w 1135"/>
                <a:gd name="T3" fmla="*/ 1006 h 1135"/>
                <a:gd name="T4" fmla="*/ 1098 w 1135"/>
                <a:gd name="T5" fmla="*/ 966 h 1135"/>
                <a:gd name="T6" fmla="*/ 1125 w 1135"/>
                <a:gd name="T7" fmla="*/ 895 h 1135"/>
                <a:gd name="T8" fmla="*/ 1133 w 1135"/>
                <a:gd name="T9" fmla="*/ 850 h 1135"/>
                <a:gd name="T10" fmla="*/ 1131 w 1135"/>
                <a:gd name="T11" fmla="*/ 774 h 1135"/>
                <a:gd name="T12" fmla="*/ 1121 w 1135"/>
                <a:gd name="T13" fmla="*/ 730 h 1135"/>
                <a:gd name="T14" fmla="*/ 1091 w 1135"/>
                <a:gd name="T15" fmla="*/ 659 h 1135"/>
                <a:gd name="T16" fmla="*/ 1074 w 1135"/>
                <a:gd name="T17" fmla="*/ 633 h 1135"/>
                <a:gd name="T18" fmla="*/ 1043 w 1135"/>
                <a:gd name="T19" fmla="*/ 597 h 1135"/>
                <a:gd name="T20" fmla="*/ 526 w 1135"/>
                <a:gd name="T21" fmla="*/ 81 h 1135"/>
                <a:gd name="T22" fmla="*/ 488 w 1135"/>
                <a:gd name="T23" fmla="*/ 52 h 1135"/>
                <a:gd name="T24" fmla="*/ 448 w 1135"/>
                <a:gd name="T25" fmla="*/ 29 h 1135"/>
                <a:gd name="T26" fmla="*/ 375 w 1135"/>
                <a:gd name="T27" fmla="*/ 6 h 1135"/>
                <a:gd name="T28" fmla="*/ 330 w 1135"/>
                <a:gd name="T29" fmla="*/ 1 h 1135"/>
                <a:gd name="T30" fmla="*/ 255 w 1135"/>
                <a:gd name="T31" fmla="*/ 6 h 1135"/>
                <a:gd name="T32" fmla="*/ 211 w 1135"/>
                <a:gd name="T33" fmla="*/ 18 h 1135"/>
                <a:gd name="T34" fmla="*/ 142 w 1135"/>
                <a:gd name="T35" fmla="*/ 52 h 1135"/>
                <a:gd name="T36" fmla="*/ 104 w 1135"/>
                <a:gd name="T37" fmla="*/ 81 h 1135"/>
                <a:gd name="T38" fmla="*/ 71 w 1135"/>
                <a:gd name="T39" fmla="*/ 116 h 1135"/>
                <a:gd name="T40" fmla="*/ 44 w 1135"/>
                <a:gd name="T41" fmla="*/ 155 h 1135"/>
                <a:gd name="T42" fmla="*/ 23 w 1135"/>
                <a:gd name="T43" fmla="*/ 196 h 1135"/>
                <a:gd name="T44" fmla="*/ 3 w 1135"/>
                <a:gd name="T45" fmla="*/ 270 h 1135"/>
                <a:gd name="T46" fmla="*/ 0 w 1135"/>
                <a:gd name="T47" fmla="*/ 315 h 1135"/>
                <a:gd name="T48" fmla="*/ 9 w 1135"/>
                <a:gd name="T49" fmla="*/ 390 h 1135"/>
                <a:gd name="T50" fmla="*/ 23 w 1135"/>
                <a:gd name="T51" fmla="*/ 434 h 1135"/>
                <a:gd name="T52" fmla="*/ 61 w 1135"/>
                <a:gd name="T53" fmla="*/ 501 h 1135"/>
                <a:gd name="T54" fmla="*/ 92 w 1135"/>
                <a:gd name="T55" fmla="*/ 537 h 1135"/>
                <a:gd name="T56" fmla="*/ 608 w 1135"/>
                <a:gd name="T57" fmla="*/ 1053 h 1135"/>
                <a:gd name="T58" fmla="*/ 646 w 1135"/>
                <a:gd name="T59" fmla="*/ 1083 h 1135"/>
                <a:gd name="T60" fmla="*/ 687 w 1135"/>
                <a:gd name="T61" fmla="*/ 1105 h 1135"/>
                <a:gd name="T62" fmla="*/ 759 w 1135"/>
                <a:gd name="T63" fmla="*/ 1129 h 1135"/>
                <a:gd name="T64" fmla="*/ 804 w 1135"/>
                <a:gd name="T65" fmla="*/ 1134 h 1135"/>
                <a:gd name="T66" fmla="*/ 880 w 1135"/>
                <a:gd name="T67" fmla="*/ 1129 h 1135"/>
                <a:gd name="T68" fmla="*/ 924 w 1135"/>
                <a:gd name="T69" fmla="*/ 1117 h 1135"/>
                <a:gd name="T70" fmla="*/ 993 w 1135"/>
                <a:gd name="T71" fmla="*/ 1083 h 1135"/>
                <a:gd name="T72" fmla="*/ 1031 w 1135"/>
                <a:gd name="T73" fmla="*/ 1053 h 1135"/>
                <a:gd name="T74" fmla="*/ 1042 w 1135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4166462" y="1500376"/>
              <a:ext cx="2341068" cy="2335957"/>
            </a:xfrm>
            <a:custGeom>
              <a:avLst/>
              <a:gdLst>
                <a:gd name="T0" fmla="*/ 996 w 1102"/>
                <a:gd name="T1" fmla="*/ 996 h 1102"/>
                <a:gd name="T2" fmla="*/ 996 w 1102"/>
                <a:gd name="T3" fmla="*/ 996 h 1102"/>
                <a:gd name="T4" fmla="*/ 996 w 1102"/>
                <a:gd name="T5" fmla="*/ 611 h 1102"/>
                <a:gd name="T6" fmla="*/ 492 w 1102"/>
                <a:gd name="T7" fmla="*/ 106 h 1102"/>
                <a:gd name="T8" fmla="*/ 106 w 1102"/>
                <a:gd name="T9" fmla="*/ 106 h 1102"/>
                <a:gd name="T10" fmla="*/ 106 w 1102"/>
                <a:gd name="T11" fmla="*/ 106 h 1102"/>
                <a:gd name="T12" fmla="*/ 106 w 1102"/>
                <a:gd name="T13" fmla="*/ 492 h 1102"/>
                <a:gd name="T14" fmla="*/ 611 w 1102"/>
                <a:gd name="T15" fmla="*/ 996 h 1102"/>
                <a:gd name="T16" fmla="*/ 996 w 1102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椭圆 32"/>
            <p:cNvSpPr>
              <a:spLocks/>
            </p:cNvSpPr>
            <p:nvPr/>
          </p:nvSpPr>
          <p:spPr bwMode="auto">
            <a:xfrm>
              <a:off x="4854470" y="2187362"/>
              <a:ext cx="2486235" cy="24811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4327985" y="1660878"/>
              <a:ext cx="947673" cy="945628"/>
            </a:xfrm>
            <a:custGeom>
              <a:avLst/>
              <a:gdLst>
                <a:gd name="T0" fmla="*/ 367 w 446"/>
                <a:gd name="T1" fmla="*/ 79 h 446"/>
                <a:gd name="T2" fmla="*/ 367 w 446"/>
                <a:gd name="T3" fmla="*/ 367 h 446"/>
                <a:gd name="T4" fmla="*/ 79 w 446"/>
                <a:gd name="T5" fmla="*/ 367 h 446"/>
                <a:gd name="T6" fmla="*/ 79 w 446"/>
                <a:gd name="T7" fmla="*/ 79 h 446"/>
                <a:gd name="T8" fmla="*/ 367 w 446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4400569" y="1733461"/>
              <a:ext cx="802506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>
              <a:spLocks/>
            </p:cNvSpPr>
            <p:nvPr/>
          </p:nvSpPr>
          <p:spPr bwMode="auto">
            <a:xfrm>
              <a:off x="4400569" y="4319881"/>
              <a:ext cx="802506" cy="799439"/>
            </a:xfrm>
            <a:custGeom>
              <a:avLst/>
              <a:gdLst>
                <a:gd name="T0" fmla="*/ 311 w 378"/>
                <a:gd name="T1" fmla="*/ 67 h 377"/>
                <a:gd name="T2" fmla="*/ 311 w 378"/>
                <a:gd name="T3" fmla="*/ 310 h 377"/>
                <a:gd name="T4" fmla="*/ 67 w 378"/>
                <a:gd name="T5" fmla="*/ 310 h 377"/>
                <a:gd name="T6" fmla="*/ 67 w 378"/>
                <a:gd name="T7" fmla="*/ 67 h 377"/>
                <a:gd name="T8" fmla="*/ 311 w 378"/>
                <a:gd name="T9" fmla="*/ 67 h 377"/>
                <a:gd name="T10" fmla="*/ 295 w 378"/>
                <a:gd name="T11" fmla="*/ 83 h 377"/>
                <a:gd name="T12" fmla="*/ 295 w 378"/>
                <a:gd name="T13" fmla="*/ 295 h 377"/>
                <a:gd name="T14" fmla="*/ 83 w 378"/>
                <a:gd name="T15" fmla="*/ 295 h 377"/>
                <a:gd name="T16" fmla="*/ 83 w 378"/>
                <a:gd name="T17" fmla="*/ 83 h 377"/>
                <a:gd name="T18" fmla="*/ 295 w 378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>
              <a:spLocks/>
            </p:cNvSpPr>
            <p:nvPr/>
          </p:nvSpPr>
          <p:spPr bwMode="auto">
            <a:xfrm>
              <a:off x="6992101" y="1733461"/>
              <a:ext cx="800462" cy="801484"/>
            </a:xfrm>
            <a:custGeom>
              <a:avLst/>
              <a:gdLst>
                <a:gd name="T0" fmla="*/ 310 w 377"/>
                <a:gd name="T1" fmla="*/ 67 h 378"/>
                <a:gd name="T2" fmla="*/ 310 w 377"/>
                <a:gd name="T3" fmla="*/ 311 h 378"/>
                <a:gd name="T4" fmla="*/ 67 w 377"/>
                <a:gd name="T5" fmla="*/ 311 h 378"/>
                <a:gd name="T6" fmla="*/ 67 w 377"/>
                <a:gd name="T7" fmla="*/ 67 h 378"/>
                <a:gd name="T8" fmla="*/ 310 w 377"/>
                <a:gd name="T9" fmla="*/ 67 h 378"/>
                <a:gd name="T10" fmla="*/ 295 w 377"/>
                <a:gd name="T11" fmla="*/ 83 h 378"/>
                <a:gd name="T12" fmla="*/ 295 w 377"/>
                <a:gd name="T13" fmla="*/ 295 h 378"/>
                <a:gd name="T14" fmla="*/ 83 w 377"/>
                <a:gd name="T15" fmla="*/ 295 h 378"/>
                <a:gd name="T16" fmla="*/ 83 w 377"/>
                <a:gd name="T17" fmla="*/ 83 h 378"/>
                <a:gd name="T18" fmla="*/ 295 w 377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>
              <a:spLocks/>
            </p:cNvSpPr>
            <p:nvPr/>
          </p:nvSpPr>
          <p:spPr bwMode="auto">
            <a:xfrm>
              <a:off x="6992101" y="4319881"/>
              <a:ext cx="800462" cy="799439"/>
            </a:xfrm>
            <a:custGeom>
              <a:avLst/>
              <a:gdLst>
                <a:gd name="T0" fmla="*/ 310 w 377"/>
                <a:gd name="T1" fmla="*/ 67 h 377"/>
                <a:gd name="T2" fmla="*/ 310 w 377"/>
                <a:gd name="T3" fmla="*/ 310 h 377"/>
                <a:gd name="T4" fmla="*/ 67 w 377"/>
                <a:gd name="T5" fmla="*/ 310 h 377"/>
                <a:gd name="T6" fmla="*/ 67 w 377"/>
                <a:gd name="T7" fmla="*/ 67 h 377"/>
                <a:gd name="T8" fmla="*/ 310 w 377"/>
                <a:gd name="T9" fmla="*/ 67 h 377"/>
                <a:gd name="T10" fmla="*/ 295 w 377"/>
                <a:gd name="T11" fmla="*/ 83 h 377"/>
                <a:gd name="T12" fmla="*/ 295 w 377"/>
                <a:gd name="T13" fmla="*/ 295 h 377"/>
                <a:gd name="T14" fmla="*/ 83 w 377"/>
                <a:gd name="T15" fmla="*/ 295 h 377"/>
                <a:gd name="T16" fmla="*/ 83 w 377"/>
                <a:gd name="T17" fmla="*/ 83 h 377"/>
                <a:gd name="T18" fmla="*/ 295 w 377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>
              <a:spLocks/>
            </p:cNvSpPr>
            <p:nvPr/>
          </p:nvSpPr>
          <p:spPr bwMode="auto">
            <a:xfrm>
              <a:off x="4631609" y="4544788"/>
              <a:ext cx="340426" cy="386430"/>
            </a:xfrm>
            <a:custGeom>
              <a:avLst/>
              <a:gdLst>
                <a:gd name="T0" fmla="*/ 6 w 160"/>
                <a:gd name="T1" fmla="*/ 120 h 182"/>
                <a:gd name="T2" fmla="*/ 39 w 160"/>
                <a:gd name="T3" fmla="*/ 2 h 182"/>
                <a:gd name="T4" fmla="*/ 121 w 160"/>
                <a:gd name="T5" fmla="*/ 0 h 182"/>
                <a:gd name="T6" fmla="*/ 160 w 160"/>
                <a:gd name="T7" fmla="*/ 36 h 182"/>
                <a:gd name="T8" fmla="*/ 80 w 160"/>
                <a:gd name="T9" fmla="*/ 182 h 182"/>
                <a:gd name="T10" fmla="*/ 112 w 160"/>
                <a:gd name="T11" fmla="*/ 11 h 182"/>
                <a:gd name="T12" fmla="*/ 149 w 160"/>
                <a:gd name="T13" fmla="*/ 44 h 182"/>
                <a:gd name="T14" fmla="*/ 131 w 160"/>
                <a:gd name="T15" fmla="*/ 135 h 182"/>
                <a:gd name="T16" fmla="*/ 80 w 160"/>
                <a:gd name="T17" fmla="*/ 165 h 182"/>
                <a:gd name="T18" fmla="*/ 34 w 160"/>
                <a:gd name="T19" fmla="*/ 137 h 182"/>
                <a:gd name="T20" fmla="*/ 11 w 160"/>
                <a:gd name="T21" fmla="*/ 44 h 182"/>
                <a:gd name="T22" fmla="*/ 48 w 160"/>
                <a:gd name="T23" fmla="*/ 11 h 182"/>
                <a:gd name="T24" fmla="*/ 116 w 160"/>
                <a:gd name="T25" fmla="*/ 131 h 182"/>
                <a:gd name="T26" fmla="*/ 39 w 160"/>
                <a:gd name="T27" fmla="*/ 129 h 182"/>
                <a:gd name="T28" fmla="*/ 27 w 160"/>
                <a:gd name="T29" fmla="*/ 118 h 182"/>
                <a:gd name="T30" fmla="*/ 24 w 160"/>
                <a:gd name="T31" fmla="*/ 50 h 182"/>
                <a:gd name="T32" fmla="*/ 55 w 160"/>
                <a:gd name="T33" fmla="*/ 21 h 182"/>
                <a:gd name="T34" fmla="*/ 139 w 160"/>
                <a:gd name="T35" fmla="*/ 51 h 182"/>
                <a:gd name="T36" fmla="*/ 126 w 160"/>
                <a:gd name="T37" fmla="*/ 126 h 182"/>
                <a:gd name="T38" fmla="*/ 116 w 160"/>
                <a:gd name="T39" fmla="*/ 131 h 182"/>
                <a:gd name="T40" fmla="*/ 80 w 160"/>
                <a:gd name="T41" fmla="*/ 80 h 182"/>
                <a:gd name="T42" fmla="*/ 71 w 160"/>
                <a:gd name="T43" fmla="*/ 58 h 182"/>
                <a:gd name="T44" fmla="*/ 54 w 160"/>
                <a:gd name="T45" fmla="*/ 75 h 182"/>
                <a:gd name="T46" fmla="*/ 75 w 160"/>
                <a:gd name="T47" fmla="*/ 85 h 182"/>
                <a:gd name="T48" fmla="*/ 55 w 160"/>
                <a:gd name="T49" fmla="*/ 96 h 182"/>
                <a:gd name="T50" fmla="*/ 50 w 160"/>
                <a:gd name="T51" fmla="*/ 114 h 182"/>
                <a:gd name="T52" fmla="*/ 69 w 160"/>
                <a:gd name="T53" fmla="*/ 110 h 182"/>
                <a:gd name="T54" fmla="*/ 80 w 160"/>
                <a:gd name="T55" fmla="*/ 90 h 182"/>
                <a:gd name="T56" fmla="*/ 91 w 160"/>
                <a:gd name="T57" fmla="*/ 110 h 182"/>
                <a:gd name="T58" fmla="*/ 110 w 160"/>
                <a:gd name="T59" fmla="*/ 114 h 182"/>
                <a:gd name="T60" fmla="*/ 105 w 160"/>
                <a:gd name="T61" fmla="*/ 96 h 182"/>
                <a:gd name="T62" fmla="*/ 85 w 160"/>
                <a:gd name="T63" fmla="*/ 85 h 182"/>
                <a:gd name="T64" fmla="*/ 107 w 160"/>
                <a:gd name="T65" fmla="*/ 75 h 182"/>
                <a:gd name="T66" fmla="*/ 89 w 160"/>
                <a:gd name="T67" fmla="*/ 5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>
              <a:spLocks/>
            </p:cNvSpPr>
            <p:nvPr/>
          </p:nvSpPr>
          <p:spPr bwMode="auto">
            <a:xfrm>
              <a:off x="7191450" y="4489583"/>
              <a:ext cx="431411" cy="430389"/>
            </a:xfrm>
            <a:custGeom>
              <a:avLst/>
              <a:gdLst>
                <a:gd name="T0" fmla="*/ 119 w 203"/>
                <a:gd name="T1" fmla="*/ 63 h 203"/>
                <a:gd name="T2" fmla="*/ 99 w 203"/>
                <a:gd name="T3" fmla="*/ 66 h 203"/>
                <a:gd name="T4" fmla="*/ 107 w 203"/>
                <a:gd name="T5" fmla="*/ 89 h 203"/>
                <a:gd name="T6" fmla="*/ 149 w 203"/>
                <a:gd name="T7" fmla="*/ 25 h 203"/>
                <a:gd name="T8" fmla="*/ 177 w 203"/>
                <a:gd name="T9" fmla="*/ 26 h 203"/>
                <a:gd name="T10" fmla="*/ 178 w 203"/>
                <a:gd name="T11" fmla="*/ 54 h 203"/>
                <a:gd name="T12" fmla="*/ 114 w 203"/>
                <a:gd name="T13" fmla="*/ 96 h 203"/>
                <a:gd name="T14" fmla="*/ 137 w 203"/>
                <a:gd name="T15" fmla="*/ 104 h 203"/>
                <a:gd name="T16" fmla="*/ 140 w 203"/>
                <a:gd name="T17" fmla="*/ 83 h 203"/>
                <a:gd name="T18" fmla="*/ 166 w 203"/>
                <a:gd name="T19" fmla="*/ 104 h 203"/>
                <a:gd name="T20" fmla="*/ 161 w 203"/>
                <a:gd name="T21" fmla="*/ 62 h 203"/>
                <a:gd name="T22" fmla="*/ 176 w 203"/>
                <a:gd name="T23" fmla="*/ 104 h 203"/>
                <a:gd name="T24" fmla="*/ 189 w 203"/>
                <a:gd name="T25" fmla="*/ 114 h 203"/>
                <a:gd name="T26" fmla="*/ 99 w 203"/>
                <a:gd name="T27" fmla="*/ 190 h 203"/>
                <a:gd name="T28" fmla="*/ 90 w 203"/>
                <a:gd name="T29" fmla="*/ 203 h 203"/>
                <a:gd name="T30" fmla="*/ 13 w 203"/>
                <a:gd name="T31" fmla="*/ 114 h 203"/>
                <a:gd name="T32" fmla="*/ 0 w 203"/>
                <a:gd name="T33" fmla="*/ 104 h 203"/>
                <a:gd name="T34" fmla="*/ 90 w 203"/>
                <a:gd name="T35" fmla="*/ 27 h 203"/>
                <a:gd name="T36" fmla="*/ 99 w 203"/>
                <a:gd name="T37" fmla="*/ 14 h 203"/>
                <a:gd name="T38" fmla="*/ 141 w 203"/>
                <a:gd name="T39" fmla="*/ 41 h 203"/>
                <a:gd name="T40" fmla="*/ 134 w 203"/>
                <a:gd name="T41" fmla="*/ 48 h 203"/>
                <a:gd name="T42" fmla="*/ 99 w 203"/>
                <a:gd name="T43" fmla="*/ 57 h 203"/>
                <a:gd name="T44" fmla="*/ 99 w 203"/>
                <a:gd name="T45" fmla="*/ 131 h 203"/>
                <a:gd name="T46" fmla="*/ 137 w 203"/>
                <a:gd name="T47" fmla="*/ 114 h 203"/>
                <a:gd name="T48" fmla="*/ 90 w 203"/>
                <a:gd name="T49" fmla="*/ 131 h 203"/>
                <a:gd name="T50" fmla="*/ 52 w 203"/>
                <a:gd name="T51" fmla="*/ 114 h 203"/>
                <a:gd name="T52" fmla="*/ 90 w 203"/>
                <a:gd name="T53" fmla="*/ 131 h 203"/>
                <a:gd name="T54" fmla="*/ 90 w 203"/>
                <a:gd name="T55" fmla="*/ 86 h 203"/>
                <a:gd name="T56" fmla="*/ 52 w 203"/>
                <a:gd name="T57" fmla="*/ 104 h 203"/>
                <a:gd name="T58" fmla="*/ 90 w 203"/>
                <a:gd name="T59" fmla="*/ 37 h 203"/>
                <a:gd name="T60" fmla="*/ 42 w 203"/>
                <a:gd name="T61" fmla="*/ 104 h 203"/>
                <a:gd name="T62" fmla="*/ 90 w 203"/>
                <a:gd name="T63" fmla="*/ 37 h 203"/>
                <a:gd name="T64" fmla="*/ 90 w 203"/>
                <a:gd name="T65" fmla="*/ 161 h 203"/>
                <a:gd name="T66" fmla="*/ 23 w 203"/>
                <a:gd name="T67" fmla="*/ 114 h 203"/>
                <a:gd name="T68" fmla="*/ 99 w 203"/>
                <a:gd name="T69" fmla="*/ 161 h 203"/>
                <a:gd name="T70" fmla="*/ 166 w 203"/>
                <a:gd name="T71" fmla="*/ 114 h 203"/>
                <a:gd name="T72" fmla="*/ 99 w 203"/>
                <a:gd name="T73" fmla="*/ 161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>
              <a:spLocks/>
            </p:cNvSpPr>
            <p:nvPr/>
          </p:nvSpPr>
          <p:spPr bwMode="auto">
            <a:xfrm>
              <a:off x="7230297" y="1945077"/>
              <a:ext cx="325092" cy="377229"/>
            </a:xfrm>
            <a:custGeom>
              <a:avLst/>
              <a:gdLst>
                <a:gd name="T0" fmla="*/ 97 w 153"/>
                <a:gd name="T1" fmla="*/ 153 h 178"/>
                <a:gd name="T2" fmla="*/ 100 w 153"/>
                <a:gd name="T3" fmla="*/ 160 h 178"/>
                <a:gd name="T4" fmla="*/ 56 w 153"/>
                <a:gd name="T5" fmla="*/ 163 h 178"/>
                <a:gd name="T6" fmla="*/ 53 w 153"/>
                <a:gd name="T7" fmla="*/ 156 h 178"/>
                <a:gd name="T8" fmla="*/ 92 w 153"/>
                <a:gd name="T9" fmla="*/ 168 h 178"/>
                <a:gd name="T10" fmla="*/ 87 w 153"/>
                <a:gd name="T11" fmla="*/ 178 h 178"/>
                <a:gd name="T12" fmla="*/ 61 w 153"/>
                <a:gd name="T13" fmla="*/ 173 h 178"/>
                <a:gd name="T14" fmla="*/ 92 w 153"/>
                <a:gd name="T15" fmla="*/ 168 h 178"/>
                <a:gd name="T16" fmla="*/ 116 w 153"/>
                <a:gd name="T17" fmla="*/ 80 h 178"/>
                <a:gd name="T18" fmla="*/ 57 w 153"/>
                <a:gd name="T19" fmla="*/ 147 h 178"/>
                <a:gd name="T20" fmla="*/ 76 w 153"/>
                <a:gd name="T21" fmla="*/ 41 h 178"/>
                <a:gd name="T22" fmla="*/ 85 w 153"/>
                <a:gd name="T23" fmla="*/ 48 h 178"/>
                <a:gd name="T24" fmla="*/ 92 w 153"/>
                <a:gd name="T25" fmla="*/ 53 h 178"/>
                <a:gd name="T26" fmla="*/ 83 w 153"/>
                <a:gd name="T27" fmla="*/ 52 h 178"/>
                <a:gd name="T28" fmla="*/ 59 w 153"/>
                <a:gd name="T29" fmla="*/ 63 h 178"/>
                <a:gd name="T30" fmla="*/ 49 w 153"/>
                <a:gd name="T31" fmla="*/ 81 h 178"/>
                <a:gd name="T32" fmla="*/ 47 w 153"/>
                <a:gd name="T33" fmla="*/ 96 h 178"/>
                <a:gd name="T34" fmla="*/ 44 w 153"/>
                <a:gd name="T35" fmla="*/ 88 h 178"/>
                <a:gd name="T36" fmla="*/ 45 w 153"/>
                <a:gd name="T37" fmla="*/ 71 h 178"/>
                <a:gd name="T38" fmla="*/ 54 w 153"/>
                <a:gd name="T39" fmla="*/ 56 h 178"/>
                <a:gd name="T40" fmla="*/ 76 w 153"/>
                <a:gd name="T41" fmla="*/ 47 h 178"/>
                <a:gd name="T42" fmla="*/ 72 w 153"/>
                <a:gd name="T43" fmla="*/ 0 h 178"/>
                <a:gd name="T44" fmla="*/ 81 w 153"/>
                <a:gd name="T45" fmla="*/ 27 h 178"/>
                <a:gd name="T46" fmla="*/ 72 w 153"/>
                <a:gd name="T47" fmla="*/ 27 h 178"/>
                <a:gd name="T48" fmla="*/ 128 w 153"/>
                <a:gd name="T49" fmla="*/ 19 h 178"/>
                <a:gd name="T50" fmla="*/ 116 w 153"/>
                <a:gd name="T51" fmla="*/ 44 h 178"/>
                <a:gd name="T52" fmla="*/ 128 w 153"/>
                <a:gd name="T53" fmla="*/ 19 h 178"/>
                <a:gd name="T54" fmla="*/ 26 w 153"/>
                <a:gd name="T55" fmla="*/ 134 h 178"/>
                <a:gd name="T56" fmla="*/ 34 w 153"/>
                <a:gd name="T57" fmla="*/ 113 h 178"/>
                <a:gd name="T58" fmla="*/ 26 w 153"/>
                <a:gd name="T59" fmla="*/ 19 h 178"/>
                <a:gd name="T60" fmla="*/ 37 w 153"/>
                <a:gd name="T61" fmla="*/ 44 h 178"/>
                <a:gd name="T62" fmla="*/ 26 w 153"/>
                <a:gd name="T63" fmla="*/ 19 h 178"/>
                <a:gd name="T64" fmla="*/ 128 w 153"/>
                <a:gd name="T65" fmla="*/ 134 h 178"/>
                <a:gd name="T66" fmla="*/ 120 w 153"/>
                <a:gd name="T67" fmla="*/ 113 h 178"/>
                <a:gd name="T68" fmla="*/ 153 w 153"/>
                <a:gd name="T69" fmla="*/ 72 h 178"/>
                <a:gd name="T70" fmla="*/ 131 w 153"/>
                <a:gd name="T71" fmla="*/ 81 h 178"/>
                <a:gd name="T72" fmla="*/ 130 w 153"/>
                <a:gd name="T73" fmla="*/ 72 h 178"/>
                <a:gd name="T74" fmla="*/ 23 w 153"/>
                <a:gd name="T75" fmla="*/ 81 h 178"/>
                <a:gd name="T76" fmla="*/ 0 w 153"/>
                <a:gd name="T77" fmla="*/ 72 h 178"/>
                <a:gd name="T78" fmla="*/ 23 w 153"/>
                <a:gd name="T79" fmla="*/ 8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>
              <a:spLocks/>
            </p:cNvSpPr>
            <p:nvPr/>
          </p:nvSpPr>
          <p:spPr bwMode="auto">
            <a:xfrm>
              <a:off x="4946477" y="2278347"/>
              <a:ext cx="1106129" cy="1105107"/>
            </a:xfrm>
            <a:custGeom>
              <a:avLst/>
              <a:gdLst>
                <a:gd name="T0" fmla="*/ 0 w 521"/>
                <a:gd name="T1" fmla="*/ 521 h 521"/>
                <a:gd name="T2" fmla="*/ 521 w 521"/>
                <a:gd name="T3" fmla="*/ 0 h 521"/>
                <a:gd name="T4" fmla="*/ 521 w 521"/>
                <a:gd name="T5" fmla="*/ 521 h 521"/>
                <a:gd name="T6" fmla="*/ 0 w 521"/>
                <a:gd name="T7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3" name="任意多边形: 形状 42"/>
            <p:cNvSpPr>
              <a:spLocks/>
            </p:cNvSpPr>
            <p:nvPr/>
          </p:nvSpPr>
          <p:spPr bwMode="auto">
            <a:xfrm>
              <a:off x="4946477" y="3470350"/>
              <a:ext cx="1106129" cy="1106129"/>
            </a:xfrm>
            <a:custGeom>
              <a:avLst/>
              <a:gdLst>
                <a:gd name="T0" fmla="*/ 521 w 521"/>
                <a:gd name="T1" fmla="*/ 522 h 522"/>
                <a:gd name="T2" fmla="*/ 0 w 521"/>
                <a:gd name="T3" fmla="*/ 0 h 522"/>
                <a:gd name="T4" fmla="*/ 521 w 521"/>
                <a:gd name="T5" fmla="*/ 0 h 522"/>
                <a:gd name="T6" fmla="*/ 521 w 521"/>
                <a:gd name="T7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4" name="任意多边形: 形状 43"/>
            <p:cNvSpPr>
              <a:spLocks/>
            </p:cNvSpPr>
            <p:nvPr/>
          </p:nvSpPr>
          <p:spPr bwMode="auto">
            <a:xfrm>
              <a:off x="6140525" y="3470350"/>
              <a:ext cx="1108174" cy="1106129"/>
            </a:xfrm>
            <a:custGeom>
              <a:avLst/>
              <a:gdLst>
                <a:gd name="T0" fmla="*/ 522 w 522"/>
                <a:gd name="T1" fmla="*/ 0 h 522"/>
                <a:gd name="T2" fmla="*/ 0 w 522"/>
                <a:gd name="T3" fmla="*/ 522 h 522"/>
                <a:gd name="T4" fmla="*/ 0 w 522"/>
                <a:gd name="T5" fmla="*/ 0 h 522"/>
                <a:gd name="T6" fmla="*/ 522 w 522"/>
                <a:gd name="T7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5" name="任意多边形: 形状 44"/>
            <p:cNvSpPr>
              <a:spLocks/>
            </p:cNvSpPr>
            <p:nvPr/>
          </p:nvSpPr>
          <p:spPr bwMode="auto">
            <a:xfrm>
              <a:off x="6140525" y="2278347"/>
              <a:ext cx="1108174" cy="1105107"/>
            </a:xfrm>
            <a:custGeom>
              <a:avLst/>
              <a:gdLst>
                <a:gd name="T0" fmla="*/ 0 w 522"/>
                <a:gd name="T1" fmla="*/ 0 h 521"/>
                <a:gd name="T2" fmla="*/ 522 w 522"/>
                <a:gd name="T3" fmla="*/ 521 h 521"/>
                <a:gd name="T4" fmla="*/ 0 w 522"/>
                <a:gd name="T5" fmla="*/ 521 h 521"/>
                <a:gd name="T6" fmla="*/ 0 w 522"/>
                <a:gd name="T7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6" name="任意多边形: 形状 45"/>
            <p:cNvSpPr>
              <a:spLocks/>
            </p:cNvSpPr>
            <p:nvPr/>
          </p:nvSpPr>
          <p:spPr bwMode="auto">
            <a:xfrm>
              <a:off x="4614229" y="1962456"/>
              <a:ext cx="374162" cy="343493"/>
            </a:xfrm>
            <a:custGeom>
              <a:avLst/>
              <a:gdLst>
                <a:gd name="T0" fmla="*/ 130 w 176"/>
                <a:gd name="T1" fmla="*/ 63 h 162"/>
                <a:gd name="T2" fmla="*/ 148 w 176"/>
                <a:gd name="T3" fmla="*/ 63 h 162"/>
                <a:gd name="T4" fmla="*/ 152 w 176"/>
                <a:gd name="T5" fmla="*/ 54 h 162"/>
                <a:gd name="T6" fmla="*/ 125 w 176"/>
                <a:gd name="T7" fmla="*/ 54 h 162"/>
                <a:gd name="T8" fmla="*/ 130 w 176"/>
                <a:gd name="T9" fmla="*/ 63 h 162"/>
                <a:gd name="T10" fmla="*/ 130 w 176"/>
                <a:gd name="T11" fmla="*/ 68 h 162"/>
                <a:gd name="T12" fmla="*/ 148 w 176"/>
                <a:gd name="T13" fmla="*/ 68 h 162"/>
                <a:gd name="T14" fmla="*/ 150 w 176"/>
                <a:gd name="T15" fmla="*/ 134 h 162"/>
                <a:gd name="T16" fmla="*/ 127 w 176"/>
                <a:gd name="T17" fmla="*/ 134 h 162"/>
                <a:gd name="T18" fmla="*/ 130 w 176"/>
                <a:gd name="T19" fmla="*/ 68 h 162"/>
                <a:gd name="T20" fmla="*/ 79 w 176"/>
                <a:gd name="T21" fmla="*/ 63 h 162"/>
                <a:gd name="T22" fmla="*/ 97 w 176"/>
                <a:gd name="T23" fmla="*/ 63 h 162"/>
                <a:gd name="T24" fmla="*/ 101 w 176"/>
                <a:gd name="T25" fmla="*/ 54 h 162"/>
                <a:gd name="T26" fmla="*/ 75 w 176"/>
                <a:gd name="T27" fmla="*/ 54 h 162"/>
                <a:gd name="T28" fmla="*/ 79 w 176"/>
                <a:gd name="T29" fmla="*/ 63 h 162"/>
                <a:gd name="T30" fmla="*/ 79 w 176"/>
                <a:gd name="T31" fmla="*/ 63 h 162"/>
                <a:gd name="T32" fmla="*/ 79 w 176"/>
                <a:gd name="T33" fmla="*/ 68 h 162"/>
                <a:gd name="T34" fmla="*/ 97 w 176"/>
                <a:gd name="T35" fmla="*/ 68 h 162"/>
                <a:gd name="T36" fmla="*/ 99 w 176"/>
                <a:gd name="T37" fmla="*/ 134 h 162"/>
                <a:gd name="T38" fmla="*/ 76 w 176"/>
                <a:gd name="T39" fmla="*/ 134 h 162"/>
                <a:gd name="T40" fmla="*/ 79 w 176"/>
                <a:gd name="T41" fmla="*/ 68 h 162"/>
                <a:gd name="T42" fmla="*/ 79 w 176"/>
                <a:gd name="T43" fmla="*/ 68 h 162"/>
                <a:gd name="T44" fmla="*/ 28 w 176"/>
                <a:gd name="T45" fmla="*/ 63 h 162"/>
                <a:gd name="T46" fmla="*/ 46 w 176"/>
                <a:gd name="T47" fmla="*/ 63 h 162"/>
                <a:gd name="T48" fmla="*/ 50 w 176"/>
                <a:gd name="T49" fmla="*/ 54 h 162"/>
                <a:gd name="T50" fmla="*/ 24 w 176"/>
                <a:gd name="T51" fmla="*/ 54 h 162"/>
                <a:gd name="T52" fmla="*/ 28 w 176"/>
                <a:gd name="T53" fmla="*/ 63 h 162"/>
                <a:gd name="T54" fmla="*/ 28 w 176"/>
                <a:gd name="T55" fmla="*/ 68 h 162"/>
                <a:gd name="T56" fmla="*/ 46 w 176"/>
                <a:gd name="T57" fmla="*/ 68 h 162"/>
                <a:gd name="T58" fmla="*/ 49 w 176"/>
                <a:gd name="T59" fmla="*/ 134 h 162"/>
                <a:gd name="T60" fmla="*/ 26 w 176"/>
                <a:gd name="T61" fmla="*/ 134 h 162"/>
                <a:gd name="T62" fmla="*/ 28 w 176"/>
                <a:gd name="T63" fmla="*/ 68 h 162"/>
                <a:gd name="T64" fmla="*/ 9 w 176"/>
                <a:gd name="T65" fmla="*/ 148 h 162"/>
                <a:gd name="T66" fmla="*/ 166 w 176"/>
                <a:gd name="T67" fmla="*/ 148 h 162"/>
                <a:gd name="T68" fmla="*/ 166 w 176"/>
                <a:gd name="T69" fmla="*/ 153 h 162"/>
                <a:gd name="T70" fmla="*/ 9 w 176"/>
                <a:gd name="T71" fmla="*/ 153 h 162"/>
                <a:gd name="T72" fmla="*/ 9 w 176"/>
                <a:gd name="T73" fmla="*/ 148 h 162"/>
                <a:gd name="T74" fmla="*/ 9 w 176"/>
                <a:gd name="T75" fmla="*/ 148 h 162"/>
                <a:gd name="T76" fmla="*/ 0 w 176"/>
                <a:gd name="T77" fmla="*/ 156 h 162"/>
                <a:gd name="T78" fmla="*/ 176 w 176"/>
                <a:gd name="T79" fmla="*/ 156 h 162"/>
                <a:gd name="T80" fmla="*/ 176 w 176"/>
                <a:gd name="T81" fmla="*/ 162 h 162"/>
                <a:gd name="T82" fmla="*/ 0 w 176"/>
                <a:gd name="T83" fmla="*/ 162 h 162"/>
                <a:gd name="T84" fmla="*/ 0 w 176"/>
                <a:gd name="T85" fmla="*/ 156 h 162"/>
                <a:gd name="T86" fmla="*/ 0 w 176"/>
                <a:gd name="T87" fmla="*/ 156 h 162"/>
                <a:gd name="T88" fmla="*/ 149 w 176"/>
                <a:gd name="T89" fmla="*/ 37 h 162"/>
                <a:gd name="T90" fmla="*/ 88 w 176"/>
                <a:gd name="T91" fmla="*/ 14 h 162"/>
                <a:gd name="T92" fmla="*/ 27 w 176"/>
                <a:gd name="T93" fmla="*/ 37 h 162"/>
                <a:gd name="T94" fmla="*/ 149 w 176"/>
                <a:gd name="T95" fmla="*/ 37 h 162"/>
                <a:gd name="T96" fmla="*/ 11 w 176"/>
                <a:gd name="T97" fmla="*/ 50 h 162"/>
                <a:gd name="T98" fmla="*/ 165 w 176"/>
                <a:gd name="T99" fmla="*/ 50 h 162"/>
                <a:gd name="T100" fmla="*/ 165 w 176"/>
                <a:gd name="T101" fmla="*/ 29 h 162"/>
                <a:gd name="T102" fmla="*/ 88 w 176"/>
                <a:gd name="T103" fmla="*/ 0 h 162"/>
                <a:gd name="T104" fmla="*/ 11 w 176"/>
                <a:gd name="T105" fmla="*/ 29 h 162"/>
                <a:gd name="T106" fmla="*/ 11 w 176"/>
                <a:gd name="T107" fmla="*/ 50 h 162"/>
                <a:gd name="T108" fmla="*/ 21 w 176"/>
                <a:gd name="T109" fmla="*/ 139 h 162"/>
                <a:gd name="T110" fmla="*/ 155 w 176"/>
                <a:gd name="T111" fmla="*/ 139 h 162"/>
                <a:gd name="T112" fmla="*/ 155 w 176"/>
                <a:gd name="T113" fmla="*/ 144 h 162"/>
                <a:gd name="T114" fmla="*/ 21 w 176"/>
                <a:gd name="T115" fmla="*/ 144 h 162"/>
                <a:gd name="T116" fmla="*/ 21 w 176"/>
                <a:gd name="T117" fmla="*/ 139 h 162"/>
                <a:gd name="T118" fmla="*/ 21 w 176"/>
                <a:gd name="T119" fmla="*/ 13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>
              <a:spLocks/>
            </p:cNvSpPr>
            <p:nvPr/>
          </p:nvSpPr>
          <p:spPr bwMode="auto">
            <a:xfrm>
              <a:off x="3866928" y="3115611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241 w 293"/>
                <a:gd name="T3" fmla="*/ 241 h 293"/>
                <a:gd name="T4" fmla="*/ 241 w 293"/>
                <a:gd name="T5" fmla="*/ 52 h 293"/>
                <a:gd name="T6" fmla="*/ 52 w 293"/>
                <a:gd name="T7" fmla="*/ 52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>
              <a:spLocks/>
            </p:cNvSpPr>
            <p:nvPr/>
          </p:nvSpPr>
          <p:spPr bwMode="auto">
            <a:xfrm>
              <a:off x="3913954" y="3164682"/>
              <a:ext cx="528530" cy="525463"/>
            </a:xfrm>
            <a:custGeom>
              <a:avLst/>
              <a:gdLst>
                <a:gd name="T0" fmla="*/ 44 w 249"/>
                <a:gd name="T1" fmla="*/ 44 h 248"/>
                <a:gd name="T2" fmla="*/ 205 w 249"/>
                <a:gd name="T3" fmla="*/ 44 h 248"/>
                <a:gd name="T4" fmla="*/ 205 w 249"/>
                <a:gd name="T5" fmla="*/ 204 h 248"/>
                <a:gd name="T6" fmla="*/ 44 w 249"/>
                <a:gd name="T7" fmla="*/ 204 h 248"/>
                <a:gd name="T8" fmla="*/ 44 w 249"/>
                <a:gd name="T9" fmla="*/ 44 h 248"/>
                <a:gd name="T10" fmla="*/ 55 w 249"/>
                <a:gd name="T11" fmla="*/ 54 h 248"/>
                <a:gd name="T12" fmla="*/ 194 w 249"/>
                <a:gd name="T13" fmla="*/ 54 h 248"/>
                <a:gd name="T14" fmla="*/ 194 w 249"/>
                <a:gd name="T15" fmla="*/ 194 h 248"/>
                <a:gd name="T16" fmla="*/ 55 w 249"/>
                <a:gd name="T17" fmla="*/ 194 h 248"/>
                <a:gd name="T18" fmla="*/ 55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>
              <a:spLocks/>
            </p:cNvSpPr>
            <p:nvPr/>
          </p:nvSpPr>
          <p:spPr bwMode="auto">
            <a:xfrm>
              <a:off x="4452706" y="3411057"/>
              <a:ext cx="346560" cy="31692"/>
            </a:xfrm>
            <a:custGeom>
              <a:avLst/>
              <a:gdLst>
                <a:gd name="T0" fmla="*/ 0 w 339"/>
                <a:gd name="T1" fmla="*/ 31 h 31"/>
                <a:gd name="T2" fmla="*/ 0 w 339"/>
                <a:gd name="T3" fmla="*/ 0 h 31"/>
                <a:gd name="T4" fmla="*/ 339 w 339"/>
                <a:gd name="T5" fmla="*/ 0 h 31"/>
                <a:gd name="T6" fmla="*/ 339 w 339"/>
                <a:gd name="T7" fmla="*/ 31 h 31"/>
                <a:gd name="T8" fmla="*/ 0 w 339"/>
                <a:gd name="T9" fmla="*/ 31 h 31"/>
                <a:gd name="T10" fmla="*/ 0 w 339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>
              <a:spLocks/>
            </p:cNvSpPr>
            <p:nvPr/>
          </p:nvSpPr>
          <p:spPr bwMode="auto">
            <a:xfrm>
              <a:off x="7705667" y="3115611"/>
              <a:ext cx="622581" cy="621559"/>
            </a:xfrm>
            <a:custGeom>
              <a:avLst/>
              <a:gdLst>
                <a:gd name="T0" fmla="*/ 241 w 293"/>
                <a:gd name="T1" fmla="*/ 241 h 293"/>
                <a:gd name="T2" fmla="*/ 52 w 293"/>
                <a:gd name="T3" fmla="*/ 241 h 293"/>
                <a:gd name="T4" fmla="*/ 52 w 293"/>
                <a:gd name="T5" fmla="*/ 52 h 293"/>
                <a:gd name="T6" fmla="*/ 241 w 293"/>
                <a:gd name="T7" fmla="*/ 52 h 293"/>
                <a:gd name="T8" fmla="*/ 241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>
              <a:spLocks/>
            </p:cNvSpPr>
            <p:nvPr/>
          </p:nvSpPr>
          <p:spPr bwMode="auto">
            <a:xfrm>
              <a:off x="7752692" y="3164682"/>
              <a:ext cx="528530" cy="525463"/>
            </a:xfrm>
            <a:custGeom>
              <a:avLst/>
              <a:gdLst>
                <a:gd name="T0" fmla="*/ 204 w 249"/>
                <a:gd name="T1" fmla="*/ 44 h 248"/>
                <a:gd name="T2" fmla="*/ 44 w 249"/>
                <a:gd name="T3" fmla="*/ 44 h 248"/>
                <a:gd name="T4" fmla="*/ 44 w 249"/>
                <a:gd name="T5" fmla="*/ 204 h 248"/>
                <a:gd name="T6" fmla="*/ 204 w 249"/>
                <a:gd name="T7" fmla="*/ 204 h 248"/>
                <a:gd name="T8" fmla="*/ 204 w 249"/>
                <a:gd name="T9" fmla="*/ 44 h 248"/>
                <a:gd name="T10" fmla="*/ 194 w 249"/>
                <a:gd name="T11" fmla="*/ 54 h 248"/>
                <a:gd name="T12" fmla="*/ 54 w 249"/>
                <a:gd name="T13" fmla="*/ 54 h 248"/>
                <a:gd name="T14" fmla="*/ 54 w 249"/>
                <a:gd name="T15" fmla="*/ 194 h 248"/>
                <a:gd name="T16" fmla="*/ 194 w 249"/>
                <a:gd name="T17" fmla="*/ 194 h 248"/>
                <a:gd name="T18" fmla="*/ 194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>
              <a:spLocks/>
            </p:cNvSpPr>
            <p:nvPr/>
          </p:nvSpPr>
          <p:spPr bwMode="auto">
            <a:xfrm>
              <a:off x="7395910" y="3411057"/>
              <a:ext cx="345538" cy="31692"/>
            </a:xfrm>
            <a:custGeom>
              <a:avLst/>
              <a:gdLst>
                <a:gd name="T0" fmla="*/ 338 w 338"/>
                <a:gd name="T1" fmla="*/ 31 h 31"/>
                <a:gd name="T2" fmla="*/ 338 w 338"/>
                <a:gd name="T3" fmla="*/ 0 h 31"/>
                <a:gd name="T4" fmla="*/ 0 w 338"/>
                <a:gd name="T5" fmla="*/ 0 h 31"/>
                <a:gd name="T6" fmla="*/ 0 w 338"/>
                <a:gd name="T7" fmla="*/ 31 h 31"/>
                <a:gd name="T8" fmla="*/ 338 w 338"/>
                <a:gd name="T9" fmla="*/ 31 h 31"/>
                <a:gd name="T10" fmla="*/ 338 w 338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>
              <a:spLocks/>
            </p:cNvSpPr>
            <p:nvPr/>
          </p:nvSpPr>
          <p:spPr bwMode="auto">
            <a:xfrm>
              <a:off x="7892748" y="3361986"/>
              <a:ext cx="246375" cy="130854"/>
            </a:xfrm>
            <a:custGeom>
              <a:avLst/>
              <a:gdLst>
                <a:gd name="T0" fmla="*/ 18 w 116"/>
                <a:gd name="T1" fmla="*/ 0 h 62"/>
                <a:gd name="T2" fmla="*/ 94 w 116"/>
                <a:gd name="T3" fmla="*/ 0 h 62"/>
                <a:gd name="T4" fmla="*/ 116 w 116"/>
                <a:gd name="T5" fmla="*/ 0 h 62"/>
                <a:gd name="T6" fmla="*/ 116 w 116"/>
                <a:gd name="T7" fmla="*/ 21 h 62"/>
                <a:gd name="T8" fmla="*/ 116 w 116"/>
                <a:gd name="T9" fmla="*/ 45 h 62"/>
                <a:gd name="T10" fmla="*/ 98 w 116"/>
                <a:gd name="T11" fmla="*/ 62 h 62"/>
                <a:gd name="T12" fmla="*/ 22 w 116"/>
                <a:gd name="T13" fmla="*/ 62 h 62"/>
                <a:gd name="T14" fmla="*/ 0 w 116"/>
                <a:gd name="T15" fmla="*/ 62 h 62"/>
                <a:gd name="T16" fmla="*/ 0 w 116"/>
                <a:gd name="T17" fmla="*/ 40 h 62"/>
                <a:gd name="T18" fmla="*/ 0 w 116"/>
                <a:gd name="T19" fmla="*/ 17 h 62"/>
                <a:gd name="T20" fmla="*/ 71 w 116"/>
                <a:gd name="T21" fmla="*/ 6 h 62"/>
                <a:gd name="T22" fmla="*/ 74 w 116"/>
                <a:gd name="T23" fmla="*/ 9 h 62"/>
                <a:gd name="T24" fmla="*/ 79 w 116"/>
                <a:gd name="T25" fmla="*/ 17 h 62"/>
                <a:gd name="T26" fmla="*/ 82 w 116"/>
                <a:gd name="T27" fmla="*/ 35 h 62"/>
                <a:gd name="T28" fmla="*/ 78 w 116"/>
                <a:gd name="T29" fmla="*/ 48 h 62"/>
                <a:gd name="T30" fmla="*/ 71 w 116"/>
                <a:gd name="T31" fmla="*/ 56 h 62"/>
                <a:gd name="T32" fmla="*/ 110 w 116"/>
                <a:gd name="T33" fmla="*/ 41 h 62"/>
                <a:gd name="T34" fmla="*/ 95 w 116"/>
                <a:gd name="T35" fmla="*/ 6 h 62"/>
                <a:gd name="T36" fmla="*/ 46 w 116"/>
                <a:gd name="T37" fmla="*/ 56 h 62"/>
                <a:gd name="T38" fmla="*/ 41 w 116"/>
                <a:gd name="T39" fmla="*/ 51 h 62"/>
                <a:gd name="T40" fmla="*/ 35 w 116"/>
                <a:gd name="T41" fmla="*/ 39 h 62"/>
                <a:gd name="T42" fmla="*/ 35 w 116"/>
                <a:gd name="T43" fmla="*/ 25 h 62"/>
                <a:gd name="T44" fmla="*/ 40 w 116"/>
                <a:gd name="T45" fmla="*/ 13 h 62"/>
                <a:gd name="T46" fmla="*/ 46 w 116"/>
                <a:gd name="T47" fmla="*/ 6 h 62"/>
                <a:gd name="T48" fmla="*/ 22 w 116"/>
                <a:gd name="T49" fmla="*/ 6 h 62"/>
                <a:gd name="T50" fmla="*/ 6 w 116"/>
                <a:gd name="T51" fmla="*/ 41 h 62"/>
                <a:gd name="T52" fmla="*/ 46 w 116"/>
                <a:gd name="T53" fmla="*/ 56 h 62"/>
                <a:gd name="T54" fmla="*/ 78 w 116"/>
                <a:gd name="T55" fmla="*/ 31 h 62"/>
                <a:gd name="T56" fmla="*/ 58 w 116"/>
                <a:gd name="T57" fmla="*/ 56 h 62"/>
                <a:gd name="T58" fmla="*/ 58 w 116"/>
                <a:gd name="T59" fmla="*/ 6 h 62"/>
                <a:gd name="T60" fmla="*/ 99 w 116"/>
                <a:gd name="T61" fmla="*/ 56 h 62"/>
                <a:gd name="T62" fmla="*/ 110 w 116"/>
                <a:gd name="T63" fmla="*/ 45 h 62"/>
                <a:gd name="T64" fmla="*/ 18 w 116"/>
                <a:gd name="T65" fmla="*/ 56 h 62"/>
                <a:gd name="T66" fmla="*/ 6 w 116"/>
                <a:gd name="T67" fmla="*/ 45 h 62"/>
                <a:gd name="T68" fmla="*/ 99 w 116"/>
                <a:gd name="T69" fmla="*/ 6 h 62"/>
                <a:gd name="T70" fmla="*/ 110 w 116"/>
                <a:gd name="T71" fmla="*/ 17 h 62"/>
                <a:gd name="T72" fmla="*/ 18 w 116"/>
                <a:gd name="T73" fmla="*/ 6 h 62"/>
                <a:gd name="T74" fmla="*/ 6 w 116"/>
                <a:gd name="T75" fmla="*/ 17 h 62"/>
                <a:gd name="T76" fmla="*/ 57 w 116"/>
                <a:gd name="T77" fmla="*/ 44 h 62"/>
                <a:gd name="T78" fmla="*/ 59 w 116"/>
                <a:gd name="T79" fmla="*/ 47 h 62"/>
                <a:gd name="T80" fmla="*/ 64 w 116"/>
                <a:gd name="T81" fmla="*/ 42 h 62"/>
                <a:gd name="T82" fmla="*/ 64 w 116"/>
                <a:gd name="T83" fmla="*/ 31 h 62"/>
                <a:gd name="T84" fmla="*/ 59 w 116"/>
                <a:gd name="T85" fmla="*/ 22 h 62"/>
                <a:gd name="T86" fmla="*/ 65 w 116"/>
                <a:gd name="T87" fmla="*/ 19 h 62"/>
                <a:gd name="T88" fmla="*/ 59 w 116"/>
                <a:gd name="T89" fmla="*/ 15 h 62"/>
                <a:gd name="T90" fmla="*/ 57 w 116"/>
                <a:gd name="T91" fmla="*/ 18 h 62"/>
                <a:gd name="T92" fmla="*/ 52 w 116"/>
                <a:gd name="T93" fmla="*/ 31 h 62"/>
                <a:gd name="T94" fmla="*/ 57 w 116"/>
                <a:gd name="T95" fmla="*/ 40 h 62"/>
                <a:gd name="T96" fmla="*/ 50 w 116"/>
                <a:gd name="T97" fmla="*/ 38 h 62"/>
                <a:gd name="T98" fmla="*/ 57 w 116"/>
                <a:gd name="T99" fmla="*/ 28 h 62"/>
                <a:gd name="T100" fmla="*/ 57 w 116"/>
                <a:gd name="T101" fmla="*/ 22 h 62"/>
                <a:gd name="T102" fmla="*/ 59 w 116"/>
                <a:gd name="T103" fmla="*/ 40 h 62"/>
                <a:gd name="T104" fmla="*/ 62 w 116"/>
                <a:gd name="T105" fmla="*/ 37 h 62"/>
                <a:gd name="T106" fmla="*/ 59 w 116"/>
                <a:gd name="T107" fmla="*/ 4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>
              <a:spLocks/>
            </p:cNvSpPr>
            <p:nvPr/>
          </p:nvSpPr>
          <p:spPr bwMode="auto">
            <a:xfrm>
              <a:off x="4066276" y="3317005"/>
              <a:ext cx="222862" cy="218772"/>
            </a:xfrm>
            <a:custGeom>
              <a:avLst/>
              <a:gdLst>
                <a:gd name="T0" fmla="*/ 50 w 105"/>
                <a:gd name="T1" fmla="*/ 8 h 103"/>
                <a:gd name="T2" fmla="*/ 55 w 105"/>
                <a:gd name="T3" fmla="*/ 0 h 103"/>
                <a:gd name="T4" fmla="*/ 103 w 105"/>
                <a:gd name="T5" fmla="*/ 8 h 103"/>
                <a:gd name="T6" fmla="*/ 105 w 105"/>
                <a:gd name="T7" fmla="*/ 19 h 103"/>
                <a:gd name="T8" fmla="*/ 103 w 105"/>
                <a:gd name="T9" fmla="*/ 21 h 103"/>
                <a:gd name="T10" fmla="*/ 100 w 105"/>
                <a:gd name="T11" fmla="*/ 81 h 103"/>
                <a:gd name="T12" fmla="*/ 86 w 105"/>
                <a:gd name="T13" fmla="*/ 103 h 103"/>
                <a:gd name="T14" fmla="*/ 70 w 105"/>
                <a:gd name="T15" fmla="*/ 96 h 103"/>
                <a:gd name="T16" fmla="*/ 55 w 105"/>
                <a:gd name="T17" fmla="*/ 103 h 103"/>
                <a:gd name="T18" fmla="*/ 50 w 105"/>
                <a:gd name="T19" fmla="*/ 96 h 103"/>
                <a:gd name="T20" fmla="*/ 27 w 105"/>
                <a:gd name="T21" fmla="*/ 103 h 103"/>
                <a:gd name="T22" fmla="*/ 41 w 105"/>
                <a:gd name="T23" fmla="*/ 81 h 103"/>
                <a:gd name="T24" fmla="*/ 2 w 105"/>
                <a:gd name="T25" fmla="*/ 78 h 103"/>
                <a:gd name="T26" fmla="*/ 2 w 105"/>
                <a:gd name="T27" fmla="*/ 21 h 103"/>
                <a:gd name="T28" fmla="*/ 0 w 105"/>
                <a:gd name="T29" fmla="*/ 10 h 103"/>
                <a:gd name="T30" fmla="*/ 2 w 105"/>
                <a:gd name="T31" fmla="*/ 8 h 103"/>
                <a:gd name="T32" fmla="*/ 8 w 105"/>
                <a:gd name="T33" fmla="*/ 21 h 103"/>
                <a:gd name="T34" fmla="*/ 11 w 105"/>
                <a:gd name="T35" fmla="*/ 75 h 103"/>
                <a:gd name="T36" fmla="*/ 97 w 105"/>
                <a:gd name="T37" fmla="*/ 72 h 103"/>
                <a:gd name="T38" fmla="*/ 37 w 105"/>
                <a:gd name="T39" fmla="*/ 94 h 103"/>
                <a:gd name="T40" fmla="*/ 50 w 105"/>
                <a:gd name="T41" fmla="*/ 81 h 103"/>
                <a:gd name="T42" fmla="*/ 55 w 105"/>
                <a:gd name="T43" fmla="*/ 94 h 103"/>
                <a:gd name="T44" fmla="*/ 55 w 105"/>
                <a:gd name="T45" fmla="*/ 81 h 103"/>
                <a:gd name="T46" fmla="*/ 18 w 105"/>
                <a:gd name="T47" fmla="*/ 55 h 103"/>
                <a:gd name="T48" fmla="*/ 36 w 105"/>
                <a:gd name="T49" fmla="*/ 47 h 103"/>
                <a:gd name="T50" fmla="*/ 41 w 105"/>
                <a:gd name="T51" fmla="*/ 40 h 103"/>
                <a:gd name="T52" fmla="*/ 47 w 105"/>
                <a:gd name="T53" fmla="*/ 46 h 103"/>
                <a:gd name="T54" fmla="*/ 63 w 105"/>
                <a:gd name="T55" fmla="*/ 50 h 103"/>
                <a:gd name="T56" fmla="*/ 81 w 105"/>
                <a:gd name="T57" fmla="*/ 36 h 103"/>
                <a:gd name="T58" fmla="*/ 86 w 105"/>
                <a:gd name="T59" fmla="*/ 29 h 103"/>
                <a:gd name="T60" fmla="*/ 86 w 105"/>
                <a:gd name="T61" fmla="*/ 40 h 103"/>
                <a:gd name="T62" fmla="*/ 69 w 105"/>
                <a:gd name="T63" fmla="*/ 53 h 103"/>
                <a:gd name="T64" fmla="*/ 63 w 105"/>
                <a:gd name="T65" fmla="*/ 61 h 103"/>
                <a:gd name="T66" fmla="*/ 58 w 105"/>
                <a:gd name="T67" fmla="*/ 55 h 103"/>
                <a:gd name="T68" fmla="*/ 41 w 105"/>
                <a:gd name="T69" fmla="*/ 51 h 103"/>
                <a:gd name="T70" fmla="*/ 24 w 105"/>
                <a:gd name="T71" fmla="*/ 59 h 103"/>
                <a:gd name="T72" fmla="*/ 18 w 105"/>
                <a:gd name="T73" fmla="*/ 66 h 103"/>
                <a:gd name="T74" fmla="*/ 18 w 105"/>
                <a:gd name="T75" fmla="*/ 55 h 103"/>
                <a:gd name="T76" fmla="*/ 86 w 105"/>
                <a:gd name="T77" fmla="*/ 31 h 103"/>
                <a:gd name="T78" fmla="*/ 86 w 105"/>
                <a:gd name="T79" fmla="*/ 37 h 103"/>
                <a:gd name="T80" fmla="*/ 86 w 105"/>
                <a:gd name="T81" fmla="*/ 31 h 103"/>
                <a:gd name="T82" fmla="*/ 63 w 105"/>
                <a:gd name="T83" fmla="*/ 52 h 103"/>
                <a:gd name="T84" fmla="*/ 63 w 105"/>
                <a:gd name="T85" fmla="*/ 58 h 103"/>
                <a:gd name="T86" fmla="*/ 63 w 105"/>
                <a:gd name="T87" fmla="*/ 52 h 103"/>
                <a:gd name="T88" fmla="*/ 41 w 105"/>
                <a:gd name="T89" fmla="*/ 43 h 103"/>
                <a:gd name="T90" fmla="*/ 41 w 105"/>
                <a:gd name="T91" fmla="*/ 49 h 103"/>
                <a:gd name="T92" fmla="*/ 41 w 105"/>
                <a:gd name="T93" fmla="*/ 43 h 103"/>
                <a:gd name="T94" fmla="*/ 18 w 105"/>
                <a:gd name="T95" fmla="*/ 58 h 103"/>
                <a:gd name="T96" fmla="*/ 18 w 105"/>
                <a:gd name="T97" fmla="*/ 64 h 103"/>
                <a:gd name="T98" fmla="*/ 18 w 105"/>
                <a:gd name="T99" fmla="*/ 5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>
              <a:spLocks/>
            </p:cNvSpPr>
            <p:nvPr/>
          </p:nvSpPr>
          <p:spPr bwMode="auto">
            <a:xfrm>
              <a:off x="5784764" y="1200842"/>
              <a:ext cx="622581" cy="621559"/>
            </a:xfrm>
            <a:custGeom>
              <a:avLst/>
              <a:gdLst>
                <a:gd name="T0" fmla="*/ 52 w 293"/>
                <a:gd name="T1" fmla="*/ 52 h 293"/>
                <a:gd name="T2" fmla="*/ 52 w 293"/>
                <a:gd name="T3" fmla="*/ 241 h 293"/>
                <a:gd name="T4" fmla="*/ 241 w 293"/>
                <a:gd name="T5" fmla="*/ 241 h 293"/>
                <a:gd name="T6" fmla="*/ 241 w 293"/>
                <a:gd name="T7" fmla="*/ 52 h 293"/>
                <a:gd name="T8" fmla="*/ 52 w 293"/>
                <a:gd name="T9" fmla="*/ 5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>
              <a:spLocks/>
            </p:cNvSpPr>
            <p:nvPr/>
          </p:nvSpPr>
          <p:spPr bwMode="auto">
            <a:xfrm>
              <a:off x="5833834" y="1247868"/>
              <a:ext cx="527507" cy="527507"/>
            </a:xfrm>
            <a:custGeom>
              <a:avLst/>
              <a:gdLst>
                <a:gd name="T0" fmla="*/ 204 w 248"/>
                <a:gd name="T1" fmla="*/ 44 h 249"/>
                <a:gd name="T2" fmla="*/ 204 w 248"/>
                <a:gd name="T3" fmla="*/ 205 h 249"/>
                <a:gd name="T4" fmla="*/ 44 w 248"/>
                <a:gd name="T5" fmla="*/ 205 h 249"/>
                <a:gd name="T6" fmla="*/ 44 w 248"/>
                <a:gd name="T7" fmla="*/ 44 h 249"/>
                <a:gd name="T8" fmla="*/ 204 w 248"/>
                <a:gd name="T9" fmla="*/ 44 h 249"/>
                <a:gd name="T10" fmla="*/ 194 w 248"/>
                <a:gd name="T11" fmla="*/ 55 h 249"/>
                <a:gd name="T12" fmla="*/ 194 w 248"/>
                <a:gd name="T13" fmla="*/ 194 h 249"/>
                <a:gd name="T14" fmla="*/ 54 w 248"/>
                <a:gd name="T15" fmla="*/ 194 h 249"/>
                <a:gd name="T16" fmla="*/ 54 w 248"/>
                <a:gd name="T17" fmla="*/ 55 h 249"/>
                <a:gd name="T18" fmla="*/ 194 w 248"/>
                <a:gd name="T19" fmla="*/ 5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>
              <a:spLocks/>
            </p:cNvSpPr>
            <p:nvPr/>
          </p:nvSpPr>
          <p:spPr bwMode="auto">
            <a:xfrm>
              <a:off x="6080209" y="1786621"/>
              <a:ext cx="32714" cy="345538"/>
            </a:xfrm>
            <a:custGeom>
              <a:avLst/>
              <a:gdLst>
                <a:gd name="T0" fmla="*/ 0 w 32"/>
                <a:gd name="T1" fmla="*/ 0 h 338"/>
                <a:gd name="T2" fmla="*/ 32 w 32"/>
                <a:gd name="T3" fmla="*/ 0 h 338"/>
                <a:gd name="T4" fmla="*/ 32 w 32"/>
                <a:gd name="T5" fmla="*/ 338 h 338"/>
                <a:gd name="T6" fmla="*/ 0 w 32"/>
                <a:gd name="T7" fmla="*/ 338 h 338"/>
                <a:gd name="T8" fmla="*/ 0 w 32"/>
                <a:gd name="T9" fmla="*/ 0 h 338"/>
                <a:gd name="T10" fmla="*/ 0 w 32"/>
                <a:gd name="T1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>
              <a:spLocks/>
            </p:cNvSpPr>
            <p:nvPr/>
          </p:nvSpPr>
          <p:spPr bwMode="auto">
            <a:xfrm>
              <a:off x="5784764" y="5032425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52 w 293"/>
                <a:gd name="T3" fmla="*/ 52 h 293"/>
                <a:gd name="T4" fmla="*/ 241 w 293"/>
                <a:gd name="T5" fmla="*/ 52 h 293"/>
                <a:gd name="T6" fmla="*/ 241 w 293"/>
                <a:gd name="T7" fmla="*/ 241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>
              <a:spLocks/>
            </p:cNvSpPr>
            <p:nvPr/>
          </p:nvSpPr>
          <p:spPr bwMode="auto">
            <a:xfrm>
              <a:off x="5833834" y="5079451"/>
              <a:ext cx="527507" cy="527507"/>
            </a:xfrm>
            <a:custGeom>
              <a:avLst/>
              <a:gdLst>
                <a:gd name="T0" fmla="*/ 204 w 248"/>
                <a:gd name="T1" fmla="*/ 204 h 249"/>
                <a:gd name="T2" fmla="*/ 204 w 248"/>
                <a:gd name="T3" fmla="*/ 44 h 249"/>
                <a:gd name="T4" fmla="*/ 44 w 248"/>
                <a:gd name="T5" fmla="*/ 44 h 249"/>
                <a:gd name="T6" fmla="*/ 44 w 248"/>
                <a:gd name="T7" fmla="*/ 204 h 249"/>
                <a:gd name="T8" fmla="*/ 204 w 248"/>
                <a:gd name="T9" fmla="*/ 204 h 249"/>
                <a:gd name="T10" fmla="*/ 194 w 248"/>
                <a:gd name="T11" fmla="*/ 194 h 249"/>
                <a:gd name="T12" fmla="*/ 194 w 248"/>
                <a:gd name="T13" fmla="*/ 54 h 249"/>
                <a:gd name="T14" fmla="*/ 54 w 248"/>
                <a:gd name="T15" fmla="*/ 54 h 249"/>
                <a:gd name="T16" fmla="*/ 54 w 248"/>
                <a:gd name="T17" fmla="*/ 194 h 249"/>
                <a:gd name="T18" fmla="*/ 194 w 248"/>
                <a:gd name="T19" fmla="*/ 19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>
              <a:spLocks/>
            </p:cNvSpPr>
            <p:nvPr/>
          </p:nvSpPr>
          <p:spPr bwMode="auto">
            <a:xfrm>
              <a:off x="6080209" y="4723690"/>
              <a:ext cx="32714" cy="345538"/>
            </a:xfrm>
            <a:custGeom>
              <a:avLst/>
              <a:gdLst>
                <a:gd name="T0" fmla="*/ 0 w 32"/>
                <a:gd name="T1" fmla="*/ 338 h 338"/>
                <a:gd name="T2" fmla="*/ 32 w 32"/>
                <a:gd name="T3" fmla="*/ 338 h 338"/>
                <a:gd name="T4" fmla="*/ 32 w 32"/>
                <a:gd name="T5" fmla="*/ 0 h 338"/>
                <a:gd name="T6" fmla="*/ 0 w 32"/>
                <a:gd name="T7" fmla="*/ 0 h 338"/>
                <a:gd name="T8" fmla="*/ 0 w 32"/>
                <a:gd name="T9" fmla="*/ 338 h 338"/>
                <a:gd name="T10" fmla="*/ 0 w 32"/>
                <a:gd name="T11" fmla="*/ 33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>
              <a:spLocks/>
            </p:cNvSpPr>
            <p:nvPr/>
          </p:nvSpPr>
          <p:spPr bwMode="auto">
            <a:xfrm>
              <a:off x="5981046" y="1410414"/>
              <a:ext cx="231040" cy="182992"/>
            </a:xfrm>
            <a:custGeom>
              <a:avLst/>
              <a:gdLst>
                <a:gd name="T0" fmla="*/ 109 w 109"/>
                <a:gd name="T1" fmla="*/ 47 h 86"/>
                <a:gd name="T2" fmla="*/ 109 w 109"/>
                <a:gd name="T3" fmla="*/ 80 h 86"/>
                <a:gd name="T4" fmla="*/ 104 w 109"/>
                <a:gd name="T5" fmla="*/ 86 h 86"/>
                <a:gd name="T6" fmla="*/ 6 w 109"/>
                <a:gd name="T7" fmla="*/ 85 h 86"/>
                <a:gd name="T8" fmla="*/ 0 w 109"/>
                <a:gd name="T9" fmla="*/ 80 h 86"/>
                <a:gd name="T10" fmla="*/ 0 w 109"/>
                <a:gd name="T11" fmla="*/ 47 h 86"/>
                <a:gd name="T12" fmla="*/ 49 w 109"/>
                <a:gd name="T13" fmla="*/ 47 h 86"/>
                <a:gd name="T14" fmla="*/ 49 w 109"/>
                <a:gd name="T15" fmla="*/ 54 h 86"/>
                <a:gd name="T16" fmla="*/ 52 w 109"/>
                <a:gd name="T17" fmla="*/ 57 h 86"/>
                <a:gd name="T18" fmla="*/ 58 w 109"/>
                <a:gd name="T19" fmla="*/ 57 h 86"/>
                <a:gd name="T20" fmla="*/ 61 w 109"/>
                <a:gd name="T21" fmla="*/ 54 h 86"/>
                <a:gd name="T22" fmla="*/ 61 w 109"/>
                <a:gd name="T23" fmla="*/ 47 h 86"/>
                <a:gd name="T24" fmla="*/ 109 w 109"/>
                <a:gd name="T25" fmla="*/ 47 h 86"/>
                <a:gd name="T26" fmla="*/ 44 w 109"/>
                <a:gd name="T27" fmla="*/ 17 h 86"/>
                <a:gd name="T28" fmla="*/ 66 w 109"/>
                <a:gd name="T29" fmla="*/ 17 h 86"/>
                <a:gd name="T30" fmla="*/ 66 w 109"/>
                <a:gd name="T31" fmla="*/ 9 h 86"/>
                <a:gd name="T32" fmla="*/ 63 w 109"/>
                <a:gd name="T33" fmla="*/ 7 h 86"/>
                <a:gd name="T34" fmla="*/ 47 w 109"/>
                <a:gd name="T35" fmla="*/ 7 h 86"/>
                <a:gd name="T36" fmla="*/ 44 w 109"/>
                <a:gd name="T37" fmla="*/ 9 h 86"/>
                <a:gd name="T38" fmla="*/ 44 w 109"/>
                <a:gd name="T39" fmla="*/ 17 h 86"/>
                <a:gd name="T40" fmla="*/ 6 w 109"/>
                <a:gd name="T41" fmla="*/ 17 h 86"/>
                <a:gd name="T42" fmla="*/ 38 w 109"/>
                <a:gd name="T43" fmla="*/ 17 h 86"/>
                <a:gd name="T44" fmla="*/ 38 w 109"/>
                <a:gd name="T45" fmla="*/ 9 h 86"/>
                <a:gd name="T46" fmla="*/ 47 w 109"/>
                <a:gd name="T47" fmla="*/ 0 h 86"/>
                <a:gd name="T48" fmla="*/ 63 w 109"/>
                <a:gd name="T49" fmla="*/ 0 h 86"/>
                <a:gd name="T50" fmla="*/ 72 w 109"/>
                <a:gd name="T51" fmla="*/ 9 h 86"/>
                <a:gd name="T52" fmla="*/ 72 w 109"/>
                <a:gd name="T53" fmla="*/ 17 h 86"/>
                <a:gd name="T54" fmla="*/ 104 w 109"/>
                <a:gd name="T55" fmla="*/ 17 h 86"/>
                <a:gd name="T56" fmla="*/ 109 w 109"/>
                <a:gd name="T57" fmla="*/ 23 h 86"/>
                <a:gd name="T58" fmla="*/ 109 w 109"/>
                <a:gd name="T59" fmla="*/ 41 h 86"/>
                <a:gd name="T60" fmla="*/ 0 w 109"/>
                <a:gd name="T61" fmla="*/ 41 h 86"/>
                <a:gd name="T62" fmla="*/ 0 w 109"/>
                <a:gd name="T63" fmla="*/ 23 h 86"/>
                <a:gd name="T64" fmla="*/ 6 w 109"/>
                <a:gd name="T65" fmla="*/ 17 h 86"/>
                <a:gd name="T66" fmla="*/ 6 w 109"/>
                <a:gd name="T67" fmla="*/ 1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>
              <a:spLocks/>
            </p:cNvSpPr>
            <p:nvPr/>
          </p:nvSpPr>
          <p:spPr bwMode="auto">
            <a:xfrm>
              <a:off x="5981046" y="5255287"/>
              <a:ext cx="231040" cy="195260"/>
            </a:xfrm>
            <a:custGeom>
              <a:avLst/>
              <a:gdLst>
                <a:gd name="T0" fmla="*/ 65 w 109"/>
                <a:gd name="T1" fmla="*/ 48 h 92"/>
                <a:gd name="T2" fmla="*/ 66 w 109"/>
                <a:gd name="T3" fmla="*/ 52 h 92"/>
                <a:gd name="T4" fmla="*/ 17 w 109"/>
                <a:gd name="T5" fmla="*/ 53 h 92"/>
                <a:gd name="T6" fmla="*/ 16 w 109"/>
                <a:gd name="T7" fmla="*/ 49 h 92"/>
                <a:gd name="T8" fmla="*/ 55 w 109"/>
                <a:gd name="T9" fmla="*/ 64 h 92"/>
                <a:gd name="T10" fmla="*/ 55 w 109"/>
                <a:gd name="T11" fmla="*/ 71 h 92"/>
                <a:gd name="T12" fmla="*/ 55 w 109"/>
                <a:gd name="T13" fmla="*/ 64 h 92"/>
                <a:gd name="T14" fmla="*/ 99 w 109"/>
                <a:gd name="T15" fmla="*/ 8 h 92"/>
                <a:gd name="T16" fmla="*/ 101 w 109"/>
                <a:gd name="T17" fmla="*/ 58 h 92"/>
                <a:gd name="T18" fmla="*/ 11 w 109"/>
                <a:gd name="T19" fmla="*/ 60 h 92"/>
                <a:gd name="T20" fmla="*/ 9 w 109"/>
                <a:gd name="T21" fmla="*/ 10 h 92"/>
                <a:gd name="T22" fmla="*/ 66 w 109"/>
                <a:gd name="T23" fmla="*/ 75 h 92"/>
                <a:gd name="T24" fmla="*/ 78 w 109"/>
                <a:gd name="T25" fmla="*/ 83 h 92"/>
                <a:gd name="T26" fmla="*/ 83 w 109"/>
                <a:gd name="T27" fmla="*/ 92 h 92"/>
                <a:gd name="T28" fmla="*/ 27 w 109"/>
                <a:gd name="T29" fmla="*/ 87 h 92"/>
                <a:gd name="T30" fmla="*/ 44 w 109"/>
                <a:gd name="T31" fmla="*/ 83 h 92"/>
                <a:gd name="T32" fmla="*/ 6 w 109"/>
                <a:gd name="T33" fmla="*/ 75 h 92"/>
                <a:gd name="T34" fmla="*/ 0 w 109"/>
                <a:gd name="T35" fmla="*/ 6 h 92"/>
                <a:gd name="T36" fmla="*/ 104 w 109"/>
                <a:gd name="T37" fmla="*/ 0 h 92"/>
                <a:gd name="T38" fmla="*/ 109 w 109"/>
                <a:gd name="T39" fmla="*/ 69 h 92"/>
                <a:gd name="T40" fmla="*/ 66 w 109"/>
                <a:gd name="T41" fmla="*/ 75 h 92"/>
                <a:gd name="T42" fmla="*/ 19 w 109"/>
                <a:gd name="T43" fmla="*/ 65 h 92"/>
                <a:gd name="T44" fmla="*/ 20 w 109"/>
                <a:gd name="T45" fmla="*/ 69 h 92"/>
                <a:gd name="T46" fmla="*/ 9 w 109"/>
                <a:gd name="T47" fmla="*/ 70 h 92"/>
                <a:gd name="T48" fmla="*/ 9 w 109"/>
                <a:gd name="T49" fmla="*/ 66 h 92"/>
                <a:gd name="T50" fmla="*/ 25 w 109"/>
                <a:gd name="T51" fmla="*/ 65 h 92"/>
                <a:gd name="T52" fmla="*/ 35 w 109"/>
                <a:gd name="T53" fmla="*/ 66 h 92"/>
                <a:gd name="T54" fmla="*/ 35 w 109"/>
                <a:gd name="T55" fmla="*/ 70 h 92"/>
                <a:gd name="T56" fmla="*/ 24 w 109"/>
                <a:gd name="T57" fmla="*/ 69 h 92"/>
                <a:gd name="T58" fmla="*/ 25 w 109"/>
                <a:gd name="T59" fmla="*/ 65 h 92"/>
                <a:gd name="T60" fmla="*/ 93 w 109"/>
                <a:gd name="T61" fmla="*/ 15 h 92"/>
                <a:gd name="T62" fmla="*/ 94 w 109"/>
                <a:gd name="T63" fmla="*/ 19 h 92"/>
                <a:gd name="T64" fmla="*/ 17 w 109"/>
                <a:gd name="T65" fmla="*/ 20 h 92"/>
                <a:gd name="T66" fmla="*/ 16 w 109"/>
                <a:gd name="T67" fmla="*/ 16 h 92"/>
                <a:gd name="T68" fmla="*/ 17 w 109"/>
                <a:gd name="T69" fmla="*/ 37 h 92"/>
                <a:gd name="T70" fmla="*/ 94 w 109"/>
                <a:gd name="T71" fmla="*/ 38 h 92"/>
                <a:gd name="T72" fmla="*/ 93 w 109"/>
                <a:gd name="T73" fmla="*/ 42 h 92"/>
                <a:gd name="T74" fmla="*/ 16 w 109"/>
                <a:gd name="T75" fmla="*/ 41 h 92"/>
                <a:gd name="T76" fmla="*/ 17 w 109"/>
                <a:gd name="T77" fmla="*/ 37 h 92"/>
                <a:gd name="T78" fmla="*/ 93 w 109"/>
                <a:gd name="T79" fmla="*/ 26 h 92"/>
                <a:gd name="T80" fmla="*/ 94 w 109"/>
                <a:gd name="T81" fmla="*/ 30 h 92"/>
                <a:gd name="T82" fmla="*/ 17 w 109"/>
                <a:gd name="T83" fmla="*/ 31 h 92"/>
                <a:gd name="T84" fmla="*/ 16 w 109"/>
                <a:gd name="T85" fmla="*/ 2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>
              <a:spLocks/>
            </p:cNvSpPr>
            <p:nvPr/>
          </p:nvSpPr>
          <p:spPr bwMode="auto">
            <a:xfrm>
              <a:off x="5624262" y="2955110"/>
              <a:ext cx="944606" cy="943584"/>
            </a:xfrm>
            <a:custGeom>
              <a:avLst/>
              <a:gdLst>
                <a:gd name="T0" fmla="*/ 79 w 445"/>
                <a:gd name="T1" fmla="*/ 79 h 445"/>
                <a:gd name="T2" fmla="*/ 79 w 445"/>
                <a:gd name="T3" fmla="*/ 366 h 445"/>
                <a:gd name="T4" fmla="*/ 366 w 445"/>
                <a:gd name="T5" fmla="*/ 366 h 445"/>
                <a:gd name="T6" fmla="*/ 366 w 445"/>
                <a:gd name="T7" fmla="*/ 79 h 445"/>
                <a:gd name="T8" fmla="*/ 79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>
              <a:spLocks/>
            </p:cNvSpPr>
            <p:nvPr/>
          </p:nvSpPr>
          <p:spPr bwMode="auto">
            <a:xfrm>
              <a:off x="5695824" y="3026671"/>
              <a:ext cx="803528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>
              <a:spLocks/>
            </p:cNvSpPr>
            <p:nvPr/>
          </p:nvSpPr>
          <p:spPr bwMode="auto">
            <a:xfrm>
              <a:off x="5918685" y="3228064"/>
              <a:ext cx="357805" cy="375185"/>
            </a:xfrm>
            <a:custGeom>
              <a:avLst/>
              <a:gdLst>
                <a:gd name="T0" fmla="*/ 84 w 168"/>
                <a:gd name="T1" fmla="*/ 96 h 177"/>
                <a:gd name="T2" fmla="*/ 94 w 168"/>
                <a:gd name="T3" fmla="*/ 106 h 177"/>
                <a:gd name="T4" fmla="*/ 88 w 168"/>
                <a:gd name="T5" fmla="*/ 115 h 177"/>
                <a:gd name="T6" fmla="*/ 93 w 168"/>
                <a:gd name="T7" fmla="*/ 147 h 177"/>
                <a:gd name="T8" fmla="*/ 114 w 168"/>
                <a:gd name="T9" fmla="*/ 94 h 177"/>
                <a:gd name="T10" fmla="*/ 150 w 168"/>
                <a:gd name="T11" fmla="*/ 107 h 177"/>
                <a:gd name="T12" fmla="*/ 168 w 168"/>
                <a:gd name="T13" fmla="*/ 133 h 177"/>
                <a:gd name="T14" fmla="*/ 168 w 168"/>
                <a:gd name="T15" fmla="*/ 177 h 177"/>
                <a:gd name="T16" fmla="*/ 0 w 168"/>
                <a:gd name="T17" fmla="*/ 177 h 177"/>
                <a:gd name="T18" fmla="*/ 0 w 168"/>
                <a:gd name="T19" fmla="*/ 133 h 177"/>
                <a:gd name="T20" fmla="*/ 18 w 168"/>
                <a:gd name="T21" fmla="*/ 107 h 177"/>
                <a:gd name="T22" fmla="*/ 53 w 168"/>
                <a:gd name="T23" fmla="*/ 94 h 177"/>
                <a:gd name="T24" fmla="*/ 75 w 168"/>
                <a:gd name="T25" fmla="*/ 147 h 177"/>
                <a:gd name="T26" fmla="*/ 80 w 168"/>
                <a:gd name="T27" fmla="*/ 115 h 177"/>
                <a:gd name="T28" fmla="*/ 74 w 168"/>
                <a:gd name="T29" fmla="*/ 106 h 177"/>
                <a:gd name="T30" fmla="*/ 84 w 168"/>
                <a:gd name="T31" fmla="*/ 96 h 177"/>
                <a:gd name="T32" fmla="*/ 84 w 168"/>
                <a:gd name="T33" fmla="*/ 87 h 177"/>
                <a:gd name="T34" fmla="*/ 58 w 168"/>
                <a:gd name="T35" fmla="*/ 69 h 177"/>
                <a:gd name="T36" fmla="*/ 50 w 168"/>
                <a:gd name="T37" fmla="*/ 25 h 177"/>
                <a:gd name="T38" fmla="*/ 84 w 168"/>
                <a:gd name="T39" fmla="*/ 0 h 177"/>
                <a:gd name="T40" fmla="*/ 118 w 168"/>
                <a:gd name="T41" fmla="*/ 25 h 177"/>
                <a:gd name="T42" fmla="*/ 110 w 168"/>
                <a:gd name="T43" fmla="*/ 69 h 177"/>
                <a:gd name="T44" fmla="*/ 84 w 168"/>
                <a:gd name="T45" fmla="*/ 8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2166" y="1536745"/>
            <a:ext cx="2473205" cy="542889"/>
            <a:chOff x="719666" y="2048993"/>
            <a:chExt cx="3288101" cy="723852"/>
          </a:xfrm>
        </p:grpSpPr>
        <p:sp>
          <p:nvSpPr>
            <p:cNvPr id="15" name="文本框 202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88630" y="1536745"/>
            <a:ext cx="2473205" cy="542889"/>
            <a:chOff x="719666" y="2048993"/>
            <a:chExt cx="3288101" cy="723852"/>
          </a:xfrm>
        </p:grpSpPr>
        <p:sp>
          <p:nvSpPr>
            <p:cNvPr id="13" name="文本框 205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2166" y="3393898"/>
            <a:ext cx="2473205" cy="542889"/>
            <a:chOff x="719666" y="2048993"/>
            <a:chExt cx="3288101" cy="723852"/>
          </a:xfrm>
        </p:grpSpPr>
        <p:sp>
          <p:nvSpPr>
            <p:cNvPr id="11" name="文本框 208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88630" y="3393898"/>
            <a:ext cx="2473205" cy="542889"/>
            <a:chOff x="719666" y="2048993"/>
            <a:chExt cx="3288101" cy="723852"/>
          </a:xfrm>
        </p:grpSpPr>
        <p:sp>
          <p:nvSpPr>
            <p:cNvPr id="9" name="文本框 211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4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0088F8-804D-43B5-9CFC-B9747185ED8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8" name="TextBox 86">
              <a:extLst>
                <a:ext uri="{FF2B5EF4-FFF2-40B4-BE49-F238E27FC236}">
                  <a16:creationId xmlns:a16="http://schemas.microsoft.com/office/drawing/2014/main" id="{8F67BC36-2DA0-4222-9101-20025FC2975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3204457-FC0A-4A39-93B0-8C5C33CD4FB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36934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f7dcf01-6a0f-4fcd-b523-a845d2963cf0"/>
          <p:cNvGrpSpPr>
            <a:grpSpLocks noChangeAspect="1"/>
          </p:cNvGrpSpPr>
          <p:nvPr/>
        </p:nvGrpSpPr>
        <p:grpSpPr>
          <a:xfrm>
            <a:off x="-163773" y="1079155"/>
            <a:ext cx="9324528" cy="3367016"/>
            <a:chOff x="-218364" y="1438874"/>
            <a:chExt cx="12432704" cy="4489354"/>
          </a:xfrm>
        </p:grpSpPr>
        <p:cxnSp>
          <p:nvCxnSpPr>
            <p:cNvPr id="4" name="Straight Connector 4"/>
            <p:cNvCxnSpPr/>
            <p:nvPr/>
          </p:nvCxnSpPr>
          <p:spPr>
            <a:xfrm>
              <a:off x="8281552" y="4407779"/>
              <a:ext cx="0" cy="1520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5"/>
            <p:cNvSpPr>
              <a:spLocks/>
            </p:cNvSpPr>
            <p:nvPr/>
          </p:nvSpPr>
          <p:spPr bwMode="auto">
            <a:xfrm>
              <a:off x="-218364" y="2420888"/>
              <a:ext cx="12432704" cy="3014961"/>
            </a:xfrm>
            <a:custGeom>
              <a:avLst/>
              <a:gdLst>
                <a:gd name="T0" fmla="*/ 0 w 10768"/>
                <a:gd name="T1" fmla="*/ 2802 h 2802"/>
                <a:gd name="T2" fmla="*/ 2630 w 10768"/>
                <a:gd name="T3" fmla="*/ 2802 h 2802"/>
                <a:gd name="T4" fmla="*/ 5091 w 10768"/>
                <a:gd name="T5" fmla="*/ 1359 h 2802"/>
                <a:gd name="T6" fmla="*/ 7891 w 10768"/>
                <a:gd name="T7" fmla="*/ 1593 h 2802"/>
                <a:gd name="T8" fmla="*/ 8777 w 10768"/>
                <a:gd name="T9" fmla="*/ 424 h 2802"/>
                <a:gd name="T10" fmla="*/ 10768 w 10768"/>
                <a:gd name="T11" fmla="*/ 0 h 2802"/>
                <a:gd name="connsiteX0" fmla="*/ 0 w 10000"/>
                <a:gd name="connsiteY0" fmla="*/ 10000 h 10000"/>
                <a:gd name="connsiteX1" fmla="*/ 2442 w 10000"/>
                <a:gd name="connsiteY1" fmla="*/ 10000 h 10000"/>
                <a:gd name="connsiteX2" fmla="*/ 4728 w 10000"/>
                <a:gd name="connsiteY2" fmla="*/ 4850 h 10000"/>
                <a:gd name="connsiteX3" fmla="*/ 7297 w 10000"/>
                <a:gd name="connsiteY3" fmla="*/ 6798 h 10000"/>
                <a:gd name="connsiteX4" fmla="*/ 8151 w 10000"/>
                <a:gd name="connsiteY4" fmla="*/ 1513 h 10000"/>
                <a:gd name="connsiteX5" fmla="*/ 10000 w 10000"/>
                <a:gd name="connsiteY5" fmla="*/ 0 h 10000"/>
                <a:gd name="connsiteX0" fmla="*/ 0 w 10552"/>
                <a:gd name="connsiteY0" fmla="*/ 9969 h 9969"/>
                <a:gd name="connsiteX1" fmla="*/ 2442 w 10552"/>
                <a:gd name="connsiteY1" fmla="*/ 9969 h 9969"/>
                <a:gd name="connsiteX2" fmla="*/ 4728 w 10552"/>
                <a:gd name="connsiteY2" fmla="*/ 4819 h 9969"/>
                <a:gd name="connsiteX3" fmla="*/ 7297 w 10552"/>
                <a:gd name="connsiteY3" fmla="*/ 6767 h 9969"/>
                <a:gd name="connsiteX4" fmla="*/ 8151 w 10552"/>
                <a:gd name="connsiteY4" fmla="*/ 1482 h 9969"/>
                <a:gd name="connsiteX5" fmla="*/ 10552 w 10552"/>
                <a:gd name="connsiteY5" fmla="*/ 0 h 9969"/>
                <a:gd name="connsiteX0" fmla="*/ 0 w 10000"/>
                <a:gd name="connsiteY0" fmla="*/ 10000 h 10000"/>
                <a:gd name="connsiteX1" fmla="*/ 2314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5230 w 10000"/>
                <a:gd name="connsiteY2" fmla="*/ 5845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chemeClr val="bg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3623831" y="3193231"/>
              <a:ext cx="0" cy="224517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>
              <a:off x="6232618" y="2545287"/>
              <a:ext cx="0" cy="167249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7"/>
            <p:cNvCxnSpPr/>
            <p:nvPr/>
          </p:nvCxnSpPr>
          <p:spPr>
            <a:xfrm>
              <a:off x="9261568" y="1438874"/>
              <a:ext cx="0" cy="144418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28"/>
            <p:cNvSpPr>
              <a:spLocks/>
            </p:cNvSpPr>
            <p:nvPr/>
          </p:nvSpPr>
          <p:spPr bwMode="auto">
            <a:xfrm>
              <a:off x="624282" y="2611193"/>
              <a:ext cx="2637111" cy="2632335"/>
            </a:xfrm>
            <a:custGeom>
              <a:avLst/>
              <a:gdLst>
                <a:gd name="T0" fmla="*/ 2208 w 2208"/>
                <a:gd name="T1" fmla="*/ 1170 h 2204"/>
                <a:gd name="T2" fmla="*/ 2208 w 2208"/>
                <a:gd name="T3" fmla="*/ 1170 h 2204"/>
                <a:gd name="T4" fmla="*/ 2208 w 2208"/>
                <a:gd name="T5" fmla="*/ 2204 h 2204"/>
                <a:gd name="T6" fmla="*/ 2208 w 2208"/>
                <a:gd name="T7" fmla="*/ 2204 h 2204"/>
                <a:gd name="T8" fmla="*/ 2208 w 2208"/>
                <a:gd name="T9" fmla="*/ 1170 h 2204"/>
                <a:gd name="T10" fmla="*/ 971 w 2208"/>
                <a:gd name="T11" fmla="*/ 0 h 2204"/>
                <a:gd name="T12" fmla="*/ 0 w 2208"/>
                <a:gd name="T13" fmla="*/ 0 h 2204"/>
                <a:gd name="T14" fmla="*/ 0 w 2208"/>
                <a:gd name="T15" fmla="*/ 2204 h 2204"/>
                <a:gd name="T16" fmla="*/ 968 w 2208"/>
                <a:gd name="T17" fmla="*/ 2204 h 2204"/>
                <a:gd name="T18" fmla="*/ 968 w 2208"/>
                <a:gd name="T19" fmla="*/ 2203 h 2204"/>
                <a:gd name="T20" fmla="*/ 0 w 2208"/>
                <a:gd name="T21" fmla="*/ 2203 h 2204"/>
                <a:gd name="T22" fmla="*/ 0 w 2208"/>
                <a:gd name="T23" fmla="*/ 1029 h 2204"/>
                <a:gd name="T24" fmla="*/ 3 w 2208"/>
                <a:gd name="T25" fmla="*/ 1029 h 2204"/>
                <a:gd name="T26" fmla="*/ 3 w 2208"/>
                <a:gd name="T27" fmla="*/ 1 h 2204"/>
                <a:gd name="T28" fmla="*/ 971 w 2208"/>
                <a:gd name="T29" fmla="*/ 1 h 2204"/>
                <a:gd name="T30" fmla="*/ 971 w 2208"/>
                <a:gd name="T31" fmla="*/ 0 h 2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0" name="Group 1065"/>
            <p:cNvGrpSpPr/>
            <p:nvPr/>
          </p:nvGrpSpPr>
          <p:grpSpPr>
            <a:xfrm>
              <a:off x="995306" y="3344318"/>
              <a:ext cx="1986147" cy="2016747"/>
              <a:chOff x="1214288" y="2784295"/>
              <a:chExt cx="1550258" cy="1574145"/>
            </a:xfrm>
          </p:grpSpPr>
          <p:sp>
            <p:nvSpPr>
              <p:cNvPr id="35" name="Freeform: Shape 29"/>
              <p:cNvSpPr>
                <a:spLocks/>
              </p:cNvSpPr>
              <p:nvPr/>
            </p:nvSpPr>
            <p:spPr bwMode="auto">
              <a:xfrm>
                <a:off x="2512539" y="3387438"/>
                <a:ext cx="194678" cy="170791"/>
              </a:xfrm>
              <a:custGeom>
                <a:avLst/>
                <a:gdLst>
                  <a:gd name="T0" fmla="*/ 47 w 236"/>
                  <a:gd name="T1" fmla="*/ 209 h 209"/>
                  <a:gd name="T2" fmla="*/ 223 w 236"/>
                  <a:gd name="T3" fmla="*/ 72 h 209"/>
                  <a:gd name="T4" fmla="*/ 183 w 236"/>
                  <a:gd name="T5" fmla="*/ 15 h 209"/>
                  <a:gd name="T6" fmla="*/ 103 w 236"/>
                  <a:gd name="T7" fmla="*/ 65 h 209"/>
                  <a:gd name="T8" fmla="*/ 113 w 236"/>
                  <a:gd name="T9" fmla="*/ 14 h 209"/>
                  <a:gd name="T10" fmla="*/ 0 w 236"/>
                  <a:gd name="T11" fmla="*/ 114 h 209"/>
                  <a:gd name="T12" fmla="*/ 47 w 236"/>
                  <a:gd name="T13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30"/>
              <p:cNvSpPr>
                <a:spLocks/>
              </p:cNvSpPr>
              <p:nvPr/>
            </p:nvSpPr>
            <p:spPr bwMode="auto">
              <a:xfrm>
                <a:off x="2102879" y="3251283"/>
                <a:ext cx="464600" cy="402494"/>
              </a:xfrm>
              <a:custGeom>
                <a:avLst/>
                <a:gdLst>
                  <a:gd name="T0" fmla="*/ 511 w 564"/>
                  <a:gd name="T1" fmla="*/ 240 h 489"/>
                  <a:gd name="T2" fmla="*/ 502 w 564"/>
                  <a:gd name="T3" fmla="*/ 243 h 489"/>
                  <a:gd name="T4" fmla="*/ 266 w 564"/>
                  <a:gd name="T5" fmla="*/ 323 h 489"/>
                  <a:gd name="T6" fmla="*/ 146 w 564"/>
                  <a:gd name="T7" fmla="*/ 37 h 489"/>
                  <a:gd name="T8" fmla="*/ 54 w 564"/>
                  <a:gd name="T9" fmla="*/ 23 h 489"/>
                  <a:gd name="T10" fmla="*/ 16 w 564"/>
                  <a:gd name="T11" fmla="*/ 120 h 489"/>
                  <a:gd name="T12" fmla="*/ 158 w 564"/>
                  <a:gd name="T13" fmla="*/ 444 h 489"/>
                  <a:gd name="T14" fmla="*/ 212 w 564"/>
                  <a:gd name="T15" fmla="*/ 486 h 489"/>
                  <a:gd name="T16" fmla="*/ 249 w 564"/>
                  <a:gd name="T17" fmla="*/ 484 h 489"/>
                  <a:gd name="T18" fmla="*/ 550 w 564"/>
                  <a:gd name="T19" fmla="*/ 382 h 489"/>
                  <a:gd name="T20" fmla="*/ 564 w 564"/>
                  <a:gd name="T21" fmla="*/ 376 h 489"/>
                  <a:gd name="T22" fmla="*/ 511 w 564"/>
                  <a:gd name="T23" fmla="*/ 24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023"/>
              <p:cNvSpPr>
                <a:spLocks/>
              </p:cNvSpPr>
              <p:nvPr/>
            </p:nvSpPr>
            <p:spPr bwMode="auto">
              <a:xfrm>
                <a:off x="2148264" y="3162902"/>
                <a:ext cx="101519" cy="103908"/>
              </a:xfrm>
              <a:custGeom>
                <a:avLst/>
                <a:gdLst>
                  <a:gd name="T0" fmla="*/ 33 w 85"/>
                  <a:gd name="T1" fmla="*/ 0 h 87"/>
                  <a:gd name="T2" fmla="*/ 0 w 85"/>
                  <a:gd name="T3" fmla="*/ 33 h 87"/>
                  <a:gd name="T4" fmla="*/ 71 w 85"/>
                  <a:gd name="T5" fmla="*/ 87 h 87"/>
                  <a:gd name="T6" fmla="*/ 85 w 85"/>
                  <a:gd name="T7" fmla="*/ 44 h 87"/>
                  <a:gd name="T8" fmla="*/ 33 w 8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1024"/>
              <p:cNvSpPr>
                <a:spLocks/>
              </p:cNvSpPr>
              <p:nvPr/>
            </p:nvSpPr>
            <p:spPr bwMode="auto">
              <a:xfrm>
                <a:off x="1368358" y="4150624"/>
                <a:ext cx="217371" cy="207816"/>
              </a:xfrm>
              <a:custGeom>
                <a:avLst/>
                <a:gdLst>
                  <a:gd name="T0" fmla="*/ 115 w 265"/>
                  <a:gd name="T1" fmla="*/ 0 h 252"/>
                  <a:gd name="T2" fmla="*/ 85 w 265"/>
                  <a:gd name="T3" fmla="*/ 20 h 252"/>
                  <a:gd name="T4" fmla="*/ 0 w 265"/>
                  <a:gd name="T5" fmla="*/ 86 h 252"/>
                  <a:gd name="T6" fmla="*/ 55 w 265"/>
                  <a:gd name="T7" fmla="*/ 141 h 252"/>
                  <a:gd name="T8" fmla="*/ 90 w 265"/>
                  <a:gd name="T9" fmla="*/ 137 h 252"/>
                  <a:gd name="T10" fmla="*/ 153 w 265"/>
                  <a:gd name="T11" fmla="*/ 249 h 252"/>
                  <a:gd name="T12" fmla="*/ 251 w 265"/>
                  <a:gd name="T13" fmla="*/ 252 h 252"/>
                  <a:gd name="T14" fmla="*/ 204 w 265"/>
                  <a:gd name="T15" fmla="*/ 199 h 252"/>
                  <a:gd name="T16" fmla="*/ 179 w 265"/>
                  <a:gd name="T17" fmla="*/ 126 h 252"/>
                  <a:gd name="T18" fmla="*/ 193 w 265"/>
                  <a:gd name="T19" fmla="*/ 68 h 252"/>
                  <a:gd name="T20" fmla="*/ 115 w 265"/>
                  <a:gd name="T2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025"/>
              <p:cNvSpPr>
                <a:spLocks/>
              </p:cNvSpPr>
              <p:nvPr/>
            </p:nvSpPr>
            <p:spPr bwMode="auto">
              <a:xfrm>
                <a:off x="1438824" y="3555841"/>
                <a:ext cx="543426" cy="673610"/>
              </a:xfrm>
              <a:custGeom>
                <a:avLst/>
                <a:gdLst>
                  <a:gd name="T0" fmla="*/ 626 w 661"/>
                  <a:gd name="T1" fmla="*/ 96 h 818"/>
                  <a:gd name="T2" fmla="*/ 534 w 661"/>
                  <a:gd name="T3" fmla="*/ 20 h 818"/>
                  <a:gd name="T4" fmla="*/ 467 w 661"/>
                  <a:gd name="T5" fmla="*/ 7 h 818"/>
                  <a:gd name="T6" fmla="*/ 417 w 661"/>
                  <a:gd name="T7" fmla="*/ 55 h 818"/>
                  <a:gd name="T8" fmla="*/ 299 w 661"/>
                  <a:gd name="T9" fmla="*/ 422 h 818"/>
                  <a:gd name="T10" fmla="*/ 8 w 661"/>
                  <a:gd name="T11" fmla="*/ 708 h 818"/>
                  <a:gd name="T12" fmla="*/ 119 w 661"/>
                  <a:gd name="T13" fmla="*/ 818 h 818"/>
                  <a:gd name="T14" fmla="*/ 121 w 661"/>
                  <a:gd name="T15" fmla="*/ 816 h 818"/>
                  <a:gd name="T16" fmla="*/ 417 w 661"/>
                  <a:gd name="T17" fmla="*/ 510 h 818"/>
                  <a:gd name="T18" fmla="*/ 639 w 661"/>
                  <a:gd name="T19" fmla="*/ 195 h 818"/>
                  <a:gd name="T20" fmla="*/ 626 w 661"/>
                  <a:gd name="T21" fmla="*/ 9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026"/>
              <p:cNvSpPr>
                <a:spLocks/>
              </p:cNvSpPr>
              <p:nvPr/>
            </p:nvSpPr>
            <p:spPr bwMode="auto">
              <a:xfrm>
                <a:off x="2528066" y="3271587"/>
                <a:ext cx="77632" cy="42996"/>
              </a:xfrm>
              <a:custGeom>
                <a:avLst/>
                <a:gdLst>
                  <a:gd name="T0" fmla="*/ 93 w 94"/>
                  <a:gd name="T1" fmla="*/ 17 h 52"/>
                  <a:gd name="T2" fmla="*/ 33 w 94"/>
                  <a:gd name="T3" fmla="*/ 11 h 52"/>
                  <a:gd name="T4" fmla="*/ 7 w 94"/>
                  <a:gd name="T5" fmla="*/ 39 h 52"/>
                  <a:gd name="T6" fmla="*/ 93 w 94"/>
                  <a:gd name="T7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1027"/>
              <p:cNvSpPr>
                <a:spLocks/>
              </p:cNvSpPr>
              <p:nvPr/>
            </p:nvSpPr>
            <p:spPr bwMode="auto">
              <a:xfrm>
                <a:off x="2456405" y="3265615"/>
                <a:ext cx="308141" cy="567313"/>
              </a:xfrm>
              <a:custGeom>
                <a:avLst/>
                <a:gdLst>
                  <a:gd name="T0" fmla="*/ 265 w 375"/>
                  <a:gd name="T1" fmla="*/ 165 h 689"/>
                  <a:gd name="T2" fmla="*/ 313 w 375"/>
                  <a:gd name="T3" fmla="*/ 55 h 689"/>
                  <a:gd name="T4" fmla="*/ 284 w 375"/>
                  <a:gd name="T5" fmla="*/ 18 h 689"/>
                  <a:gd name="T6" fmla="*/ 221 w 375"/>
                  <a:gd name="T7" fmla="*/ 4 h 689"/>
                  <a:gd name="T8" fmla="*/ 168 w 375"/>
                  <a:gd name="T9" fmla="*/ 30 h 689"/>
                  <a:gd name="T10" fmla="*/ 100 w 375"/>
                  <a:gd name="T11" fmla="*/ 29 h 689"/>
                  <a:gd name="T12" fmla="*/ 171 w 375"/>
                  <a:gd name="T13" fmla="*/ 19 h 689"/>
                  <a:gd name="T14" fmla="*/ 93 w 375"/>
                  <a:gd name="T15" fmla="*/ 48 h 689"/>
                  <a:gd name="T16" fmla="*/ 159 w 375"/>
                  <a:gd name="T17" fmla="*/ 183 h 689"/>
                  <a:gd name="T18" fmla="*/ 18 w 375"/>
                  <a:gd name="T19" fmla="*/ 417 h 689"/>
                  <a:gd name="T20" fmla="*/ 188 w 375"/>
                  <a:gd name="T21" fmla="*/ 679 h 689"/>
                  <a:gd name="T22" fmla="*/ 364 w 375"/>
                  <a:gd name="T23" fmla="*/ 444 h 689"/>
                  <a:gd name="T24" fmla="*/ 265 w 375"/>
                  <a:gd name="T25" fmla="*/ 165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1028"/>
              <p:cNvSpPr>
                <a:spLocks/>
              </p:cNvSpPr>
              <p:nvPr/>
            </p:nvSpPr>
            <p:spPr bwMode="auto">
              <a:xfrm>
                <a:off x="2573451" y="3400576"/>
                <a:ext cx="118240" cy="33442"/>
              </a:xfrm>
              <a:custGeom>
                <a:avLst/>
                <a:gdLst>
                  <a:gd name="T0" fmla="*/ 15 w 143"/>
                  <a:gd name="T1" fmla="*/ 10 h 41"/>
                  <a:gd name="T2" fmla="*/ 122 w 143"/>
                  <a:gd name="T3" fmla="*/ 3 h 41"/>
                  <a:gd name="T4" fmla="*/ 88 w 143"/>
                  <a:gd name="T5" fmla="*/ 37 h 41"/>
                  <a:gd name="T6" fmla="*/ 10 w 143"/>
                  <a:gd name="T7" fmla="*/ 28 h 41"/>
                  <a:gd name="T8" fmla="*/ 15 w 143"/>
                  <a:gd name="T9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29"/>
              <p:cNvSpPr>
                <a:spLocks/>
              </p:cNvSpPr>
              <p:nvPr/>
            </p:nvSpPr>
            <p:spPr bwMode="auto">
              <a:xfrm>
                <a:off x="2550758" y="3545092"/>
                <a:ext cx="114657" cy="182735"/>
              </a:xfrm>
              <a:custGeom>
                <a:avLst/>
                <a:gdLst>
                  <a:gd name="T0" fmla="*/ 139 w 139"/>
                  <a:gd name="T1" fmla="*/ 141 h 222"/>
                  <a:gd name="T2" fmla="*/ 135 w 139"/>
                  <a:gd name="T3" fmla="*/ 161 h 222"/>
                  <a:gd name="T4" fmla="*/ 131 w 139"/>
                  <a:gd name="T5" fmla="*/ 168 h 222"/>
                  <a:gd name="T6" fmla="*/ 116 w 139"/>
                  <a:gd name="T7" fmla="*/ 184 h 222"/>
                  <a:gd name="T8" fmla="*/ 96 w 139"/>
                  <a:gd name="T9" fmla="*/ 194 h 222"/>
                  <a:gd name="T10" fmla="*/ 64 w 139"/>
                  <a:gd name="T11" fmla="*/ 195 h 222"/>
                  <a:gd name="T12" fmla="*/ 43 w 139"/>
                  <a:gd name="T13" fmla="*/ 190 h 222"/>
                  <a:gd name="T14" fmla="*/ 0 w 139"/>
                  <a:gd name="T15" fmla="*/ 166 h 222"/>
                  <a:gd name="T16" fmla="*/ 9 w 139"/>
                  <a:gd name="T17" fmla="*/ 135 h 222"/>
                  <a:gd name="T18" fmla="*/ 12 w 139"/>
                  <a:gd name="T19" fmla="*/ 117 h 222"/>
                  <a:gd name="T20" fmla="*/ 18 w 139"/>
                  <a:gd name="T21" fmla="*/ 116 h 222"/>
                  <a:gd name="T22" fmla="*/ 27 w 139"/>
                  <a:gd name="T23" fmla="*/ 119 h 222"/>
                  <a:gd name="T24" fmla="*/ 37 w 139"/>
                  <a:gd name="T25" fmla="*/ 122 h 222"/>
                  <a:gd name="T26" fmla="*/ 48 w 139"/>
                  <a:gd name="T27" fmla="*/ 124 h 222"/>
                  <a:gd name="T28" fmla="*/ 55 w 139"/>
                  <a:gd name="T29" fmla="*/ 122 h 222"/>
                  <a:gd name="T30" fmla="*/ 58 w 139"/>
                  <a:gd name="T31" fmla="*/ 121 h 222"/>
                  <a:gd name="T32" fmla="*/ 37 w 139"/>
                  <a:gd name="T33" fmla="*/ 95 h 222"/>
                  <a:gd name="T34" fmla="*/ 8 w 139"/>
                  <a:gd name="T35" fmla="*/ 70 h 222"/>
                  <a:gd name="T36" fmla="*/ 3 w 139"/>
                  <a:gd name="T37" fmla="*/ 56 h 222"/>
                  <a:gd name="T38" fmla="*/ 3 w 139"/>
                  <a:gd name="T39" fmla="*/ 54 h 222"/>
                  <a:gd name="T40" fmla="*/ 8 w 139"/>
                  <a:gd name="T41" fmla="*/ 42 h 222"/>
                  <a:gd name="T42" fmla="*/ 37 w 139"/>
                  <a:gd name="T43" fmla="*/ 19 h 222"/>
                  <a:gd name="T44" fmla="*/ 71 w 139"/>
                  <a:gd name="T45" fmla="*/ 17 h 222"/>
                  <a:gd name="T46" fmla="*/ 83 w 139"/>
                  <a:gd name="T47" fmla="*/ 19 h 222"/>
                  <a:gd name="T48" fmla="*/ 114 w 139"/>
                  <a:gd name="T49" fmla="*/ 24 h 222"/>
                  <a:gd name="T50" fmla="*/ 124 w 139"/>
                  <a:gd name="T51" fmla="*/ 27 h 222"/>
                  <a:gd name="T52" fmla="*/ 133 w 139"/>
                  <a:gd name="T53" fmla="*/ 31 h 222"/>
                  <a:gd name="T54" fmla="*/ 139 w 139"/>
                  <a:gd name="T55" fmla="*/ 37 h 222"/>
                  <a:gd name="T56" fmla="*/ 138 w 139"/>
                  <a:gd name="T57" fmla="*/ 53 h 222"/>
                  <a:gd name="T58" fmla="*/ 136 w 139"/>
                  <a:gd name="T59" fmla="*/ 78 h 222"/>
                  <a:gd name="T60" fmla="*/ 134 w 139"/>
                  <a:gd name="T61" fmla="*/ 90 h 222"/>
                  <a:gd name="T62" fmla="*/ 129 w 139"/>
                  <a:gd name="T63" fmla="*/ 92 h 222"/>
                  <a:gd name="T64" fmla="*/ 121 w 139"/>
                  <a:gd name="T65" fmla="*/ 90 h 222"/>
                  <a:gd name="T66" fmla="*/ 114 w 139"/>
                  <a:gd name="T67" fmla="*/ 85 h 222"/>
                  <a:gd name="T68" fmla="*/ 93 w 139"/>
                  <a:gd name="T69" fmla="*/ 77 h 222"/>
                  <a:gd name="T70" fmla="*/ 92 w 139"/>
                  <a:gd name="T71" fmla="*/ 78 h 222"/>
                  <a:gd name="T72" fmla="*/ 122 w 139"/>
                  <a:gd name="T73" fmla="*/ 107 h 222"/>
                  <a:gd name="T74" fmla="*/ 139 w 139"/>
                  <a:gd name="T75" fmla="*/ 141 h 222"/>
                  <a:gd name="T76" fmla="*/ 72 w 139"/>
                  <a:gd name="T77" fmla="*/ 0 h 222"/>
                  <a:gd name="T78" fmla="*/ 101 w 139"/>
                  <a:gd name="T79" fmla="*/ 4 h 222"/>
                  <a:gd name="T80" fmla="*/ 99 w 139"/>
                  <a:gd name="T81" fmla="*/ 23 h 222"/>
                  <a:gd name="T82" fmla="*/ 69 w 139"/>
                  <a:gd name="T83" fmla="*/ 23 h 222"/>
                  <a:gd name="T84" fmla="*/ 72 w 139"/>
                  <a:gd name="T85" fmla="*/ 0 h 222"/>
                  <a:gd name="T86" fmla="*/ 54 w 139"/>
                  <a:gd name="T87" fmla="*/ 186 h 222"/>
                  <a:gd name="T88" fmla="*/ 88 w 139"/>
                  <a:gd name="T89" fmla="*/ 191 h 222"/>
                  <a:gd name="T90" fmla="*/ 84 w 139"/>
                  <a:gd name="T91" fmla="*/ 222 h 222"/>
                  <a:gd name="T92" fmla="*/ 50 w 139"/>
                  <a:gd name="T93" fmla="*/ 217 h 222"/>
                  <a:gd name="T94" fmla="*/ 54 w 139"/>
                  <a:gd name="T95" fmla="*/ 186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045"/>
              <p:cNvSpPr>
                <a:spLocks/>
              </p:cNvSpPr>
              <p:nvPr/>
            </p:nvSpPr>
            <p:spPr bwMode="auto">
              <a:xfrm>
                <a:off x="2597338" y="3426852"/>
                <a:ext cx="16721" cy="13138"/>
              </a:xfrm>
              <a:custGeom>
                <a:avLst/>
                <a:gdLst>
                  <a:gd name="T0" fmla="*/ 0 w 20"/>
                  <a:gd name="T1" fmla="*/ 17 h 17"/>
                  <a:gd name="T2" fmla="*/ 14 w 20"/>
                  <a:gd name="T3" fmla="*/ 7 h 17"/>
                  <a:gd name="T4" fmla="*/ 20 w 20"/>
                  <a:gd name="T5" fmla="*/ 0 h 17"/>
                  <a:gd name="T6" fmla="*/ 0 w 20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046"/>
              <p:cNvSpPr>
                <a:spLocks/>
              </p:cNvSpPr>
              <p:nvPr/>
            </p:nvSpPr>
            <p:spPr bwMode="auto">
              <a:xfrm>
                <a:off x="2609281" y="3425657"/>
                <a:ext cx="5972" cy="5972"/>
              </a:xfrm>
              <a:custGeom>
                <a:avLst/>
                <a:gdLst>
                  <a:gd name="T0" fmla="*/ 0 w 8"/>
                  <a:gd name="T1" fmla="*/ 8 h 8"/>
                  <a:gd name="T2" fmla="*/ 8 w 8"/>
                  <a:gd name="T3" fmla="*/ 0 h 8"/>
                  <a:gd name="T4" fmla="*/ 6 w 8"/>
                  <a:gd name="T5" fmla="*/ 1 h 8"/>
                  <a:gd name="T6" fmla="*/ 0 w 8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047"/>
              <p:cNvSpPr>
                <a:spLocks/>
              </p:cNvSpPr>
              <p:nvPr/>
            </p:nvSpPr>
            <p:spPr bwMode="auto">
              <a:xfrm>
                <a:off x="2614059" y="3420880"/>
                <a:ext cx="5972" cy="5972"/>
              </a:xfrm>
              <a:custGeom>
                <a:avLst/>
                <a:gdLst>
                  <a:gd name="T0" fmla="*/ 0 w 7"/>
                  <a:gd name="T1" fmla="*/ 7 h 7"/>
                  <a:gd name="T2" fmla="*/ 2 w 7"/>
                  <a:gd name="T3" fmla="*/ 6 h 7"/>
                  <a:gd name="T4" fmla="*/ 7 w 7"/>
                  <a:gd name="T5" fmla="*/ 0 h 7"/>
                  <a:gd name="T6" fmla="*/ 0 w 7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51"/>
              <p:cNvSpPr>
                <a:spLocks/>
              </p:cNvSpPr>
              <p:nvPr/>
            </p:nvSpPr>
            <p:spPr bwMode="auto">
              <a:xfrm>
                <a:off x="2524483" y="3391021"/>
                <a:ext cx="118240" cy="85993"/>
              </a:xfrm>
              <a:custGeom>
                <a:avLst/>
                <a:gdLst>
                  <a:gd name="T0" fmla="*/ 137 w 143"/>
                  <a:gd name="T1" fmla="*/ 21 h 104"/>
                  <a:gd name="T2" fmla="*/ 89 w 143"/>
                  <a:gd name="T3" fmla="*/ 5 h 104"/>
                  <a:gd name="T4" fmla="*/ 0 w 143"/>
                  <a:gd name="T5" fmla="*/ 84 h 104"/>
                  <a:gd name="T6" fmla="*/ 6 w 143"/>
                  <a:gd name="T7" fmla="*/ 104 h 104"/>
                  <a:gd name="T8" fmla="*/ 137 w 143"/>
                  <a:gd name="T9" fmla="*/ 2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052"/>
              <p:cNvSpPr>
                <a:spLocks/>
              </p:cNvSpPr>
              <p:nvPr/>
            </p:nvSpPr>
            <p:spPr bwMode="auto">
              <a:xfrm>
                <a:off x="1804293" y="3994165"/>
                <a:ext cx="140933" cy="218565"/>
              </a:xfrm>
              <a:custGeom>
                <a:avLst/>
                <a:gdLst>
                  <a:gd name="T0" fmla="*/ 85 w 172"/>
                  <a:gd name="T1" fmla="*/ 0 h 266"/>
                  <a:gd name="T2" fmla="*/ 0 w 172"/>
                  <a:gd name="T3" fmla="*/ 59 h 266"/>
                  <a:gd name="T4" fmla="*/ 31 w 172"/>
                  <a:gd name="T5" fmla="*/ 109 h 266"/>
                  <a:gd name="T6" fmla="*/ 62 w 172"/>
                  <a:gd name="T7" fmla="*/ 104 h 266"/>
                  <a:gd name="T8" fmla="*/ 69 w 172"/>
                  <a:gd name="T9" fmla="*/ 179 h 266"/>
                  <a:gd name="T10" fmla="*/ 132 w 172"/>
                  <a:gd name="T11" fmla="*/ 253 h 266"/>
                  <a:gd name="T12" fmla="*/ 151 w 172"/>
                  <a:gd name="T13" fmla="*/ 197 h 266"/>
                  <a:gd name="T14" fmla="*/ 146 w 172"/>
                  <a:gd name="T15" fmla="*/ 116 h 266"/>
                  <a:gd name="T16" fmla="*/ 172 w 172"/>
                  <a:gd name="T17" fmla="*/ 81 h 266"/>
                  <a:gd name="T18" fmla="*/ 85 w 172"/>
                  <a:gd name="T1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053"/>
              <p:cNvSpPr>
                <a:spLocks/>
              </p:cNvSpPr>
              <p:nvPr/>
            </p:nvSpPr>
            <p:spPr bwMode="auto">
              <a:xfrm>
                <a:off x="1787573" y="3571367"/>
                <a:ext cx="427575" cy="513568"/>
              </a:xfrm>
              <a:custGeom>
                <a:avLst/>
                <a:gdLst>
                  <a:gd name="T0" fmla="*/ 494 w 519"/>
                  <a:gd name="T1" fmla="*/ 279 h 625"/>
                  <a:gd name="T2" fmla="*/ 290 w 519"/>
                  <a:gd name="T3" fmla="*/ 90 h 625"/>
                  <a:gd name="T4" fmla="*/ 96 w 519"/>
                  <a:gd name="T5" fmla="*/ 0 h 625"/>
                  <a:gd name="T6" fmla="*/ 30 w 519"/>
                  <a:gd name="T7" fmla="*/ 49 h 625"/>
                  <a:gd name="T8" fmla="*/ 1 w 519"/>
                  <a:gd name="T9" fmla="*/ 110 h 625"/>
                  <a:gd name="T10" fmla="*/ 33 w 519"/>
                  <a:gd name="T11" fmla="*/ 169 h 625"/>
                  <a:gd name="T12" fmla="*/ 297 w 519"/>
                  <a:gd name="T13" fmla="*/ 351 h 625"/>
                  <a:gd name="T14" fmla="*/ 97 w 519"/>
                  <a:gd name="T15" fmla="*/ 508 h 625"/>
                  <a:gd name="T16" fmla="*/ 181 w 519"/>
                  <a:gd name="T17" fmla="*/ 625 h 625"/>
                  <a:gd name="T18" fmla="*/ 488 w 519"/>
                  <a:gd name="T19" fmla="*/ 393 h 625"/>
                  <a:gd name="T20" fmla="*/ 518 w 519"/>
                  <a:gd name="T21" fmla="*/ 338 h 625"/>
                  <a:gd name="T22" fmla="*/ 494 w 519"/>
                  <a:gd name="T23" fmla="*/ 279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1054"/>
              <p:cNvSpPr>
                <a:spLocks/>
              </p:cNvSpPr>
              <p:nvPr/>
            </p:nvSpPr>
            <p:spPr bwMode="auto">
              <a:xfrm>
                <a:off x="1739799" y="3517622"/>
                <a:ext cx="275893" cy="279477"/>
              </a:xfrm>
              <a:custGeom>
                <a:avLst/>
                <a:gdLst>
                  <a:gd name="T0" fmla="*/ 335 w 335"/>
                  <a:gd name="T1" fmla="*/ 159 h 339"/>
                  <a:gd name="T2" fmla="*/ 237 w 335"/>
                  <a:gd name="T3" fmla="*/ 335 h 339"/>
                  <a:gd name="T4" fmla="*/ 31 w 335"/>
                  <a:gd name="T5" fmla="*/ 193 h 339"/>
                  <a:gd name="T6" fmla="*/ 102 w 335"/>
                  <a:gd name="T7" fmla="*/ 0 h 339"/>
                  <a:gd name="T8" fmla="*/ 335 w 335"/>
                  <a:gd name="T9" fmla="*/ 15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055"/>
              <p:cNvSpPr>
                <a:spLocks/>
              </p:cNvSpPr>
              <p:nvPr/>
            </p:nvSpPr>
            <p:spPr bwMode="auto">
              <a:xfrm>
                <a:off x="1804293" y="3178428"/>
                <a:ext cx="429964" cy="466989"/>
              </a:xfrm>
              <a:custGeom>
                <a:avLst/>
                <a:gdLst>
                  <a:gd name="T0" fmla="*/ 423 w 523"/>
                  <a:gd name="T1" fmla="*/ 23 h 567"/>
                  <a:gd name="T2" fmla="*/ 294 w 523"/>
                  <a:gd name="T3" fmla="*/ 38 h 567"/>
                  <a:gd name="T4" fmla="*/ 0 w 523"/>
                  <a:gd name="T5" fmla="*/ 446 h 567"/>
                  <a:gd name="T6" fmla="*/ 270 w 523"/>
                  <a:gd name="T7" fmla="*/ 567 h 567"/>
                  <a:gd name="T8" fmla="*/ 523 w 523"/>
                  <a:gd name="T9" fmla="*/ 101 h 567"/>
                  <a:gd name="T10" fmla="*/ 423 w 523"/>
                  <a:gd name="T11" fmla="*/ 23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056"/>
              <p:cNvSpPr>
                <a:spLocks/>
              </p:cNvSpPr>
              <p:nvPr/>
            </p:nvSpPr>
            <p:spPr bwMode="auto">
              <a:xfrm>
                <a:off x="2151847" y="2872676"/>
                <a:ext cx="347554" cy="419215"/>
              </a:xfrm>
              <a:custGeom>
                <a:avLst/>
                <a:gdLst>
                  <a:gd name="T0" fmla="*/ 409 w 422"/>
                  <a:gd name="T1" fmla="*/ 121 h 509"/>
                  <a:gd name="T2" fmla="*/ 261 w 422"/>
                  <a:gd name="T3" fmla="*/ 422 h 509"/>
                  <a:gd name="T4" fmla="*/ 2 w 422"/>
                  <a:gd name="T5" fmla="*/ 250 h 509"/>
                  <a:gd name="T6" fmla="*/ 130 w 422"/>
                  <a:gd name="T7" fmla="*/ 26 h 509"/>
                  <a:gd name="T8" fmla="*/ 291 w 422"/>
                  <a:gd name="T9" fmla="*/ 26 h 509"/>
                  <a:gd name="T10" fmla="*/ 409 w 422"/>
                  <a:gd name="T11" fmla="*/ 1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057"/>
              <p:cNvSpPr>
                <a:spLocks/>
              </p:cNvSpPr>
              <p:nvPr/>
            </p:nvSpPr>
            <p:spPr bwMode="auto">
              <a:xfrm>
                <a:off x="2121989" y="2784295"/>
                <a:ext cx="440713" cy="304558"/>
              </a:xfrm>
              <a:custGeom>
                <a:avLst/>
                <a:gdLst>
                  <a:gd name="T0" fmla="*/ 422 w 535"/>
                  <a:gd name="T1" fmla="*/ 232 h 370"/>
                  <a:gd name="T2" fmla="*/ 499 w 535"/>
                  <a:gd name="T3" fmla="*/ 86 h 370"/>
                  <a:gd name="T4" fmla="*/ 370 w 535"/>
                  <a:gd name="T5" fmla="*/ 73 h 370"/>
                  <a:gd name="T6" fmla="*/ 238 w 535"/>
                  <a:gd name="T7" fmla="*/ 8 h 370"/>
                  <a:gd name="T8" fmla="*/ 15 w 535"/>
                  <a:gd name="T9" fmla="*/ 233 h 370"/>
                  <a:gd name="T10" fmla="*/ 48 w 535"/>
                  <a:gd name="T11" fmla="*/ 366 h 370"/>
                  <a:gd name="T12" fmla="*/ 110 w 535"/>
                  <a:gd name="T13" fmla="*/ 314 h 370"/>
                  <a:gd name="T14" fmla="*/ 163 w 535"/>
                  <a:gd name="T15" fmla="*/ 215 h 370"/>
                  <a:gd name="T16" fmla="*/ 158 w 535"/>
                  <a:gd name="T17" fmla="*/ 315 h 370"/>
                  <a:gd name="T18" fmla="*/ 202 w 535"/>
                  <a:gd name="T19" fmla="*/ 321 h 370"/>
                  <a:gd name="T20" fmla="*/ 226 w 535"/>
                  <a:gd name="T21" fmla="*/ 169 h 370"/>
                  <a:gd name="T22" fmla="*/ 422 w 535"/>
                  <a:gd name="T23" fmla="*/ 232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058"/>
              <p:cNvSpPr>
                <a:spLocks/>
              </p:cNvSpPr>
              <p:nvPr/>
            </p:nvSpPr>
            <p:spPr bwMode="auto">
              <a:xfrm>
                <a:off x="1455545" y="3357580"/>
                <a:ext cx="156459" cy="169597"/>
              </a:xfrm>
              <a:custGeom>
                <a:avLst/>
                <a:gdLst>
                  <a:gd name="T0" fmla="*/ 142 w 190"/>
                  <a:gd name="T1" fmla="*/ 0 h 207"/>
                  <a:gd name="T2" fmla="*/ 33 w 190"/>
                  <a:gd name="T3" fmla="*/ 100 h 207"/>
                  <a:gd name="T4" fmla="*/ 39 w 190"/>
                  <a:gd name="T5" fmla="*/ 176 h 207"/>
                  <a:gd name="T6" fmla="*/ 116 w 190"/>
                  <a:gd name="T7" fmla="*/ 158 h 207"/>
                  <a:gd name="T8" fmla="*/ 137 w 190"/>
                  <a:gd name="T9" fmla="*/ 196 h 207"/>
                  <a:gd name="T10" fmla="*/ 190 w 190"/>
                  <a:gd name="T11" fmla="*/ 86 h 207"/>
                  <a:gd name="T12" fmla="*/ 142 w 190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059"/>
              <p:cNvSpPr>
                <a:spLocks/>
              </p:cNvSpPr>
              <p:nvPr/>
            </p:nvSpPr>
            <p:spPr bwMode="auto">
              <a:xfrm>
                <a:off x="1555870" y="3190372"/>
                <a:ext cx="598366" cy="262756"/>
              </a:xfrm>
              <a:custGeom>
                <a:avLst/>
                <a:gdLst>
                  <a:gd name="T0" fmla="*/ 677 w 726"/>
                  <a:gd name="T1" fmla="*/ 4 h 319"/>
                  <a:gd name="T2" fmla="*/ 325 w 726"/>
                  <a:gd name="T3" fmla="*/ 1 h 319"/>
                  <a:gd name="T4" fmla="*/ 281 w 726"/>
                  <a:gd name="T5" fmla="*/ 13 h 319"/>
                  <a:gd name="T6" fmla="*/ 0 w 726"/>
                  <a:gd name="T7" fmla="*/ 196 h 319"/>
                  <a:gd name="T8" fmla="*/ 81 w 726"/>
                  <a:gd name="T9" fmla="*/ 319 h 319"/>
                  <a:gd name="T10" fmla="*/ 341 w 726"/>
                  <a:gd name="T11" fmla="*/ 150 h 319"/>
                  <a:gd name="T12" fmla="*/ 625 w 726"/>
                  <a:gd name="T13" fmla="*/ 165 h 319"/>
                  <a:gd name="T14" fmla="*/ 724 w 726"/>
                  <a:gd name="T15" fmla="*/ 97 h 319"/>
                  <a:gd name="T16" fmla="*/ 677 w 726"/>
                  <a:gd name="T17" fmla="*/ 4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060"/>
              <p:cNvSpPr>
                <a:spLocks/>
              </p:cNvSpPr>
              <p:nvPr/>
            </p:nvSpPr>
            <p:spPr bwMode="auto">
              <a:xfrm>
                <a:off x="1437630" y="3283530"/>
                <a:ext cx="89576" cy="45385"/>
              </a:xfrm>
              <a:custGeom>
                <a:avLst/>
                <a:gdLst>
                  <a:gd name="T0" fmla="*/ 106 w 108"/>
                  <a:gd name="T1" fmla="*/ 29 h 54"/>
                  <a:gd name="T2" fmla="*/ 41 w 108"/>
                  <a:gd name="T3" fmla="*/ 4 h 54"/>
                  <a:gd name="T4" fmla="*/ 4 w 108"/>
                  <a:gd name="T5" fmla="*/ 27 h 54"/>
                  <a:gd name="T6" fmla="*/ 106 w 108"/>
                  <a:gd name="T7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061"/>
              <p:cNvSpPr>
                <a:spLocks/>
              </p:cNvSpPr>
              <p:nvPr/>
            </p:nvSpPr>
            <p:spPr bwMode="auto">
              <a:xfrm>
                <a:off x="1214288" y="3272781"/>
                <a:ext cx="445490" cy="695108"/>
              </a:xfrm>
              <a:custGeom>
                <a:avLst/>
                <a:gdLst>
                  <a:gd name="T0" fmla="*/ 430 w 542"/>
                  <a:gd name="T1" fmla="*/ 223 h 845"/>
                  <a:gd name="T2" fmla="*/ 514 w 542"/>
                  <a:gd name="T3" fmla="*/ 115 h 845"/>
                  <a:gd name="T4" fmla="*/ 494 w 542"/>
                  <a:gd name="T5" fmla="*/ 66 h 845"/>
                  <a:gd name="T6" fmla="*/ 428 w 542"/>
                  <a:gd name="T7" fmla="*/ 32 h 845"/>
                  <a:gd name="T8" fmla="*/ 362 w 542"/>
                  <a:gd name="T9" fmla="*/ 46 h 845"/>
                  <a:gd name="T10" fmla="*/ 287 w 542"/>
                  <a:gd name="T11" fmla="*/ 24 h 845"/>
                  <a:gd name="T12" fmla="*/ 368 w 542"/>
                  <a:gd name="T13" fmla="*/ 34 h 845"/>
                  <a:gd name="T14" fmla="*/ 273 w 542"/>
                  <a:gd name="T15" fmla="*/ 43 h 845"/>
                  <a:gd name="T16" fmla="*/ 306 w 542"/>
                  <a:gd name="T17" fmla="*/ 212 h 845"/>
                  <a:gd name="T18" fmla="*/ 119 w 542"/>
                  <a:gd name="T19" fmla="*/ 440 h 845"/>
                  <a:gd name="T20" fmla="*/ 238 w 542"/>
                  <a:gd name="T21" fmla="*/ 785 h 845"/>
                  <a:gd name="T22" fmla="*/ 483 w 542"/>
                  <a:gd name="T23" fmla="*/ 506 h 845"/>
                  <a:gd name="T24" fmla="*/ 430 w 542"/>
                  <a:gd name="T25" fmla="*/ 223 h 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1062"/>
              <p:cNvSpPr>
                <a:spLocks/>
              </p:cNvSpPr>
              <p:nvPr/>
            </p:nvSpPr>
            <p:spPr bwMode="auto">
              <a:xfrm>
                <a:off x="1450768" y="3438795"/>
                <a:ext cx="127795" cy="51357"/>
              </a:xfrm>
              <a:custGeom>
                <a:avLst/>
                <a:gdLst>
                  <a:gd name="T0" fmla="*/ 20 w 155"/>
                  <a:gd name="T1" fmla="*/ 0 h 62"/>
                  <a:gd name="T2" fmla="*/ 141 w 155"/>
                  <a:gd name="T3" fmla="*/ 24 h 62"/>
                  <a:gd name="T4" fmla="*/ 93 w 155"/>
                  <a:gd name="T5" fmla="*/ 51 h 62"/>
                  <a:gd name="T6" fmla="*/ 9 w 155"/>
                  <a:gd name="T7" fmla="*/ 18 h 62"/>
                  <a:gd name="T8" fmla="*/ 20 w 155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1063"/>
              <p:cNvSpPr>
                <a:spLocks/>
              </p:cNvSpPr>
              <p:nvPr/>
            </p:nvSpPr>
            <p:spPr bwMode="auto">
              <a:xfrm>
                <a:off x="1375524" y="3614364"/>
                <a:ext cx="143321" cy="203039"/>
              </a:xfrm>
              <a:custGeom>
                <a:avLst/>
                <a:gdLst>
                  <a:gd name="T0" fmla="*/ 161 w 174"/>
                  <a:gd name="T1" fmla="*/ 165 h 246"/>
                  <a:gd name="T2" fmla="*/ 154 w 174"/>
                  <a:gd name="T3" fmla="*/ 187 h 246"/>
                  <a:gd name="T4" fmla="*/ 149 w 174"/>
                  <a:gd name="T5" fmla="*/ 193 h 246"/>
                  <a:gd name="T6" fmla="*/ 130 w 174"/>
                  <a:gd name="T7" fmla="*/ 210 h 246"/>
                  <a:gd name="T8" fmla="*/ 105 w 174"/>
                  <a:gd name="T9" fmla="*/ 218 h 246"/>
                  <a:gd name="T10" fmla="*/ 69 w 174"/>
                  <a:gd name="T11" fmla="*/ 215 h 246"/>
                  <a:gd name="T12" fmla="*/ 46 w 174"/>
                  <a:gd name="T13" fmla="*/ 206 h 246"/>
                  <a:gd name="T14" fmla="*/ 0 w 174"/>
                  <a:gd name="T15" fmla="*/ 173 h 246"/>
                  <a:gd name="T16" fmla="*/ 13 w 174"/>
                  <a:gd name="T17" fmla="*/ 140 h 246"/>
                  <a:gd name="T18" fmla="*/ 20 w 174"/>
                  <a:gd name="T19" fmla="*/ 121 h 246"/>
                  <a:gd name="T20" fmla="*/ 26 w 174"/>
                  <a:gd name="T21" fmla="*/ 121 h 246"/>
                  <a:gd name="T22" fmla="*/ 37 w 174"/>
                  <a:gd name="T23" fmla="*/ 125 h 246"/>
                  <a:gd name="T24" fmla="*/ 47 w 174"/>
                  <a:gd name="T25" fmla="*/ 129 h 246"/>
                  <a:gd name="T26" fmla="*/ 59 w 174"/>
                  <a:gd name="T27" fmla="*/ 133 h 246"/>
                  <a:gd name="T28" fmla="*/ 68 w 174"/>
                  <a:gd name="T29" fmla="*/ 133 h 246"/>
                  <a:gd name="T30" fmla="*/ 72 w 174"/>
                  <a:gd name="T31" fmla="*/ 132 h 246"/>
                  <a:gd name="T32" fmla="*/ 50 w 174"/>
                  <a:gd name="T33" fmla="*/ 100 h 246"/>
                  <a:gd name="T34" fmla="*/ 20 w 174"/>
                  <a:gd name="T35" fmla="*/ 68 h 246"/>
                  <a:gd name="T36" fmla="*/ 17 w 174"/>
                  <a:gd name="T37" fmla="*/ 52 h 246"/>
                  <a:gd name="T38" fmla="*/ 17 w 174"/>
                  <a:gd name="T39" fmla="*/ 50 h 246"/>
                  <a:gd name="T40" fmla="*/ 24 w 174"/>
                  <a:gd name="T41" fmla="*/ 38 h 246"/>
                  <a:gd name="T42" fmla="*/ 60 w 174"/>
                  <a:gd name="T43" fmla="*/ 17 h 246"/>
                  <a:gd name="T44" fmla="*/ 100 w 174"/>
                  <a:gd name="T45" fmla="*/ 20 h 246"/>
                  <a:gd name="T46" fmla="*/ 113 w 174"/>
                  <a:gd name="T47" fmla="*/ 23 h 246"/>
                  <a:gd name="T48" fmla="*/ 148 w 174"/>
                  <a:gd name="T49" fmla="*/ 33 h 246"/>
                  <a:gd name="T50" fmla="*/ 158 w 174"/>
                  <a:gd name="T51" fmla="*/ 38 h 246"/>
                  <a:gd name="T52" fmla="*/ 168 w 174"/>
                  <a:gd name="T53" fmla="*/ 44 h 246"/>
                  <a:gd name="T54" fmla="*/ 174 w 174"/>
                  <a:gd name="T55" fmla="*/ 51 h 246"/>
                  <a:gd name="T56" fmla="*/ 171 w 174"/>
                  <a:gd name="T57" fmla="*/ 68 h 246"/>
                  <a:gd name="T58" fmla="*/ 166 w 174"/>
                  <a:gd name="T59" fmla="*/ 96 h 246"/>
                  <a:gd name="T60" fmla="*/ 162 w 174"/>
                  <a:gd name="T61" fmla="*/ 108 h 246"/>
                  <a:gd name="T62" fmla="*/ 156 w 174"/>
                  <a:gd name="T63" fmla="*/ 110 h 246"/>
                  <a:gd name="T64" fmla="*/ 148 w 174"/>
                  <a:gd name="T65" fmla="*/ 106 h 246"/>
                  <a:gd name="T66" fmla="*/ 140 w 174"/>
                  <a:gd name="T67" fmla="*/ 100 h 246"/>
                  <a:gd name="T68" fmla="*/ 117 w 174"/>
                  <a:gd name="T69" fmla="*/ 89 h 246"/>
                  <a:gd name="T70" fmla="*/ 116 w 174"/>
                  <a:gd name="T71" fmla="*/ 89 h 246"/>
                  <a:gd name="T72" fmla="*/ 146 w 174"/>
                  <a:gd name="T73" fmla="*/ 125 h 246"/>
                  <a:gd name="T74" fmla="*/ 161 w 174"/>
                  <a:gd name="T75" fmla="*/ 165 h 246"/>
                  <a:gd name="T76" fmla="*/ 103 w 174"/>
                  <a:gd name="T77" fmla="*/ 0 h 246"/>
                  <a:gd name="T78" fmla="*/ 135 w 174"/>
                  <a:gd name="T79" fmla="*/ 9 h 246"/>
                  <a:gd name="T80" fmla="*/ 131 w 174"/>
                  <a:gd name="T81" fmla="*/ 30 h 246"/>
                  <a:gd name="T82" fmla="*/ 96 w 174"/>
                  <a:gd name="T83" fmla="*/ 26 h 246"/>
                  <a:gd name="T84" fmla="*/ 103 w 174"/>
                  <a:gd name="T85" fmla="*/ 0 h 246"/>
                  <a:gd name="T86" fmla="*/ 59 w 174"/>
                  <a:gd name="T87" fmla="*/ 203 h 246"/>
                  <a:gd name="T88" fmla="*/ 97 w 174"/>
                  <a:gd name="T89" fmla="*/ 213 h 246"/>
                  <a:gd name="T90" fmla="*/ 88 w 174"/>
                  <a:gd name="T91" fmla="*/ 246 h 246"/>
                  <a:gd name="T92" fmla="*/ 50 w 174"/>
                  <a:gd name="T93" fmla="*/ 237 h 246"/>
                  <a:gd name="T94" fmla="*/ 59 w 174"/>
                  <a:gd name="T95" fmla="*/ 203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1064"/>
              <p:cNvSpPr>
                <a:spLocks/>
              </p:cNvSpPr>
              <p:nvPr/>
            </p:nvSpPr>
            <p:spPr bwMode="auto">
              <a:xfrm>
                <a:off x="1533177" y="3426852"/>
                <a:ext cx="77632" cy="111074"/>
              </a:xfrm>
              <a:custGeom>
                <a:avLst/>
                <a:gdLst>
                  <a:gd name="T0" fmla="*/ 21 w 94"/>
                  <a:gd name="T1" fmla="*/ 85 h 134"/>
                  <a:gd name="T2" fmla="*/ 41 w 94"/>
                  <a:gd name="T3" fmla="*/ 123 h 134"/>
                  <a:gd name="T4" fmla="*/ 94 w 94"/>
                  <a:gd name="T5" fmla="*/ 13 h 134"/>
                  <a:gd name="T6" fmla="*/ 87 w 94"/>
                  <a:gd name="T7" fmla="*/ 0 h 134"/>
                  <a:gd name="T8" fmla="*/ 21 w 94"/>
                  <a:gd name="T9" fmla="*/ 8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74"/>
            <p:cNvGrpSpPr/>
            <p:nvPr/>
          </p:nvGrpSpPr>
          <p:grpSpPr>
            <a:xfrm>
              <a:off x="3321689" y="5142884"/>
              <a:ext cx="604284" cy="568078"/>
              <a:chOff x="2033442" y="222709"/>
              <a:chExt cx="1520692" cy="1429580"/>
            </a:xfrm>
          </p:grpSpPr>
          <p:sp>
            <p:nvSpPr>
              <p:cNvPr id="33" name="Heptagon 75"/>
              <p:cNvSpPr/>
              <p:nvPr/>
            </p:nvSpPr>
            <p:spPr>
              <a:xfrm>
                <a:off x="2033442" y="222709"/>
                <a:ext cx="1520692" cy="1429580"/>
              </a:xfrm>
              <a:prstGeom prst="heptag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Freeform: Shape 76"/>
              <p:cNvSpPr>
                <a:spLocks/>
              </p:cNvSpPr>
              <p:nvPr/>
            </p:nvSpPr>
            <p:spPr bwMode="auto">
              <a:xfrm>
                <a:off x="2364680" y="508391"/>
                <a:ext cx="858217" cy="858217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77"/>
            <p:cNvGrpSpPr/>
            <p:nvPr/>
          </p:nvGrpSpPr>
          <p:grpSpPr>
            <a:xfrm flipH="1">
              <a:off x="8947167" y="2604081"/>
              <a:ext cx="650100" cy="611149"/>
              <a:chOff x="6185784" y="222709"/>
              <a:chExt cx="1520692" cy="1429580"/>
            </a:xfrm>
          </p:grpSpPr>
          <p:sp>
            <p:nvSpPr>
              <p:cNvPr id="31" name="Heptagon 78"/>
              <p:cNvSpPr/>
              <p:nvPr/>
            </p:nvSpPr>
            <p:spPr>
              <a:xfrm>
                <a:off x="6185784" y="222709"/>
                <a:ext cx="1520692" cy="1429580"/>
              </a:xfrm>
              <a:prstGeom prst="heptagon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Freeform: Shape 79"/>
              <p:cNvSpPr>
                <a:spLocks/>
              </p:cNvSpPr>
              <p:nvPr/>
            </p:nvSpPr>
            <p:spPr bwMode="auto">
              <a:xfrm>
                <a:off x="6517022" y="508391"/>
                <a:ext cx="858217" cy="858217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Group 80"/>
            <p:cNvGrpSpPr/>
            <p:nvPr/>
          </p:nvGrpSpPr>
          <p:grpSpPr>
            <a:xfrm flipH="1">
              <a:off x="5905683" y="3975632"/>
              <a:ext cx="650100" cy="611149"/>
              <a:chOff x="3417556" y="222709"/>
              <a:chExt cx="1520692" cy="1429580"/>
            </a:xfrm>
          </p:grpSpPr>
          <p:sp>
            <p:nvSpPr>
              <p:cNvPr id="29" name="Heptagon 81"/>
              <p:cNvSpPr/>
              <p:nvPr/>
            </p:nvSpPr>
            <p:spPr>
              <a:xfrm>
                <a:off x="3417556" y="222709"/>
                <a:ext cx="1520692" cy="1429580"/>
              </a:xfrm>
              <a:prstGeom prst="heptagon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Freeform: Shape 82"/>
              <p:cNvSpPr>
                <a:spLocks/>
              </p:cNvSpPr>
              <p:nvPr/>
            </p:nvSpPr>
            <p:spPr bwMode="auto">
              <a:xfrm>
                <a:off x="3748794" y="508391"/>
                <a:ext cx="858217" cy="85821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86"/>
            <p:cNvGrpSpPr/>
            <p:nvPr/>
          </p:nvGrpSpPr>
          <p:grpSpPr>
            <a:xfrm flipH="1">
              <a:off x="7915959" y="4102592"/>
              <a:ext cx="650100" cy="611149"/>
              <a:chOff x="7569900" y="222709"/>
              <a:chExt cx="1520692" cy="1429580"/>
            </a:xfrm>
          </p:grpSpPr>
          <p:sp>
            <p:nvSpPr>
              <p:cNvPr id="27" name="Heptagon 87"/>
              <p:cNvSpPr/>
              <p:nvPr/>
            </p:nvSpPr>
            <p:spPr>
              <a:xfrm>
                <a:off x="7569900" y="222709"/>
                <a:ext cx="1520692" cy="1429580"/>
              </a:xfrm>
              <a:prstGeom prst="heptagon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Freeform: Shape 88"/>
              <p:cNvSpPr>
                <a:spLocks/>
              </p:cNvSpPr>
              <p:nvPr/>
            </p:nvSpPr>
            <p:spPr bwMode="auto">
              <a:xfrm>
                <a:off x="7901138" y="508391"/>
                <a:ext cx="858217" cy="858217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55"/>
            <p:cNvGrpSpPr/>
            <p:nvPr/>
          </p:nvGrpSpPr>
          <p:grpSpPr>
            <a:xfrm>
              <a:off x="3623831" y="3474218"/>
              <a:ext cx="2495623" cy="707886"/>
              <a:chOff x="1523492" y="2821689"/>
              <a:chExt cx="2327662" cy="707886"/>
            </a:xfrm>
          </p:grpSpPr>
          <p:sp>
            <p:nvSpPr>
              <p:cNvPr id="25" name="TextBox 56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 </a:t>
                </a:r>
              </a:p>
            </p:txBody>
          </p:sp>
          <p:sp>
            <p:nvSpPr>
              <p:cNvPr id="26" name="TextBox 57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6" name="Group 58"/>
            <p:cNvGrpSpPr/>
            <p:nvPr/>
          </p:nvGrpSpPr>
          <p:grpSpPr>
            <a:xfrm>
              <a:off x="6232618" y="2931863"/>
              <a:ext cx="2495623" cy="707886"/>
              <a:chOff x="1523492" y="2821689"/>
              <a:chExt cx="2327662" cy="707886"/>
            </a:xfrm>
          </p:grpSpPr>
          <p:sp>
            <p:nvSpPr>
              <p:cNvPr id="23" name="TextBox 59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1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4" name="TextBox 60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7" name="Group 61"/>
            <p:cNvGrpSpPr/>
            <p:nvPr/>
          </p:nvGrpSpPr>
          <p:grpSpPr>
            <a:xfrm>
              <a:off x="9261568" y="1691109"/>
              <a:ext cx="2495623" cy="707886"/>
              <a:chOff x="1523492" y="2821689"/>
              <a:chExt cx="2327662" cy="707886"/>
            </a:xfrm>
          </p:grpSpPr>
          <p:sp>
            <p:nvSpPr>
              <p:cNvPr id="21" name="TextBox 62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3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2" name="TextBox 63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8" name="Group 64"/>
            <p:cNvGrpSpPr/>
            <p:nvPr/>
          </p:nvGrpSpPr>
          <p:grpSpPr>
            <a:xfrm>
              <a:off x="8281552" y="5003076"/>
              <a:ext cx="2495623" cy="707886"/>
              <a:chOff x="1523492" y="2821689"/>
              <a:chExt cx="2327662" cy="707886"/>
            </a:xfrm>
          </p:grpSpPr>
          <p:sp>
            <p:nvSpPr>
              <p:cNvPr id="19" name="TextBox 65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0" name="TextBox 66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262A393-396C-4836-83A8-0C10E398972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3" name="TextBox 86">
              <a:extLst>
                <a:ext uri="{FF2B5EF4-FFF2-40B4-BE49-F238E27FC236}">
                  <a16:creationId xmlns:a16="http://schemas.microsoft.com/office/drawing/2014/main" id="{0D440555-EB1F-4887-A6CA-384C87A70FB3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1A0E9D9-3FFF-4CCD-A27D-1C1C6A82DA0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69000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Work Progress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2502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98338" y="724719"/>
            <a:ext cx="1917158" cy="3782016"/>
            <a:chOff x="1066734" y="1408480"/>
            <a:chExt cx="2331826" cy="4600039"/>
          </a:xfrm>
        </p:grpSpPr>
        <p:sp>
          <p:nvSpPr>
            <p:cNvPr id="21" name="矩形 20"/>
            <p:cNvSpPr/>
            <p:nvPr/>
          </p:nvSpPr>
          <p:spPr>
            <a:xfrm>
              <a:off x="1066734" y="3910940"/>
              <a:ext cx="2331826" cy="508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06673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 5"/>
            <p:cNvSpPr>
              <a:spLocks/>
            </p:cNvSpPr>
            <p:nvPr/>
          </p:nvSpPr>
          <p:spPr bwMode="auto">
            <a:xfrm>
              <a:off x="2693875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6"/>
            <p:cNvSpPr txBox="1">
              <a:spLocks/>
            </p:cNvSpPr>
            <p:nvPr/>
          </p:nvSpPr>
          <p:spPr>
            <a:xfrm>
              <a:off x="106673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文本框 7"/>
            <p:cNvSpPr txBox="1">
              <a:spLocks/>
            </p:cNvSpPr>
            <p:nvPr/>
          </p:nvSpPr>
          <p:spPr>
            <a:xfrm>
              <a:off x="2693875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66734" y="1408480"/>
              <a:ext cx="2331826" cy="2502457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b="-60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6673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13421" y="724300"/>
            <a:ext cx="1917158" cy="3782854"/>
            <a:chOff x="3634409" y="1408480"/>
            <a:chExt cx="2331826" cy="4601058"/>
          </a:xfrm>
        </p:grpSpPr>
        <p:sp>
          <p:nvSpPr>
            <p:cNvPr id="14" name="矩形 13"/>
            <p:cNvSpPr/>
            <p:nvPr/>
          </p:nvSpPr>
          <p:spPr>
            <a:xfrm>
              <a:off x="3634409" y="3910940"/>
              <a:ext cx="2331826" cy="5086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34409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 12"/>
            <p:cNvSpPr>
              <a:spLocks/>
            </p:cNvSpPr>
            <p:nvPr/>
          </p:nvSpPr>
          <p:spPr bwMode="auto">
            <a:xfrm>
              <a:off x="5269572" y="5631282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文本框 13"/>
            <p:cNvSpPr txBox="1">
              <a:spLocks/>
            </p:cNvSpPr>
            <p:nvPr/>
          </p:nvSpPr>
          <p:spPr>
            <a:xfrm>
              <a:off x="3634409" y="3910940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4"/>
            <p:cNvSpPr txBox="1">
              <a:spLocks/>
            </p:cNvSpPr>
            <p:nvPr/>
          </p:nvSpPr>
          <p:spPr>
            <a:xfrm>
              <a:off x="5269572" y="5631282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3634409" y="1408480"/>
              <a:ext cx="2331826" cy="2502457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34409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228504" y="724719"/>
            <a:ext cx="1917158" cy="3782016"/>
            <a:chOff x="6215314" y="1408480"/>
            <a:chExt cx="2331826" cy="4600039"/>
          </a:xfrm>
        </p:grpSpPr>
        <p:sp>
          <p:nvSpPr>
            <p:cNvPr id="7" name="矩形 6"/>
            <p:cNvSpPr/>
            <p:nvPr/>
          </p:nvSpPr>
          <p:spPr>
            <a:xfrm>
              <a:off x="6215314" y="3910940"/>
              <a:ext cx="2331826" cy="508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21531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任意多边形 19"/>
            <p:cNvSpPr>
              <a:spLocks/>
            </p:cNvSpPr>
            <p:nvPr/>
          </p:nvSpPr>
          <p:spPr bwMode="auto">
            <a:xfrm>
              <a:off x="7854783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20"/>
            <p:cNvSpPr txBox="1">
              <a:spLocks/>
            </p:cNvSpPr>
            <p:nvPr/>
          </p:nvSpPr>
          <p:spPr>
            <a:xfrm>
              <a:off x="621531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21"/>
            <p:cNvSpPr txBox="1">
              <a:spLocks/>
            </p:cNvSpPr>
            <p:nvPr/>
          </p:nvSpPr>
          <p:spPr>
            <a:xfrm>
              <a:off x="7854783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215314" y="1408480"/>
              <a:ext cx="2331826" cy="250245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21531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4A1351-5BE9-4DA9-A097-EEA47474930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0" name="TextBox 86">
              <a:extLst>
                <a:ext uri="{FF2B5EF4-FFF2-40B4-BE49-F238E27FC236}">
                  <a16:creationId xmlns:a16="http://schemas.microsoft.com/office/drawing/2014/main" id="{1FE48E2F-0539-4E75-8765-DB73E870110A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CF13B7-7CB6-4AA6-957C-457AC51DE45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79183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2962735" y="1788664"/>
            <a:ext cx="3246669" cy="3354836"/>
            <a:chOff x="6513526" y="1639850"/>
            <a:chExt cx="5049903" cy="5218150"/>
          </a:xfrm>
        </p:grpSpPr>
        <p:sp>
          <p:nvSpPr>
            <p:cNvPr id="32" name="Freeform: Shape 2"/>
            <p:cNvSpPr>
              <a:spLocks/>
            </p:cNvSpPr>
            <p:nvPr/>
          </p:nvSpPr>
          <p:spPr bwMode="auto">
            <a:xfrm>
              <a:off x="7602087" y="3068398"/>
              <a:ext cx="3025592" cy="3789602"/>
            </a:xfrm>
            <a:custGeom>
              <a:avLst/>
              <a:gdLst>
                <a:gd name="T0" fmla="*/ 197 w 454"/>
                <a:gd name="T1" fmla="*/ 254 h 569"/>
                <a:gd name="T2" fmla="*/ 200 w 454"/>
                <a:gd name="T3" fmla="*/ 449 h 569"/>
                <a:gd name="T4" fmla="*/ 148 w 454"/>
                <a:gd name="T5" fmla="*/ 559 h 569"/>
                <a:gd name="T6" fmla="*/ 122 w 454"/>
                <a:gd name="T7" fmla="*/ 569 h 569"/>
                <a:gd name="T8" fmla="*/ 339 w 454"/>
                <a:gd name="T9" fmla="*/ 569 h 569"/>
                <a:gd name="T10" fmla="*/ 304 w 454"/>
                <a:gd name="T11" fmla="*/ 557 h 569"/>
                <a:gd name="T12" fmla="*/ 277 w 454"/>
                <a:gd name="T13" fmla="*/ 354 h 569"/>
                <a:gd name="T14" fmla="*/ 282 w 454"/>
                <a:gd name="T15" fmla="*/ 261 h 569"/>
                <a:gd name="T16" fmla="*/ 315 w 454"/>
                <a:gd name="T17" fmla="*/ 247 h 569"/>
                <a:gd name="T18" fmla="*/ 454 w 454"/>
                <a:gd name="T19" fmla="*/ 120 h 569"/>
                <a:gd name="T20" fmla="*/ 451 w 454"/>
                <a:gd name="T21" fmla="*/ 117 h 569"/>
                <a:gd name="T22" fmla="*/ 451 w 454"/>
                <a:gd name="T23" fmla="*/ 117 h 569"/>
                <a:gd name="T24" fmla="*/ 389 w 454"/>
                <a:gd name="T25" fmla="*/ 164 h 569"/>
                <a:gd name="T26" fmla="*/ 400 w 454"/>
                <a:gd name="T27" fmla="*/ 82 h 569"/>
                <a:gd name="T28" fmla="*/ 399 w 454"/>
                <a:gd name="T29" fmla="*/ 82 h 569"/>
                <a:gd name="T30" fmla="*/ 398 w 454"/>
                <a:gd name="T31" fmla="*/ 82 h 569"/>
                <a:gd name="T32" fmla="*/ 362 w 454"/>
                <a:gd name="T33" fmla="*/ 182 h 569"/>
                <a:gd name="T34" fmla="*/ 257 w 454"/>
                <a:gd name="T35" fmla="*/ 234 h 569"/>
                <a:gd name="T36" fmla="*/ 241 w 454"/>
                <a:gd name="T37" fmla="*/ 146 h 569"/>
                <a:gd name="T38" fmla="*/ 296 w 454"/>
                <a:gd name="T39" fmla="*/ 54 h 569"/>
                <a:gd name="T40" fmla="*/ 295 w 454"/>
                <a:gd name="T41" fmla="*/ 54 h 569"/>
                <a:gd name="T42" fmla="*/ 294 w 454"/>
                <a:gd name="T43" fmla="*/ 52 h 569"/>
                <a:gd name="T44" fmla="*/ 238 w 454"/>
                <a:gd name="T45" fmla="*/ 113 h 569"/>
                <a:gd name="T46" fmla="*/ 235 w 454"/>
                <a:gd name="T47" fmla="*/ 35 h 569"/>
                <a:gd name="T48" fmla="*/ 235 w 454"/>
                <a:gd name="T49" fmla="*/ 35 h 569"/>
                <a:gd name="T50" fmla="*/ 230 w 454"/>
                <a:gd name="T51" fmla="*/ 35 h 569"/>
                <a:gd name="T52" fmla="*/ 219 w 454"/>
                <a:gd name="T53" fmla="*/ 223 h 569"/>
                <a:gd name="T54" fmla="*/ 122 w 454"/>
                <a:gd name="T55" fmla="*/ 132 h 569"/>
                <a:gd name="T56" fmla="*/ 137 w 454"/>
                <a:gd name="T57" fmla="*/ 64 h 569"/>
                <a:gd name="T58" fmla="*/ 135 w 454"/>
                <a:gd name="T59" fmla="*/ 63 h 569"/>
                <a:gd name="T60" fmla="*/ 135 w 454"/>
                <a:gd name="T61" fmla="*/ 63 h 569"/>
                <a:gd name="T62" fmla="*/ 113 w 454"/>
                <a:gd name="T63" fmla="*/ 118 h 569"/>
                <a:gd name="T64" fmla="*/ 52 w 454"/>
                <a:gd name="T65" fmla="*/ 1 h 569"/>
                <a:gd name="T66" fmla="*/ 50 w 454"/>
                <a:gd name="T67" fmla="*/ 0 h 569"/>
                <a:gd name="T68" fmla="*/ 46 w 454"/>
                <a:gd name="T69" fmla="*/ 1 h 569"/>
                <a:gd name="T70" fmla="*/ 74 w 454"/>
                <a:gd name="T71" fmla="*/ 91 h 569"/>
                <a:gd name="T72" fmla="*/ 74 w 454"/>
                <a:gd name="T73" fmla="*/ 91 h 569"/>
                <a:gd name="T74" fmla="*/ 149 w 454"/>
                <a:gd name="T75" fmla="*/ 208 h 569"/>
                <a:gd name="T76" fmla="*/ 3 w 454"/>
                <a:gd name="T77" fmla="*/ 195 h 569"/>
                <a:gd name="T78" fmla="*/ 3 w 454"/>
                <a:gd name="T79" fmla="*/ 196 h 569"/>
                <a:gd name="T80" fmla="*/ 0 w 454"/>
                <a:gd name="T81" fmla="*/ 201 h 569"/>
                <a:gd name="T82" fmla="*/ 172 w 454"/>
                <a:gd name="T83" fmla="*/ 237 h 569"/>
                <a:gd name="T84" fmla="*/ 197 w 454"/>
                <a:gd name="T85" fmla="*/ 254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3" name="Group 3"/>
            <p:cNvGrpSpPr/>
            <p:nvPr/>
          </p:nvGrpSpPr>
          <p:grpSpPr>
            <a:xfrm>
              <a:off x="6685154" y="1639850"/>
              <a:ext cx="4779675" cy="3671505"/>
              <a:chOff x="7223605" y="1034167"/>
              <a:chExt cx="4779675" cy="3671505"/>
            </a:xfrm>
            <a:solidFill>
              <a:schemeClr val="accent5">
                <a:alpha val="70000"/>
              </a:schemeClr>
            </a:solidFill>
          </p:grpSpPr>
          <p:sp>
            <p:nvSpPr>
              <p:cNvPr id="78" name="Oval 49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val 5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val 51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val 52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val 53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val 54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val 55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val 56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val 57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Group 4"/>
            <p:cNvGrpSpPr/>
            <p:nvPr/>
          </p:nvGrpSpPr>
          <p:grpSpPr>
            <a:xfrm>
              <a:off x="6574014" y="1946200"/>
              <a:ext cx="4788017" cy="3731205"/>
              <a:chOff x="7071416" y="1121303"/>
              <a:chExt cx="4788017" cy="3731205"/>
            </a:xfrm>
            <a:solidFill>
              <a:schemeClr val="accent2">
                <a:alpha val="40000"/>
              </a:schemeClr>
            </a:solidFill>
          </p:grpSpPr>
          <p:sp>
            <p:nvSpPr>
              <p:cNvPr id="68" name="Oval 39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val 40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val 41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val 42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val 43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val 44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val 45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val 46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val 47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val 48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5"/>
            <p:cNvGrpSpPr/>
            <p:nvPr/>
          </p:nvGrpSpPr>
          <p:grpSpPr>
            <a:xfrm>
              <a:off x="7210995" y="2279145"/>
              <a:ext cx="4142805" cy="3446444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58" name="Oval 29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val 30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val 31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val 32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val 33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val 34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val 35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val 36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val 37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val 38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Group 6"/>
            <p:cNvGrpSpPr/>
            <p:nvPr/>
          </p:nvGrpSpPr>
          <p:grpSpPr>
            <a:xfrm rot="9000000">
              <a:off x="7380010" y="1811773"/>
              <a:ext cx="3591334" cy="2758680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49" name="Oval 20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val 21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val 22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val 23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val 24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val 25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val 26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val 27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val 28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val 7"/>
            <p:cNvSpPr/>
            <p:nvPr/>
          </p:nvSpPr>
          <p:spPr>
            <a:xfrm>
              <a:off x="7498233" y="1881011"/>
              <a:ext cx="1514855" cy="1514855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Oval 8"/>
            <p:cNvSpPr/>
            <p:nvPr/>
          </p:nvSpPr>
          <p:spPr>
            <a:xfrm>
              <a:off x="9449885" y="2141135"/>
              <a:ext cx="1437159" cy="1437159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Oval 9"/>
            <p:cNvSpPr/>
            <p:nvPr/>
          </p:nvSpPr>
          <p:spPr>
            <a:xfrm>
              <a:off x="6513526" y="3453959"/>
              <a:ext cx="1437159" cy="143715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Oval 10"/>
            <p:cNvSpPr/>
            <p:nvPr/>
          </p:nvSpPr>
          <p:spPr>
            <a:xfrm>
              <a:off x="10126270" y="3664860"/>
              <a:ext cx="1437159" cy="1437159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41" name="Group 11"/>
            <p:cNvGrpSpPr/>
            <p:nvPr/>
          </p:nvGrpSpPr>
          <p:grpSpPr>
            <a:xfrm>
              <a:off x="9937478" y="2603151"/>
              <a:ext cx="500065" cy="470320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47" name="Oval 18"/>
              <p:cNvSpPr>
                <a:spLocks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9"/>
              <p:cNvSpPr>
                <a:spLocks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2" name="Freeform: Shape 12"/>
            <p:cNvSpPr>
              <a:spLocks/>
            </p:cNvSpPr>
            <p:nvPr/>
          </p:nvSpPr>
          <p:spPr bwMode="auto">
            <a:xfrm>
              <a:off x="10624922" y="4125900"/>
              <a:ext cx="485537" cy="485537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3" name="Group 13"/>
            <p:cNvGrpSpPr/>
            <p:nvPr/>
          </p:nvGrpSpPr>
          <p:grpSpPr>
            <a:xfrm>
              <a:off x="6993231" y="3943997"/>
              <a:ext cx="486920" cy="424672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45" name="Freeform: Shape 16"/>
              <p:cNvSpPr>
                <a:spLocks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7"/>
              <p:cNvSpPr>
                <a:spLocks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4" name="Freeform: Shape 14"/>
            <p:cNvSpPr>
              <a:spLocks/>
            </p:cNvSpPr>
            <p:nvPr/>
          </p:nvSpPr>
          <p:spPr bwMode="auto">
            <a:xfrm>
              <a:off x="8024168" y="2472432"/>
              <a:ext cx="485537" cy="36380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6451552" y="1508009"/>
            <a:ext cx="2062291" cy="2597568"/>
            <a:chOff x="8170814" y="1912116"/>
            <a:chExt cx="2749722" cy="3463424"/>
          </a:xfrm>
        </p:grpSpPr>
        <p:grpSp>
          <p:nvGrpSpPr>
            <p:cNvPr id="20" name="Group 5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6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6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Rectangle 7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Group 6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6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Rectangle 6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Group 6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6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Rectangle 6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Straight Connector 6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1"/>
          <p:cNvGrpSpPr/>
          <p:nvPr/>
        </p:nvGrpSpPr>
        <p:grpSpPr>
          <a:xfrm>
            <a:off x="685617" y="1508009"/>
            <a:ext cx="2035289" cy="2597568"/>
            <a:chOff x="1307468" y="1697288"/>
            <a:chExt cx="2713719" cy="3463424"/>
          </a:xfrm>
        </p:grpSpPr>
        <p:grpSp>
          <p:nvGrpSpPr>
            <p:cNvPr id="7" name="Group 72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76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8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Rectangle 8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Group 77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8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Rectangle 82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Group 78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7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Rectangle 8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Group 73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74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75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4FD3267-4586-49AE-8270-305AC21D3FBD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89" name="TextBox 86">
              <a:extLst>
                <a:ext uri="{FF2B5EF4-FFF2-40B4-BE49-F238E27FC236}">
                  <a16:creationId xmlns:a16="http://schemas.microsoft.com/office/drawing/2014/main" id="{53703E26-7A32-46D3-B3AE-B037030D97A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635C498-7C57-41D9-BF44-AF0BD2F072D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31983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78115" y="938118"/>
            <a:ext cx="4187771" cy="3662858"/>
            <a:chOff x="5992254" y="1319230"/>
            <a:chExt cx="5583695" cy="4883810"/>
          </a:xfrm>
        </p:grpSpPr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6813657" y="3698837"/>
              <a:ext cx="3940889" cy="902928"/>
            </a:xfrm>
            <a:custGeom>
              <a:avLst/>
              <a:gdLst>
                <a:gd name="T0" fmla="*/ 2154 w 2562"/>
                <a:gd name="T1" fmla="*/ 0 h 587"/>
                <a:gd name="T2" fmla="*/ 408 w 2562"/>
                <a:gd name="T3" fmla="*/ 0 h 587"/>
                <a:gd name="T4" fmla="*/ 0 w 2562"/>
                <a:gd name="T5" fmla="*/ 587 h 587"/>
                <a:gd name="T6" fmla="*/ 2562 w 2562"/>
                <a:gd name="T7" fmla="*/ 587 h 587"/>
                <a:gd name="T8" fmla="*/ 2154 w 2562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5992254" y="5518538"/>
              <a:ext cx="5583695" cy="684502"/>
            </a:xfrm>
            <a:custGeom>
              <a:avLst/>
              <a:gdLst>
                <a:gd name="T0" fmla="*/ 306 w 3630"/>
                <a:gd name="T1" fmla="*/ 0 h 445"/>
                <a:gd name="T2" fmla="*/ 0 w 3630"/>
                <a:gd name="T3" fmla="*/ 445 h 445"/>
                <a:gd name="T4" fmla="*/ 3630 w 3630"/>
                <a:gd name="T5" fmla="*/ 445 h 445"/>
                <a:gd name="T6" fmla="*/ 3324 w 3630"/>
                <a:gd name="T7" fmla="*/ 0 h 445"/>
                <a:gd name="T8" fmla="*/ 306 w 3630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7793496" y="1319230"/>
              <a:ext cx="1981212" cy="1444377"/>
            </a:xfrm>
            <a:custGeom>
              <a:avLst/>
              <a:gdLst>
                <a:gd name="T0" fmla="*/ 1288 w 1288"/>
                <a:gd name="T1" fmla="*/ 939 h 939"/>
                <a:gd name="T2" fmla="*/ 644 w 1288"/>
                <a:gd name="T3" fmla="*/ 0 h 939"/>
                <a:gd name="T4" fmla="*/ 0 w 1288"/>
                <a:gd name="T5" fmla="*/ 939 h 939"/>
                <a:gd name="T6" fmla="*/ 1288 w 1288"/>
                <a:gd name="T7" fmla="*/ 939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52123" y="4627910"/>
              <a:ext cx="4063940" cy="872162"/>
              <a:chOff x="3995738" y="4686300"/>
              <a:chExt cx="4194176" cy="900112"/>
            </a:xfrm>
            <a:solidFill>
              <a:schemeClr val="accent3"/>
            </a:solidFill>
          </p:grpSpPr>
          <p:sp>
            <p:nvSpPr>
              <p:cNvPr id="48" name="椭圆 47"/>
              <p:cNvSpPr>
                <a:spLocks/>
              </p:cNvSpPr>
              <p:nvPr/>
            </p:nvSpPr>
            <p:spPr bwMode="auto">
              <a:xfrm>
                <a:off x="47196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>
                <a:spLocks/>
              </p:cNvSpPr>
              <p:nvPr/>
            </p:nvSpPr>
            <p:spPr bwMode="auto">
              <a:xfrm>
                <a:off x="451326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>
                <a:spLocks/>
              </p:cNvSpPr>
              <p:nvPr/>
            </p:nvSpPr>
            <p:spPr bwMode="auto">
              <a:xfrm>
                <a:off x="420211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>
                <a:spLocks/>
              </p:cNvSpPr>
              <p:nvPr/>
            </p:nvSpPr>
            <p:spPr bwMode="auto">
              <a:xfrm>
                <a:off x="3995738" y="4686300"/>
                <a:ext cx="568325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椭圆 51"/>
              <p:cNvSpPr>
                <a:spLocks/>
              </p:cNvSpPr>
              <p:nvPr/>
            </p:nvSpPr>
            <p:spPr bwMode="auto">
              <a:xfrm>
                <a:off x="523875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>
                <a:spLocks/>
              </p:cNvSpPr>
              <p:nvPr/>
            </p:nvSpPr>
            <p:spPr bwMode="auto">
              <a:xfrm>
                <a:off x="5030788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>
                <a:spLocks/>
              </p:cNvSpPr>
              <p:nvPr/>
            </p:nvSpPr>
            <p:spPr bwMode="auto">
              <a:xfrm>
                <a:off x="575627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>
                <a:spLocks/>
              </p:cNvSpPr>
              <p:nvPr/>
            </p:nvSpPr>
            <p:spPr bwMode="auto">
              <a:xfrm>
                <a:off x="554831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>
                <a:spLocks/>
              </p:cNvSpPr>
              <p:nvPr/>
            </p:nvSpPr>
            <p:spPr bwMode="auto">
              <a:xfrm>
                <a:off x="627380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>
                <a:spLocks/>
              </p:cNvSpPr>
              <p:nvPr/>
            </p:nvSpPr>
            <p:spPr bwMode="auto">
              <a:xfrm>
                <a:off x="606742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>
                <a:spLocks/>
              </p:cNvSpPr>
              <p:nvPr/>
            </p:nvSpPr>
            <p:spPr bwMode="auto">
              <a:xfrm>
                <a:off x="679132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>
                <a:spLocks/>
              </p:cNvSpPr>
              <p:nvPr/>
            </p:nvSpPr>
            <p:spPr bwMode="auto">
              <a:xfrm>
                <a:off x="658495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>
                <a:spLocks/>
              </p:cNvSpPr>
              <p:nvPr/>
            </p:nvSpPr>
            <p:spPr bwMode="auto">
              <a:xfrm>
                <a:off x="73104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>
                <a:spLocks/>
              </p:cNvSpPr>
              <p:nvPr/>
            </p:nvSpPr>
            <p:spPr bwMode="auto">
              <a:xfrm>
                <a:off x="710247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椭圆 61"/>
              <p:cNvSpPr>
                <a:spLocks/>
              </p:cNvSpPr>
              <p:nvPr/>
            </p:nvSpPr>
            <p:spPr bwMode="auto">
              <a:xfrm>
                <a:off x="782796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>
                <a:spLocks/>
              </p:cNvSpPr>
              <p:nvPr/>
            </p:nvSpPr>
            <p:spPr bwMode="auto">
              <a:xfrm>
                <a:off x="762000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55032" y="2794368"/>
              <a:ext cx="2058120" cy="872162"/>
              <a:chOff x="5030788" y="2794000"/>
              <a:chExt cx="2124076" cy="900112"/>
            </a:xfrm>
            <a:solidFill>
              <a:schemeClr val="accent1"/>
            </a:solidFill>
          </p:grpSpPr>
          <p:sp>
            <p:nvSpPr>
              <p:cNvPr id="40" name="椭圆 39"/>
              <p:cNvSpPr>
                <a:spLocks/>
              </p:cNvSpPr>
              <p:nvPr/>
            </p:nvSpPr>
            <p:spPr bwMode="auto">
              <a:xfrm>
                <a:off x="523875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>
                <a:spLocks/>
              </p:cNvSpPr>
              <p:nvPr/>
            </p:nvSpPr>
            <p:spPr bwMode="auto">
              <a:xfrm>
                <a:off x="5030788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椭圆 41"/>
              <p:cNvSpPr>
                <a:spLocks/>
              </p:cNvSpPr>
              <p:nvPr/>
            </p:nvSpPr>
            <p:spPr bwMode="auto">
              <a:xfrm>
                <a:off x="575627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>
                <a:spLocks/>
              </p:cNvSpPr>
              <p:nvPr/>
            </p:nvSpPr>
            <p:spPr bwMode="auto">
              <a:xfrm>
                <a:off x="5548313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>
                <a:spLocks/>
              </p:cNvSpPr>
              <p:nvPr/>
            </p:nvSpPr>
            <p:spPr bwMode="auto">
              <a:xfrm>
                <a:off x="627380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>
                <a:spLocks/>
              </p:cNvSpPr>
              <p:nvPr/>
            </p:nvSpPr>
            <p:spPr bwMode="auto">
              <a:xfrm>
                <a:off x="6067426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>
                <a:spLocks/>
              </p:cNvSpPr>
              <p:nvPr/>
            </p:nvSpPr>
            <p:spPr bwMode="auto">
              <a:xfrm>
                <a:off x="679132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>
                <a:spLocks/>
              </p:cNvSpPr>
              <p:nvPr/>
            </p:nvSpPr>
            <p:spPr bwMode="auto">
              <a:xfrm>
                <a:off x="6584951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8002354" y="5681856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8" name="文本框 8"/>
            <p:cNvSpPr txBox="1"/>
            <p:nvPr/>
          </p:nvSpPr>
          <p:spPr>
            <a:xfrm>
              <a:off x="8080930" y="3971369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9" name="文本框 9"/>
            <p:cNvSpPr txBox="1"/>
            <p:nvPr/>
          </p:nvSpPr>
          <p:spPr>
            <a:xfrm>
              <a:off x="8230103" y="1996188"/>
              <a:ext cx="1107996" cy="64633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</a:t>
              </a:r>
              <a:b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文本预设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8111" y="1500406"/>
            <a:ext cx="2062292" cy="2597568"/>
            <a:chOff x="8170814" y="1912116"/>
            <a:chExt cx="2749722" cy="3463424"/>
          </a:xfrm>
        </p:grpSpPr>
        <p:grpSp>
          <p:nvGrpSpPr>
            <p:cNvPr id="20" name="组合 1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文本框 4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文本框 4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文本框 4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直接连接符 2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980601" y="1500406"/>
            <a:ext cx="2035289" cy="2597568"/>
            <a:chOff x="1307468" y="1697288"/>
            <a:chExt cx="2713719" cy="3463424"/>
          </a:xfrm>
        </p:grpSpPr>
        <p:grpSp>
          <p:nvGrpSpPr>
            <p:cNvPr id="7" name="组合 6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文本框 5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文本框 5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文本框 5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D0A3A88-E7B9-475B-BD3A-0AD6A347F2D3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6" name="TextBox 86">
              <a:extLst>
                <a:ext uri="{FF2B5EF4-FFF2-40B4-BE49-F238E27FC236}">
                  <a16:creationId xmlns:a16="http://schemas.microsoft.com/office/drawing/2014/main" id="{FEAF5623-4C9F-4923-96D3-4F6EB700DD1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991CF9D-F61C-4BA7-A087-60DD15840900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97803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220498" y="1339132"/>
            <a:ext cx="2703006" cy="270300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7395" y="1275606"/>
            <a:ext cx="2729214" cy="2830058"/>
            <a:chOff x="3207395" y="1275606"/>
            <a:chExt cx="2729214" cy="2830058"/>
          </a:xfrm>
        </p:grpSpPr>
        <p:grpSp>
          <p:nvGrpSpPr>
            <p:cNvPr id="5" name="组合 4"/>
            <p:cNvGrpSpPr/>
            <p:nvPr/>
          </p:nvGrpSpPr>
          <p:grpSpPr>
            <a:xfrm>
              <a:off x="4162531" y="1275606"/>
              <a:ext cx="818941" cy="820169"/>
              <a:chOff x="5550040" y="1612401"/>
              <a:chExt cx="1091921" cy="1093558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5550040" y="1612401"/>
                <a:ext cx="1091921" cy="1093558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 5"/>
              <p:cNvSpPr>
                <a:spLocks/>
              </p:cNvSpPr>
              <p:nvPr/>
            </p:nvSpPr>
            <p:spPr bwMode="auto">
              <a:xfrm>
                <a:off x="5824741" y="1915898"/>
                <a:ext cx="560621" cy="524114"/>
              </a:xfrm>
              <a:custGeom>
                <a:avLst/>
                <a:gdLst>
                  <a:gd name="T0" fmla="*/ 736 w 1492"/>
                  <a:gd name="T1" fmla="*/ 1230 h 1397"/>
                  <a:gd name="T2" fmla="*/ 830 w 1492"/>
                  <a:gd name="T3" fmla="*/ 903 h 1397"/>
                  <a:gd name="T4" fmla="*/ 950 w 1492"/>
                  <a:gd name="T5" fmla="*/ 791 h 1397"/>
                  <a:gd name="T6" fmla="*/ 1492 w 1492"/>
                  <a:gd name="T7" fmla="*/ 903 h 1397"/>
                  <a:gd name="T8" fmla="*/ 1492 w 1492"/>
                  <a:gd name="T9" fmla="*/ 1231 h 1397"/>
                  <a:gd name="T10" fmla="*/ 1371 w 1492"/>
                  <a:gd name="T11" fmla="*/ 1397 h 1397"/>
                  <a:gd name="T12" fmla="*/ 830 w 1492"/>
                  <a:gd name="T13" fmla="*/ 1286 h 1397"/>
                  <a:gd name="T14" fmla="*/ 120 w 1492"/>
                  <a:gd name="T15" fmla="*/ 0 h 1397"/>
                  <a:gd name="T16" fmla="*/ 625 w 1492"/>
                  <a:gd name="T17" fmla="*/ 30 h 1397"/>
                  <a:gd name="T18" fmla="*/ 661 w 1492"/>
                  <a:gd name="T19" fmla="*/ 438 h 1397"/>
                  <a:gd name="T20" fmla="*/ 625 w 1492"/>
                  <a:gd name="T21" fmla="*/ 573 h 1397"/>
                  <a:gd name="T22" fmla="*/ 366 w 1492"/>
                  <a:gd name="T23" fmla="*/ 644 h 1397"/>
                  <a:gd name="T24" fmla="*/ 295 w 1492"/>
                  <a:gd name="T25" fmla="*/ 605 h 1397"/>
                  <a:gd name="T26" fmla="*/ 0 w 1492"/>
                  <a:gd name="T27" fmla="*/ 493 h 1397"/>
                  <a:gd name="T28" fmla="*/ 0 w 1492"/>
                  <a:gd name="T29" fmla="*/ 437 h 1397"/>
                  <a:gd name="T30" fmla="*/ 36 w 1492"/>
                  <a:gd name="T31" fmla="*/ 30 h 1397"/>
                  <a:gd name="T32" fmla="*/ 541 w 1492"/>
                  <a:gd name="T33" fmla="*/ 71 h 1397"/>
                  <a:gd name="T34" fmla="*/ 85 w 1492"/>
                  <a:gd name="T35" fmla="*/ 84 h 1397"/>
                  <a:gd name="T36" fmla="*/ 71 w 1492"/>
                  <a:gd name="T37" fmla="*/ 110 h 1397"/>
                  <a:gd name="T38" fmla="*/ 589 w 1492"/>
                  <a:gd name="T39" fmla="*/ 110 h 1397"/>
                  <a:gd name="T40" fmla="*/ 541 w 1492"/>
                  <a:gd name="T41" fmla="*/ 71 h 1397"/>
                  <a:gd name="T42" fmla="*/ 71 w 1492"/>
                  <a:gd name="T43" fmla="*/ 493 h 1397"/>
                  <a:gd name="T44" fmla="*/ 541 w 1492"/>
                  <a:gd name="T45" fmla="*/ 533 h 1397"/>
                  <a:gd name="T46" fmla="*/ 589 w 1492"/>
                  <a:gd name="T47" fmla="*/ 474 h 1397"/>
                  <a:gd name="T48" fmla="*/ 902 w 1492"/>
                  <a:gd name="T49" fmla="*/ 1194 h 1397"/>
                  <a:gd name="T50" fmla="*/ 1420 w 1492"/>
                  <a:gd name="T51" fmla="*/ 903 h 1397"/>
                  <a:gd name="T52" fmla="*/ 950 w 1492"/>
                  <a:gd name="T53" fmla="*/ 863 h 1397"/>
                  <a:gd name="T54" fmla="*/ 902 w 1492"/>
                  <a:gd name="T55" fmla="*/ 903 h 1397"/>
                  <a:gd name="T56" fmla="*/ 1420 w 1492"/>
                  <a:gd name="T57" fmla="*/ 1266 h 1397"/>
                  <a:gd name="T58" fmla="*/ 902 w 1492"/>
                  <a:gd name="T59" fmla="*/ 1286 h 1397"/>
                  <a:gd name="T60" fmla="*/ 1371 w 1492"/>
                  <a:gd name="T61" fmla="*/ 1325 h 1397"/>
                  <a:gd name="T62" fmla="*/ 1420 w 1492"/>
                  <a:gd name="T63" fmla="*/ 1266 h 1397"/>
                  <a:gd name="T64" fmla="*/ 295 w 1492"/>
                  <a:gd name="T65" fmla="*/ 890 h 1397"/>
                  <a:gd name="T66" fmla="*/ 366 w 1492"/>
                  <a:gd name="T67" fmla="*/ 935 h 1397"/>
                  <a:gd name="T68" fmla="*/ 295 w 1492"/>
                  <a:gd name="T69" fmla="*/ 890 h 1397"/>
                  <a:gd name="T70" fmla="*/ 295 w 1492"/>
                  <a:gd name="T71" fmla="*/ 746 h 1397"/>
                  <a:gd name="T72" fmla="*/ 366 w 1492"/>
                  <a:gd name="T73" fmla="*/ 793 h 1397"/>
                  <a:gd name="T74" fmla="*/ 295 w 1492"/>
                  <a:gd name="T75" fmla="*/ 746 h 1397"/>
                  <a:gd name="T76" fmla="*/ 295 w 1492"/>
                  <a:gd name="T77" fmla="*/ 1031 h 1397"/>
                  <a:gd name="T78" fmla="*/ 366 w 1492"/>
                  <a:gd name="T79" fmla="*/ 1078 h 1397"/>
                  <a:gd name="T80" fmla="*/ 295 w 1492"/>
                  <a:gd name="T81" fmla="*/ 1031 h 1397"/>
                  <a:gd name="T82" fmla="*/ 536 w 1492"/>
                  <a:gd name="T83" fmla="*/ 1194 h 1397"/>
                  <a:gd name="T84" fmla="*/ 490 w 1492"/>
                  <a:gd name="T85" fmla="*/ 1266 h 1397"/>
                  <a:gd name="T86" fmla="*/ 536 w 1492"/>
                  <a:gd name="T87" fmla="*/ 1194 h 1397"/>
                  <a:gd name="T88" fmla="*/ 677 w 1492"/>
                  <a:gd name="T89" fmla="*/ 1194 h 1397"/>
                  <a:gd name="T90" fmla="*/ 630 w 1492"/>
                  <a:gd name="T91" fmla="*/ 1266 h 1397"/>
                  <a:gd name="T92" fmla="*/ 677 w 1492"/>
                  <a:gd name="T93" fmla="*/ 1194 h 1397"/>
                  <a:gd name="T94" fmla="*/ 295 w 1492"/>
                  <a:gd name="T95" fmla="*/ 1164 h 1397"/>
                  <a:gd name="T96" fmla="*/ 366 w 1492"/>
                  <a:gd name="T97" fmla="*/ 1194 h 1397"/>
                  <a:gd name="T98" fmla="*/ 396 w 1492"/>
                  <a:gd name="T99" fmla="*/ 1266 h 1397"/>
                  <a:gd name="T100" fmla="*/ 299 w 1492"/>
                  <a:gd name="T101" fmla="*/ 1249 h 1397"/>
                  <a:gd name="T102" fmla="*/ 299 w 1492"/>
                  <a:gd name="T103" fmla="*/ 1247 h 1397"/>
                  <a:gd name="T104" fmla="*/ 298 w 1492"/>
                  <a:gd name="T105" fmla="*/ 1246 h 1397"/>
                  <a:gd name="T106" fmla="*/ 297 w 1492"/>
                  <a:gd name="T107" fmla="*/ 1245 h 1397"/>
                  <a:gd name="T108" fmla="*/ 296 w 1492"/>
                  <a:gd name="T109" fmla="*/ 1242 h 1397"/>
                  <a:gd name="T110" fmla="*/ 295 w 1492"/>
                  <a:gd name="T111" fmla="*/ 1240 h 1397"/>
                  <a:gd name="T112" fmla="*/ 295 w 1492"/>
                  <a:gd name="T113" fmla="*/ 1237 h 1397"/>
                  <a:gd name="T114" fmla="*/ 295 w 1492"/>
                  <a:gd name="T115" fmla="*/ 1236 h 1397"/>
                  <a:gd name="T116" fmla="*/ 295 w 1492"/>
                  <a:gd name="T117" fmla="*/ 1233 h 1397"/>
                  <a:gd name="T118" fmla="*/ 295 w 1492"/>
                  <a:gd name="T119" fmla="*/ 1231 h 1397"/>
                  <a:gd name="T120" fmla="*/ 295 w 1492"/>
                  <a:gd name="T121" fmla="*/ 123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07395" y="1763703"/>
              <a:ext cx="818941" cy="820169"/>
              <a:chOff x="4276526" y="2263197"/>
              <a:chExt cx="1091921" cy="1093558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427652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557639" y="2538688"/>
                <a:ext cx="529695" cy="528485"/>
                <a:chOff x="1855787" y="2568158"/>
                <a:chExt cx="1139825" cy="1137224"/>
              </a:xfrm>
              <a:solidFill>
                <a:schemeClr val="bg1"/>
              </a:solidFill>
            </p:grpSpPr>
            <p:sp>
              <p:nvSpPr>
                <p:cNvPr id="40" name="任意多边形 9"/>
                <p:cNvSpPr>
                  <a:spLocks/>
                </p:cNvSpPr>
                <p:nvPr/>
              </p:nvSpPr>
              <p:spPr bwMode="auto">
                <a:xfrm>
                  <a:off x="2022261" y="2573360"/>
                  <a:ext cx="333468" cy="274682"/>
                </a:xfrm>
                <a:custGeom>
                  <a:avLst/>
                  <a:gdLst>
                    <a:gd name="T0" fmla="*/ 0 w 308"/>
                    <a:gd name="T1" fmla="*/ 254 h 254"/>
                    <a:gd name="T2" fmla="*/ 308 w 308"/>
                    <a:gd name="T3" fmla="*/ 0 h 254"/>
                    <a:gd name="T4" fmla="*/ 237 w 308"/>
                    <a:gd name="T5" fmla="*/ 136 h 254"/>
                    <a:gd name="T6" fmla="*/ 146 w 308"/>
                    <a:gd name="T7" fmla="*/ 203 h 254"/>
                    <a:gd name="T8" fmla="*/ 0 w 308"/>
                    <a:gd name="T9" fmla="*/ 254 h 254"/>
                    <a:gd name="T10" fmla="*/ 0 w 308"/>
                    <a:gd name="T11" fmla="*/ 254 h 254"/>
                    <a:gd name="T12" fmla="*/ 0 w 308"/>
                    <a:gd name="T13" fmla="*/ 254 h 254"/>
                    <a:gd name="T14" fmla="*/ 0 w 308"/>
                    <a:gd name="T15" fmla="*/ 254 h 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 10"/>
                <p:cNvSpPr>
                  <a:spLocks/>
                </p:cNvSpPr>
                <p:nvPr/>
              </p:nvSpPr>
              <p:spPr bwMode="auto">
                <a:xfrm>
                  <a:off x="1967116" y="2839718"/>
                  <a:ext cx="306416" cy="390173"/>
                </a:xfrm>
                <a:custGeom>
                  <a:avLst/>
                  <a:gdLst>
                    <a:gd name="T0" fmla="*/ 199 w 283"/>
                    <a:gd name="T1" fmla="*/ 0 h 361"/>
                    <a:gd name="T2" fmla="*/ 34 w 283"/>
                    <a:gd name="T3" fmla="*/ 69 h 361"/>
                    <a:gd name="T4" fmla="*/ 81 w 283"/>
                    <a:gd name="T5" fmla="*/ 343 h 361"/>
                    <a:gd name="T6" fmla="*/ 249 w 283"/>
                    <a:gd name="T7" fmla="*/ 353 h 361"/>
                    <a:gd name="T8" fmla="*/ 283 w 283"/>
                    <a:gd name="T9" fmla="*/ 274 h 361"/>
                    <a:gd name="T10" fmla="*/ 252 w 283"/>
                    <a:gd name="T11" fmla="*/ 53 h 361"/>
                    <a:gd name="T12" fmla="*/ 199 w 283"/>
                    <a:gd name="T13" fmla="*/ 0 h 361"/>
                    <a:gd name="T14" fmla="*/ 199 w 283"/>
                    <a:gd name="T15" fmla="*/ 0 h 361"/>
                    <a:gd name="T16" fmla="*/ 199 w 283"/>
                    <a:gd name="T17" fmla="*/ 0 h 361"/>
                    <a:gd name="T18" fmla="*/ 199 w 283"/>
                    <a:gd name="T19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 11"/>
                <p:cNvSpPr>
                  <a:spLocks/>
                </p:cNvSpPr>
                <p:nvPr/>
              </p:nvSpPr>
              <p:spPr bwMode="auto">
                <a:xfrm>
                  <a:off x="2091972" y="3263186"/>
                  <a:ext cx="383930" cy="178439"/>
                </a:xfrm>
                <a:custGeom>
                  <a:avLst/>
                  <a:gdLst>
                    <a:gd name="T0" fmla="*/ 0 w 355"/>
                    <a:gd name="T1" fmla="*/ 0 h 165"/>
                    <a:gd name="T2" fmla="*/ 355 w 355"/>
                    <a:gd name="T3" fmla="*/ 142 h 165"/>
                    <a:gd name="T4" fmla="*/ 248 w 355"/>
                    <a:gd name="T5" fmla="*/ 32 h 165"/>
                    <a:gd name="T6" fmla="*/ 156 w 355"/>
                    <a:gd name="T7" fmla="*/ 0 h 165"/>
                    <a:gd name="T8" fmla="*/ 0 w 355"/>
                    <a:gd name="T9" fmla="*/ 0 h 165"/>
                    <a:gd name="T10" fmla="*/ 0 w 355"/>
                    <a:gd name="T11" fmla="*/ 0 h 165"/>
                    <a:gd name="T12" fmla="*/ 0 w 355"/>
                    <a:gd name="T13" fmla="*/ 0 h 165"/>
                    <a:gd name="T14" fmla="*/ 0 w 355"/>
                    <a:gd name="T15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 12"/>
                <p:cNvSpPr>
                  <a:spLocks/>
                </p:cNvSpPr>
                <p:nvPr/>
              </p:nvSpPr>
              <p:spPr bwMode="auto">
                <a:xfrm>
                  <a:off x="2397867" y="3011394"/>
                  <a:ext cx="419306" cy="393294"/>
                </a:xfrm>
                <a:custGeom>
                  <a:avLst/>
                  <a:gdLst>
                    <a:gd name="T0" fmla="*/ 0 w 387"/>
                    <a:gd name="T1" fmla="*/ 239 h 364"/>
                    <a:gd name="T2" fmla="*/ 24 w 387"/>
                    <a:gd name="T3" fmla="*/ 190 h 364"/>
                    <a:gd name="T4" fmla="*/ 246 w 387"/>
                    <a:gd name="T5" fmla="*/ 13 h 364"/>
                    <a:gd name="T6" fmla="*/ 292 w 387"/>
                    <a:gd name="T7" fmla="*/ 0 h 364"/>
                    <a:gd name="T8" fmla="*/ 387 w 387"/>
                    <a:gd name="T9" fmla="*/ 138 h 364"/>
                    <a:gd name="T10" fmla="*/ 133 w 387"/>
                    <a:gd name="T11" fmla="*/ 364 h 364"/>
                    <a:gd name="T12" fmla="*/ 0 w 387"/>
                    <a:gd name="T13" fmla="*/ 239 h 364"/>
                    <a:gd name="T14" fmla="*/ 0 w 387"/>
                    <a:gd name="T15" fmla="*/ 239 h 364"/>
                    <a:gd name="T16" fmla="*/ 0 w 387"/>
                    <a:gd name="T17" fmla="*/ 239 h 364"/>
                    <a:gd name="T18" fmla="*/ 0 w 387"/>
                    <a:gd name="T19" fmla="*/ 239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任意多边形 13"/>
                <p:cNvSpPr>
                  <a:spLocks/>
                </p:cNvSpPr>
                <p:nvPr/>
              </p:nvSpPr>
              <p:spPr bwMode="auto">
                <a:xfrm>
                  <a:off x="2745381" y="2762724"/>
                  <a:ext cx="143063" cy="333988"/>
                </a:xfrm>
                <a:custGeom>
                  <a:avLst/>
                  <a:gdLst>
                    <a:gd name="T0" fmla="*/ 31 w 132"/>
                    <a:gd name="T1" fmla="*/ 0 h 309"/>
                    <a:gd name="T2" fmla="*/ 86 w 132"/>
                    <a:gd name="T3" fmla="*/ 309 h 309"/>
                    <a:gd name="T4" fmla="*/ 3 w 132"/>
                    <a:gd name="T5" fmla="*/ 199 h 309"/>
                    <a:gd name="T6" fmla="*/ 0 w 132"/>
                    <a:gd name="T7" fmla="*/ 116 h 309"/>
                    <a:gd name="T8" fmla="*/ 31 w 132"/>
                    <a:gd name="T9" fmla="*/ 0 h 309"/>
                    <a:gd name="T10" fmla="*/ 31 w 132"/>
                    <a:gd name="T11" fmla="*/ 0 h 309"/>
                    <a:gd name="T12" fmla="*/ 31 w 132"/>
                    <a:gd name="T13" fmla="*/ 0 h 309"/>
                    <a:gd name="T14" fmla="*/ 31 w 132"/>
                    <a:gd name="T15" fmla="*/ 0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 14"/>
                <p:cNvSpPr>
                  <a:spLocks/>
                </p:cNvSpPr>
                <p:nvPr/>
              </p:nvSpPr>
              <p:spPr bwMode="auto">
                <a:xfrm>
                  <a:off x="2323474" y="2568158"/>
                  <a:ext cx="418786" cy="297052"/>
                </a:xfrm>
                <a:custGeom>
                  <a:avLst/>
                  <a:gdLst>
                    <a:gd name="T0" fmla="*/ 0 w 387"/>
                    <a:gd name="T1" fmla="*/ 154 h 275"/>
                    <a:gd name="T2" fmla="*/ 30 w 387"/>
                    <a:gd name="T3" fmla="*/ 200 h 275"/>
                    <a:gd name="T4" fmla="*/ 262 w 387"/>
                    <a:gd name="T5" fmla="*/ 275 h 275"/>
                    <a:gd name="T6" fmla="*/ 356 w 387"/>
                    <a:gd name="T7" fmla="*/ 265 h 275"/>
                    <a:gd name="T8" fmla="*/ 387 w 387"/>
                    <a:gd name="T9" fmla="*/ 131 h 275"/>
                    <a:gd name="T10" fmla="*/ 91 w 387"/>
                    <a:gd name="T11" fmla="*/ 0 h 275"/>
                    <a:gd name="T12" fmla="*/ 0 w 387"/>
                    <a:gd name="T13" fmla="*/ 154 h 275"/>
                    <a:gd name="T14" fmla="*/ 0 w 387"/>
                    <a:gd name="T15" fmla="*/ 154 h 275"/>
                    <a:gd name="T16" fmla="*/ 0 w 387"/>
                    <a:gd name="T17" fmla="*/ 154 h 275"/>
                    <a:gd name="T18" fmla="*/ 0 w 387"/>
                    <a:gd name="T19" fmla="*/ 154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15"/>
                <p:cNvSpPr>
                  <a:spLocks/>
                </p:cNvSpPr>
                <p:nvPr/>
              </p:nvSpPr>
              <p:spPr bwMode="auto">
                <a:xfrm>
                  <a:off x="2285497" y="2829834"/>
                  <a:ext cx="333468" cy="340231"/>
                </a:xfrm>
                <a:custGeom>
                  <a:avLst/>
                  <a:gdLst>
                    <a:gd name="T0" fmla="*/ 0 w 308"/>
                    <a:gd name="T1" fmla="*/ 65 h 315"/>
                    <a:gd name="T2" fmla="*/ 68 w 308"/>
                    <a:gd name="T3" fmla="*/ 0 h 315"/>
                    <a:gd name="T4" fmla="*/ 274 w 308"/>
                    <a:gd name="T5" fmla="*/ 65 h 315"/>
                    <a:gd name="T6" fmla="*/ 308 w 308"/>
                    <a:gd name="T7" fmla="*/ 168 h 315"/>
                    <a:gd name="T8" fmla="*/ 121 w 308"/>
                    <a:gd name="T9" fmla="*/ 315 h 315"/>
                    <a:gd name="T10" fmla="*/ 28 w 308"/>
                    <a:gd name="T11" fmla="*/ 267 h 315"/>
                    <a:gd name="T12" fmla="*/ 0 w 308"/>
                    <a:gd name="T13" fmla="*/ 65 h 315"/>
                    <a:gd name="T14" fmla="*/ 0 w 308"/>
                    <a:gd name="T15" fmla="*/ 65 h 315"/>
                    <a:gd name="T16" fmla="*/ 0 w 308"/>
                    <a:gd name="T17" fmla="*/ 65 h 315"/>
                    <a:gd name="T18" fmla="*/ 0 w 308"/>
                    <a:gd name="T19" fmla="*/ 65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任意多边形 16"/>
                <p:cNvSpPr>
                  <a:spLocks/>
                </p:cNvSpPr>
                <p:nvPr/>
              </p:nvSpPr>
              <p:spPr bwMode="auto">
                <a:xfrm>
                  <a:off x="1855787" y="3448908"/>
                  <a:ext cx="1139825" cy="256474"/>
                </a:xfrm>
                <a:custGeom>
                  <a:avLst/>
                  <a:gdLst>
                    <a:gd name="T0" fmla="*/ 999 w 1053"/>
                    <a:gd name="T1" fmla="*/ 90 h 237"/>
                    <a:gd name="T2" fmla="*/ 603 w 1053"/>
                    <a:gd name="T3" fmla="*/ 90 h 237"/>
                    <a:gd name="T4" fmla="*/ 572 w 1053"/>
                    <a:gd name="T5" fmla="*/ 58 h 237"/>
                    <a:gd name="T6" fmla="*/ 572 w 1053"/>
                    <a:gd name="T7" fmla="*/ 0 h 237"/>
                    <a:gd name="T8" fmla="*/ 469 w 1053"/>
                    <a:gd name="T9" fmla="*/ 0 h 237"/>
                    <a:gd name="T10" fmla="*/ 469 w 1053"/>
                    <a:gd name="T11" fmla="*/ 58 h 237"/>
                    <a:gd name="T12" fmla="*/ 438 w 1053"/>
                    <a:gd name="T13" fmla="*/ 90 h 237"/>
                    <a:gd name="T14" fmla="*/ 54 w 1053"/>
                    <a:gd name="T15" fmla="*/ 90 h 237"/>
                    <a:gd name="T16" fmla="*/ 0 w 1053"/>
                    <a:gd name="T17" fmla="*/ 144 h 237"/>
                    <a:gd name="T18" fmla="*/ 0 w 1053"/>
                    <a:gd name="T19" fmla="*/ 144 h 237"/>
                    <a:gd name="T20" fmla="*/ 54 w 1053"/>
                    <a:gd name="T21" fmla="*/ 198 h 237"/>
                    <a:gd name="T22" fmla="*/ 443 w 1053"/>
                    <a:gd name="T23" fmla="*/ 198 h 237"/>
                    <a:gd name="T24" fmla="*/ 520 w 1053"/>
                    <a:gd name="T25" fmla="*/ 237 h 237"/>
                    <a:gd name="T26" fmla="*/ 598 w 1053"/>
                    <a:gd name="T27" fmla="*/ 198 h 237"/>
                    <a:gd name="T28" fmla="*/ 999 w 1053"/>
                    <a:gd name="T29" fmla="*/ 198 h 237"/>
                    <a:gd name="T30" fmla="*/ 1053 w 1053"/>
                    <a:gd name="T31" fmla="*/ 144 h 237"/>
                    <a:gd name="T32" fmla="*/ 1053 w 1053"/>
                    <a:gd name="T33" fmla="*/ 144 h 237"/>
                    <a:gd name="T34" fmla="*/ 999 w 1053"/>
                    <a:gd name="T35" fmla="*/ 9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162531" y="3285494"/>
              <a:ext cx="818941" cy="820170"/>
              <a:chOff x="5550040" y="4292251"/>
              <a:chExt cx="1091921" cy="1093560"/>
            </a:xfrm>
          </p:grpSpPr>
          <p:sp>
            <p:nvSpPr>
              <p:cNvPr id="36" name="椭圆 35"/>
              <p:cNvSpPr/>
              <p:nvPr/>
            </p:nvSpPr>
            <p:spPr>
              <a:xfrm flipV="1">
                <a:off x="5550040" y="4292251"/>
                <a:ext cx="1091921" cy="109356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 19"/>
              <p:cNvSpPr>
                <a:spLocks/>
              </p:cNvSpPr>
              <p:nvPr/>
            </p:nvSpPr>
            <p:spPr bwMode="auto">
              <a:xfrm>
                <a:off x="5853186" y="4560300"/>
                <a:ext cx="485628" cy="509319"/>
              </a:xfrm>
              <a:custGeom>
                <a:avLst/>
                <a:gdLst>
                  <a:gd name="T0" fmla="*/ 994 w 1104"/>
                  <a:gd name="T1" fmla="*/ 355 h 1159"/>
                  <a:gd name="T2" fmla="*/ 994 w 1104"/>
                  <a:gd name="T3" fmla="*/ 607 h 1159"/>
                  <a:gd name="T4" fmla="*/ 735 w 1104"/>
                  <a:gd name="T5" fmla="*/ 607 h 1159"/>
                  <a:gd name="T6" fmla="*/ 552 w 1104"/>
                  <a:gd name="T7" fmla="*/ 746 h 1159"/>
                  <a:gd name="T8" fmla="*/ 369 w 1104"/>
                  <a:gd name="T9" fmla="*/ 607 h 1159"/>
                  <a:gd name="T10" fmla="*/ 221 w 1104"/>
                  <a:gd name="T11" fmla="*/ 607 h 1159"/>
                  <a:gd name="T12" fmla="*/ 221 w 1104"/>
                  <a:gd name="T13" fmla="*/ 775 h 1159"/>
                  <a:gd name="T14" fmla="*/ 386 w 1104"/>
                  <a:gd name="T15" fmla="*/ 966 h 1159"/>
                  <a:gd name="T16" fmla="*/ 193 w 1104"/>
                  <a:gd name="T17" fmla="*/ 1159 h 1159"/>
                  <a:gd name="T18" fmla="*/ 0 w 1104"/>
                  <a:gd name="T19" fmla="*/ 966 h 1159"/>
                  <a:gd name="T20" fmla="*/ 110 w 1104"/>
                  <a:gd name="T21" fmla="*/ 792 h 1159"/>
                  <a:gd name="T22" fmla="*/ 110 w 1104"/>
                  <a:gd name="T23" fmla="*/ 497 h 1159"/>
                  <a:gd name="T24" fmla="*/ 374 w 1104"/>
                  <a:gd name="T25" fmla="*/ 497 h 1159"/>
                  <a:gd name="T26" fmla="*/ 552 w 1104"/>
                  <a:gd name="T27" fmla="*/ 374 h 1159"/>
                  <a:gd name="T28" fmla="*/ 730 w 1104"/>
                  <a:gd name="T29" fmla="*/ 497 h 1159"/>
                  <a:gd name="T30" fmla="*/ 883 w 1104"/>
                  <a:gd name="T31" fmla="*/ 497 h 1159"/>
                  <a:gd name="T32" fmla="*/ 879 w 1104"/>
                  <a:gd name="T33" fmla="*/ 369 h 1159"/>
                  <a:gd name="T34" fmla="*/ 724 w 1104"/>
                  <a:gd name="T35" fmla="*/ 186 h 1159"/>
                  <a:gd name="T36" fmla="*/ 914 w 1104"/>
                  <a:gd name="T37" fmla="*/ 0 h 1159"/>
                  <a:gd name="T38" fmla="*/ 1104 w 1104"/>
                  <a:gd name="T39" fmla="*/ 186 h 1159"/>
                  <a:gd name="T40" fmla="*/ 994 w 1104"/>
                  <a:gd name="T41" fmla="*/ 355 h 1159"/>
                  <a:gd name="T42" fmla="*/ 76 w 1104"/>
                  <a:gd name="T43" fmla="*/ 973 h 1159"/>
                  <a:gd name="T44" fmla="*/ 191 w 1104"/>
                  <a:gd name="T45" fmla="*/ 1087 h 1159"/>
                  <a:gd name="T46" fmla="*/ 305 w 1104"/>
                  <a:gd name="T47" fmla="*/ 973 h 1159"/>
                  <a:gd name="T48" fmla="*/ 191 w 1104"/>
                  <a:gd name="T49" fmla="*/ 860 h 1159"/>
                  <a:gd name="T50" fmla="*/ 76 w 1104"/>
                  <a:gd name="T51" fmla="*/ 973 h 1159"/>
                  <a:gd name="T52" fmla="*/ 552 w 1104"/>
                  <a:gd name="T53" fmla="*/ 447 h 1159"/>
                  <a:gd name="T54" fmla="*/ 438 w 1104"/>
                  <a:gd name="T55" fmla="*/ 561 h 1159"/>
                  <a:gd name="T56" fmla="*/ 552 w 1104"/>
                  <a:gd name="T57" fmla="*/ 674 h 1159"/>
                  <a:gd name="T58" fmla="*/ 667 w 1104"/>
                  <a:gd name="T59" fmla="*/ 561 h 1159"/>
                  <a:gd name="T60" fmla="*/ 552 w 1104"/>
                  <a:gd name="T61" fmla="*/ 447 h 1159"/>
                  <a:gd name="T62" fmla="*/ 914 w 1104"/>
                  <a:gd name="T63" fmla="*/ 73 h 1159"/>
                  <a:gd name="T64" fmla="*/ 799 w 1104"/>
                  <a:gd name="T65" fmla="*/ 187 h 1159"/>
                  <a:gd name="T66" fmla="*/ 914 w 1104"/>
                  <a:gd name="T67" fmla="*/ 300 h 1159"/>
                  <a:gd name="T68" fmla="*/ 1029 w 1104"/>
                  <a:gd name="T69" fmla="*/ 187 h 1159"/>
                  <a:gd name="T70" fmla="*/ 914 w 1104"/>
                  <a:gd name="T71" fmla="*/ 73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117668" y="2797396"/>
              <a:ext cx="818941" cy="820170"/>
              <a:chOff x="6823556" y="3641454"/>
              <a:chExt cx="1091921" cy="1093560"/>
            </a:xfrm>
          </p:grpSpPr>
          <p:sp>
            <p:nvSpPr>
              <p:cNvPr id="29" name="椭圆 28"/>
              <p:cNvSpPr/>
              <p:nvPr/>
            </p:nvSpPr>
            <p:spPr>
              <a:xfrm flipV="1">
                <a:off x="682355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7167926" y="3879957"/>
                <a:ext cx="529194" cy="526452"/>
                <a:chOff x="6689328" y="3781703"/>
                <a:chExt cx="508205" cy="505574"/>
              </a:xfrm>
            </p:grpSpPr>
            <p:sp>
              <p:nvSpPr>
                <p:cNvPr id="31" name="任意多边形 23"/>
                <p:cNvSpPr>
                  <a:spLocks/>
                </p:cNvSpPr>
                <p:nvPr/>
              </p:nvSpPr>
              <p:spPr bwMode="auto">
                <a:xfrm>
                  <a:off x="6689328" y="4032649"/>
                  <a:ext cx="341171" cy="254628"/>
                </a:xfrm>
                <a:custGeom>
                  <a:avLst/>
                  <a:gdLst>
                    <a:gd name="T0" fmla="*/ 623 w 623"/>
                    <a:gd name="T1" fmla="*/ 427 h 466"/>
                    <a:gd name="T2" fmla="*/ 618 w 623"/>
                    <a:gd name="T3" fmla="*/ 428 h 466"/>
                    <a:gd name="T4" fmla="*/ 607 w 623"/>
                    <a:gd name="T5" fmla="*/ 425 h 466"/>
                    <a:gd name="T6" fmla="*/ 541 w 623"/>
                    <a:gd name="T7" fmla="*/ 390 h 466"/>
                    <a:gd name="T8" fmla="*/ 475 w 623"/>
                    <a:gd name="T9" fmla="*/ 425 h 466"/>
                    <a:gd name="T10" fmla="*/ 464 w 623"/>
                    <a:gd name="T11" fmla="*/ 428 h 466"/>
                    <a:gd name="T12" fmla="*/ 449 w 623"/>
                    <a:gd name="T13" fmla="*/ 423 h 466"/>
                    <a:gd name="T14" fmla="*/ 440 w 623"/>
                    <a:gd name="T15" fmla="*/ 399 h 466"/>
                    <a:gd name="T16" fmla="*/ 452 w 623"/>
                    <a:gd name="T17" fmla="*/ 326 h 466"/>
                    <a:gd name="T18" fmla="*/ 399 w 623"/>
                    <a:gd name="T19" fmla="*/ 273 h 466"/>
                    <a:gd name="T20" fmla="*/ 392 w 623"/>
                    <a:gd name="T21" fmla="*/ 249 h 466"/>
                    <a:gd name="T22" fmla="*/ 412 w 623"/>
                    <a:gd name="T23" fmla="*/ 232 h 466"/>
                    <a:gd name="T24" fmla="*/ 486 w 623"/>
                    <a:gd name="T25" fmla="*/ 221 h 466"/>
                    <a:gd name="T26" fmla="*/ 519 w 623"/>
                    <a:gd name="T27" fmla="*/ 154 h 466"/>
                    <a:gd name="T28" fmla="*/ 541 w 623"/>
                    <a:gd name="T29" fmla="*/ 141 h 466"/>
                    <a:gd name="T30" fmla="*/ 563 w 623"/>
                    <a:gd name="T31" fmla="*/ 154 h 466"/>
                    <a:gd name="T32" fmla="*/ 582 w 623"/>
                    <a:gd name="T33" fmla="*/ 192 h 466"/>
                    <a:gd name="T34" fmla="*/ 529 w 623"/>
                    <a:gd name="T35" fmla="*/ 78 h 466"/>
                    <a:gd name="T36" fmla="*/ 407 w 623"/>
                    <a:gd name="T37" fmla="*/ 1 h 466"/>
                    <a:gd name="T38" fmla="*/ 391 w 623"/>
                    <a:gd name="T39" fmla="*/ 7 h 466"/>
                    <a:gd name="T40" fmla="*/ 351 w 623"/>
                    <a:gd name="T41" fmla="*/ 63 h 466"/>
                    <a:gd name="T42" fmla="*/ 307 w 623"/>
                    <a:gd name="T43" fmla="*/ 3 h 466"/>
                    <a:gd name="T44" fmla="*/ 338 w 623"/>
                    <a:gd name="T45" fmla="*/ 107 h 466"/>
                    <a:gd name="T46" fmla="*/ 338 w 623"/>
                    <a:gd name="T47" fmla="*/ 115 h 466"/>
                    <a:gd name="T48" fmla="*/ 306 w 623"/>
                    <a:gd name="T49" fmla="*/ 262 h 466"/>
                    <a:gd name="T50" fmla="*/ 306 w 623"/>
                    <a:gd name="T51" fmla="*/ 264 h 466"/>
                    <a:gd name="T52" fmla="*/ 306 w 623"/>
                    <a:gd name="T53" fmla="*/ 265 h 466"/>
                    <a:gd name="T54" fmla="*/ 306 w 623"/>
                    <a:gd name="T55" fmla="*/ 264 h 466"/>
                    <a:gd name="T56" fmla="*/ 306 w 623"/>
                    <a:gd name="T57" fmla="*/ 263 h 466"/>
                    <a:gd name="T58" fmla="*/ 271 w 623"/>
                    <a:gd name="T59" fmla="*/ 115 h 466"/>
                    <a:gd name="T60" fmla="*/ 272 w 623"/>
                    <a:gd name="T61" fmla="*/ 107 h 466"/>
                    <a:gd name="T62" fmla="*/ 305 w 623"/>
                    <a:gd name="T63" fmla="*/ 1 h 466"/>
                    <a:gd name="T64" fmla="*/ 259 w 623"/>
                    <a:gd name="T65" fmla="*/ 65 h 466"/>
                    <a:gd name="T66" fmla="*/ 219 w 623"/>
                    <a:gd name="T67" fmla="*/ 11 h 466"/>
                    <a:gd name="T68" fmla="*/ 202 w 623"/>
                    <a:gd name="T69" fmla="*/ 5 h 466"/>
                    <a:gd name="T70" fmla="*/ 98 w 623"/>
                    <a:gd name="T71" fmla="*/ 74 h 466"/>
                    <a:gd name="T72" fmla="*/ 95 w 623"/>
                    <a:gd name="T73" fmla="*/ 78 h 466"/>
                    <a:gd name="T74" fmla="*/ 93 w 623"/>
                    <a:gd name="T75" fmla="*/ 80 h 466"/>
                    <a:gd name="T76" fmla="*/ 87 w 623"/>
                    <a:gd name="T77" fmla="*/ 91 h 466"/>
                    <a:gd name="T78" fmla="*/ 88 w 623"/>
                    <a:gd name="T79" fmla="*/ 91 h 466"/>
                    <a:gd name="T80" fmla="*/ 75 w 623"/>
                    <a:gd name="T81" fmla="*/ 119 h 466"/>
                    <a:gd name="T82" fmla="*/ 74 w 623"/>
                    <a:gd name="T83" fmla="*/ 118 h 466"/>
                    <a:gd name="T84" fmla="*/ 0 w 623"/>
                    <a:gd name="T85" fmla="*/ 411 h 466"/>
                    <a:gd name="T86" fmla="*/ 2 w 623"/>
                    <a:gd name="T87" fmla="*/ 411 h 466"/>
                    <a:gd name="T88" fmla="*/ 66 w 623"/>
                    <a:gd name="T89" fmla="*/ 465 h 466"/>
                    <a:gd name="T90" fmla="*/ 556 w 623"/>
                    <a:gd name="T91" fmla="*/ 465 h 466"/>
                    <a:gd name="T92" fmla="*/ 623 w 623"/>
                    <a:gd name="T93" fmla="*/ 427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>
                  <a:spLocks/>
                </p:cNvSpPr>
                <p:nvPr/>
              </p:nvSpPr>
              <p:spPr bwMode="auto">
                <a:xfrm>
                  <a:off x="6737992" y="3781703"/>
                  <a:ext cx="235163" cy="23384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 25"/>
                <p:cNvSpPr>
                  <a:spLocks/>
                </p:cNvSpPr>
                <p:nvPr/>
              </p:nvSpPr>
              <p:spPr bwMode="auto">
                <a:xfrm>
                  <a:off x="6922124" y="4128397"/>
                  <a:ext cx="125999" cy="119686"/>
                </a:xfrm>
                <a:custGeom>
                  <a:avLst/>
                  <a:gdLst>
                    <a:gd name="T0" fmla="*/ 107 w 230"/>
                    <a:gd name="T1" fmla="*/ 5 h 219"/>
                    <a:gd name="T2" fmla="*/ 115 w 230"/>
                    <a:gd name="T3" fmla="*/ 0 h 219"/>
                    <a:gd name="T4" fmla="*/ 123 w 230"/>
                    <a:gd name="T5" fmla="*/ 5 h 219"/>
                    <a:gd name="T6" fmla="*/ 154 w 230"/>
                    <a:gd name="T7" fmla="*/ 67 h 219"/>
                    <a:gd name="T8" fmla="*/ 222 w 230"/>
                    <a:gd name="T9" fmla="*/ 77 h 219"/>
                    <a:gd name="T10" fmla="*/ 229 w 230"/>
                    <a:gd name="T11" fmla="*/ 83 h 219"/>
                    <a:gd name="T12" fmla="*/ 227 w 230"/>
                    <a:gd name="T13" fmla="*/ 92 h 219"/>
                    <a:gd name="T14" fmla="*/ 178 w 230"/>
                    <a:gd name="T15" fmla="*/ 140 h 219"/>
                    <a:gd name="T16" fmla="*/ 189 w 230"/>
                    <a:gd name="T17" fmla="*/ 208 h 219"/>
                    <a:gd name="T18" fmla="*/ 186 w 230"/>
                    <a:gd name="T19" fmla="*/ 217 h 219"/>
                    <a:gd name="T20" fmla="*/ 176 w 230"/>
                    <a:gd name="T21" fmla="*/ 218 h 219"/>
                    <a:gd name="T22" fmla="*/ 115 w 230"/>
                    <a:gd name="T23" fmla="*/ 186 h 219"/>
                    <a:gd name="T24" fmla="*/ 54 w 230"/>
                    <a:gd name="T25" fmla="*/ 218 h 219"/>
                    <a:gd name="T26" fmla="*/ 44 w 230"/>
                    <a:gd name="T27" fmla="*/ 217 h 219"/>
                    <a:gd name="T28" fmla="*/ 41 w 230"/>
                    <a:gd name="T29" fmla="*/ 208 h 219"/>
                    <a:gd name="T30" fmla="*/ 52 w 230"/>
                    <a:gd name="T31" fmla="*/ 140 h 219"/>
                    <a:gd name="T32" fmla="*/ 3 w 230"/>
                    <a:gd name="T33" fmla="*/ 92 h 219"/>
                    <a:gd name="T34" fmla="*/ 1 w 230"/>
                    <a:gd name="T35" fmla="*/ 83 h 219"/>
                    <a:gd name="T36" fmla="*/ 8 w 230"/>
                    <a:gd name="T37" fmla="*/ 77 h 219"/>
                    <a:gd name="T38" fmla="*/ 76 w 230"/>
                    <a:gd name="T39" fmla="*/ 67 h 219"/>
                    <a:gd name="T40" fmla="*/ 107 w 230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 26"/>
                <p:cNvSpPr>
                  <a:spLocks/>
                </p:cNvSpPr>
                <p:nvPr/>
              </p:nvSpPr>
              <p:spPr bwMode="auto">
                <a:xfrm>
                  <a:off x="7071008" y="4128397"/>
                  <a:ext cx="126525" cy="119686"/>
                </a:xfrm>
                <a:custGeom>
                  <a:avLst/>
                  <a:gdLst>
                    <a:gd name="T0" fmla="*/ 107 w 231"/>
                    <a:gd name="T1" fmla="*/ 5 h 219"/>
                    <a:gd name="T2" fmla="*/ 116 w 231"/>
                    <a:gd name="T3" fmla="*/ 0 h 219"/>
                    <a:gd name="T4" fmla="*/ 124 w 231"/>
                    <a:gd name="T5" fmla="*/ 5 h 219"/>
                    <a:gd name="T6" fmla="*/ 154 w 231"/>
                    <a:gd name="T7" fmla="*/ 67 h 219"/>
                    <a:gd name="T8" fmla="*/ 222 w 231"/>
                    <a:gd name="T9" fmla="*/ 77 h 219"/>
                    <a:gd name="T10" fmla="*/ 230 w 231"/>
                    <a:gd name="T11" fmla="*/ 83 h 219"/>
                    <a:gd name="T12" fmla="*/ 227 w 231"/>
                    <a:gd name="T13" fmla="*/ 92 h 219"/>
                    <a:gd name="T14" fmla="*/ 178 w 231"/>
                    <a:gd name="T15" fmla="*/ 140 h 219"/>
                    <a:gd name="T16" fmla="*/ 190 w 231"/>
                    <a:gd name="T17" fmla="*/ 208 h 219"/>
                    <a:gd name="T18" fmla="*/ 186 w 231"/>
                    <a:gd name="T19" fmla="*/ 217 h 219"/>
                    <a:gd name="T20" fmla="*/ 176 w 231"/>
                    <a:gd name="T21" fmla="*/ 218 h 219"/>
                    <a:gd name="T22" fmla="*/ 116 w 231"/>
                    <a:gd name="T23" fmla="*/ 186 h 219"/>
                    <a:gd name="T24" fmla="*/ 55 w 231"/>
                    <a:gd name="T25" fmla="*/ 218 h 219"/>
                    <a:gd name="T26" fmla="*/ 45 w 231"/>
                    <a:gd name="T27" fmla="*/ 217 h 219"/>
                    <a:gd name="T28" fmla="*/ 41 w 231"/>
                    <a:gd name="T29" fmla="*/ 208 h 219"/>
                    <a:gd name="T30" fmla="*/ 53 w 231"/>
                    <a:gd name="T31" fmla="*/ 140 h 219"/>
                    <a:gd name="T32" fmla="*/ 4 w 231"/>
                    <a:gd name="T33" fmla="*/ 92 h 219"/>
                    <a:gd name="T34" fmla="*/ 1 w 231"/>
                    <a:gd name="T35" fmla="*/ 83 h 219"/>
                    <a:gd name="T36" fmla="*/ 9 w 231"/>
                    <a:gd name="T37" fmla="*/ 77 h 219"/>
                    <a:gd name="T38" fmla="*/ 77 w 231"/>
                    <a:gd name="T39" fmla="*/ 67 h 219"/>
                    <a:gd name="T40" fmla="*/ 107 w 231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 27"/>
                <p:cNvSpPr>
                  <a:spLocks/>
                </p:cNvSpPr>
                <p:nvPr/>
              </p:nvSpPr>
              <p:spPr bwMode="auto">
                <a:xfrm>
                  <a:off x="6992620" y="4000294"/>
                  <a:ext cx="125999" cy="120212"/>
                </a:xfrm>
                <a:custGeom>
                  <a:avLst/>
                  <a:gdLst>
                    <a:gd name="T0" fmla="*/ 107 w 230"/>
                    <a:gd name="T1" fmla="*/ 5 h 220"/>
                    <a:gd name="T2" fmla="*/ 115 w 230"/>
                    <a:gd name="T3" fmla="*/ 0 h 220"/>
                    <a:gd name="T4" fmla="*/ 123 w 230"/>
                    <a:gd name="T5" fmla="*/ 6 h 220"/>
                    <a:gd name="T6" fmla="*/ 154 w 230"/>
                    <a:gd name="T7" fmla="*/ 67 h 220"/>
                    <a:gd name="T8" fmla="*/ 222 w 230"/>
                    <a:gd name="T9" fmla="*/ 77 h 220"/>
                    <a:gd name="T10" fmla="*/ 229 w 230"/>
                    <a:gd name="T11" fmla="*/ 83 h 220"/>
                    <a:gd name="T12" fmla="*/ 227 w 230"/>
                    <a:gd name="T13" fmla="*/ 93 h 220"/>
                    <a:gd name="T14" fmla="*/ 178 w 230"/>
                    <a:gd name="T15" fmla="*/ 141 h 220"/>
                    <a:gd name="T16" fmla="*/ 189 w 230"/>
                    <a:gd name="T17" fmla="*/ 208 h 220"/>
                    <a:gd name="T18" fmla="*/ 186 w 230"/>
                    <a:gd name="T19" fmla="*/ 217 h 220"/>
                    <a:gd name="T20" fmla="*/ 176 w 230"/>
                    <a:gd name="T21" fmla="*/ 218 h 220"/>
                    <a:gd name="T22" fmla="*/ 115 w 230"/>
                    <a:gd name="T23" fmla="*/ 186 h 220"/>
                    <a:gd name="T24" fmla="*/ 54 w 230"/>
                    <a:gd name="T25" fmla="*/ 218 h 220"/>
                    <a:gd name="T26" fmla="*/ 45 w 230"/>
                    <a:gd name="T27" fmla="*/ 217 h 220"/>
                    <a:gd name="T28" fmla="*/ 41 w 230"/>
                    <a:gd name="T29" fmla="*/ 208 h 220"/>
                    <a:gd name="T30" fmla="*/ 52 w 230"/>
                    <a:gd name="T31" fmla="*/ 141 h 220"/>
                    <a:gd name="T32" fmla="*/ 3 w 230"/>
                    <a:gd name="T33" fmla="*/ 93 h 220"/>
                    <a:gd name="T34" fmla="*/ 1 w 230"/>
                    <a:gd name="T35" fmla="*/ 83 h 220"/>
                    <a:gd name="T36" fmla="*/ 8 w 230"/>
                    <a:gd name="T37" fmla="*/ 77 h 220"/>
                    <a:gd name="T38" fmla="*/ 76 w 230"/>
                    <a:gd name="T39" fmla="*/ 67 h 220"/>
                    <a:gd name="T40" fmla="*/ 107 w 230"/>
                    <a:gd name="T41" fmla="*/ 5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3207395" y="2797396"/>
              <a:ext cx="818941" cy="820170"/>
              <a:chOff x="4276526" y="3641454"/>
              <a:chExt cx="1091921" cy="1093560"/>
            </a:xfrm>
          </p:grpSpPr>
          <p:sp>
            <p:nvSpPr>
              <p:cNvPr id="27" name="椭圆 26"/>
              <p:cNvSpPr/>
              <p:nvPr/>
            </p:nvSpPr>
            <p:spPr>
              <a:xfrm flipV="1">
                <a:off x="427652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任意多边形 30"/>
              <p:cNvSpPr>
                <a:spLocks/>
              </p:cNvSpPr>
              <p:nvPr/>
            </p:nvSpPr>
            <p:spPr bwMode="auto">
              <a:xfrm>
                <a:off x="4549927" y="3922850"/>
                <a:ext cx="545119" cy="545119"/>
              </a:xfrm>
              <a:custGeom>
                <a:avLst/>
                <a:gdLst>
                  <a:gd name="T0" fmla="*/ 1083 w 1083"/>
                  <a:gd name="T1" fmla="*/ 542 h 1084"/>
                  <a:gd name="T2" fmla="*/ 158 w 1083"/>
                  <a:gd name="T3" fmla="*/ 926 h 1084"/>
                  <a:gd name="T4" fmla="*/ 542 w 1083"/>
                  <a:gd name="T5" fmla="*/ 0 h 1084"/>
                  <a:gd name="T6" fmla="*/ 517 w 1083"/>
                  <a:gd name="T7" fmla="*/ 1000 h 1084"/>
                  <a:gd name="T8" fmla="*/ 357 w 1083"/>
                  <a:gd name="T9" fmla="*/ 861 h 1084"/>
                  <a:gd name="T10" fmla="*/ 517 w 1083"/>
                  <a:gd name="T11" fmla="*/ 1000 h 1084"/>
                  <a:gd name="T12" fmla="*/ 866 w 1083"/>
                  <a:gd name="T13" fmla="*/ 218 h 1084"/>
                  <a:gd name="T14" fmla="*/ 842 w 1083"/>
                  <a:gd name="T15" fmla="*/ 517 h 1084"/>
                  <a:gd name="T16" fmla="*/ 866 w 1083"/>
                  <a:gd name="T17" fmla="*/ 218 h 1084"/>
                  <a:gd name="T18" fmla="*/ 722 w 1083"/>
                  <a:gd name="T19" fmla="*/ 120 h 1084"/>
                  <a:gd name="T20" fmla="*/ 815 w 1083"/>
                  <a:gd name="T21" fmla="*/ 174 h 1084"/>
                  <a:gd name="T22" fmla="*/ 617 w 1083"/>
                  <a:gd name="T23" fmla="*/ 90 h 1084"/>
                  <a:gd name="T24" fmla="*/ 707 w 1083"/>
                  <a:gd name="T25" fmla="*/ 231 h 1084"/>
                  <a:gd name="T26" fmla="*/ 617 w 1083"/>
                  <a:gd name="T27" fmla="*/ 90 h 1084"/>
                  <a:gd name="T28" fmla="*/ 517 w 1083"/>
                  <a:gd name="T29" fmla="*/ 84 h 1084"/>
                  <a:gd name="T30" fmla="*/ 357 w 1083"/>
                  <a:gd name="T31" fmla="*/ 224 h 1084"/>
                  <a:gd name="T32" fmla="*/ 517 w 1083"/>
                  <a:gd name="T33" fmla="*/ 84 h 1084"/>
                  <a:gd name="T34" fmla="*/ 362 w 1083"/>
                  <a:gd name="T35" fmla="*/ 120 h 1084"/>
                  <a:gd name="T36" fmla="*/ 325 w 1083"/>
                  <a:gd name="T37" fmla="*/ 177 h 1084"/>
                  <a:gd name="T38" fmla="*/ 229 w 1083"/>
                  <a:gd name="T39" fmla="*/ 207 h 1084"/>
                  <a:gd name="T40" fmla="*/ 84 w 1083"/>
                  <a:gd name="T41" fmla="*/ 517 h 1084"/>
                  <a:gd name="T42" fmla="*/ 229 w 1083"/>
                  <a:gd name="T43" fmla="*/ 207 h 1084"/>
                  <a:gd name="T44" fmla="*/ 84 w 1083"/>
                  <a:gd name="T45" fmla="*/ 567 h 1084"/>
                  <a:gd name="T46" fmla="*/ 292 w 1083"/>
                  <a:gd name="T47" fmla="*/ 837 h 1084"/>
                  <a:gd name="T48" fmla="*/ 84 w 1083"/>
                  <a:gd name="T49" fmla="*/ 567 h 1084"/>
                  <a:gd name="T50" fmla="*/ 362 w 1083"/>
                  <a:gd name="T51" fmla="*/ 964 h 1084"/>
                  <a:gd name="T52" fmla="*/ 268 w 1083"/>
                  <a:gd name="T53" fmla="*/ 911 h 1084"/>
                  <a:gd name="T54" fmla="*/ 567 w 1083"/>
                  <a:gd name="T55" fmla="*/ 1000 h 1084"/>
                  <a:gd name="T56" fmla="*/ 726 w 1083"/>
                  <a:gd name="T57" fmla="*/ 861 h 1084"/>
                  <a:gd name="T58" fmla="*/ 566 w 1083"/>
                  <a:gd name="T59" fmla="*/ 1000 h 1084"/>
                  <a:gd name="T60" fmla="*/ 722 w 1083"/>
                  <a:gd name="T61" fmla="*/ 964 h 1084"/>
                  <a:gd name="T62" fmla="*/ 758 w 1083"/>
                  <a:gd name="T63" fmla="*/ 908 h 1084"/>
                  <a:gd name="T64" fmla="*/ 855 w 1083"/>
                  <a:gd name="T65" fmla="*/ 878 h 1084"/>
                  <a:gd name="T66" fmla="*/ 1000 w 1083"/>
                  <a:gd name="T67" fmla="*/ 567 h 1084"/>
                  <a:gd name="T68" fmla="*/ 855 w 1083"/>
                  <a:gd name="T69" fmla="*/ 878 h 1084"/>
                  <a:gd name="T70" fmla="*/ 746 w 1083"/>
                  <a:gd name="T71" fmla="*/ 269 h 1084"/>
                  <a:gd name="T72" fmla="*/ 567 w 1083"/>
                  <a:gd name="T73" fmla="*/ 517 h 1084"/>
                  <a:gd name="T74" fmla="*/ 746 w 1083"/>
                  <a:gd name="T75" fmla="*/ 269 h 1084"/>
                  <a:gd name="T76" fmla="*/ 358 w 1083"/>
                  <a:gd name="T77" fmla="*/ 278 h 1084"/>
                  <a:gd name="T78" fmla="*/ 517 w 1083"/>
                  <a:gd name="T79" fmla="*/ 517 h 1084"/>
                  <a:gd name="T80" fmla="*/ 517 w 1083"/>
                  <a:gd name="T81" fmla="*/ 775 h 1084"/>
                  <a:gd name="T82" fmla="*/ 292 w 1083"/>
                  <a:gd name="T83" fmla="*/ 567 h 1084"/>
                  <a:gd name="T84" fmla="*/ 517 w 1083"/>
                  <a:gd name="T85" fmla="*/ 775 h 1084"/>
                  <a:gd name="T86" fmla="*/ 567 w 1083"/>
                  <a:gd name="T87" fmla="*/ 775 h 1084"/>
                  <a:gd name="T88" fmla="*/ 792 w 1083"/>
                  <a:gd name="T89" fmla="*/ 567 h 1084"/>
                  <a:gd name="T90" fmla="*/ 567 w 1083"/>
                  <a:gd name="T91" fmla="*/ 775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117668" y="1763703"/>
              <a:ext cx="818941" cy="820169"/>
              <a:chOff x="6823556" y="2263197"/>
              <a:chExt cx="1091921" cy="109355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682355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任意多边形 33"/>
              <p:cNvSpPr>
                <a:spLocks/>
              </p:cNvSpPr>
              <p:nvPr/>
            </p:nvSpPr>
            <p:spPr bwMode="auto">
              <a:xfrm>
                <a:off x="7106175" y="2612943"/>
                <a:ext cx="526681" cy="394065"/>
              </a:xfrm>
              <a:custGeom>
                <a:avLst/>
                <a:gdLst>
                  <a:gd name="T0" fmla="*/ 828 w 1296"/>
                  <a:gd name="T1" fmla="*/ 522 h 972"/>
                  <a:gd name="T2" fmla="*/ 504 w 1296"/>
                  <a:gd name="T3" fmla="*/ 288 h 972"/>
                  <a:gd name="T4" fmla="*/ 445 w 1296"/>
                  <a:gd name="T5" fmla="*/ 648 h 972"/>
                  <a:gd name="T6" fmla="*/ 1175 w 1296"/>
                  <a:gd name="T7" fmla="*/ 0 h 972"/>
                  <a:gd name="T8" fmla="*/ 0 w 1296"/>
                  <a:gd name="T9" fmla="*/ 122 h 972"/>
                  <a:gd name="T10" fmla="*/ 121 w 1296"/>
                  <a:gd name="T11" fmla="*/ 972 h 972"/>
                  <a:gd name="T12" fmla="*/ 1296 w 1296"/>
                  <a:gd name="T13" fmla="*/ 850 h 972"/>
                  <a:gd name="T14" fmla="*/ 1175 w 1296"/>
                  <a:gd name="T15" fmla="*/ 0 h 972"/>
                  <a:gd name="T16" fmla="*/ 202 w 1296"/>
                  <a:gd name="T17" fmla="*/ 891 h 972"/>
                  <a:gd name="T18" fmla="*/ 81 w 1296"/>
                  <a:gd name="T19" fmla="*/ 850 h 972"/>
                  <a:gd name="T20" fmla="*/ 122 w 1296"/>
                  <a:gd name="T21" fmla="*/ 729 h 972"/>
                  <a:gd name="T22" fmla="*/ 243 w 1296"/>
                  <a:gd name="T23" fmla="*/ 770 h 972"/>
                  <a:gd name="T24" fmla="*/ 243 w 1296"/>
                  <a:gd name="T25" fmla="*/ 526 h 972"/>
                  <a:gd name="T26" fmla="*/ 122 w 1296"/>
                  <a:gd name="T27" fmla="*/ 567 h 972"/>
                  <a:gd name="T28" fmla="*/ 81 w 1296"/>
                  <a:gd name="T29" fmla="*/ 446 h 972"/>
                  <a:gd name="T30" fmla="*/ 202 w 1296"/>
                  <a:gd name="T31" fmla="*/ 405 h 972"/>
                  <a:gd name="T32" fmla="*/ 243 w 1296"/>
                  <a:gd name="T33" fmla="*/ 526 h 972"/>
                  <a:gd name="T34" fmla="*/ 202 w 1296"/>
                  <a:gd name="T35" fmla="*/ 243 h 972"/>
                  <a:gd name="T36" fmla="*/ 81 w 1296"/>
                  <a:gd name="T37" fmla="*/ 202 h 972"/>
                  <a:gd name="T38" fmla="*/ 122 w 1296"/>
                  <a:gd name="T39" fmla="*/ 81 h 972"/>
                  <a:gd name="T40" fmla="*/ 243 w 1296"/>
                  <a:gd name="T41" fmla="*/ 122 h 972"/>
                  <a:gd name="T42" fmla="*/ 972 w 1296"/>
                  <a:gd name="T43" fmla="*/ 891 h 972"/>
                  <a:gd name="T44" fmla="*/ 324 w 1296"/>
                  <a:gd name="T45" fmla="*/ 81 h 972"/>
                  <a:gd name="T46" fmla="*/ 972 w 1296"/>
                  <a:gd name="T47" fmla="*/ 891 h 972"/>
                  <a:gd name="T48" fmla="*/ 1174 w 1296"/>
                  <a:gd name="T49" fmla="*/ 891 h 972"/>
                  <a:gd name="T50" fmla="*/ 1053 w 1296"/>
                  <a:gd name="T51" fmla="*/ 850 h 972"/>
                  <a:gd name="T52" fmla="*/ 1094 w 1296"/>
                  <a:gd name="T53" fmla="*/ 729 h 972"/>
                  <a:gd name="T54" fmla="*/ 1215 w 1296"/>
                  <a:gd name="T55" fmla="*/ 770 h 972"/>
                  <a:gd name="T56" fmla="*/ 1215 w 1296"/>
                  <a:gd name="T57" fmla="*/ 526 h 972"/>
                  <a:gd name="T58" fmla="*/ 1094 w 1296"/>
                  <a:gd name="T59" fmla="*/ 567 h 972"/>
                  <a:gd name="T60" fmla="*/ 1053 w 1296"/>
                  <a:gd name="T61" fmla="*/ 446 h 972"/>
                  <a:gd name="T62" fmla="*/ 1174 w 1296"/>
                  <a:gd name="T63" fmla="*/ 405 h 972"/>
                  <a:gd name="T64" fmla="*/ 1215 w 1296"/>
                  <a:gd name="T65" fmla="*/ 526 h 972"/>
                  <a:gd name="T66" fmla="*/ 1174 w 1296"/>
                  <a:gd name="T67" fmla="*/ 243 h 972"/>
                  <a:gd name="T68" fmla="*/ 1053 w 1296"/>
                  <a:gd name="T69" fmla="*/ 202 h 972"/>
                  <a:gd name="T70" fmla="*/ 1094 w 1296"/>
                  <a:gd name="T71" fmla="*/ 81 h 972"/>
                  <a:gd name="T72" fmla="*/ 1215 w 1296"/>
                  <a:gd name="T73" fmla="*/ 122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786788" y="1463735"/>
            <a:ext cx="7570425" cy="2453798"/>
            <a:chOff x="1049050" y="2313863"/>
            <a:chExt cx="10093900" cy="3271730"/>
          </a:xfrm>
        </p:grpSpPr>
        <p:sp>
          <p:nvSpPr>
            <p:cNvPr id="13" name="文本框 68"/>
            <p:cNvSpPr txBox="1"/>
            <p:nvPr/>
          </p:nvSpPr>
          <p:spPr>
            <a:xfrm>
              <a:off x="1049050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4" name="文本框 69"/>
            <p:cNvSpPr txBox="1"/>
            <p:nvPr/>
          </p:nvSpPr>
          <p:spPr>
            <a:xfrm>
              <a:off x="1049050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5" name="文本框 70"/>
            <p:cNvSpPr txBox="1"/>
            <p:nvPr/>
          </p:nvSpPr>
          <p:spPr>
            <a:xfrm>
              <a:off x="1049050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6" name="文本框 71"/>
            <p:cNvSpPr txBox="1"/>
            <p:nvPr/>
          </p:nvSpPr>
          <p:spPr>
            <a:xfrm>
              <a:off x="1049050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7" name="文本框 72"/>
            <p:cNvSpPr txBox="1"/>
            <p:nvPr/>
          </p:nvSpPr>
          <p:spPr>
            <a:xfrm>
              <a:off x="1049050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8" name="文本框 73"/>
            <p:cNvSpPr txBox="1"/>
            <p:nvPr/>
          </p:nvSpPr>
          <p:spPr>
            <a:xfrm>
              <a:off x="1049050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9" name="文本框 74"/>
            <p:cNvSpPr txBox="1"/>
            <p:nvPr/>
          </p:nvSpPr>
          <p:spPr>
            <a:xfrm>
              <a:off x="8179619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0" name="文本框 75"/>
            <p:cNvSpPr txBox="1"/>
            <p:nvPr/>
          </p:nvSpPr>
          <p:spPr>
            <a:xfrm>
              <a:off x="8179619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1" name="文本框 76"/>
            <p:cNvSpPr txBox="1"/>
            <p:nvPr/>
          </p:nvSpPr>
          <p:spPr>
            <a:xfrm>
              <a:off x="8179619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文本框 77"/>
            <p:cNvSpPr txBox="1"/>
            <p:nvPr/>
          </p:nvSpPr>
          <p:spPr>
            <a:xfrm>
              <a:off x="8179619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3" name="文本框 78"/>
            <p:cNvSpPr txBox="1"/>
            <p:nvPr/>
          </p:nvSpPr>
          <p:spPr>
            <a:xfrm>
              <a:off x="8789585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4" name="文本框 79"/>
            <p:cNvSpPr txBox="1"/>
            <p:nvPr/>
          </p:nvSpPr>
          <p:spPr>
            <a:xfrm>
              <a:off x="8789585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9235A71-D38E-4F43-8F2D-2D27F22C9471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52" name="TextBox 86">
              <a:extLst>
                <a:ext uri="{FF2B5EF4-FFF2-40B4-BE49-F238E27FC236}">
                  <a16:creationId xmlns:a16="http://schemas.microsoft.com/office/drawing/2014/main" id="{A92D715E-2EB7-443A-9DB4-B6ECECA52CD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B0C2857-EFF1-40A0-B5FC-B2F65C36EEF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52513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844497" y="2174688"/>
            <a:ext cx="1107011" cy="964870"/>
            <a:chOff x="844497" y="2174688"/>
            <a:chExt cx="1107011" cy="964870"/>
          </a:xfrm>
        </p:grpSpPr>
        <p:sp>
          <p:nvSpPr>
            <p:cNvPr id="4" name="TextBox 5"/>
            <p:cNvSpPr txBox="1"/>
            <p:nvPr/>
          </p:nvSpPr>
          <p:spPr>
            <a:xfrm>
              <a:off x="844497" y="2885642"/>
              <a:ext cx="1061829" cy="253916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5" name="TextBox 6"/>
            <p:cNvSpPr txBox="1"/>
            <p:nvPr/>
          </p:nvSpPr>
          <p:spPr>
            <a:xfrm>
              <a:off x="887275" y="2174688"/>
              <a:ext cx="1064233" cy="830997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95%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28543" y="937699"/>
            <a:ext cx="6476104" cy="3551265"/>
            <a:chOff x="2128543" y="937699"/>
            <a:chExt cx="6476104" cy="3551265"/>
          </a:xfrm>
        </p:grpSpPr>
        <p:sp>
          <p:nvSpPr>
            <p:cNvPr id="6" name="TextBox 7"/>
            <p:cNvSpPr txBox="1"/>
            <p:nvPr/>
          </p:nvSpPr>
          <p:spPr>
            <a:xfrm flipH="1">
              <a:off x="6663890" y="1135557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grpSp>
          <p:nvGrpSpPr>
            <p:cNvPr id="7" name="Group 1"/>
            <p:cNvGrpSpPr/>
            <p:nvPr/>
          </p:nvGrpSpPr>
          <p:grpSpPr>
            <a:xfrm>
              <a:off x="2128543" y="937699"/>
              <a:ext cx="4439012" cy="3551265"/>
              <a:chOff x="2838056" y="1250264"/>
              <a:chExt cx="5918683" cy="4735020"/>
            </a:xfrm>
          </p:grpSpPr>
          <p:sp>
            <p:nvSpPr>
              <p:cNvPr id="11" name="Rectangle 49"/>
              <p:cNvSpPr>
                <a:spLocks/>
              </p:cNvSpPr>
              <p:nvPr/>
            </p:nvSpPr>
            <p:spPr bwMode="auto">
              <a:xfrm>
                <a:off x="6349088" y="4836487"/>
                <a:ext cx="1819791" cy="114879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50"/>
              <p:cNvSpPr>
                <a:spLocks/>
              </p:cNvSpPr>
              <p:nvPr/>
            </p:nvSpPr>
            <p:spPr bwMode="auto">
              <a:xfrm>
                <a:off x="3868940" y="3816551"/>
                <a:ext cx="1380701" cy="1727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Freeform: Shape 51"/>
              <p:cNvSpPr>
                <a:spLocks/>
              </p:cNvSpPr>
              <p:nvPr/>
            </p:nvSpPr>
            <p:spPr bwMode="auto">
              <a:xfrm>
                <a:off x="5249642" y="3816551"/>
                <a:ext cx="1099447" cy="2168733"/>
              </a:xfrm>
              <a:custGeom>
                <a:avLst/>
                <a:gdLst>
                  <a:gd name="T0" fmla="*/ 401 w 401"/>
                  <a:gd name="T1" fmla="*/ 791 h 791"/>
                  <a:gd name="T2" fmla="*/ 0 w 401"/>
                  <a:gd name="T3" fmla="*/ 63 h 791"/>
                  <a:gd name="T4" fmla="*/ 0 w 401"/>
                  <a:gd name="T5" fmla="*/ 0 h 791"/>
                  <a:gd name="T6" fmla="*/ 401 w 401"/>
                  <a:gd name="T7" fmla="*/ 372 h 791"/>
                  <a:gd name="T8" fmla="*/ 401 w 401"/>
                  <a:gd name="T9" fmla="*/ 791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Oval 52"/>
              <p:cNvSpPr/>
              <p:nvPr/>
            </p:nvSpPr>
            <p:spPr>
              <a:xfrm flipH="1">
                <a:off x="7607942" y="4836486"/>
                <a:ext cx="1148797" cy="114879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val 48"/>
              <p:cNvSpPr/>
              <p:nvPr/>
            </p:nvSpPr>
            <p:spPr>
              <a:xfrm flipH="1">
                <a:off x="7733289" y="496417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Rectangle 43"/>
              <p:cNvSpPr>
                <a:spLocks/>
              </p:cNvSpPr>
              <p:nvPr/>
            </p:nvSpPr>
            <p:spPr bwMode="auto">
              <a:xfrm>
                <a:off x="6349088" y="3643820"/>
                <a:ext cx="1819791" cy="11487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7" name="Rectangle 44"/>
              <p:cNvSpPr>
                <a:spLocks/>
              </p:cNvSpPr>
              <p:nvPr/>
            </p:nvSpPr>
            <p:spPr bwMode="auto">
              <a:xfrm>
                <a:off x="3868940" y="3624629"/>
                <a:ext cx="1380701" cy="17821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Freeform: Shape 45"/>
              <p:cNvSpPr>
                <a:spLocks/>
              </p:cNvSpPr>
              <p:nvPr/>
            </p:nvSpPr>
            <p:spPr bwMode="auto">
              <a:xfrm>
                <a:off x="5249642" y="3624629"/>
                <a:ext cx="1099447" cy="1167990"/>
              </a:xfrm>
              <a:custGeom>
                <a:avLst/>
                <a:gdLst>
                  <a:gd name="T0" fmla="*/ 401 w 401"/>
                  <a:gd name="T1" fmla="*/ 426 h 426"/>
                  <a:gd name="T2" fmla="*/ 0 w 401"/>
                  <a:gd name="T3" fmla="*/ 65 h 426"/>
                  <a:gd name="T4" fmla="*/ 0 w 401"/>
                  <a:gd name="T5" fmla="*/ 0 h 426"/>
                  <a:gd name="T6" fmla="*/ 401 w 401"/>
                  <a:gd name="T7" fmla="*/ 7 h 426"/>
                  <a:gd name="T8" fmla="*/ 401 w 401"/>
                  <a:gd name="T9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" name="Oval 46"/>
              <p:cNvSpPr/>
              <p:nvPr/>
            </p:nvSpPr>
            <p:spPr>
              <a:xfrm flipH="1">
                <a:off x="7607942" y="3644301"/>
                <a:ext cx="1148797" cy="11487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Oval 42"/>
              <p:cNvSpPr/>
              <p:nvPr/>
            </p:nvSpPr>
            <p:spPr>
              <a:xfrm flipH="1">
                <a:off x="7733289" y="376634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Rectangle 37"/>
              <p:cNvSpPr>
                <a:spLocks/>
              </p:cNvSpPr>
              <p:nvPr/>
            </p:nvSpPr>
            <p:spPr bwMode="auto">
              <a:xfrm>
                <a:off x="6349088" y="2448413"/>
                <a:ext cx="1819791" cy="11460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Rectangle 38"/>
              <p:cNvSpPr>
                <a:spLocks/>
              </p:cNvSpPr>
              <p:nvPr/>
            </p:nvSpPr>
            <p:spPr bwMode="auto">
              <a:xfrm>
                <a:off x="3868940" y="3438190"/>
                <a:ext cx="1380701" cy="1727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9"/>
              <p:cNvSpPr>
                <a:spLocks/>
              </p:cNvSpPr>
              <p:nvPr/>
            </p:nvSpPr>
            <p:spPr bwMode="auto">
              <a:xfrm>
                <a:off x="5249642" y="2448413"/>
                <a:ext cx="1099447" cy="1162506"/>
              </a:xfrm>
              <a:custGeom>
                <a:avLst/>
                <a:gdLst>
                  <a:gd name="T0" fmla="*/ 0 w 401"/>
                  <a:gd name="T1" fmla="*/ 361 h 424"/>
                  <a:gd name="T2" fmla="*/ 401 w 401"/>
                  <a:gd name="T3" fmla="*/ 0 h 424"/>
                  <a:gd name="T4" fmla="*/ 401 w 401"/>
                  <a:gd name="T5" fmla="*/ 418 h 424"/>
                  <a:gd name="T6" fmla="*/ 0 w 401"/>
                  <a:gd name="T7" fmla="*/ 424 h 424"/>
                  <a:gd name="T8" fmla="*/ 0 w 401"/>
                  <a:gd name="T9" fmla="*/ 361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Oval 40"/>
              <p:cNvSpPr/>
              <p:nvPr/>
            </p:nvSpPr>
            <p:spPr>
              <a:xfrm flipH="1">
                <a:off x="7607942" y="2451998"/>
                <a:ext cx="1148797" cy="11487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val 36"/>
              <p:cNvSpPr/>
              <p:nvPr/>
            </p:nvSpPr>
            <p:spPr>
              <a:xfrm flipH="1">
                <a:off x="7733289" y="2570221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Rectangle 31"/>
              <p:cNvSpPr>
                <a:spLocks/>
              </p:cNvSpPr>
              <p:nvPr/>
            </p:nvSpPr>
            <p:spPr bwMode="auto">
              <a:xfrm>
                <a:off x="6349088" y="1250264"/>
                <a:ext cx="1819791" cy="11487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Rectangle 32"/>
              <p:cNvSpPr>
                <a:spLocks/>
              </p:cNvSpPr>
              <p:nvPr/>
            </p:nvSpPr>
            <p:spPr bwMode="auto">
              <a:xfrm>
                <a:off x="3868940" y="3251748"/>
                <a:ext cx="1380701" cy="17273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33"/>
              <p:cNvSpPr>
                <a:spLocks/>
              </p:cNvSpPr>
              <p:nvPr/>
            </p:nvSpPr>
            <p:spPr bwMode="auto">
              <a:xfrm>
                <a:off x="5249642" y="1250264"/>
                <a:ext cx="1099447" cy="2174215"/>
              </a:xfrm>
              <a:custGeom>
                <a:avLst/>
                <a:gdLst>
                  <a:gd name="T0" fmla="*/ 0 w 401"/>
                  <a:gd name="T1" fmla="*/ 730 h 793"/>
                  <a:gd name="T2" fmla="*/ 401 w 401"/>
                  <a:gd name="T3" fmla="*/ 0 h 793"/>
                  <a:gd name="T4" fmla="*/ 401 w 401"/>
                  <a:gd name="T5" fmla="*/ 419 h 793"/>
                  <a:gd name="T6" fmla="*/ 0 w 401"/>
                  <a:gd name="T7" fmla="*/ 793 h 793"/>
                  <a:gd name="T8" fmla="*/ 0 w 401"/>
                  <a:gd name="T9" fmla="*/ 730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Oval 34"/>
              <p:cNvSpPr/>
              <p:nvPr/>
            </p:nvSpPr>
            <p:spPr>
              <a:xfrm flipH="1">
                <a:off x="7607942" y="1250264"/>
                <a:ext cx="1148797" cy="11487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Oval 30"/>
              <p:cNvSpPr/>
              <p:nvPr/>
            </p:nvSpPr>
            <p:spPr>
              <a:xfrm flipH="1">
                <a:off x="7733289" y="1372390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TextBox 16"/>
              <p:cNvSpPr txBox="1">
                <a:spLocks/>
              </p:cNvSpPr>
              <p:nvPr/>
            </p:nvSpPr>
            <p:spPr>
              <a:xfrm flipH="1">
                <a:off x="6479712" y="1592796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2" name="TextBox 17"/>
              <p:cNvSpPr txBox="1">
                <a:spLocks/>
              </p:cNvSpPr>
              <p:nvPr/>
            </p:nvSpPr>
            <p:spPr>
              <a:xfrm flipH="1">
                <a:off x="6479712" y="2772593"/>
                <a:ext cx="1440183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3" name="TextBox 18"/>
              <p:cNvSpPr txBox="1">
                <a:spLocks/>
              </p:cNvSpPr>
              <p:nvPr/>
            </p:nvSpPr>
            <p:spPr>
              <a:xfrm flipH="1">
                <a:off x="6479712" y="3963864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4" name="TextBox 19"/>
              <p:cNvSpPr txBox="1">
                <a:spLocks/>
              </p:cNvSpPr>
              <p:nvPr/>
            </p:nvSpPr>
            <p:spPr>
              <a:xfrm flipH="1">
                <a:off x="6479710" y="5143662"/>
                <a:ext cx="1600190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5" name="Freeform: Shape 27"/>
              <p:cNvSpPr>
                <a:spLocks/>
              </p:cNvSpPr>
              <p:nvPr/>
            </p:nvSpPr>
            <p:spPr bwMode="auto">
              <a:xfrm rot="5400000" flipH="1">
                <a:off x="2528593" y="3054971"/>
                <a:ext cx="1755662" cy="1136735"/>
              </a:xfrm>
              <a:custGeom>
                <a:avLst/>
                <a:gdLst>
                  <a:gd name="T0" fmla="*/ 260 w 520"/>
                  <a:gd name="T1" fmla="*/ 261 h 261"/>
                  <a:gd name="T2" fmla="*/ 0 w 520"/>
                  <a:gd name="T3" fmla="*/ 0 h 261"/>
                  <a:gd name="T4" fmla="*/ 520 w 520"/>
                  <a:gd name="T5" fmla="*/ 0 h 261"/>
                  <a:gd name="T6" fmla="*/ 260 w 520"/>
                  <a:gd name="T7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1"/>
              <p:cNvSpPr>
                <a:spLocks/>
              </p:cNvSpPr>
              <p:nvPr/>
            </p:nvSpPr>
            <p:spPr bwMode="auto">
              <a:xfrm>
                <a:off x="7919897" y="2729947"/>
                <a:ext cx="542861" cy="566721"/>
              </a:xfrm>
              <a:custGeom>
                <a:avLst/>
                <a:gdLst>
                  <a:gd name="T0" fmla="*/ 3 w 77"/>
                  <a:gd name="T1" fmla="*/ 30 h 77"/>
                  <a:gd name="T2" fmla="*/ 30 w 77"/>
                  <a:gd name="T3" fmla="*/ 5 h 77"/>
                  <a:gd name="T4" fmla="*/ 7 w 77"/>
                  <a:gd name="T5" fmla="*/ 31 h 77"/>
                  <a:gd name="T6" fmla="*/ 71 w 77"/>
                  <a:gd name="T7" fmla="*/ 31 h 77"/>
                  <a:gd name="T8" fmla="*/ 74 w 77"/>
                  <a:gd name="T9" fmla="*/ 30 h 77"/>
                  <a:gd name="T10" fmla="*/ 47 w 77"/>
                  <a:gd name="T11" fmla="*/ 5 h 77"/>
                  <a:gd name="T12" fmla="*/ 71 w 77"/>
                  <a:gd name="T13" fmla="*/ 31 h 77"/>
                  <a:gd name="T14" fmla="*/ 72 w 77"/>
                  <a:gd name="T15" fmla="*/ 43 h 77"/>
                  <a:gd name="T16" fmla="*/ 61 w 77"/>
                  <a:gd name="T17" fmla="*/ 40 h 77"/>
                  <a:gd name="T18" fmla="*/ 55 w 77"/>
                  <a:gd name="T19" fmla="*/ 61 h 77"/>
                  <a:gd name="T20" fmla="*/ 40 w 77"/>
                  <a:gd name="T21" fmla="*/ 68 h 77"/>
                  <a:gd name="T22" fmla="*/ 39 w 77"/>
                  <a:gd name="T23" fmla="*/ 77 h 77"/>
                  <a:gd name="T24" fmla="*/ 38 w 77"/>
                  <a:gd name="T25" fmla="*/ 68 h 77"/>
                  <a:gd name="T26" fmla="*/ 22 w 77"/>
                  <a:gd name="T27" fmla="*/ 61 h 77"/>
                  <a:gd name="T28" fmla="*/ 16 w 77"/>
                  <a:gd name="T29" fmla="*/ 40 h 77"/>
                  <a:gd name="T30" fmla="*/ 5 w 77"/>
                  <a:gd name="T31" fmla="*/ 43 h 77"/>
                  <a:gd name="T32" fmla="*/ 5 w 77"/>
                  <a:gd name="T33" fmla="*/ 34 h 77"/>
                  <a:gd name="T34" fmla="*/ 16 w 77"/>
                  <a:gd name="T35" fmla="*/ 38 h 77"/>
                  <a:gd name="T36" fmla="*/ 22 w 77"/>
                  <a:gd name="T37" fmla="*/ 16 h 77"/>
                  <a:gd name="T38" fmla="*/ 38 w 77"/>
                  <a:gd name="T39" fmla="*/ 9 h 77"/>
                  <a:gd name="T40" fmla="*/ 39 w 77"/>
                  <a:gd name="T41" fmla="*/ 0 h 77"/>
                  <a:gd name="T42" fmla="*/ 40 w 77"/>
                  <a:gd name="T43" fmla="*/ 9 h 77"/>
                  <a:gd name="T44" fmla="*/ 55 w 77"/>
                  <a:gd name="T45" fmla="*/ 16 h 77"/>
                  <a:gd name="T46" fmla="*/ 61 w 77"/>
                  <a:gd name="T47" fmla="*/ 38 h 77"/>
                  <a:gd name="T48" fmla="*/ 72 w 77"/>
                  <a:gd name="T49" fmla="*/ 34 h 77"/>
                  <a:gd name="T50" fmla="*/ 39 w 77"/>
                  <a:gd name="T51" fmla="*/ 8 h 77"/>
                  <a:gd name="T52" fmla="*/ 39 w 77"/>
                  <a:gd name="T53" fmla="*/ 2 h 77"/>
                  <a:gd name="T54" fmla="*/ 39 w 77"/>
                  <a:gd name="T55" fmla="*/ 8 h 77"/>
                  <a:gd name="T56" fmla="*/ 5 w 77"/>
                  <a:gd name="T57" fmla="*/ 36 h 77"/>
                  <a:gd name="T58" fmla="*/ 5 w 77"/>
                  <a:gd name="T59" fmla="*/ 41 h 77"/>
                  <a:gd name="T60" fmla="*/ 39 w 77"/>
                  <a:gd name="T61" fmla="*/ 70 h 77"/>
                  <a:gd name="T62" fmla="*/ 39 w 77"/>
                  <a:gd name="T63" fmla="*/ 75 h 77"/>
                  <a:gd name="T64" fmla="*/ 39 w 77"/>
                  <a:gd name="T65" fmla="*/ 70 h 77"/>
                  <a:gd name="T66" fmla="*/ 52 w 77"/>
                  <a:gd name="T67" fmla="*/ 47 h 77"/>
                  <a:gd name="T68" fmla="*/ 42 w 77"/>
                  <a:gd name="T69" fmla="*/ 39 h 77"/>
                  <a:gd name="T70" fmla="*/ 46 w 77"/>
                  <a:gd name="T71" fmla="*/ 33 h 77"/>
                  <a:gd name="T72" fmla="*/ 45 w 77"/>
                  <a:gd name="T73" fmla="*/ 30 h 77"/>
                  <a:gd name="T74" fmla="*/ 32 w 77"/>
                  <a:gd name="T75" fmla="*/ 30 h 77"/>
                  <a:gd name="T76" fmla="*/ 31 w 77"/>
                  <a:gd name="T77" fmla="*/ 33 h 77"/>
                  <a:gd name="T78" fmla="*/ 35 w 77"/>
                  <a:gd name="T79" fmla="*/ 39 h 77"/>
                  <a:gd name="T80" fmla="*/ 25 w 77"/>
                  <a:gd name="T81" fmla="*/ 47 h 77"/>
                  <a:gd name="T82" fmla="*/ 55 w 77"/>
                  <a:gd name="T83" fmla="*/ 54 h 77"/>
                  <a:gd name="T84" fmla="*/ 72 w 77"/>
                  <a:gd name="T85" fmla="*/ 36 h 77"/>
                  <a:gd name="T86" fmla="*/ 72 w 77"/>
                  <a:gd name="T87" fmla="*/ 41 h 77"/>
                  <a:gd name="T88" fmla="*/ 71 w 77"/>
                  <a:gd name="T89" fmla="*/ 47 h 77"/>
                  <a:gd name="T90" fmla="*/ 47 w 77"/>
                  <a:gd name="T91" fmla="*/ 73 h 77"/>
                  <a:gd name="T92" fmla="*/ 74 w 77"/>
                  <a:gd name="T93" fmla="*/ 47 h 77"/>
                  <a:gd name="T94" fmla="*/ 71 w 77"/>
                  <a:gd name="T95" fmla="*/ 47 h 77"/>
                  <a:gd name="T96" fmla="*/ 5 w 77"/>
                  <a:gd name="T97" fmla="*/ 47 h 77"/>
                  <a:gd name="T98" fmla="*/ 30 w 77"/>
                  <a:gd name="T99" fmla="*/ 74 h 77"/>
                  <a:gd name="T100" fmla="*/ 30 w 77"/>
                  <a:gd name="T101" fmla="*/ 7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2"/>
              <p:cNvSpPr>
                <a:spLocks/>
              </p:cNvSpPr>
              <p:nvPr/>
            </p:nvSpPr>
            <p:spPr bwMode="auto">
              <a:xfrm>
                <a:off x="7950031" y="5180796"/>
                <a:ext cx="498634" cy="495178"/>
              </a:xfrm>
              <a:custGeom>
                <a:avLst/>
                <a:gdLst>
                  <a:gd name="T0" fmla="*/ 0 w 120"/>
                  <a:gd name="T1" fmla="*/ 60 h 120"/>
                  <a:gd name="T2" fmla="*/ 120 w 120"/>
                  <a:gd name="T3" fmla="*/ 60 h 120"/>
                  <a:gd name="T4" fmla="*/ 83 w 120"/>
                  <a:gd name="T5" fmla="*/ 24 h 120"/>
                  <a:gd name="T6" fmla="*/ 86 w 120"/>
                  <a:gd name="T7" fmla="*/ 14 h 120"/>
                  <a:gd name="T8" fmla="*/ 86 w 120"/>
                  <a:gd name="T9" fmla="*/ 28 h 120"/>
                  <a:gd name="T10" fmla="*/ 47 w 120"/>
                  <a:gd name="T11" fmla="*/ 77 h 120"/>
                  <a:gd name="T12" fmla="*/ 41 w 120"/>
                  <a:gd name="T13" fmla="*/ 88 h 120"/>
                  <a:gd name="T14" fmla="*/ 38 w 120"/>
                  <a:gd name="T15" fmla="*/ 95 h 120"/>
                  <a:gd name="T16" fmla="*/ 37 w 120"/>
                  <a:gd name="T17" fmla="*/ 110 h 120"/>
                  <a:gd name="T18" fmla="*/ 31 w 120"/>
                  <a:gd name="T19" fmla="*/ 99 h 120"/>
                  <a:gd name="T20" fmla="*/ 26 w 120"/>
                  <a:gd name="T21" fmla="*/ 89 h 120"/>
                  <a:gd name="T22" fmla="*/ 17 w 120"/>
                  <a:gd name="T23" fmla="*/ 82 h 120"/>
                  <a:gd name="T24" fmla="*/ 16 w 120"/>
                  <a:gd name="T25" fmla="*/ 68 h 120"/>
                  <a:gd name="T26" fmla="*/ 15 w 120"/>
                  <a:gd name="T27" fmla="*/ 60 h 120"/>
                  <a:gd name="T28" fmla="*/ 10 w 120"/>
                  <a:gd name="T29" fmla="*/ 54 h 120"/>
                  <a:gd name="T30" fmla="*/ 10 w 120"/>
                  <a:gd name="T31" fmla="*/ 45 h 120"/>
                  <a:gd name="T32" fmla="*/ 38 w 120"/>
                  <a:gd name="T33" fmla="*/ 20 h 120"/>
                  <a:gd name="T34" fmla="*/ 31 w 120"/>
                  <a:gd name="T35" fmla="*/ 20 h 120"/>
                  <a:gd name="T36" fmla="*/ 28 w 120"/>
                  <a:gd name="T37" fmla="*/ 26 h 120"/>
                  <a:gd name="T38" fmla="*/ 32 w 120"/>
                  <a:gd name="T39" fmla="*/ 28 h 120"/>
                  <a:gd name="T40" fmla="*/ 31 w 120"/>
                  <a:gd name="T41" fmla="*/ 24 h 120"/>
                  <a:gd name="T42" fmla="*/ 47 w 120"/>
                  <a:gd name="T43" fmla="*/ 30 h 120"/>
                  <a:gd name="T44" fmla="*/ 41 w 120"/>
                  <a:gd name="T45" fmla="*/ 34 h 120"/>
                  <a:gd name="T46" fmla="*/ 37 w 120"/>
                  <a:gd name="T47" fmla="*/ 36 h 120"/>
                  <a:gd name="T48" fmla="*/ 38 w 120"/>
                  <a:gd name="T49" fmla="*/ 43 h 120"/>
                  <a:gd name="T50" fmla="*/ 33 w 120"/>
                  <a:gd name="T51" fmla="*/ 49 h 120"/>
                  <a:gd name="T52" fmla="*/ 29 w 120"/>
                  <a:gd name="T53" fmla="*/ 51 h 120"/>
                  <a:gd name="T54" fmla="*/ 21 w 120"/>
                  <a:gd name="T55" fmla="*/ 49 h 120"/>
                  <a:gd name="T56" fmla="*/ 15 w 120"/>
                  <a:gd name="T57" fmla="*/ 54 h 120"/>
                  <a:gd name="T58" fmla="*/ 16 w 120"/>
                  <a:gd name="T59" fmla="*/ 58 h 120"/>
                  <a:gd name="T60" fmla="*/ 27 w 120"/>
                  <a:gd name="T61" fmla="*/ 62 h 120"/>
                  <a:gd name="T62" fmla="*/ 41 w 120"/>
                  <a:gd name="T63" fmla="*/ 66 h 120"/>
                  <a:gd name="T64" fmla="*/ 47 w 120"/>
                  <a:gd name="T65" fmla="*/ 77 h 120"/>
                  <a:gd name="T66" fmla="*/ 55 w 120"/>
                  <a:gd name="T67" fmla="*/ 21 h 120"/>
                  <a:gd name="T68" fmla="*/ 44 w 120"/>
                  <a:gd name="T69" fmla="*/ 15 h 120"/>
                  <a:gd name="T70" fmla="*/ 63 w 120"/>
                  <a:gd name="T71" fmla="*/ 10 h 120"/>
                  <a:gd name="T72" fmla="*/ 107 w 120"/>
                  <a:gd name="T73" fmla="*/ 62 h 120"/>
                  <a:gd name="T74" fmla="*/ 92 w 120"/>
                  <a:gd name="T75" fmla="*/ 102 h 120"/>
                  <a:gd name="T76" fmla="*/ 91 w 120"/>
                  <a:gd name="T77" fmla="*/ 92 h 120"/>
                  <a:gd name="T78" fmla="*/ 84 w 120"/>
                  <a:gd name="T79" fmla="*/ 81 h 120"/>
                  <a:gd name="T80" fmla="*/ 66 w 120"/>
                  <a:gd name="T81" fmla="*/ 67 h 120"/>
                  <a:gd name="T82" fmla="*/ 97 w 120"/>
                  <a:gd name="T83" fmla="*/ 56 h 120"/>
                  <a:gd name="T84" fmla="*/ 105 w 120"/>
                  <a:gd name="T85" fmla="*/ 49 h 120"/>
                  <a:gd name="T86" fmla="*/ 93 w 120"/>
                  <a:gd name="T87" fmla="*/ 39 h 120"/>
                  <a:gd name="T88" fmla="*/ 91 w 120"/>
                  <a:gd name="T89" fmla="*/ 52 h 120"/>
                  <a:gd name="T90" fmla="*/ 79 w 120"/>
                  <a:gd name="T91" fmla="*/ 49 h 120"/>
                  <a:gd name="T92" fmla="*/ 73 w 120"/>
                  <a:gd name="T93" fmla="*/ 44 h 120"/>
                  <a:gd name="T94" fmla="*/ 76 w 120"/>
                  <a:gd name="T95" fmla="*/ 35 h 120"/>
                  <a:gd name="T96" fmla="*/ 90 w 120"/>
                  <a:gd name="T97" fmla="*/ 36 h 120"/>
                  <a:gd name="T98" fmla="*/ 100 w 120"/>
                  <a:gd name="T99" fmla="*/ 36 h 120"/>
                  <a:gd name="T100" fmla="*/ 105 w 120"/>
                  <a:gd name="T101" fmla="*/ 32 h 120"/>
                  <a:gd name="T102" fmla="*/ 110 w 120"/>
                  <a:gd name="T103" fmla="*/ 57 h 120"/>
                  <a:gd name="T104" fmla="*/ 107 w 120"/>
                  <a:gd name="T105" fmla="*/ 62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>
              <a:xfrm>
                <a:off x="7957065" y="1628845"/>
                <a:ext cx="471871" cy="362798"/>
                <a:chOff x="2849564" y="3636963"/>
                <a:chExt cx="315912" cy="242888"/>
              </a:xfrm>
              <a:solidFill>
                <a:schemeClr val="accent3"/>
              </a:solidFill>
            </p:grpSpPr>
            <p:sp>
              <p:nvSpPr>
                <p:cNvPr id="40" name="Freeform: Shape 2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2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Freeform: Shape 24"/>
              <p:cNvSpPr/>
              <p:nvPr/>
            </p:nvSpPr>
            <p:spPr>
              <a:xfrm>
                <a:off x="7952754" y="3994423"/>
                <a:ext cx="478284" cy="448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8" name="TextBox 47"/>
            <p:cNvSpPr txBox="1"/>
            <p:nvPr/>
          </p:nvSpPr>
          <p:spPr>
            <a:xfrm flipH="1">
              <a:off x="6663890" y="2081721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9" name="TextBox 53"/>
            <p:cNvSpPr txBox="1"/>
            <p:nvPr/>
          </p:nvSpPr>
          <p:spPr>
            <a:xfrm flipH="1">
              <a:off x="6663890" y="2976795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10" name="TextBox 54"/>
            <p:cNvSpPr txBox="1"/>
            <p:nvPr/>
          </p:nvSpPr>
          <p:spPr>
            <a:xfrm flipH="1">
              <a:off x="6663890" y="3921900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05A3783-F767-48DC-B51C-DA234B1C0E8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45" name="TextBox 86">
              <a:extLst>
                <a:ext uri="{FF2B5EF4-FFF2-40B4-BE49-F238E27FC236}">
                  <a16:creationId xmlns:a16="http://schemas.microsoft.com/office/drawing/2014/main" id="{B290B216-E6EA-4A4F-85ED-CFB61BB78F3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19D373-E62D-4A03-ABA4-DC396E9DCE3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1170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Project Showcase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83626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55206" y="1032604"/>
            <a:ext cx="3400318" cy="3163687"/>
            <a:chOff x="2855206" y="1032604"/>
            <a:chExt cx="3400318" cy="3163687"/>
          </a:xfrm>
        </p:grpSpPr>
        <p:grpSp>
          <p:nvGrpSpPr>
            <p:cNvPr id="4" name="Group 2"/>
            <p:cNvGrpSpPr/>
            <p:nvPr/>
          </p:nvGrpSpPr>
          <p:grpSpPr>
            <a:xfrm>
              <a:off x="4396483" y="1032604"/>
              <a:ext cx="1859041" cy="1635020"/>
              <a:chOff x="5782165" y="481983"/>
              <a:chExt cx="3480614" cy="3061191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2"/>
                </a:gs>
              </a:gsLst>
              <a:lin ang="8100000" scaled="1"/>
              <a:tileRect/>
            </a:gradFill>
          </p:grpSpPr>
          <p:sp>
            <p:nvSpPr>
              <p:cNvPr id="77" name="Arrow: Right 70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78" name="Group 71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79" name="Rectangle 72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Rectangle 73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Rectangle 74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: Shape 75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: Shape 76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: Shape 77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Rectangle 78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Rectangle 79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Rectangle 80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Freeform: Shape 81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Freeform: Shape 82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Rectangle 83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Group 3"/>
            <p:cNvGrpSpPr/>
            <p:nvPr/>
          </p:nvGrpSpPr>
          <p:grpSpPr>
            <a:xfrm flipH="1">
              <a:off x="2857122" y="1040978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1"/>
                </a:gs>
              </a:gsLst>
              <a:lin ang="8100000" scaled="1"/>
            </a:gradFill>
          </p:grpSpPr>
          <p:sp>
            <p:nvSpPr>
              <p:cNvPr id="63" name="Arrow: Right 56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4" name="Group 57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65" name="Rectangle 58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Rectangle 59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Rectangle 60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: Shape 61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: Shape 62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: Shape 63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Rectangle 64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Rectangle 65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Rectangle 66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: Shape 67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Freeform: Shape 68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Rectangle 69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Group 4"/>
            <p:cNvGrpSpPr/>
            <p:nvPr/>
          </p:nvGrpSpPr>
          <p:grpSpPr>
            <a:xfrm flipV="1">
              <a:off x="4394392" y="2561271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4"/>
                </a:gs>
              </a:gsLst>
              <a:lin ang="8100000" scaled="1"/>
            </a:gradFill>
          </p:grpSpPr>
          <p:sp>
            <p:nvSpPr>
              <p:cNvPr id="49" name="Arrow: Right 42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0" name="Group 43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51" name="Rectangle 44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Rectangle 45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Rectangle 46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: Shape 47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: Shape 48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: Shape 49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Rectangle 50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51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Rectangle 52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: Shape 53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: Shape 54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Rectangle 55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5"/>
            <p:cNvGrpSpPr/>
            <p:nvPr/>
          </p:nvGrpSpPr>
          <p:grpSpPr>
            <a:xfrm flipH="1" flipV="1">
              <a:off x="2855206" y="2560263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3"/>
                </a:gs>
              </a:gsLst>
              <a:lin ang="8100000" scaled="1"/>
            </a:gradFill>
          </p:grpSpPr>
          <p:sp>
            <p:nvSpPr>
              <p:cNvPr id="35" name="Arrow: Right 28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6" name="Group 29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37" name="Rectangle 30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Rectangle 31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Rectangle 32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33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34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35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Rectangle 36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Rectangle 37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Rectangle 38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: Shape 39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: Shape 40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Rectangle 41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8" name="TextBox 10"/>
            <p:cNvSpPr txBox="1"/>
            <p:nvPr/>
          </p:nvSpPr>
          <p:spPr>
            <a:xfrm rot="2700000">
              <a:off x="3575747" y="1893001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 rot="18900000">
              <a:off x="4828515" y="1887669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12"/>
            <p:cNvSpPr txBox="1"/>
            <p:nvPr/>
          </p:nvSpPr>
          <p:spPr>
            <a:xfrm rot="18900000" flipH="1">
              <a:off x="3559268" y="313862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13"/>
            <p:cNvSpPr txBox="1"/>
            <p:nvPr/>
          </p:nvSpPr>
          <p:spPr>
            <a:xfrm rot="2700000" flipH="1">
              <a:off x="4753788" y="309515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Freeform: Shape 84"/>
            <p:cNvSpPr/>
            <p:nvPr/>
          </p:nvSpPr>
          <p:spPr>
            <a:xfrm>
              <a:off x="4676922" y="2282687"/>
              <a:ext cx="241847" cy="241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85"/>
            <p:cNvSpPr>
              <a:spLocks noChangeAspect="1"/>
            </p:cNvSpPr>
            <p:nvPr/>
          </p:nvSpPr>
          <p:spPr bwMode="auto">
            <a:xfrm>
              <a:off x="4679276" y="2751228"/>
              <a:ext cx="241959" cy="206673"/>
            </a:xfrm>
            <a:custGeom>
              <a:avLst/>
              <a:gdLst>
                <a:gd name="T0" fmla="*/ 48 w 48"/>
                <a:gd name="T1" fmla="*/ 38 h 41"/>
                <a:gd name="T2" fmla="*/ 45 w 48"/>
                <a:gd name="T3" fmla="*/ 41 h 41"/>
                <a:gd name="T4" fmla="*/ 37 w 48"/>
                <a:gd name="T5" fmla="*/ 41 h 41"/>
                <a:gd name="T6" fmla="*/ 34 w 48"/>
                <a:gd name="T7" fmla="*/ 38 h 41"/>
                <a:gd name="T8" fmla="*/ 34 w 48"/>
                <a:gd name="T9" fmla="*/ 30 h 41"/>
                <a:gd name="T10" fmla="*/ 37 w 48"/>
                <a:gd name="T11" fmla="*/ 27 h 41"/>
                <a:gd name="T12" fmla="*/ 39 w 48"/>
                <a:gd name="T13" fmla="*/ 27 h 41"/>
                <a:gd name="T14" fmla="*/ 39 w 48"/>
                <a:gd name="T15" fmla="*/ 22 h 41"/>
                <a:gd name="T16" fmla="*/ 25 w 48"/>
                <a:gd name="T17" fmla="*/ 22 h 41"/>
                <a:gd name="T18" fmla="*/ 25 w 48"/>
                <a:gd name="T19" fmla="*/ 27 h 41"/>
                <a:gd name="T20" fmla="*/ 28 w 48"/>
                <a:gd name="T21" fmla="*/ 27 h 41"/>
                <a:gd name="T22" fmla="*/ 31 w 48"/>
                <a:gd name="T23" fmla="*/ 30 h 41"/>
                <a:gd name="T24" fmla="*/ 31 w 48"/>
                <a:gd name="T25" fmla="*/ 38 h 41"/>
                <a:gd name="T26" fmla="*/ 28 w 48"/>
                <a:gd name="T27" fmla="*/ 41 h 41"/>
                <a:gd name="T28" fmla="*/ 19 w 48"/>
                <a:gd name="T29" fmla="*/ 41 h 41"/>
                <a:gd name="T30" fmla="*/ 17 w 48"/>
                <a:gd name="T31" fmla="*/ 38 h 41"/>
                <a:gd name="T32" fmla="*/ 17 w 48"/>
                <a:gd name="T33" fmla="*/ 30 h 41"/>
                <a:gd name="T34" fmla="*/ 19 w 48"/>
                <a:gd name="T35" fmla="*/ 27 h 41"/>
                <a:gd name="T36" fmla="*/ 22 w 48"/>
                <a:gd name="T37" fmla="*/ 27 h 41"/>
                <a:gd name="T38" fmla="*/ 22 w 48"/>
                <a:gd name="T39" fmla="*/ 22 h 41"/>
                <a:gd name="T40" fmla="*/ 8 w 48"/>
                <a:gd name="T41" fmla="*/ 22 h 41"/>
                <a:gd name="T42" fmla="*/ 8 w 48"/>
                <a:gd name="T43" fmla="*/ 27 h 41"/>
                <a:gd name="T44" fmla="*/ 11 w 48"/>
                <a:gd name="T45" fmla="*/ 27 h 41"/>
                <a:gd name="T46" fmla="*/ 13 w 48"/>
                <a:gd name="T47" fmla="*/ 30 h 41"/>
                <a:gd name="T48" fmla="*/ 13 w 48"/>
                <a:gd name="T49" fmla="*/ 38 h 41"/>
                <a:gd name="T50" fmla="*/ 11 w 48"/>
                <a:gd name="T51" fmla="*/ 41 h 41"/>
                <a:gd name="T52" fmla="*/ 2 w 48"/>
                <a:gd name="T53" fmla="*/ 41 h 41"/>
                <a:gd name="T54" fmla="*/ 0 w 48"/>
                <a:gd name="T55" fmla="*/ 38 h 41"/>
                <a:gd name="T56" fmla="*/ 0 w 48"/>
                <a:gd name="T57" fmla="*/ 30 h 41"/>
                <a:gd name="T58" fmla="*/ 2 w 48"/>
                <a:gd name="T59" fmla="*/ 27 h 41"/>
                <a:gd name="T60" fmla="*/ 5 w 48"/>
                <a:gd name="T61" fmla="*/ 27 h 41"/>
                <a:gd name="T62" fmla="*/ 5 w 48"/>
                <a:gd name="T63" fmla="*/ 22 h 41"/>
                <a:gd name="T64" fmla="*/ 8 w 48"/>
                <a:gd name="T65" fmla="*/ 19 h 41"/>
                <a:gd name="T66" fmla="*/ 22 w 48"/>
                <a:gd name="T67" fmla="*/ 19 h 41"/>
                <a:gd name="T68" fmla="*/ 22 w 48"/>
                <a:gd name="T69" fmla="*/ 13 h 41"/>
                <a:gd name="T70" fmla="*/ 19 w 48"/>
                <a:gd name="T71" fmla="*/ 13 h 41"/>
                <a:gd name="T72" fmla="*/ 17 w 48"/>
                <a:gd name="T73" fmla="*/ 11 h 41"/>
                <a:gd name="T74" fmla="*/ 17 w 48"/>
                <a:gd name="T75" fmla="*/ 2 h 41"/>
                <a:gd name="T76" fmla="*/ 19 w 48"/>
                <a:gd name="T77" fmla="*/ 0 h 41"/>
                <a:gd name="T78" fmla="*/ 28 w 48"/>
                <a:gd name="T79" fmla="*/ 0 h 41"/>
                <a:gd name="T80" fmla="*/ 31 w 48"/>
                <a:gd name="T81" fmla="*/ 2 h 41"/>
                <a:gd name="T82" fmla="*/ 31 w 48"/>
                <a:gd name="T83" fmla="*/ 11 h 41"/>
                <a:gd name="T84" fmla="*/ 28 w 48"/>
                <a:gd name="T85" fmla="*/ 13 h 41"/>
                <a:gd name="T86" fmla="*/ 25 w 48"/>
                <a:gd name="T87" fmla="*/ 13 h 41"/>
                <a:gd name="T88" fmla="*/ 25 w 48"/>
                <a:gd name="T89" fmla="*/ 19 h 41"/>
                <a:gd name="T90" fmla="*/ 39 w 48"/>
                <a:gd name="T91" fmla="*/ 19 h 41"/>
                <a:gd name="T92" fmla="*/ 43 w 48"/>
                <a:gd name="T93" fmla="*/ 22 h 41"/>
                <a:gd name="T94" fmla="*/ 43 w 48"/>
                <a:gd name="T95" fmla="*/ 27 h 41"/>
                <a:gd name="T96" fmla="*/ 45 w 48"/>
                <a:gd name="T97" fmla="*/ 27 h 41"/>
                <a:gd name="T98" fmla="*/ 48 w 48"/>
                <a:gd name="T99" fmla="*/ 30 h 41"/>
                <a:gd name="T100" fmla="*/ 48 w 48"/>
                <a:gd name="T101" fmla="*/ 3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86"/>
            <p:cNvSpPr>
              <a:spLocks/>
            </p:cNvSpPr>
            <p:nvPr/>
          </p:nvSpPr>
          <p:spPr bwMode="auto">
            <a:xfrm>
              <a:off x="4161343" y="2737990"/>
              <a:ext cx="253157" cy="25315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: Shape 87"/>
            <p:cNvSpPr>
              <a:spLocks noChangeAspect="1"/>
            </p:cNvSpPr>
            <p:nvPr/>
          </p:nvSpPr>
          <p:spPr bwMode="auto">
            <a:xfrm>
              <a:off x="4171249" y="2274342"/>
              <a:ext cx="226837" cy="241959"/>
            </a:xfrm>
            <a:custGeom>
              <a:avLst/>
              <a:gdLst>
                <a:gd name="T0" fmla="*/ 41 w 45"/>
                <a:gd name="T1" fmla="*/ 48 h 48"/>
                <a:gd name="T2" fmla="*/ 0 w 45"/>
                <a:gd name="T3" fmla="*/ 44 h 48"/>
                <a:gd name="T4" fmla="*/ 3 w 45"/>
                <a:gd name="T5" fmla="*/ 7 h 48"/>
                <a:gd name="T6" fmla="*/ 7 w 45"/>
                <a:gd name="T7" fmla="*/ 4 h 48"/>
                <a:gd name="T8" fmla="*/ 13 w 45"/>
                <a:gd name="T9" fmla="*/ 0 h 48"/>
                <a:gd name="T10" fmla="*/ 17 w 45"/>
                <a:gd name="T11" fmla="*/ 7 h 48"/>
                <a:gd name="T12" fmla="*/ 27 w 45"/>
                <a:gd name="T13" fmla="*/ 4 h 48"/>
                <a:gd name="T14" fmla="*/ 33 w 45"/>
                <a:gd name="T15" fmla="*/ 0 h 48"/>
                <a:gd name="T16" fmla="*/ 38 w 45"/>
                <a:gd name="T17" fmla="*/ 7 h 48"/>
                <a:gd name="T18" fmla="*/ 45 w 45"/>
                <a:gd name="T19" fmla="*/ 10 h 48"/>
                <a:gd name="T20" fmla="*/ 11 w 45"/>
                <a:gd name="T21" fmla="*/ 25 h 48"/>
                <a:gd name="T22" fmla="*/ 3 w 45"/>
                <a:gd name="T23" fmla="*/ 17 h 48"/>
                <a:gd name="T24" fmla="*/ 11 w 45"/>
                <a:gd name="T25" fmla="*/ 25 h 48"/>
                <a:gd name="T26" fmla="*/ 11 w 45"/>
                <a:gd name="T27" fmla="*/ 26 h 48"/>
                <a:gd name="T28" fmla="*/ 3 w 45"/>
                <a:gd name="T29" fmla="*/ 35 h 48"/>
                <a:gd name="T30" fmla="*/ 11 w 45"/>
                <a:gd name="T31" fmla="*/ 44 h 48"/>
                <a:gd name="T32" fmla="*/ 3 w 45"/>
                <a:gd name="T33" fmla="*/ 37 h 48"/>
                <a:gd name="T34" fmla="*/ 11 w 45"/>
                <a:gd name="T35" fmla="*/ 44 h 48"/>
                <a:gd name="T36" fmla="*/ 13 w 45"/>
                <a:gd name="T37" fmla="*/ 3 h 48"/>
                <a:gd name="T38" fmla="*/ 10 w 45"/>
                <a:gd name="T39" fmla="*/ 4 h 48"/>
                <a:gd name="T40" fmla="*/ 11 w 45"/>
                <a:gd name="T41" fmla="*/ 13 h 48"/>
                <a:gd name="T42" fmla="*/ 14 w 45"/>
                <a:gd name="T43" fmla="*/ 12 h 48"/>
                <a:gd name="T44" fmla="*/ 21 w 45"/>
                <a:gd name="T45" fmla="*/ 25 h 48"/>
                <a:gd name="T46" fmla="*/ 13 w 45"/>
                <a:gd name="T47" fmla="*/ 17 h 48"/>
                <a:gd name="T48" fmla="*/ 21 w 45"/>
                <a:gd name="T49" fmla="*/ 25 h 48"/>
                <a:gd name="T50" fmla="*/ 21 w 45"/>
                <a:gd name="T51" fmla="*/ 26 h 48"/>
                <a:gd name="T52" fmla="*/ 13 w 45"/>
                <a:gd name="T53" fmla="*/ 35 h 48"/>
                <a:gd name="T54" fmla="*/ 21 w 45"/>
                <a:gd name="T55" fmla="*/ 44 h 48"/>
                <a:gd name="T56" fmla="*/ 13 w 45"/>
                <a:gd name="T57" fmla="*/ 37 h 48"/>
                <a:gd name="T58" fmla="*/ 21 w 45"/>
                <a:gd name="T59" fmla="*/ 44 h 48"/>
                <a:gd name="T60" fmla="*/ 32 w 45"/>
                <a:gd name="T61" fmla="*/ 17 h 48"/>
                <a:gd name="T62" fmla="*/ 23 w 45"/>
                <a:gd name="T63" fmla="*/ 25 h 48"/>
                <a:gd name="T64" fmla="*/ 32 w 45"/>
                <a:gd name="T65" fmla="*/ 35 h 48"/>
                <a:gd name="T66" fmla="*/ 23 w 45"/>
                <a:gd name="T67" fmla="*/ 26 h 48"/>
                <a:gd name="T68" fmla="*/ 32 w 45"/>
                <a:gd name="T69" fmla="*/ 35 h 48"/>
                <a:gd name="T70" fmla="*/ 32 w 45"/>
                <a:gd name="T71" fmla="*/ 37 h 48"/>
                <a:gd name="T72" fmla="*/ 23 w 45"/>
                <a:gd name="T73" fmla="*/ 44 h 48"/>
                <a:gd name="T74" fmla="*/ 34 w 45"/>
                <a:gd name="T75" fmla="*/ 4 h 48"/>
                <a:gd name="T76" fmla="*/ 32 w 45"/>
                <a:gd name="T77" fmla="*/ 3 h 48"/>
                <a:gd name="T78" fmla="*/ 31 w 45"/>
                <a:gd name="T79" fmla="*/ 12 h 48"/>
                <a:gd name="T80" fmla="*/ 33 w 45"/>
                <a:gd name="T81" fmla="*/ 13 h 48"/>
                <a:gd name="T82" fmla="*/ 34 w 45"/>
                <a:gd name="T83" fmla="*/ 4 h 48"/>
                <a:gd name="T84" fmla="*/ 41 w 45"/>
                <a:gd name="T85" fmla="*/ 17 h 48"/>
                <a:gd name="T86" fmla="*/ 33 w 45"/>
                <a:gd name="T87" fmla="*/ 25 h 48"/>
                <a:gd name="T88" fmla="*/ 41 w 45"/>
                <a:gd name="T89" fmla="*/ 35 h 48"/>
                <a:gd name="T90" fmla="*/ 33 w 45"/>
                <a:gd name="T91" fmla="*/ 26 h 48"/>
                <a:gd name="T92" fmla="*/ 41 w 45"/>
                <a:gd name="T93" fmla="*/ 35 h 48"/>
                <a:gd name="T94" fmla="*/ 41 w 45"/>
                <a:gd name="T95" fmla="*/ 37 h 48"/>
                <a:gd name="T96" fmla="*/ 33 w 45"/>
                <a:gd name="T9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Group 88"/>
          <p:cNvGrpSpPr/>
          <p:nvPr/>
        </p:nvGrpSpPr>
        <p:grpSpPr>
          <a:xfrm>
            <a:off x="980602" y="1968499"/>
            <a:ext cx="7209801" cy="1604637"/>
            <a:chOff x="1307468" y="2624665"/>
            <a:chExt cx="9613068" cy="2139516"/>
          </a:xfrm>
        </p:grpSpPr>
        <p:grpSp>
          <p:nvGrpSpPr>
            <p:cNvPr id="17" name="Group 89"/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27" name="Group 99"/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9" name="Group 101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3" name="TextBox 10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4" name="Rectangle 10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30" name="Group 102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1" name="TextBox 103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2" name="Rectangle 104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8" name="Straight Connector 100"/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90"/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19" name="Group 91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1" name="Group 93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5" name="TextBox 97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6" name="Rectangle 98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22" name="Group 94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3" name="TextBox 9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4" name="Rectangle 9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0" name="Straight Connector 92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A649260-5BF7-4633-A817-64A5BE4D3CD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93" name="TextBox 86">
              <a:extLst>
                <a:ext uri="{FF2B5EF4-FFF2-40B4-BE49-F238E27FC236}">
                  <a16:creationId xmlns:a16="http://schemas.microsoft.com/office/drawing/2014/main" id="{6F37F691-6C7A-4C60-B8E5-DE6375D10D50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B8BCB8-957E-4569-8A96-284CA500D55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3502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/>
          </p:cNvSpPr>
          <p:nvPr/>
        </p:nvSpPr>
        <p:spPr bwMode="auto">
          <a:xfrm>
            <a:off x="542170" y="4441643"/>
            <a:ext cx="8076377" cy="0"/>
          </a:xfrm>
          <a:prstGeom prst="line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525452" y="702113"/>
            <a:ext cx="4033863" cy="24093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TextBox 14"/>
          <p:cNvSpPr txBox="1">
            <a:spLocks/>
          </p:cNvSpPr>
          <p:nvPr/>
        </p:nvSpPr>
        <p:spPr>
          <a:xfrm>
            <a:off x="525452" y="3127343"/>
            <a:ext cx="4033863" cy="118878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Box 15"/>
          <p:cNvSpPr txBox="1">
            <a:spLocks/>
          </p:cNvSpPr>
          <p:nvPr/>
        </p:nvSpPr>
        <p:spPr>
          <a:xfrm>
            <a:off x="4584684" y="701857"/>
            <a:ext cx="4033863" cy="118878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525452" y="701858"/>
            <a:ext cx="4033863" cy="2409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4579691" y="1912404"/>
            <a:ext cx="4033863" cy="2403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66925" y="880749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sp>
        <p:nvSpPr>
          <p:cNvPr id="13" name="矩形 12"/>
          <p:cNvSpPr/>
          <p:nvPr/>
        </p:nvSpPr>
        <p:spPr>
          <a:xfrm>
            <a:off x="1207693" y="3306235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08FF0A0-3693-4B5C-9FB0-EB74C6FC581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8" name="TextBox 86">
              <a:extLst>
                <a:ext uri="{FF2B5EF4-FFF2-40B4-BE49-F238E27FC236}">
                  <a16:creationId xmlns:a16="http://schemas.microsoft.com/office/drawing/2014/main" id="{CF300D7C-91F2-4BF1-AB6A-E3E55D2D6C0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30C9A3-170B-4DBC-A004-BD33CD90CB7B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56035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6"/>
          <p:cNvGrpSpPr/>
          <p:nvPr/>
        </p:nvGrpSpPr>
        <p:grpSpPr>
          <a:xfrm>
            <a:off x="3347691" y="1718155"/>
            <a:ext cx="2453525" cy="2138573"/>
            <a:chOff x="4463233" y="1047093"/>
            <a:chExt cx="3271367" cy="2851430"/>
          </a:xfrm>
        </p:grpSpPr>
        <p:sp>
          <p:nvSpPr>
            <p:cNvPr id="45" name="Freeform: Shape 27"/>
            <p:cNvSpPr>
              <a:spLocks/>
            </p:cNvSpPr>
            <p:nvPr/>
          </p:nvSpPr>
          <p:spPr bwMode="auto">
            <a:xfrm>
              <a:off x="7418351" y="2972240"/>
              <a:ext cx="254036" cy="176270"/>
            </a:xfrm>
            <a:custGeom>
              <a:avLst/>
              <a:gdLst>
                <a:gd name="T0" fmla="*/ 20 w 140"/>
                <a:gd name="T1" fmla="*/ 23 h 98"/>
                <a:gd name="T2" fmla="*/ 62 w 140"/>
                <a:gd name="T3" fmla="*/ 56 h 98"/>
                <a:gd name="T4" fmla="*/ 67 w 140"/>
                <a:gd name="T5" fmla="*/ 53 h 98"/>
                <a:gd name="T6" fmla="*/ 90 w 140"/>
                <a:gd name="T7" fmla="*/ 12 h 98"/>
                <a:gd name="T8" fmla="*/ 101 w 140"/>
                <a:gd name="T9" fmla="*/ 2 h 98"/>
                <a:gd name="T10" fmla="*/ 107 w 140"/>
                <a:gd name="T11" fmla="*/ 22 h 98"/>
                <a:gd name="T12" fmla="*/ 107 w 140"/>
                <a:gd name="T13" fmla="*/ 22 h 98"/>
                <a:gd name="T14" fmla="*/ 106 w 140"/>
                <a:gd name="T15" fmla="*/ 25 h 98"/>
                <a:gd name="T16" fmla="*/ 105 w 140"/>
                <a:gd name="T17" fmla="*/ 26 h 98"/>
                <a:gd name="T18" fmla="*/ 98 w 140"/>
                <a:gd name="T19" fmla="*/ 42 h 98"/>
                <a:gd name="T20" fmla="*/ 124 w 140"/>
                <a:gd name="T21" fmla="*/ 23 h 98"/>
                <a:gd name="T22" fmla="*/ 134 w 140"/>
                <a:gd name="T23" fmla="*/ 33 h 98"/>
                <a:gd name="T24" fmla="*/ 95 w 140"/>
                <a:gd name="T25" fmla="*/ 75 h 98"/>
                <a:gd name="T26" fmla="*/ 9 w 140"/>
                <a:gd name="T27" fmla="*/ 69 h 98"/>
                <a:gd name="T28" fmla="*/ 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Freeform: Shape 28"/>
            <p:cNvSpPr>
              <a:spLocks/>
            </p:cNvSpPr>
            <p:nvPr/>
          </p:nvSpPr>
          <p:spPr bwMode="auto">
            <a:xfrm>
              <a:off x="7214431" y="2880648"/>
              <a:ext cx="520169" cy="338715"/>
            </a:xfrm>
            <a:custGeom>
              <a:avLst/>
              <a:gdLst>
                <a:gd name="T0" fmla="*/ 244 w 288"/>
                <a:gd name="T1" fmla="*/ 139 h 187"/>
                <a:gd name="T2" fmla="*/ 286 w 288"/>
                <a:gd name="T3" fmla="*/ 127 h 187"/>
                <a:gd name="T4" fmla="*/ 270 w 288"/>
                <a:gd name="T5" fmla="*/ 112 h 187"/>
                <a:gd name="T6" fmla="*/ 163 w 288"/>
                <a:gd name="T7" fmla="*/ 121 h 187"/>
                <a:gd name="T8" fmla="*/ 143 w 288"/>
                <a:gd name="T9" fmla="*/ 71 h 187"/>
                <a:gd name="T10" fmla="*/ 162 w 288"/>
                <a:gd name="T11" fmla="*/ 4 h 187"/>
                <a:gd name="T12" fmla="*/ 145 w 288"/>
                <a:gd name="T13" fmla="*/ 14 h 187"/>
                <a:gd name="T14" fmla="*/ 77 w 288"/>
                <a:gd name="T15" fmla="*/ 86 h 187"/>
                <a:gd name="T16" fmla="*/ 55 w 288"/>
                <a:gd name="T17" fmla="*/ 83 h 187"/>
                <a:gd name="T18" fmla="*/ 0 w 288"/>
                <a:gd name="T19" fmla="*/ 143 h 187"/>
                <a:gd name="T20" fmla="*/ 74 w 288"/>
                <a:gd name="T21" fmla="*/ 183 h 187"/>
                <a:gd name="T22" fmla="*/ 2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Freeform: Shape 29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Freeform: Shape 30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Freeform: Shape 31"/>
            <p:cNvSpPr>
              <a:spLocks/>
            </p:cNvSpPr>
            <p:nvPr/>
          </p:nvSpPr>
          <p:spPr bwMode="auto">
            <a:xfrm>
              <a:off x="5944249" y="1753901"/>
              <a:ext cx="309336" cy="190095"/>
            </a:xfrm>
            <a:custGeom>
              <a:avLst/>
              <a:gdLst>
                <a:gd name="T0" fmla="*/ 0 w 179"/>
                <a:gd name="T1" fmla="*/ 0 h 110"/>
                <a:gd name="T2" fmla="*/ 0 w 179"/>
                <a:gd name="T3" fmla="*/ 79 h 110"/>
                <a:gd name="T4" fmla="*/ 49 w 179"/>
                <a:gd name="T5" fmla="*/ 110 h 110"/>
                <a:gd name="T6" fmla="*/ 179 w 179"/>
                <a:gd name="T7" fmla="*/ 30 h 110"/>
                <a:gd name="T8" fmla="*/ 179 w 179"/>
                <a:gd name="T9" fmla="*/ 0 h 110"/>
                <a:gd name="T10" fmla="*/ 0 w 179"/>
                <a:gd name="T1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Freeform: Shape 32"/>
            <p:cNvSpPr>
              <a:spLocks/>
            </p:cNvSpPr>
            <p:nvPr/>
          </p:nvSpPr>
          <p:spPr bwMode="auto">
            <a:xfrm>
              <a:off x="5790444" y="1140413"/>
              <a:ext cx="616945" cy="729275"/>
            </a:xfrm>
            <a:custGeom>
              <a:avLst/>
              <a:gdLst>
                <a:gd name="T0" fmla="*/ 320 w 340"/>
                <a:gd name="T1" fmla="*/ 172 h 403"/>
                <a:gd name="T2" fmla="*/ 303 w 340"/>
                <a:gd name="T3" fmla="*/ 174 h 403"/>
                <a:gd name="T4" fmla="*/ 170 w 340"/>
                <a:gd name="T5" fmla="*/ 0 h 403"/>
                <a:gd name="T6" fmla="*/ 37 w 340"/>
                <a:gd name="T7" fmla="*/ 174 h 403"/>
                <a:gd name="T8" fmla="*/ 20 w 340"/>
                <a:gd name="T9" fmla="*/ 172 h 403"/>
                <a:gd name="T10" fmla="*/ 49 w 340"/>
                <a:gd name="T11" fmla="*/ 266 h 403"/>
                <a:gd name="T12" fmla="*/ 93 w 340"/>
                <a:gd name="T13" fmla="*/ 359 h 403"/>
                <a:gd name="T14" fmla="*/ 170 w 340"/>
                <a:gd name="T15" fmla="*/ 403 h 403"/>
                <a:gd name="T16" fmla="*/ 249 w 340"/>
                <a:gd name="T17" fmla="*/ 353 h 403"/>
                <a:gd name="T18" fmla="*/ 291 w 340"/>
                <a:gd name="T19" fmla="*/ 266 h 403"/>
                <a:gd name="T20" fmla="*/ 320 w 340"/>
                <a:gd name="T21" fmla="*/ 17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Freeform: Shape 33"/>
            <p:cNvSpPr>
              <a:spLocks/>
            </p:cNvSpPr>
            <p:nvPr/>
          </p:nvSpPr>
          <p:spPr bwMode="auto">
            <a:xfrm>
              <a:off x="4613582" y="2398498"/>
              <a:ext cx="509801" cy="260950"/>
            </a:xfrm>
            <a:custGeom>
              <a:avLst/>
              <a:gdLst>
                <a:gd name="T0" fmla="*/ 110 w 282"/>
                <a:gd name="T1" fmla="*/ 1 h 144"/>
                <a:gd name="T2" fmla="*/ 179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3 w 282"/>
                <a:gd name="T15" fmla="*/ 102 h 144"/>
                <a:gd name="T16" fmla="*/ 1 w 282"/>
                <a:gd name="T17" fmla="*/ 10 h 144"/>
                <a:gd name="T18" fmla="*/ 4 w 282"/>
                <a:gd name="T19" fmla="*/ 1 h 144"/>
                <a:gd name="T20" fmla="*/ 34 w 282"/>
                <a:gd name="T21" fmla="*/ 16 h 144"/>
                <a:gd name="T22" fmla="*/ 80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2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Freeform: Shape 34"/>
            <p:cNvSpPr>
              <a:spLocks/>
            </p:cNvSpPr>
            <p:nvPr/>
          </p:nvSpPr>
          <p:spPr bwMode="auto">
            <a:xfrm>
              <a:off x="4786396" y="1529243"/>
              <a:ext cx="153804" cy="255765"/>
            </a:xfrm>
            <a:custGeom>
              <a:avLst/>
              <a:gdLst>
                <a:gd name="T0" fmla="*/ 85 w 85"/>
                <a:gd name="T1" fmla="*/ 101 h 141"/>
                <a:gd name="T2" fmla="*/ 34 w 85"/>
                <a:gd name="T3" fmla="*/ 82 h 141"/>
                <a:gd name="T4" fmla="*/ 34 w 85"/>
                <a:gd name="T5" fmla="*/ 77 h 141"/>
                <a:gd name="T6" fmla="*/ 56 w 85"/>
                <a:gd name="T7" fmla="*/ 35 h 141"/>
                <a:gd name="T8" fmla="*/ 58 w 85"/>
                <a:gd name="T9" fmla="*/ 20 h 141"/>
                <a:gd name="T10" fmla="*/ 38 w 85"/>
                <a:gd name="T11" fmla="*/ 27 h 141"/>
                <a:gd name="T12" fmla="*/ 38 w 85"/>
                <a:gd name="T13" fmla="*/ 27 h 141"/>
                <a:gd name="T14" fmla="*/ 37 w 85"/>
                <a:gd name="T15" fmla="*/ 29 h 141"/>
                <a:gd name="T16" fmla="*/ 36 w 85"/>
                <a:gd name="T17" fmla="*/ 30 h 141"/>
                <a:gd name="T18" fmla="*/ 26 w 85"/>
                <a:gd name="T19" fmla="*/ 45 h 141"/>
                <a:gd name="T20" fmla="*/ 28 w 85"/>
                <a:gd name="T21" fmla="*/ 13 h 141"/>
                <a:gd name="T22" fmla="*/ 14 w 85"/>
                <a:gd name="T23" fmla="*/ 9 h 141"/>
                <a:gd name="T24" fmla="*/ 0 w 85"/>
                <a:gd name="T25" fmla="*/ 65 h 141"/>
                <a:gd name="T26" fmla="*/ 52 w 85"/>
                <a:gd name="T27" fmla="*/ 134 h 141"/>
                <a:gd name="T28" fmla="*/ 85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Freeform: Shape 35"/>
            <p:cNvSpPr>
              <a:spLocks/>
            </p:cNvSpPr>
            <p:nvPr/>
          </p:nvSpPr>
          <p:spPr bwMode="auto">
            <a:xfrm>
              <a:off x="4708629" y="1511962"/>
              <a:ext cx="323161" cy="470054"/>
            </a:xfrm>
            <a:custGeom>
              <a:avLst/>
              <a:gdLst>
                <a:gd name="T0" fmla="*/ 12 w 178"/>
                <a:gd name="T1" fmla="*/ 52 h 260"/>
                <a:gd name="T2" fmla="*/ 0 w 178"/>
                <a:gd name="T3" fmla="*/ 11 h 260"/>
                <a:gd name="T4" fmla="*/ 21 w 178"/>
                <a:gd name="T5" fmla="*/ 16 h 260"/>
                <a:gd name="T6" fmla="*/ 71 w 178"/>
                <a:gd name="T7" fmla="*/ 111 h 260"/>
                <a:gd name="T8" fmla="*/ 124 w 178"/>
                <a:gd name="T9" fmla="*/ 100 h 260"/>
                <a:gd name="T10" fmla="*/ 170 w 178"/>
                <a:gd name="T11" fmla="*/ 48 h 260"/>
                <a:gd name="T12" fmla="*/ 171 w 178"/>
                <a:gd name="T13" fmla="*/ 68 h 260"/>
                <a:gd name="T14" fmla="*/ 147 w 178"/>
                <a:gd name="T15" fmla="*/ 164 h 260"/>
                <a:gd name="T16" fmla="*/ 161 w 178"/>
                <a:gd name="T17" fmla="*/ 181 h 260"/>
                <a:gd name="T18" fmla="*/ 141 w 178"/>
                <a:gd name="T19" fmla="*/ 260 h 260"/>
                <a:gd name="T20" fmla="*/ 67 w 178"/>
                <a:gd name="T21" fmla="*/ 220 h 260"/>
                <a:gd name="T22" fmla="*/ 12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Freeform: Shape 36"/>
            <p:cNvSpPr>
              <a:spLocks/>
            </p:cNvSpPr>
            <p:nvPr/>
          </p:nvSpPr>
          <p:spPr bwMode="auto">
            <a:xfrm>
              <a:off x="7257635" y="1529243"/>
              <a:ext cx="153804" cy="255765"/>
            </a:xfrm>
            <a:custGeom>
              <a:avLst/>
              <a:gdLst>
                <a:gd name="T0" fmla="*/ 0 w 85"/>
                <a:gd name="T1" fmla="*/ 101 h 141"/>
                <a:gd name="T2" fmla="*/ 51 w 85"/>
                <a:gd name="T3" fmla="*/ 82 h 141"/>
                <a:gd name="T4" fmla="*/ 51 w 85"/>
                <a:gd name="T5" fmla="*/ 77 h 141"/>
                <a:gd name="T6" fmla="*/ 29 w 85"/>
                <a:gd name="T7" fmla="*/ 35 h 141"/>
                <a:gd name="T8" fmla="*/ 27 w 85"/>
                <a:gd name="T9" fmla="*/ 20 h 141"/>
                <a:gd name="T10" fmla="*/ 47 w 85"/>
                <a:gd name="T11" fmla="*/ 27 h 141"/>
                <a:gd name="T12" fmla="*/ 47 w 85"/>
                <a:gd name="T13" fmla="*/ 27 h 141"/>
                <a:gd name="T14" fmla="*/ 48 w 85"/>
                <a:gd name="T15" fmla="*/ 29 h 141"/>
                <a:gd name="T16" fmla="*/ 49 w 85"/>
                <a:gd name="T17" fmla="*/ 30 h 141"/>
                <a:gd name="T18" fmla="*/ 59 w 85"/>
                <a:gd name="T19" fmla="*/ 45 h 141"/>
                <a:gd name="T20" fmla="*/ 57 w 85"/>
                <a:gd name="T21" fmla="*/ 13 h 141"/>
                <a:gd name="T22" fmla="*/ 71 w 85"/>
                <a:gd name="T23" fmla="*/ 9 h 141"/>
                <a:gd name="T24" fmla="*/ 85 w 85"/>
                <a:gd name="T25" fmla="*/ 65 h 141"/>
                <a:gd name="T26" fmla="*/ 33 w 85"/>
                <a:gd name="T27" fmla="*/ 134 h 141"/>
                <a:gd name="T28" fmla="*/ 0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Freeform: Shape 37"/>
            <p:cNvSpPr>
              <a:spLocks/>
            </p:cNvSpPr>
            <p:nvPr/>
          </p:nvSpPr>
          <p:spPr bwMode="auto">
            <a:xfrm>
              <a:off x="7167771" y="1511962"/>
              <a:ext cx="321434" cy="470054"/>
            </a:xfrm>
            <a:custGeom>
              <a:avLst/>
              <a:gdLst>
                <a:gd name="T0" fmla="*/ 166 w 178"/>
                <a:gd name="T1" fmla="*/ 52 h 260"/>
                <a:gd name="T2" fmla="*/ 178 w 178"/>
                <a:gd name="T3" fmla="*/ 11 h 260"/>
                <a:gd name="T4" fmla="*/ 157 w 178"/>
                <a:gd name="T5" fmla="*/ 16 h 260"/>
                <a:gd name="T6" fmla="*/ 107 w 178"/>
                <a:gd name="T7" fmla="*/ 111 h 260"/>
                <a:gd name="T8" fmla="*/ 54 w 178"/>
                <a:gd name="T9" fmla="*/ 100 h 260"/>
                <a:gd name="T10" fmla="*/ 8 w 178"/>
                <a:gd name="T11" fmla="*/ 48 h 260"/>
                <a:gd name="T12" fmla="*/ 7 w 178"/>
                <a:gd name="T13" fmla="*/ 68 h 260"/>
                <a:gd name="T14" fmla="*/ 31 w 178"/>
                <a:gd name="T15" fmla="*/ 164 h 260"/>
                <a:gd name="T16" fmla="*/ 17 w 178"/>
                <a:gd name="T17" fmla="*/ 181 h 260"/>
                <a:gd name="T18" fmla="*/ 37 w 178"/>
                <a:gd name="T19" fmla="*/ 260 h 260"/>
                <a:gd name="T20" fmla="*/ 111 w 178"/>
                <a:gd name="T21" fmla="*/ 220 h 260"/>
                <a:gd name="T22" fmla="*/ 166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Freeform: Shape 38"/>
            <p:cNvSpPr>
              <a:spLocks/>
            </p:cNvSpPr>
            <p:nvPr/>
          </p:nvSpPr>
          <p:spPr bwMode="auto">
            <a:xfrm>
              <a:off x="7167771" y="1836852"/>
              <a:ext cx="179726" cy="131339"/>
            </a:xfrm>
            <a:custGeom>
              <a:avLst/>
              <a:gdLst>
                <a:gd name="T0" fmla="*/ 0 w 104"/>
                <a:gd name="T1" fmla="*/ 17 h 76"/>
                <a:gd name="T2" fmla="*/ 17 w 104"/>
                <a:gd name="T3" fmla="*/ 0 h 76"/>
                <a:gd name="T4" fmla="*/ 104 w 104"/>
                <a:gd name="T5" fmla="*/ 56 h 76"/>
                <a:gd name="T6" fmla="*/ 81 w 104"/>
                <a:gd name="T7" fmla="*/ 76 h 76"/>
                <a:gd name="T8" fmla="*/ 0 w 104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Freeform: Shape 39"/>
            <p:cNvSpPr>
              <a:spLocks/>
            </p:cNvSpPr>
            <p:nvPr/>
          </p:nvSpPr>
          <p:spPr bwMode="auto">
            <a:xfrm>
              <a:off x="4850336" y="1836852"/>
              <a:ext cx="181454" cy="131339"/>
            </a:xfrm>
            <a:custGeom>
              <a:avLst/>
              <a:gdLst>
                <a:gd name="T0" fmla="*/ 105 w 105"/>
                <a:gd name="T1" fmla="*/ 17 h 76"/>
                <a:gd name="T2" fmla="*/ 87 w 105"/>
                <a:gd name="T3" fmla="*/ 0 h 76"/>
                <a:gd name="T4" fmla="*/ 0 w 105"/>
                <a:gd name="T5" fmla="*/ 56 h 76"/>
                <a:gd name="T6" fmla="*/ 23 w 105"/>
                <a:gd name="T7" fmla="*/ 76 h 76"/>
                <a:gd name="T8" fmla="*/ 105 w 105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Freeform: Shape 40"/>
            <p:cNvSpPr>
              <a:spLocks/>
            </p:cNvSpPr>
            <p:nvPr/>
          </p:nvSpPr>
          <p:spPr bwMode="auto">
            <a:xfrm>
              <a:off x="4853792" y="1848950"/>
              <a:ext cx="1100824" cy="489064"/>
            </a:xfrm>
            <a:custGeom>
              <a:avLst/>
              <a:gdLst>
                <a:gd name="T0" fmla="*/ 608 w 608"/>
                <a:gd name="T1" fmla="*/ 234 h 270"/>
                <a:gd name="T2" fmla="*/ 482 w 608"/>
                <a:gd name="T3" fmla="*/ 79 h 270"/>
                <a:gd name="T4" fmla="*/ 255 w 608"/>
                <a:gd name="T5" fmla="*/ 123 h 270"/>
                <a:gd name="T6" fmla="*/ 97 w 608"/>
                <a:gd name="T7" fmla="*/ 0 h 270"/>
                <a:gd name="T8" fmla="*/ 0 w 608"/>
                <a:gd name="T9" fmla="*/ 62 h 270"/>
                <a:gd name="T10" fmla="*/ 259 w 608"/>
                <a:gd name="T11" fmla="*/ 268 h 270"/>
                <a:gd name="T12" fmla="*/ 261 w 608"/>
                <a:gd name="T13" fmla="*/ 268 h 270"/>
                <a:gd name="T14" fmla="*/ 608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Freeform: Shape 41"/>
            <p:cNvSpPr>
              <a:spLocks/>
            </p:cNvSpPr>
            <p:nvPr/>
          </p:nvSpPr>
          <p:spPr bwMode="auto">
            <a:xfrm>
              <a:off x="6243216" y="1848950"/>
              <a:ext cx="1100824" cy="489064"/>
            </a:xfrm>
            <a:custGeom>
              <a:avLst/>
              <a:gdLst>
                <a:gd name="T0" fmla="*/ 0 w 608"/>
                <a:gd name="T1" fmla="*/ 234 h 270"/>
                <a:gd name="T2" fmla="*/ 126 w 608"/>
                <a:gd name="T3" fmla="*/ 79 h 270"/>
                <a:gd name="T4" fmla="*/ 353 w 608"/>
                <a:gd name="T5" fmla="*/ 123 h 270"/>
                <a:gd name="T6" fmla="*/ 511 w 608"/>
                <a:gd name="T7" fmla="*/ 0 h 270"/>
                <a:gd name="T8" fmla="*/ 608 w 608"/>
                <a:gd name="T9" fmla="*/ 62 h 270"/>
                <a:gd name="T10" fmla="*/ 349 w 608"/>
                <a:gd name="T11" fmla="*/ 268 h 270"/>
                <a:gd name="T12" fmla="*/ 347 w 608"/>
                <a:gd name="T13" fmla="*/ 268 h 270"/>
                <a:gd name="T14" fmla="*/ 0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Freeform: Shape 42"/>
            <p:cNvSpPr>
              <a:spLocks/>
            </p:cNvSpPr>
            <p:nvPr/>
          </p:nvSpPr>
          <p:spPr bwMode="auto">
            <a:xfrm>
              <a:off x="4525446" y="2972240"/>
              <a:ext cx="254036" cy="176270"/>
            </a:xfrm>
            <a:custGeom>
              <a:avLst/>
              <a:gdLst>
                <a:gd name="T0" fmla="*/ 120 w 140"/>
                <a:gd name="T1" fmla="*/ 23 h 98"/>
                <a:gd name="T2" fmla="*/ 78 w 140"/>
                <a:gd name="T3" fmla="*/ 56 h 98"/>
                <a:gd name="T4" fmla="*/ 73 w 140"/>
                <a:gd name="T5" fmla="*/ 53 h 98"/>
                <a:gd name="T6" fmla="*/ 50 w 140"/>
                <a:gd name="T7" fmla="*/ 12 h 98"/>
                <a:gd name="T8" fmla="*/ 39 w 140"/>
                <a:gd name="T9" fmla="*/ 2 h 98"/>
                <a:gd name="T10" fmla="*/ 33 w 140"/>
                <a:gd name="T11" fmla="*/ 22 h 98"/>
                <a:gd name="T12" fmla="*/ 33 w 140"/>
                <a:gd name="T13" fmla="*/ 22 h 98"/>
                <a:gd name="T14" fmla="*/ 34 w 140"/>
                <a:gd name="T15" fmla="*/ 25 h 98"/>
                <a:gd name="T16" fmla="*/ 35 w 140"/>
                <a:gd name="T17" fmla="*/ 26 h 98"/>
                <a:gd name="T18" fmla="*/ 42 w 140"/>
                <a:gd name="T19" fmla="*/ 42 h 98"/>
                <a:gd name="T20" fmla="*/ 16 w 140"/>
                <a:gd name="T21" fmla="*/ 23 h 98"/>
                <a:gd name="T22" fmla="*/ 6 w 140"/>
                <a:gd name="T23" fmla="*/ 33 h 98"/>
                <a:gd name="T24" fmla="*/ 45 w 140"/>
                <a:gd name="T25" fmla="*/ 75 h 98"/>
                <a:gd name="T26" fmla="*/ 131 w 140"/>
                <a:gd name="T27" fmla="*/ 69 h 98"/>
                <a:gd name="T28" fmla="*/ 1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Freeform: Shape 43"/>
            <p:cNvSpPr>
              <a:spLocks/>
            </p:cNvSpPr>
            <p:nvPr/>
          </p:nvSpPr>
          <p:spPr bwMode="auto">
            <a:xfrm>
              <a:off x="4463233" y="2880648"/>
              <a:ext cx="520169" cy="338715"/>
            </a:xfrm>
            <a:custGeom>
              <a:avLst/>
              <a:gdLst>
                <a:gd name="T0" fmla="*/ 44 w 288"/>
                <a:gd name="T1" fmla="*/ 139 h 187"/>
                <a:gd name="T2" fmla="*/ 2 w 288"/>
                <a:gd name="T3" fmla="*/ 127 h 187"/>
                <a:gd name="T4" fmla="*/ 18 w 288"/>
                <a:gd name="T5" fmla="*/ 112 h 187"/>
                <a:gd name="T6" fmla="*/ 125 w 288"/>
                <a:gd name="T7" fmla="*/ 121 h 187"/>
                <a:gd name="T8" fmla="*/ 145 w 288"/>
                <a:gd name="T9" fmla="*/ 71 h 187"/>
                <a:gd name="T10" fmla="*/ 126 w 288"/>
                <a:gd name="T11" fmla="*/ 4 h 187"/>
                <a:gd name="T12" fmla="*/ 143 w 288"/>
                <a:gd name="T13" fmla="*/ 14 h 187"/>
                <a:gd name="T14" fmla="*/ 211 w 288"/>
                <a:gd name="T15" fmla="*/ 86 h 187"/>
                <a:gd name="T16" fmla="*/ 233 w 288"/>
                <a:gd name="T17" fmla="*/ 83 h 187"/>
                <a:gd name="T18" fmla="*/ 288 w 288"/>
                <a:gd name="T19" fmla="*/ 143 h 187"/>
                <a:gd name="T20" fmla="*/ 214 w 288"/>
                <a:gd name="T21" fmla="*/ 183 h 187"/>
                <a:gd name="T22" fmla="*/ 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Freeform: Shape 44"/>
            <p:cNvSpPr>
              <a:spLocks/>
            </p:cNvSpPr>
            <p:nvPr/>
          </p:nvSpPr>
          <p:spPr bwMode="auto">
            <a:xfrm>
              <a:off x="4881443" y="3018900"/>
              <a:ext cx="50115" cy="190095"/>
            </a:xfrm>
            <a:custGeom>
              <a:avLst/>
              <a:gdLst>
                <a:gd name="T0" fmla="*/ 24 w 29"/>
                <a:gd name="T1" fmla="*/ 0 h 110"/>
                <a:gd name="T2" fmla="*/ 0 w 29"/>
                <a:gd name="T3" fmla="*/ 7 h 110"/>
                <a:gd name="T4" fmla="*/ 0 w 29"/>
                <a:gd name="T5" fmla="*/ 110 h 110"/>
                <a:gd name="T6" fmla="*/ 29 w 29"/>
                <a:gd name="T7" fmla="*/ 101 h 110"/>
                <a:gd name="T8" fmla="*/ 24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Freeform: Shape 45"/>
            <p:cNvSpPr>
              <a:spLocks/>
            </p:cNvSpPr>
            <p:nvPr/>
          </p:nvSpPr>
          <p:spPr bwMode="auto">
            <a:xfrm>
              <a:off x="4905637" y="2529837"/>
              <a:ext cx="1024786" cy="689528"/>
            </a:xfrm>
            <a:custGeom>
              <a:avLst/>
              <a:gdLst>
                <a:gd name="T0" fmla="*/ 566 w 566"/>
                <a:gd name="T1" fmla="*/ 14 h 381"/>
                <a:gd name="T2" fmla="*/ 393 w 566"/>
                <a:gd name="T3" fmla="*/ 0 h 381"/>
                <a:gd name="T4" fmla="*/ 270 w 566"/>
                <a:gd name="T5" fmla="*/ 158 h 381"/>
                <a:gd name="T6" fmla="*/ 1 w 566"/>
                <a:gd name="T7" fmla="*/ 267 h 381"/>
                <a:gd name="T8" fmla="*/ 0 w 566"/>
                <a:gd name="T9" fmla="*/ 381 h 381"/>
                <a:gd name="T10" fmla="*/ 314 w 566"/>
                <a:gd name="T11" fmla="*/ 275 h 381"/>
                <a:gd name="T12" fmla="*/ 315 w 566"/>
                <a:gd name="T13" fmla="*/ 273 h 381"/>
                <a:gd name="T14" fmla="*/ 566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Freeform: Shape 46"/>
            <p:cNvSpPr>
              <a:spLocks/>
            </p:cNvSpPr>
            <p:nvPr/>
          </p:nvSpPr>
          <p:spPr bwMode="auto">
            <a:xfrm>
              <a:off x="7266275" y="3018900"/>
              <a:ext cx="50115" cy="190095"/>
            </a:xfrm>
            <a:custGeom>
              <a:avLst/>
              <a:gdLst>
                <a:gd name="T0" fmla="*/ 5 w 29"/>
                <a:gd name="T1" fmla="*/ 0 h 110"/>
                <a:gd name="T2" fmla="*/ 29 w 29"/>
                <a:gd name="T3" fmla="*/ 7 h 110"/>
                <a:gd name="T4" fmla="*/ 29 w 29"/>
                <a:gd name="T5" fmla="*/ 110 h 110"/>
                <a:gd name="T6" fmla="*/ 0 w 29"/>
                <a:gd name="T7" fmla="*/ 101 h 110"/>
                <a:gd name="T8" fmla="*/ 5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Freeform: Shape 47"/>
            <p:cNvSpPr>
              <a:spLocks/>
            </p:cNvSpPr>
            <p:nvPr/>
          </p:nvSpPr>
          <p:spPr bwMode="auto">
            <a:xfrm>
              <a:off x="6267410" y="2529837"/>
              <a:ext cx="1024786" cy="689528"/>
            </a:xfrm>
            <a:custGeom>
              <a:avLst/>
              <a:gdLst>
                <a:gd name="T0" fmla="*/ 0 w 566"/>
                <a:gd name="T1" fmla="*/ 14 h 381"/>
                <a:gd name="T2" fmla="*/ 173 w 566"/>
                <a:gd name="T3" fmla="*/ 0 h 381"/>
                <a:gd name="T4" fmla="*/ 296 w 566"/>
                <a:gd name="T5" fmla="*/ 158 h 381"/>
                <a:gd name="T6" fmla="*/ 565 w 566"/>
                <a:gd name="T7" fmla="*/ 267 h 381"/>
                <a:gd name="T8" fmla="*/ 566 w 566"/>
                <a:gd name="T9" fmla="*/ 381 h 381"/>
                <a:gd name="T10" fmla="*/ 252 w 566"/>
                <a:gd name="T11" fmla="*/ 275 h 381"/>
                <a:gd name="T12" fmla="*/ 251 w 566"/>
                <a:gd name="T13" fmla="*/ 273 h 381"/>
                <a:gd name="T14" fmla="*/ 0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Freeform: Shape 48"/>
            <p:cNvSpPr>
              <a:spLocks/>
            </p:cNvSpPr>
            <p:nvPr/>
          </p:nvSpPr>
          <p:spPr bwMode="auto">
            <a:xfrm>
              <a:off x="4606669" y="2398498"/>
              <a:ext cx="511529" cy="260950"/>
            </a:xfrm>
            <a:custGeom>
              <a:avLst/>
              <a:gdLst>
                <a:gd name="T0" fmla="*/ 110 w 282"/>
                <a:gd name="T1" fmla="*/ 1 h 144"/>
                <a:gd name="T2" fmla="*/ 178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2 w 282"/>
                <a:gd name="T15" fmla="*/ 102 h 144"/>
                <a:gd name="T16" fmla="*/ 1 w 282"/>
                <a:gd name="T17" fmla="*/ 10 h 144"/>
                <a:gd name="T18" fmla="*/ 3 w 282"/>
                <a:gd name="T19" fmla="*/ 1 h 144"/>
                <a:gd name="T20" fmla="*/ 33 w 282"/>
                <a:gd name="T21" fmla="*/ 16 h 144"/>
                <a:gd name="T22" fmla="*/ 79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1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Freeform: Shape 49"/>
            <p:cNvSpPr>
              <a:spLocks/>
            </p:cNvSpPr>
            <p:nvPr/>
          </p:nvSpPr>
          <p:spPr bwMode="auto">
            <a:xfrm>
              <a:off x="7079636" y="2398498"/>
              <a:ext cx="511529" cy="260950"/>
            </a:xfrm>
            <a:custGeom>
              <a:avLst/>
              <a:gdLst>
                <a:gd name="T0" fmla="*/ 172 w 282"/>
                <a:gd name="T1" fmla="*/ 1 h 144"/>
                <a:gd name="T2" fmla="*/ 104 w 282"/>
                <a:gd name="T3" fmla="*/ 21 h 144"/>
                <a:gd name="T4" fmla="*/ 43 w 282"/>
                <a:gd name="T5" fmla="*/ 46 h 144"/>
                <a:gd name="T6" fmla="*/ 26 w 282"/>
                <a:gd name="T7" fmla="*/ 68 h 144"/>
                <a:gd name="T8" fmla="*/ 0 w 282"/>
                <a:gd name="T9" fmla="*/ 88 h 144"/>
                <a:gd name="T10" fmla="*/ 59 w 282"/>
                <a:gd name="T11" fmla="*/ 144 h 144"/>
                <a:gd name="T12" fmla="*/ 86 w 282"/>
                <a:gd name="T13" fmla="*/ 129 h 144"/>
                <a:gd name="T14" fmla="*/ 200 w 282"/>
                <a:gd name="T15" fmla="*/ 102 h 144"/>
                <a:gd name="T16" fmla="*/ 281 w 282"/>
                <a:gd name="T17" fmla="*/ 10 h 144"/>
                <a:gd name="T18" fmla="*/ 279 w 282"/>
                <a:gd name="T19" fmla="*/ 1 h 144"/>
                <a:gd name="T20" fmla="*/ 249 w 282"/>
                <a:gd name="T21" fmla="*/ 16 h 144"/>
                <a:gd name="T22" fmla="*/ 203 w 282"/>
                <a:gd name="T23" fmla="*/ 62 h 144"/>
                <a:gd name="T24" fmla="*/ 247 w 282"/>
                <a:gd name="T25" fmla="*/ 10 h 144"/>
                <a:gd name="T26" fmla="*/ 247 w 282"/>
                <a:gd name="T27" fmla="*/ 1 h 144"/>
                <a:gd name="T28" fmla="*/ 216 w 282"/>
                <a:gd name="T29" fmla="*/ 15 h 144"/>
                <a:gd name="T30" fmla="*/ 136 w 282"/>
                <a:gd name="T31" fmla="*/ 67 h 144"/>
                <a:gd name="T32" fmla="*/ 121 w 282"/>
                <a:gd name="T33" fmla="*/ 45 h 144"/>
                <a:gd name="T34" fmla="*/ 155 w 282"/>
                <a:gd name="T35" fmla="*/ 36 h 144"/>
                <a:gd name="T36" fmla="*/ 172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8" name="Freeform: Shape 50"/>
            <p:cNvSpPr>
              <a:spLocks/>
            </p:cNvSpPr>
            <p:nvPr/>
          </p:nvSpPr>
          <p:spPr bwMode="auto">
            <a:xfrm>
              <a:off x="7007054" y="2503914"/>
              <a:ext cx="207377" cy="222931"/>
            </a:xfrm>
            <a:custGeom>
              <a:avLst/>
              <a:gdLst>
                <a:gd name="T0" fmla="*/ 0 w 120"/>
                <a:gd name="T1" fmla="*/ 28 h 129"/>
                <a:gd name="T2" fmla="*/ 50 w 120"/>
                <a:gd name="T3" fmla="*/ 0 h 129"/>
                <a:gd name="T4" fmla="*/ 120 w 120"/>
                <a:gd name="T5" fmla="*/ 102 h 129"/>
                <a:gd name="T6" fmla="*/ 74 w 120"/>
                <a:gd name="T7" fmla="*/ 129 h 129"/>
                <a:gd name="T8" fmla="*/ 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Freeform: Shape 51"/>
            <p:cNvSpPr>
              <a:spLocks/>
            </p:cNvSpPr>
            <p:nvPr/>
          </p:nvSpPr>
          <p:spPr bwMode="auto">
            <a:xfrm>
              <a:off x="4986860" y="2503914"/>
              <a:ext cx="207377" cy="222931"/>
            </a:xfrm>
            <a:custGeom>
              <a:avLst/>
              <a:gdLst>
                <a:gd name="T0" fmla="*/ 120 w 120"/>
                <a:gd name="T1" fmla="*/ 28 h 129"/>
                <a:gd name="T2" fmla="*/ 71 w 120"/>
                <a:gd name="T3" fmla="*/ 0 h 129"/>
                <a:gd name="T4" fmla="*/ 0 w 120"/>
                <a:gd name="T5" fmla="*/ 102 h 129"/>
                <a:gd name="T6" fmla="*/ 46 w 120"/>
                <a:gd name="T7" fmla="*/ 129 h 129"/>
                <a:gd name="T8" fmla="*/ 12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0" name="Freeform: Shape 52"/>
            <p:cNvSpPr>
              <a:spLocks/>
            </p:cNvSpPr>
            <p:nvPr/>
          </p:nvSpPr>
          <p:spPr bwMode="auto">
            <a:xfrm>
              <a:off x="5031791" y="1890425"/>
              <a:ext cx="2139436" cy="1328940"/>
            </a:xfrm>
            <a:custGeom>
              <a:avLst/>
              <a:gdLst>
                <a:gd name="T0" fmla="*/ 1105 w 1182"/>
                <a:gd name="T1" fmla="*/ 339 h 734"/>
                <a:gd name="T2" fmla="*/ 1010 w 1182"/>
                <a:gd name="T3" fmla="*/ 393 h 734"/>
                <a:gd name="T4" fmla="*/ 881 w 1182"/>
                <a:gd name="T5" fmla="*/ 89 h 734"/>
                <a:gd name="T6" fmla="*/ 675 w 1182"/>
                <a:gd name="T7" fmla="*/ 0 h 734"/>
                <a:gd name="T8" fmla="*/ 590 w 1182"/>
                <a:gd name="T9" fmla="*/ 339 h 734"/>
                <a:gd name="T10" fmla="*/ 505 w 1182"/>
                <a:gd name="T11" fmla="*/ 0 h 734"/>
                <a:gd name="T12" fmla="*/ 292 w 1182"/>
                <a:gd name="T13" fmla="*/ 93 h 734"/>
                <a:gd name="T14" fmla="*/ 172 w 1182"/>
                <a:gd name="T15" fmla="*/ 393 h 734"/>
                <a:gd name="T16" fmla="*/ 77 w 1182"/>
                <a:gd name="T17" fmla="*/ 339 h 734"/>
                <a:gd name="T18" fmla="*/ 0 w 1182"/>
                <a:gd name="T19" fmla="*/ 461 h 734"/>
                <a:gd name="T20" fmla="*/ 184 w 1182"/>
                <a:gd name="T21" fmla="*/ 559 h 734"/>
                <a:gd name="T22" fmla="*/ 217 w 1182"/>
                <a:gd name="T23" fmla="*/ 540 h 734"/>
                <a:gd name="T24" fmla="*/ 353 w 1182"/>
                <a:gd name="T25" fmla="*/ 375 h 734"/>
                <a:gd name="T26" fmla="*/ 353 w 1182"/>
                <a:gd name="T27" fmla="*/ 734 h 734"/>
                <a:gd name="T28" fmla="*/ 590 w 1182"/>
                <a:gd name="T29" fmla="*/ 734 h 734"/>
                <a:gd name="T30" fmla="*/ 829 w 1182"/>
                <a:gd name="T31" fmla="*/ 734 h 734"/>
                <a:gd name="T32" fmla="*/ 829 w 1182"/>
                <a:gd name="T33" fmla="*/ 375 h 734"/>
                <a:gd name="T34" fmla="*/ 965 w 1182"/>
                <a:gd name="T35" fmla="*/ 540 h 734"/>
                <a:gd name="T36" fmla="*/ 998 w 1182"/>
                <a:gd name="T37" fmla="*/ 559 h 734"/>
                <a:gd name="T38" fmla="*/ 1182 w 1182"/>
                <a:gd name="T39" fmla="*/ 461 h 734"/>
                <a:gd name="T40" fmla="*/ 1105 w 1182"/>
                <a:gd name="T41" fmla="*/ 339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1" name="Freeform: Shape 53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" name="Freeform: Shape 54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3" name="Freeform: Shape 55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4" name="Freeform: Shape 56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" name="Freeform: Shape 57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Freeform: Shape 58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Freeform: Shape 59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8" name="Freeform: Shape 60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9" name="Freeform: Shape 61"/>
            <p:cNvSpPr>
              <a:spLocks/>
            </p:cNvSpPr>
            <p:nvPr/>
          </p:nvSpPr>
          <p:spPr bwMode="auto">
            <a:xfrm>
              <a:off x="6035840" y="1976832"/>
              <a:ext cx="63941" cy="527083"/>
            </a:xfrm>
            <a:custGeom>
              <a:avLst/>
              <a:gdLst>
                <a:gd name="T0" fmla="*/ 37 w 37"/>
                <a:gd name="T1" fmla="*/ 305 h 305"/>
                <a:gd name="T2" fmla="*/ 32 w 37"/>
                <a:gd name="T3" fmla="*/ 60 h 305"/>
                <a:gd name="T4" fmla="*/ 32 w 37"/>
                <a:gd name="T5" fmla="*/ 0 h 305"/>
                <a:gd name="T6" fmla="*/ 0 w 37"/>
                <a:gd name="T7" fmla="*/ 16 h 305"/>
                <a:gd name="T8" fmla="*/ 20 w 37"/>
                <a:gd name="T9" fmla="*/ 43 h 305"/>
                <a:gd name="T10" fmla="*/ 5 w 37"/>
                <a:gd name="T11" fmla="*/ 185 h 305"/>
                <a:gd name="T12" fmla="*/ 37 w 37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0" name="Freeform: Shape 62"/>
            <p:cNvSpPr>
              <a:spLocks/>
            </p:cNvSpPr>
            <p:nvPr/>
          </p:nvSpPr>
          <p:spPr bwMode="auto">
            <a:xfrm>
              <a:off x="6091140" y="1976832"/>
              <a:ext cx="60484" cy="527083"/>
            </a:xfrm>
            <a:custGeom>
              <a:avLst/>
              <a:gdLst>
                <a:gd name="T0" fmla="*/ 5 w 35"/>
                <a:gd name="T1" fmla="*/ 305 h 305"/>
                <a:gd name="T2" fmla="*/ 0 w 35"/>
                <a:gd name="T3" fmla="*/ 60 h 305"/>
                <a:gd name="T4" fmla="*/ 0 w 35"/>
                <a:gd name="T5" fmla="*/ 0 h 305"/>
                <a:gd name="T6" fmla="*/ 32 w 35"/>
                <a:gd name="T7" fmla="*/ 16 h 305"/>
                <a:gd name="T8" fmla="*/ 12 w 35"/>
                <a:gd name="T9" fmla="*/ 43 h 305"/>
                <a:gd name="T10" fmla="*/ 35 w 35"/>
                <a:gd name="T11" fmla="*/ 190 h 305"/>
                <a:gd name="T12" fmla="*/ 5 w 35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" name="Freeform: Shape 63"/>
            <p:cNvSpPr>
              <a:spLocks/>
            </p:cNvSpPr>
            <p:nvPr/>
          </p:nvSpPr>
          <p:spPr bwMode="auto">
            <a:xfrm>
              <a:off x="6044481" y="1976832"/>
              <a:ext cx="55300" cy="527083"/>
            </a:xfrm>
            <a:custGeom>
              <a:avLst/>
              <a:gdLst>
                <a:gd name="T0" fmla="*/ 32 w 32"/>
                <a:gd name="T1" fmla="*/ 301 h 305"/>
                <a:gd name="T2" fmla="*/ 32 w 32"/>
                <a:gd name="T3" fmla="*/ 305 h 305"/>
                <a:gd name="T4" fmla="*/ 0 w 32"/>
                <a:gd name="T5" fmla="*/ 185 h 305"/>
                <a:gd name="T6" fmla="*/ 27 w 32"/>
                <a:gd name="T7" fmla="*/ 0 h 305"/>
                <a:gd name="T8" fmla="*/ 32 w 32"/>
                <a:gd name="T9" fmla="*/ 30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Freeform: Shape 64"/>
            <p:cNvSpPr>
              <a:spLocks/>
            </p:cNvSpPr>
            <p:nvPr/>
          </p:nvSpPr>
          <p:spPr bwMode="auto">
            <a:xfrm>
              <a:off x="5792173" y="1881784"/>
              <a:ext cx="307609" cy="622130"/>
            </a:xfrm>
            <a:custGeom>
              <a:avLst/>
              <a:gdLst>
                <a:gd name="T0" fmla="*/ 88 w 178"/>
                <a:gd name="T1" fmla="*/ 0 h 360"/>
                <a:gd name="T2" fmla="*/ 0 w 178"/>
                <a:gd name="T3" fmla="*/ 40 h 360"/>
                <a:gd name="T4" fmla="*/ 54 w 178"/>
                <a:gd name="T5" fmla="*/ 96 h 360"/>
                <a:gd name="T6" fmla="*/ 29 w 178"/>
                <a:gd name="T7" fmla="*/ 143 h 360"/>
                <a:gd name="T8" fmla="*/ 178 w 178"/>
                <a:gd name="T9" fmla="*/ 360 h 360"/>
                <a:gd name="T10" fmla="*/ 88 w 178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3" name="Freeform: Shape 65"/>
            <p:cNvSpPr>
              <a:spLocks/>
            </p:cNvSpPr>
            <p:nvPr/>
          </p:nvSpPr>
          <p:spPr bwMode="auto">
            <a:xfrm>
              <a:off x="6096325" y="1885240"/>
              <a:ext cx="305880" cy="618674"/>
            </a:xfrm>
            <a:custGeom>
              <a:avLst/>
              <a:gdLst>
                <a:gd name="T0" fmla="*/ 91 w 177"/>
                <a:gd name="T1" fmla="*/ 0 h 358"/>
                <a:gd name="T2" fmla="*/ 177 w 177"/>
                <a:gd name="T3" fmla="*/ 37 h 358"/>
                <a:gd name="T4" fmla="*/ 124 w 177"/>
                <a:gd name="T5" fmla="*/ 94 h 358"/>
                <a:gd name="T6" fmla="*/ 148 w 177"/>
                <a:gd name="T7" fmla="*/ 141 h 358"/>
                <a:gd name="T8" fmla="*/ 0 w 177"/>
                <a:gd name="T9" fmla="*/ 358 h 358"/>
                <a:gd name="T10" fmla="*/ 91 w 177"/>
                <a:gd name="T11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4" name="Rectangle 66"/>
            <p:cNvSpPr>
              <a:spLocks/>
            </p:cNvSpPr>
            <p:nvPr/>
          </p:nvSpPr>
          <p:spPr bwMode="auto">
            <a:xfrm>
              <a:off x="5747241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5" name="Rectangle 67"/>
            <p:cNvSpPr>
              <a:spLocks/>
            </p:cNvSpPr>
            <p:nvPr/>
          </p:nvSpPr>
          <p:spPr bwMode="auto">
            <a:xfrm>
              <a:off x="6260498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Freeform: Shape 68"/>
            <p:cNvSpPr>
              <a:spLocks/>
            </p:cNvSpPr>
            <p:nvPr/>
          </p:nvSpPr>
          <p:spPr bwMode="auto">
            <a:xfrm>
              <a:off x="5795629" y="1047093"/>
              <a:ext cx="616945" cy="494248"/>
            </a:xfrm>
            <a:custGeom>
              <a:avLst/>
              <a:gdLst>
                <a:gd name="T0" fmla="*/ 41 w 341"/>
                <a:gd name="T1" fmla="*/ 273 h 273"/>
                <a:gd name="T2" fmla="*/ 1 w 341"/>
                <a:gd name="T3" fmla="*/ 140 h 273"/>
                <a:gd name="T4" fmla="*/ 151 w 341"/>
                <a:gd name="T5" fmla="*/ 2 h 273"/>
                <a:gd name="T6" fmla="*/ 261 w 341"/>
                <a:gd name="T7" fmla="*/ 28 h 273"/>
                <a:gd name="T8" fmla="*/ 279 w 341"/>
                <a:gd name="T9" fmla="*/ 2 h 273"/>
                <a:gd name="T10" fmla="*/ 336 w 341"/>
                <a:gd name="T11" fmla="*/ 128 h 273"/>
                <a:gd name="T12" fmla="*/ 298 w 341"/>
                <a:gd name="T13" fmla="*/ 264 h 273"/>
                <a:gd name="T14" fmla="*/ 288 w 341"/>
                <a:gd name="T15" fmla="*/ 176 h 273"/>
                <a:gd name="T16" fmla="*/ 279 w 341"/>
                <a:gd name="T17" fmla="*/ 192 h 273"/>
                <a:gd name="T18" fmla="*/ 105 w 341"/>
                <a:gd name="T19" fmla="*/ 177 h 273"/>
                <a:gd name="T20" fmla="*/ 43 w 341"/>
                <a:gd name="T21" fmla="*/ 188 h 273"/>
                <a:gd name="T22" fmla="*/ 41 w 341"/>
                <a:gd name="T2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7" name="Freeform: Shape 69"/>
            <p:cNvSpPr>
              <a:spLocks/>
            </p:cNvSpPr>
            <p:nvPr/>
          </p:nvSpPr>
          <p:spPr bwMode="auto">
            <a:xfrm>
              <a:off x="5672930" y="3153694"/>
              <a:ext cx="858885" cy="217746"/>
            </a:xfrm>
            <a:custGeom>
              <a:avLst/>
              <a:gdLst>
                <a:gd name="T0" fmla="*/ 0 w 497"/>
                <a:gd name="T1" fmla="*/ 0 h 126"/>
                <a:gd name="T2" fmla="*/ 497 w 497"/>
                <a:gd name="T3" fmla="*/ 0 h 126"/>
                <a:gd name="T4" fmla="*/ 497 w 497"/>
                <a:gd name="T5" fmla="*/ 72 h 126"/>
                <a:gd name="T6" fmla="*/ 242 w 497"/>
                <a:gd name="T7" fmla="*/ 126 h 126"/>
                <a:gd name="T8" fmla="*/ 0 w 497"/>
                <a:gd name="T9" fmla="*/ 77 h 126"/>
                <a:gd name="T10" fmla="*/ 0 w 497"/>
                <a:gd name="T11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Freeform: Shape 70"/>
            <p:cNvSpPr>
              <a:spLocks/>
            </p:cNvSpPr>
            <p:nvPr/>
          </p:nvSpPr>
          <p:spPr bwMode="auto">
            <a:xfrm>
              <a:off x="5714406" y="3017172"/>
              <a:ext cx="1323755" cy="774206"/>
            </a:xfrm>
            <a:custGeom>
              <a:avLst/>
              <a:gdLst>
                <a:gd name="T0" fmla="*/ 73 w 731"/>
                <a:gd name="T1" fmla="*/ 423 h 428"/>
                <a:gd name="T2" fmla="*/ 703 w 731"/>
                <a:gd name="T3" fmla="*/ 175 h 428"/>
                <a:gd name="T4" fmla="*/ 723 w 731"/>
                <a:gd name="T5" fmla="*/ 126 h 428"/>
                <a:gd name="T6" fmla="*/ 678 w 731"/>
                <a:gd name="T7" fmla="*/ 23 h 428"/>
                <a:gd name="T8" fmla="*/ 632 w 731"/>
                <a:gd name="T9" fmla="*/ 9 h 428"/>
                <a:gd name="T10" fmla="*/ 29 w 731"/>
                <a:gd name="T11" fmla="*/ 251 h 428"/>
                <a:gd name="T12" fmla="*/ 5 w 731"/>
                <a:gd name="T13" fmla="*/ 292 h 428"/>
                <a:gd name="T14" fmla="*/ 32 w 731"/>
                <a:gd name="T15" fmla="*/ 399 h 428"/>
                <a:gd name="T16" fmla="*/ 73 w 731"/>
                <a:gd name="T17" fmla="*/ 42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9" name="Freeform: Shape 71"/>
            <p:cNvSpPr>
              <a:spLocks/>
            </p:cNvSpPr>
            <p:nvPr/>
          </p:nvSpPr>
          <p:spPr bwMode="auto">
            <a:xfrm>
              <a:off x="5648737" y="3504507"/>
              <a:ext cx="226386" cy="317978"/>
            </a:xfrm>
            <a:custGeom>
              <a:avLst/>
              <a:gdLst>
                <a:gd name="T0" fmla="*/ 102 w 125"/>
                <a:gd name="T1" fmla="*/ 73 h 176"/>
                <a:gd name="T2" fmla="*/ 43 w 125"/>
                <a:gd name="T3" fmla="*/ 5 h 176"/>
                <a:gd name="T4" fmla="*/ 0 w 125"/>
                <a:gd name="T5" fmla="*/ 18 h 176"/>
                <a:gd name="T6" fmla="*/ 24 w 125"/>
                <a:gd name="T7" fmla="*/ 97 h 176"/>
                <a:gd name="T8" fmla="*/ 49 w 125"/>
                <a:gd name="T9" fmla="*/ 176 h 176"/>
                <a:gd name="T10" fmla="*/ 92 w 125"/>
                <a:gd name="T11" fmla="*/ 163 h 176"/>
                <a:gd name="T12" fmla="*/ 102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Freeform: Shape 72"/>
            <p:cNvSpPr>
              <a:spLocks/>
            </p:cNvSpPr>
            <p:nvPr/>
          </p:nvSpPr>
          <p:spPr bwMode="auto">
            <a:xfrm>
              <a:off x="5529495" y="3506235"/>
              <a:ext cx="292055" cy="375007"/>
            </a:xfrm>
            <a:custGeom>
              <a:avLst/>
              <a:gdLst>
                <a:gd name="T0" fmla="*/ 57 w 162"/>
                <a:gd name="T1" fmla="*/ 207 h 207"/>
                <a:gd name="T2" fmla="*/ 0 w 162"/>
                <a:gd name="T3" fmla="*/ 24 h 207"/>
                <a:gd name="T4" fmla="*/ 27 w 162"/>
                <a:gd name="T5" fmla="*/ 16 h 207"/>
                <a:gd name="T6" fmla="*/ 147 w 162"/>
                <a:gd name="T7" fmla="*/ 79 h 207"/>
                <a:gd name="T8" fmla="*/ 84 w 162"/>
                <a:gd name="T9" fmla="*/ 199 h 207"/>
                <a:gd name="T10" fmla="*/ 57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1" name="Freeform: Shape 73"/>
            <p:cNvSpPr>
              <a:spLocks/>
            </p:cNvSpPr>
            <p:nvPr/>
          </p:nvSpPr>
          <p:spPr bwMode="auto">
            <a:xfrm>
              <a:off x="5500117" y="3537341"/>
              <a:ext cx="134795" cy="361182"/>
            </a:xfrm>
            <a:custGeom>
              <a:avLst/>
              <a:gdLst>
                <a:gd name="T0" fmla="*/ 64 w 78"/>
                <a:gd name="T1" fmla="*/ 209 h 209"/>
                <a:gd name="T2" fmla="*/ 0 w 78"/>
                <a:gd name="T3" fmla="*/ 5 h 209"/>
                <a:gd name="T4" fmla="*/ 14 w 78"/>
                <a:gd name="T5" fmla="*/ 0 h 209"/>
                <a:gd name="T6" fmla="*/ 78 w 78"/>
                <a:gd name="T7" fmla="*/ 205 h 209"/>
                <a:gd name="T8" fmla="*/ 6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2" name="Freeform: Shape 74"/>
            <p:cNvSpPr>
              <a:spLocks/>
            </p:cNvSpPr>
            <p:nvPr/>
          </p:nvSpPr>
          <p:spPr bwMode="auto">
            <a:xfrm>
              <a:off x="5159674" y="3013716"/>
              <a:ext cx="1339307" cy="794944"/>
            </a:xfrm>
            <a:custGeom>
              <a:avLst/>
              <a:gdLst>
                <a:gd name="T0" fmla="*/ 23 w 740"/>
                <a:gd name="T1" fmla="*/ 163 h 439"/>
                <a:gd name="T2" fmla="*/ 644 w 740"/>
                <a:gd name="T3" fmla="*/ 433 h 439"/>
                <a:gd name="T4" fmla="*/ 693 w 740"/>
                <a:gd name="T5" fmla="*/ 412 h 439"/>
                <a:gd name="T6" fmla="*/ 733 w 740"/>
                <a:gd name="T7" fmla="*/ 308 h 439"/>
                <a:gd name="T8" fmla="*/ 710 w 740"/>
                <a:gd name="T9" fmla="*/ 265 h 439"/>
                <a:gd name="T10" fmla="*/ 114 w 740"/>
                <a:gd name="T11" fmla="*/ 10 h 439"/>
                <a:gd name="T12" fmla="*/ 67 w 740"/>
                <a:gd name="T13" fmla="*/ 22 h 439"/>
                <a:gd name="T14" fmla="*/ 10 w 740"/>
                <a:gd name="T15" fmla="*/ 117 h 439"/>
                <a:gd name="T16" fmla="*/ 23 w 740"/>
                <a:gd name="T17" fmla="*/ 163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Freeform: Shape 75"/>
            <p:cNvSpPr>
              <a:spLocks/>
            </p:cNvSpPr>
            <p:nvPr/>
          </p:nvSpPr>
          <p:spPr bwMode="auto">
            <a:xfrm>
              <a:off x="6322711" y="3504507"/>
              <a:ext cx="226386" cy="317978"/>
            </a:xfrm>
            <a:custGeom>
              <a:avLst/>
              <a:gdLst>
                <a:gd name="T0" fmla="*/ 23 w 125"/>
                <a:gd name="T1" fmla="*/ 73 h 176"/>
                <a:gd name="T2" fmla="*/ 82 w 125"/>
                <a:gd name="T3" fmla="*/ 5 h 176"/>
                <a:gd name="T4" fmla="*/ 125 w 125"/>
                <a:gd name="T5" fmla="*/ 18 h 176"/>
                <a:gd name="T6" fmla="*/ 101 w 125"/>
                <a:gd name="T7" fmla="*/ 97 h 176"/>
                <a:gd name="T8" fmla="*/ 76 w 125"/>
                <a:gd name="T9" fmla="*/ 176 h 176"/>
                <a:gd name="T10" fmla="*/ 33 w 125"/>
                <a:gd name="T11" fmla="*/ 163 h 176"/>
                <a:gd name="T12" fmla="*/ 23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Freeform: Shape 76"/>
            <p:cNvSpPr>
              <a:spLocks/>
            </p:cNvSpPr>
            <p:nvPr/>
          </p:nvSpPr>
          <p:spPr bwMode="auto">
            <a:xfrm>
              <a:off x="6376284" y="3506235"/>
              <a:ext cx="292055" cy="375007"/>
            </a:xfrm>
            <a:custGeom>
              <a:avLst/>
              <a:gdLst>
                <a:gd name="T0" fmla="*/ 105 w 162"/>
                <a:gd name="T1" fmla="*/ 207 h 207"/>
                <a:gd name="T2" fmla="*/ 162 w 162"/>
                <a:gd name="T3" fmla="*/ 24 h 207"/>
                <a:gd name="T4" fmla="*/ 135 w 162"/>
                <a:gd name="T5" fmla="*/ 16 h 207"/>
                <a:gd name="T6" fmla="*/ 15 w 162"/>
                <a:gd name="T7" fmla="*/ 79 h 207"/>
                <a:gd name="T8" fmla="*/ 78 w 162"/>
                <a:gd name="T9" fmla="*/ 199 h 207"/>
                <a:gd name="T10" fmla="*/ 105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5" name="Freeform: Shape 77"/>
            <p:cNvSpPr>
              <a:spLocks/>
            </p:cNvSpPr>
            <p:nvPr/>
          </p:nvSpPr>
          <p:spPr bwMode="auto">
            <a:xfrm>
              <a:off x="6562923" y="3537341"/>
              <a:ext cx="134795" cy="361182"/>
            </a:xfrm>
            <a:custGeom>
              <a:avLst/>
              <a:gdLst>
                <a:gd name="T0" fmla="*/ 14 w 78"/>
                <a:gd name="T1" fmla="*/ 209 h 209"/>
                <a:gd name="T2" fmla="*/ 78 w 78"/>
                <a:gd name="T3" fmla="*/ 5 h 209"/>
                <a:gd name="T4" fmla="*/ 64 w 78"/>
                <a:gd name="T5" fmla="*/ 0 h 209"/>
                <a:gd name="T6" fmla="*/ 0 w 78"/>
                <a:gd name="T7" fmla="*/ 205 h 209"/>
                <a:gd name="T8" fmla="*/ 1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6" name="Rectangle 78"/>
            <p:cNvSpPr>
              <a:spLocks/>
            </p:cNvSpPr>
            <p:nvPr/>
          </p:nvSpPr>
          <p:spPr bwMode="auto">
            <a:xfrm>
              <a:off x="6016831" y="3153694"/>
              <a:ext cx="164173" cy="41475"/>
            </a:xfrm>
            <a:prstGeom prst="rect">
              <a:avLst/>
            </a:prstGeom>
            <a:solidFill>
              <a:srgbClr val="B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Freeform: Shape 79"/>
            <p:cNvSpPr>
              <a:spLocks/>
            </p:cNvSpPr>
            <p:nvPr/>
          </p:nvSpPr>
          <p:spPr bwMode="auto">
            <a:xfrm>
              <a:off x="5702309" y="3145054"/>
              <a:ext cx="397472" cy="93320"/>
            </a:xfrm>
            <a:custGeom>
              <a:avLst/>
              <a:gdLst>
                <a:gd name="T0" fmla="*/ 230 w 230"/>
                <a:gd name="T1" fmla="*/ 0 h 54"/>
                <a:gd name="T2" fmla="*/ 169 w 230"/>
                <a:gd name="T3" fmla="*/ 54 h 54"/>
                <a:gd name="T4" fmla="*/ 0 w 230"/>
                <a:gd name="T5" fmla="*/ 5 h 54"/>
                <a:gd name="T6" fmla="*/ 230 w 230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8" name="Freeform: Shape 80"/>
            <p:cNvSpPr>
              <a:spLocks/>
            </p:cNvSpPr>
            <p:nvPr/>
          </p:nvSpPr>
          <p:spPr bwMode="auto">
            <a:xfrm>
              <a:off x="6099781" y="3145054"/>
              <a:ext cx="395743" cy="93320"/>
            </a:xfrm>
            <a:custGeom>
              <a:avLst/>
              <a:gdLst>
                <a:gd name="T0" fmla="*/ 0 w 229"/>
                <a:gd name="T1" fmla="*/ 0 h 54"/>
                <a:gd name="T2" fmla="*/ 60 w 229"/>
                <a:gd name="T3" fmla="*/ 54 h 54"/>
                <a:gd name="T4" fmla="*/ 229 w 229"/>
                <a:gd name="T5" fmla="*/ 5 h 54"/>
                <a:gd name="T6" fmla="*/ 0 w 229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39750" y="1538009"/>
            <a:ext cx="8067701" cy="2430747"/>
            <a:chOff x="539750" y="1538009"/>
            <a:chExt cx="8067701" cy="2430747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0" y="1538009"/>
              <a:ext cx="2762968" cy="2430747"/>
              <a:chOff x="539750" y="1538009"/>
              <a:chExt cx="2762968" cy="2430747"/>
            </a:xfrm>
          </p:grpSpPr>
          <p:sp>
            <p:nvSpPr>
              <p:cNvPr id="4" name="Rectangle 5"/>
              <p:cNvSpPr/>
              <p:nvPr/>
            </p:nvSpPr>
            <p:spPr>
              <a:xfrm>
                <a:off x="2764897" y="1538009"/>
                <a:ext cx="537821" cy="53782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" name="Freeform: Shape 6"/>
              <p:cNvSpPr>
                <a:spLocks/>
              </p:cNvSpPr>
              <p:nvPr/>
            </p:nvSpPr>
            <p:spPr bwMode="auto">
              <a:xfrm>
                <a:off x="2901618" y="1662979"/>
                <a:ext cx="263966" cy="266721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" name="Freeform: Shape 7"/>
              <p:cNvSpPr>
                <a:spLocks/>
              </p:cNvSpPr>
              <p:nvPr/>
            </p:nvSpPr>
            <p:spPr bwMode="auto">
              <a:xfrm rot="5400000">
                <a:off x="276411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7" name="Group 1"/>
              <p:cNvGrpSpPr/>
              <p:nvPr/>
            </p:nvGrpSpPr>
            <p:grpSpPr>
              <a:xfrm>
                <a:off x="539750" y="1544788"/>
                <a:ext cx="2039575" cy="567683"/>
                <a:chOff x="719667" y="2059717"/>
                <a:chExt cx="2719433" cy="756911"/>
              </a:xfrm>
            </p:grpSpPr>
            <p:sp>
              <p:nvSpPr>
                <p:cNvPr id="99" name="TextBox 18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100" name="Rectangle 19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sp>
            <p:nvSpPr>
              <p:cNvPr id="18" name="Rectangle 104"/>
              <p:cNvSpPr/>
              <p:nvPr/>
            </p:nvSpPr>
            <p:spPr>
              <a:xfrm>
                <a:off x="2764897" y="2469817"/>
                <a:ext cx="537821" cy="5378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Freeform: Shape 105"/>
              <p:cNvSpPr>
                <a:spLocks/>
              </p:cNvSpPr>
              <p:nvPr/>
            </p:nvSpPr>
            <p:spPr bwMode="auto">
              <a:xfrm>
                <a:off x="2916653" y="2602642"/>
                <a:ext cx="247650" cy="254794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Freeform: Shape 103"/>
              <p:cNvSpPr>
                <a:spLocks/>
              </p:cNvSpPr>
              <p:nvPr/>
            </p:nvSpPr>
            <p:spPr bwMode="auto">
              <a:xfrm rot="5400000">
                <a:off x="276411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Rectangle 109"/>
              <p:cNvSpPr/>
              <p:nvPr/>
            </p:nvSpPr>
            <p:spPr>
              <a:xfrm>
                <a:off x="2764897" y="3377991"/>
                <a:ext cx="537821" cy="5378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Freeform: Shape 110"/>
              <p:cNvSpPr/>
              <p:nvPr/>
            </p:nvSpPr>
            <p:spPr>
              <a:xfrm>
                <a:off x="2874856" y="3487527"/>
                <a:ext cx="310283" cy="2909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108"/>
              <p:cNvSpPr>
                <a:spLocks/>
              </p:cNvSpPr>
              <p:nvPr/>
            </p:nvSpPr>
            <p:spPr bwMode="auto">
              <a:xfrm rot="5400000">
                <a:off x="2764117" y="3378403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4" name="Group 101"/>
              <p:cNvGrpSpPr/>
              <p:nvPr/>
            </p:nvGrpSpPr>
            <p:grpSpPr>
              <a:xfrm>
                <a:off x="539750" y="250682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7" name="TextBox 102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2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8" name="Rectangle 106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5" name="Group 107"/>
              <p:cNvGrpSpPr/>
              <p:nvPr/>
            </p:nvGrpSpPr>
            <p:grpSpPr>
              <a:xfrm>
                <a:off x="539750" y="340107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5" name="TextBox 111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1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6" name="Rectangle 112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  <p:grpSp>
          <p:nvGrpSpPr>
            <p:cNvPr id="102" name="组合 101"/>
            <p:cNvGrpSpPr/>
            <p:nvPr/>
          </p:nvGrpSpPr>
          <p:grpSpPr>
            <a:xfrm>
              <a:off x="5863691" y="1538009"/>
              <a:ext cx="2743760" cy="2378811"/>
              <a:chOff x="5863691" y="1538009"/>
              <a:chExt cx="2743760" cy="2378811"/>
            </a:xfrm>
          </p:grpSpPr>
          <p:sp>
            <p:nvSpPr>
              <p:cNvPr id="9" name="Rectangle 82"/>
              <p:cNvSpPr/>
              <p:nvPr/>
            </p:nvSpPr>
            <p:spPr>
              <a:xfrm>
                <a:off x="5865314" y="1538009"/>
                <a:ext cx="537821" cy="53782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0" name="Group 83"/>
              <p:cNvGrpSpPr/>
              <p:nvPr/>
            </p:nvGrpSpPr>
            <p:grpSpPr>
              <a:xfrm>
                <a:off x="5983883" y="1675422"/>
                <a:ext cx="315912" cy="242888"/>
                <a:chOff x="2849564" y="3636963"/>
                <a:chExt cx="315912" cy="242888"/>
              </a:xfrm>
              <a:solidFill>
                <a:schemeClr val="bg2"/>
              </a:solidFill>
            </p:grpSpPr>
            <p:sp>
              <p:nvSpPr>
                <p:cNvPr id="43" name="Freeform: Shape 8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: Shape 8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Freeform: Shape 84"/>
              <p:cNvSpPr>
                <a:spLocks/>
              </p:cNvSpPr>
              <p:nvPr/>
            </p:nvSpPr>
            <p:spPr bwMode="auto">
              <a:xfrm rot="5400000">
                <a:off x="586506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90"/>
              <p:cNvSpPr/>
              <p:nvPr/>
            </p:nvSpPr>
            <p:spPr>
              <a:xfrm>
                <a:off x="5865314" y="2469817"/>
                <a:ext cx="537821" cy="53782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Freeform: Shape 91"/>
              <p:cNvSpPr/>
              <p:nvPr/>
            </p:nvSpPr>
            <p:spPr>
              <a:xfrm>
                <a:off x="5981126" y="2608287"/>
                <a:ext cx="287349" cy="2471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2" h="21446" extrusionOk="0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Freeform: Shape 89"/>
              <p:cNvSpPr>
                <a:spLocks/>
              </p:cNvSpPr>
              <p:nvPr/>
            </p:nvSpPr>
            <p:spPr bwMode="auto">
              <a:xfrm rot="5400000">
                <a:off x="586506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Rectangle 95"/>
              <p:cNvSpPr/>
              <p:nvPr/>
            </p:nvSpPr>
            <p:spPr>
              <a:xfrm>
                <a:off x="5865314" y="3377991"/>
                <a:ext cx="537821" cy="53782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6" name="Group 96"/>
              <p:cNvGrpSpPr/>
              <p:nvPr/>
            </p:nvGrpSpPr>
            <p:grpSpPr>
              <a:xfrm>
                <a:off x="5979026" y="3529372"/>
                <a:ext cx="310485" cy="236411"/>
                <a:chOff x="2070649" y="1631036"/>
                <a:chExt cx="723379" cy="550800"/>
              </a:xfrm>
              <a:solidFill>
                <a:schemeClr val="bg1"/>
              </a:solidFill>
            </p:grpSpPr>
            <p:sp>
              <p:nvSpPr>
                <p:cNvPr id="39" name="Oval 97"/>
                <p:cNvSpPr>
                  <a:spLocks/>
                </p:cNvSpPr>
                <p:nvPr/>
              </p:nvSpPr>
              <p:spPr bwMode="auto">
                <a:xfrm>
                  <a:off x="2344840" y="2015709"/>
                  <a:ext cx="165321" cy="1661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98"/>
                <p:cNvSpPr>
                  <a:spLocks/>
                </p:cNvSpPr>
                <p:nvPr/>
              </p:nvSpPr>
              <p:spPr bwMode="auto">
                <a:xfrm>
                  <a:off x="2228712" y="1861679"/>
                  <a:ext cx="405641" cy="169353"/>
                </a:xfrm>
                <a:custGeom>
                  <a:avLst/>
                  <a:gdLst>
                    <a:gd name="T0" fmla="*/ 105 w 213"/>
                    <a:gd name="T1" fmla="*/ 31 h 89"/>
                    <a:gd name="T2" fmla="*/ 191 w 213"/>
                    <a:gd name="T3" fmla="*/ 89 h 89"/>
                    <a:gd name="T4" fmla="*/ 213 w 213"/>
                    <a:gd name="T5" fmla="*/ 64 h 89"/>
                    <a:gd name="T6" fmla="*/ 105 w 213"/>
                    <a:gd name="T7" fmla="*/ 0 h 89"/>
                    <a:gd name="T8" fmla="*/ 0 w 213"/>
                    <a:gd name="T9" fmla="*/ 58 h 89"/>
                    <a:gd name="T10" fmla="*/ 21 w 213"/>
                    <a:gd name="T11" fmla="*/ 82 h 89"/>
                    <a:gd name="T12" fmla="*/ 105 w 213"/>
                    <a:gd name="T13" fmla="*/ 3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99"/>
                <p:cNvSpPr>
                  <a:spLocks/>
                </p:cNvSpPr>
                <p:nvPr/>
              </p:nvSpPr>
              <p:spPr bwMode="auto">
                <a:xfrm>
                  <a:off x="2157745" y="1749583"/>
                  <a:ext cx="549187" cy="195966"/>
                </a:xfrm>
                <a:custGeom>
                  <a:avLst/>
                  <a:gdLst>
                    <a:gd name="T0" fmla="*/ 142 w 288"/>
                    <a:gd name="T1" fmla="*/ 34 h 103"/>
                    <a:gd name="T2" fmla="*/ 264 w 288"/>
                    <a:gd name="T3" fmla="*/ 103 h 103"/>
                    <a:gd name="T4" fmla="*/ 288 w 288"/>
                    <a:gd name="T5" fmla="*/ 76 h 103"/>
                    <a:gd name="T6" fmla="*/ 142 w 288"/>
                    <a:gd name="T7" fmla="*/ 0 h 103"/>
                    <a:gd name="T8" fmla="*/ 0 w 288"/>
                    <a:gd name="T9" fmla="*/ 71 h 103"/>
                    <a:gd name="T10" fmla="*/ 23 w 288"/>
                    <a:gd name="T11" fmla="*/ 97 h 103"/>
                    <a:gd name="T12" fmla="*/ 142 w 288"/>
                    <a:gd name="T13" fmla="*/ 3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100"/>
                <p:cNvSpPr>
                  <a:spLocks/>
                </p:cNvSpPr>
                <p:nvPr/>
              </p:nvSpPr>
              <p:spPr bwMode="auto">
                <a:xfrm>
                  <a:off x="2070649" y="1631036"/>
                  <a:ext cx="723379" cy="229030"/>
                </a:xfrm>
                <a:custGeom>
                  <a:avLst/>
                  <a:gdLst>
                    <a:gd name="T0" fmla="*/ 188 w 380"/>
                    <a:gd name="T1" fmla="*/ 36 h 120"/>
                    <a:gd name="T2" fmla="*/ 355 w 380"/>
                    <a:gd name="T3" fmla="*/ 120 h 120"/>
                    <a:gd name="T4" fmla="*/ 380 w 380"/>
                    <a:gd name="T5" fmla="*/ 93 h 120"/>
                    <a:gd name="T6" fmla="*/ 188 w 380"/>
                    <a:gd name="T7" fmla="*/ 0 h 120"/>
                    <a:gd name="T8" fmla="*/ 0 w 380"/>
                    <a:gd name="T9" fmla="*/ 88 h 120"/>
                    <a:gd name="T10" fmla="*/ 25 w 380"/>
                    <a:gd name="T11" fmla="*/ 115 h 120"/>
                    <a:gd name="T12" fmla="*/ 188 w 380"/>
                    <a:gd name="T13" fmla="*/ 3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Freeform: Shape 94"/>
              <p:cNvSpPr>
                <a:spLocks/>
              </p:cNvSpPr>
              <p:nvPr/>
            </p:nvSpPr>
            <p:spPr bwMode="auto">
              <a:xfrm rot="5400000">
                <a:off x="5865067" y="3380227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6" name="Group 113"/>
              <p:cNvGrpSpPr/>
              <p:nvPr/>
            </p:nvGrpSpPr>
            <p:grpSpPr>
              <a:xfrm>
                <a:off x="6567876" y="1544788"/>
                <a:ext cx="2039575" cy="515747"/>
                <a:chOff x="719667" y="2059717"/>
                <a:chExt cx="2719433" cy="687662"/>
              </a:xfrm>
            </p:grpSpPr>
            <p:sp>
              <p:nvSpPr>
                <p:cNvPr id="33" name="TextBox 114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3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4" name="Rectangle 115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7" name="Group 116"/>
              <p:cNvGrpSpPr/>
              <p:nvPr/>
            </p:nvGrpSpPr>
            <p:grpSpPr>
              <a:xfrm>
                <a:off x="6567876" y="2502946"/>
                <a:ext cx="2039575" cy="515747"/>
                <a:chOff x="719667" y="2059717"/>
                <a:chExt cx="2719433" cy="687662"/>
              </a:xfrm>
            </p:grpSpPr>
            <p:sp>
              <p:nvSpPr>
                <p:cNvPr id="31" name="TextBox 117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6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2" name="Rectangle 118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8" name="Group 119"/>
              <p:cNvGrpSpPr/>
              <p:nvPr/>
            </p:nvGrpSpPr>
            <p:grpSpPr>
              <a:xfrm>
                <a:off x="6567876" y="3401073"/>
                <a:ext cx="2039575" cy="515747"/>
                <a:chOff x="719667" y="2059717"/>
                <a:chExt cx="2719433" cy="687662"/>
              </a:xfrm>
            </p:grpSpPr>
            <p:sp>
              <p:nvSpPr>
                <p:cNvPr id="29" name="TextBox 120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4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0" name="Rectangle 121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E727024-9877-41DB-8B42-07DA33134FC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05" name="TextBox 86">
              <a:extLst>
                <a:ext uri="{FF2B5EF4-FFF2-40B4-BE49-F238E27FC236}">
                  <a16:creationId xmlns:a16="http://schemas.microsoft.com/office/drawing/2014/main" id="{E0323432-D78B-4595-91D0-0A70D1ACF13E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9442190-4B64-413A-932D-C52896D753C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928053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剪去单角的矩形 3"/>
          <p:cNvSpPr/>
          <p:nvPr/>
        </p:nvSpPr>
        <p:spPr>
          <a:xfrm>
            <a:off x="2776435" y="987574"/>
            <a:ext cx="4038759" cy="3150470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640" y="1704989"/>
            <a:ext cx="1819297" cy="2686418"/>
            <a:chOff x="1764836" y="2477342"/>
            <a:chExt cx="2425729" cy="3581891"/>
          </a:xfrm>
        </p:grpSpPr>
        <p:sp>
          <p:nvSpPr>
            <p:cNvPr id="15" name="任意多边形 17"/>
            <p:cNvSpPr>
              <a:spLocks/>
            </p:cNvSpPr>
            <p:nvPr/>
          </p:nvSpPr>
          <p:spPr bwMode="auto">
            <a:xfrm>
              <a:off x="2968020" y="3687440"/>
              <a:ext cx="793825" cy="698399"/>
            </a:xfrm>
            <a:custGeom>
              <a:avLst/>
              <a:gdLst>
                <a:gd name="T0" fmla="*/ 57 w 382"/>
                <a:gd name="T1" fmla="*/ 0 h 337"/>
                <a:gd name="T2" fmla="*/ 201 w 382"/>
                <a:gd name="T3" fmla="*/ 227 h 337"/>
                <a:gd name="T4" fmla="*/ 308 w 382"/>
                <a:gd name="T5" fmla="*/ 11 h 337"/>
                <a:gd name="T6" fmla="*/ 382 w 382"/>
                <a:gd name="T7" fmla="*/ 48 h 337"/>
                <a:gd name="T8" fmla="*/ 249 w 382"/>
                <a:gd name="T9" fmla="*/ 314 h 337"/>
                <a:gd name="T10" fmla="*/ 220 w 382"/>
                <a:gd name="T11" fmla="*/ 336 h 337"/>
                <a:gd name="T12" fmla="*/ 212 w 382"/>
                <a:gd name="T13" fmla="*/ 337 h 337"/>
                <a:gd name="T14" fmla="*/ 186 w 382"/>
                <a:gd name="T15" fmla="*/ 328 h 337"/>
                <a:gd name="T16" fmla="*/ 0 w 382"/>
                <a:gd name="T17" fmla="*/ 120 h 337"/>
                <a:gd name="T18" fmla="*/ 57 w 382"/>
                <a:gd name="T1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>
              <a:spLocks/>
            </p:cNvSpPr>
            <p:nvPr/>
          </p:nvSpPr>
          <p:spPr bwMode="auto">
            <a:xfrm>
              <a:off x="2367811" y="3525632"/>
              <a:ext cx="349891" cy="89893"/>
            </a:xfrm>
            <a:prstGeom prst="rect">
              <a:avLst/>
            </a:prstGeom>
            <a:solidFill>
              <a:srgbClr val="E0B4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任意多边形 19"/>
            <p:cNvSpPr>
              <a:spLocks/>
            </p:cNvSpPr>
            <p:nvPr/>
          </p:nvSpPr>
          <p:spPr bwMode="auto">
            <a:xfrm>
              <a:off x="2035898" y="2727659"/>
              <a:ext cx="615421" cy="860207"/>
            </a:xfrm>
            <a:custGeom>
              <a:avLst/>
              <a:gdLst>
                <a:gd name="T0" fmla="*/ 280 w 296"/>
                <a:gd name="T1" fmla="*/ 287 h 415"/>
                <a:gd name="T2" fmla="*/ 256 w 296"/>
                <a:gd name="T3" fmla="*/ 275 h 415"/>
                <a:gd name="T4" fmla="*/ 256 w 296"/>
                <a:gd name="T5" fmla="*/ 30 h 415"/>
                <a:gd name="T6" fmla="*/ 296 w 296"/>
                <a:gd name="T7" fmla="*/ 0 h 415"/>
                <a:gd name="T8" fmla="*/ 241 w 296"/>
                <a:gd name="T9" fmla="*/ 0 h 415"/>
                <a:gd name="T10" fmla="*/ 59 w 296"/>
                <a:gd name="T11" fmla="*/ 0 h 415"/>
                <a:gd name="T12" fmla="*/ 52 w 296"/>
                <a:gd name="T13" fmla="*/ 158 h 415"/>
                <a:gd name="T14" fmla="*/ 51 w 296"/>
                <a:gd name="T15" fmla="*/ 160 h 415"/>
                <a:gd name="T16" fmla="*/ 0 w 296"/>
                <a:gd name="T17" fmla="*/ 208 h 415"/>
                <a:gd name="T18" fmla="*/ 51 w 296"/>
                <a:gd name="T19" fmla="*/ 255 h 415"/>
                <a:gd name="T20" fmla="*/ 54 w 296"/>
                <a:gd name="T21" fmla="*/ 255 h 415"/>
                <a:gd name="T22" fmla="*/ 54 w 296"/>
                <a:gd name="T23" fmla="*/ 256 h 415"/>
                <a:gd name="T24" fmla="*/ 54 w 296"/>
                <a:gd name="T25" fmla="*/ 256 h 415"/>
                <a:gd name="T26" fmla="*/ 195 w 296"/>
                <a:gd name="T27" fmla="*/ 413 h 415"/>
                <a:gd name="T28" fmla="*/ 195 w 296"/>
                <a:gd name="T29" fmla="*/ 413 h 415"/>
                <a:gd name="T30" fmla="*/ 241 w 296"/>
                <a:gd name="T31" fmla="*/ 413 h 415"/>
                <a:gd name="T32" fmla="*/ 256 w 296"/>
                <a:gd name="T33" fmla="*/ 414 h 415"/>
                <a:gd name="T34" fmla="*/ 256 w 296"/>
                <a:gd name="T35" fmla="*/ 302 h 415"/>
                <a:gd name="T36" fmla="*/ 280 w 296"/>
                <a:gd name="T37" fmla="*/ 28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 20"/>
            <p:cNvSpPr>
              <a:spLocks/>
            </p:cNvSpPr>
            <p:nvPr/>
          </p:nvSpPr>
          <p:spPr bwMode="auto">
            <a:xfrm>
              <a:off x="2591852" y="3575419"/>
              <a:ext cx="60851" cy="11064"/>
            </a:xfrm>
            <a:custGeom>
              <a:avLst/>
              <a:gdLst>
                <a:gd name="T0" fmla="*/ 19 w 29"/>
                <a:gd name="T1" fmla="*/ 4 h 5"/>
                <a:gd name="T2" fmla="*/ 29 w 29"/>
                <a:gd name="T3" fmla="*/ 0 h 5"/>
                <a:gd name="T4" fmla="*/ 0 w 29"/>
                <a:gd name="T5" fmla="*/ 5 h 5"/>
                <a:gd name="T6" fmla="*/ 19 w 29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 21"/>
            <p:cNvSpPr>
              <a:spLocks/>
            </p:cNvSpPr>
            <p:nvPr/>
          </p:nvSpPr>
          <p:spPr bwMode="auto">
            <a:xfrm>
              <a:off x="2561427" y="2727659"/>
              <a:ext cx="475742" cy="858824"/>
            </a:xfrm>
            <a:custGeom>
              <a:avLst/>
              <a:gdLst>
                <a:gd name="T0" fmla="*/ 175 w 229"/>
                <a:gd name="T1" fmla="*/ 256 h 414"/>
                <a:gd name="T2" fmla="*/ 178 w 229"/>
                <a:gd name="T3" fmla="*/ 256 h 414"/>
                <a:gd name="T4" fmla="*/ 229 w 229"/>
                <a:gd name="T5" fmla="*/ 209 h 414"/>
                <a:gd name="T6" fmla="*/ 178 w 229"/>
                <a:gd name="T7" fmla="*/ 162 h 414"/>
                <a:gd name="T8" fmla="*/ 176 w 229"/>
                <a:gd name="T9" fmla="*/ 158 h 414"/>
                <a:gd name="T10" fmla="*/ 170 w 229"/>
                <a:gd name="T11" fmla="*/ 0 h 414"/>
                <a:gd name="T12" fmla="*/ 43 w 229"/>
                <a:gd name="T13" fmla="*/ 0 h 414"/>
                <a:gd name="T14" fmla="*/ 0 w 229"/>
                <a:gd name="T15" fmla="*/ 30 h 414"/>
                <a:gd name="T16" fmla="*/ 0 w 229"/>
                <a:gd name="T17" fmla="*/ 414 h 414"/>
                <a:gd name="T18" fmla="*/ 13 w 229"/>
                <a:gd name="T19" fmla="*/ 414 h 414"/>
                <a:gd name="T20" fmla="*/ 43 w 229"/>
                <a:gd name="T21" fmla="*/ 409 h 414"/>
                <a:gd name="T22" fmla="*/ 175 w 229"/>
                <a:gd name="T23" fmla="*/ 256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 22"/>
            <p:cNvSpPr>
              <a:spLocks/>
            </p:cNvSpPr>
            <p:nvPr/>
          </p:nvSpPr>
          <p:spPr bwMode="auto">
            <a:xfrm>
              <a:off x="2517172" y="4697008"/>
              <a:ext cx="318083" cy="1273715"/>
            </a:xfrm>
            <a:custGeom>
              <a:avLst/>
              <a:gdLst>
                <a:gd name="T0" fmla="*/ 65 w 230"/>
                <a:gd name="T1" fmla="*/ 921 h 921"/>
                <a:gd name="T2" fmla="*/ 199 w 230"/>
                <a:gd name="T3" fmla="*/ 921 h 921"/>
                <a:gd name="T4" fmla="*/ 230 w 230"/>
                <a:gd name="T5" fmla="*/ 0 h 921"/>
                <a:gd name="T6" fmla="*/ 0 w 230"/>
                <a:gd name="T7" fmla="*/ 0 h 921"/>
                <a:gd name="T8" fmla="*/ 65 w 230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 23"/>
            <p:cNvSpPr>
              <a:spLocks/>
            </p:cNvSpPr>
            <p:nvPr/>
          </p:nvSpPr>
          <p:spPr bwMode="auto">
            <a:xfrm>
              <a:off x="2250258" y="4697008"/>
              <a:ext cx="316700" cy="1273715"/>
            </a:xfrm>
            <a:custGeom>
              <a:avLst/>
              <a:gdLst>
                <a:gd name="T0" fmla="*/ 165 w 229"/>
                <a:gd name="T1" fmla="*/ 921 h 921"/>
                <a:gd name="T2" fmla="*/ 31 w 229"/>
                <a:gd name="T3" fmla="*/ 921 h 921"/>
                <a:gd name="T4" fmla="*/ 0 w 229"/>
                <a:gd name="T5" fmla="*/ 0 h 921"/>
                <a:gd name="T6" fmla="*/ 229 w 229"/>
                <a:gd name="T7" fmla="*/ 0 h 921"/>
                <a:gd name="T8" fmla="*/ 165 w 229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>
              <a:spLocks/>
            </p:cNvSpPr>
            <p:nvPr/>
          </p:nvSpPr>
          <p:spPr bwMode="auto">
            <a:xfrm>
              <a:off x="2222599" y="3687440"/>
              <a:ext cx="629251" cy="612655"/>
            </a:xfrm>
            <a:prstGeom prst="rect">
              <a:avLst/>
            </a:prstGeom>
            <a:solidFill>
              <a:srgbClr val="E8E1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>
              <a:spLocks/>
            </p:cNvSpPr>
            <p:nvPr/>
          </p:nvSpPr>
          <p:spPr bwMode="auto">
            <a:xfrm>
              <a:off x="2457703" y="3615526"/>
              <a:ext cx="159041" cy="89893"/>
            </a:xfrm>
            <a:prstGeom prst="rect">
              <a:avLst/>
            </a:pr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 26"/>
            <p:cNvSpPr>
              <a:spLocks/>
            </p:cNvSpPr>
            <p:nvPr/>
          </p:nvSpPr>
          <p:spPr bwMode="auto">
            <a:xfrm>
              <a:off x="2441108" y="3687440"/>
              <a:ext cx="193616" cy="1009568"/>
            </a:xfrm>
            <a:custGeom>
              <a:avLst/>
              <a:gdLst>
                <a:gd name="T0" fmla="*/ 0 w 140"/>
                <a:gd name="T1" fmla="*/ 670 h 730"/>
                <a:gd name="T2" fmla="*/ 70 w 140"/>
                <a:gd name="T3" fmla="*/ 730 h 730"/>
                <a:gd name="T4" fmla="*/ 140 w 140"/>
                <a:gd name="T5" fmla="*/ 670 h 730"/>
                <a:gd name="T6" fmla="*/ 90 w 140"/>
                <a:gd name="T7" fmla="*/ 0 h 730"/>
                <a:gd name="T8" fmla="*/ 49 w 140"/>
                <a:gd name="T9" fmla="*/ 0 h 730"/>
                <a:gd name="T10" fmla="*/ 0 w 140"/>
                <a:gd name="T11" fmla="*/ 67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 27"/>
            <p:cNvSpPr>
              <a:spLocks/>
            </p:cNvSpPr>
            <p:nvPr/>
          </p:nvSpPr>
          <p:spPr bwMode="auto">
            <a:xfrm>
              <a:off x="2587703" y="3615526"/>
              <a:ext cx="181169" cy="123084"/>
            </a:xfrm>
            <a:custGeom>
              <a:avLst/>
              <a:gdLst>
                <a:gd name="T0" fmla="*/ 29 w 131"/>
                <a:gd name="T1" fmla="*/ 89 h 89"/>
                <a:gd name="T2" fmla="*/ 131 w 131"/>
                <a:gd name="T3" fmla="*/ 52 h 89"/>
                <a:gd name="T4" fmla="*/ 131 w 131"/>
                <a:gd name="T5" fmla="*/ 0 h 89"/>
                <a:gd name="T6" fmla="*/ 0 w 131"/>
                <a:gd name="T7" fmla="*/ 0 h 89"/>
                <a:gd name="T8" fmla="*/ 29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 28"/>
            <p:cNvSpPr>
              <a:spLocks/>
            </p:cNvSpPr>
            <p:nvPr/>
          </p:nvSpPr>
          <p:spPr bwMode="auto">
            <a:xfrm>
              <a:off x="2305577" y="3615526"/>
              <a:ext cx="181169" cy="123084"/>
            </a:xfrm>
            <a:custGeom>
              <a:avLst/>
              <a:gdLst>
                <a:gd name="T0" fmla="*/ 102 w 131"/>
                <a:gd name="T1" fmla="*/ 89 h 89"/>
                <a:gd name="T2" fmla="*/ 0 w 131"/>
                <a:gd name="T3" fmla="*/ 52 h 89"/>
                <a:gd name="T4" fmla="*/ 0 w 131"/>
                <a:gd name="T5" fmla="*/ 0 h 89"/>
                <a:gd name="T6" fmla="*/ 131 w 131"/>
                <a:gd name="T7" fmla="*/ 0 h 89"/>
                <a:gd name="T8" fmla="*/ 102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 29"/>
            <p:cNvSpPr>
              <a:spLocks/>
            </p:cNvSpPr>
            <p:nvPr/>
          </p:nvSpPr>
          <p:spPr bwMode="auto">
            <a:xfrm>
              <a:off x="1764836" y="3687440"/>
              <a:ext cx="380316" cy="1143716"/>
            </a:xfrm>
            <a:custGeom>
              <a:avLst/>
              <a:gdLst>
                <a:gd name="T0" fmla="*/ 116 w 183"/>
                <a:gd name="T1" fmla="*/ 545 h 552"/>
                <a:gd name="T2" fmla="*/ 37 w 183"/>
                <a:gd name="T3" fmla="*/ 552 h 552"/>
                <a:gd name="T4" fmla="*/ 108 w 183"/>
                <a:gd name="T5" fmla="*/ 0 h 552"/>
                <a:gd name="T6" fmla="*/ 183 w 183"/>
                <a:gd name="T7" fmla="*/ 20 h 552"/>
                <a:gd name="T8" fmla="*/ 116 w 183"/>
                <a:gd name="T9" fmla="*/ 545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 30"/>
            <p:cNvSpPr>
              <a:spLocks/>
            </p:cNvSpPr>
            <p:nvPr/>
          </p:nvSpPr>
          <p:spPr bwMode="auto">
            <a:xfrm>
              <a:off x="1843665" y="4817326"/>
              <a:ext cx="222658" cy="163190"/>
            </a:xfrm>
            <a:custGeom>
              <a:avLst/>
              <a:gdLst>
                <a:gd name="T0" fmla="*/ 89 w 107"/>
                <a:gd name="T1" fmla="*/ 9 h 79"/>
                <a:gd name="T2" fmla="*/ 79 w 107"/>
                <a:gd name="T3" fmla="*/ 5 h 79"/>
                <a:gd name="T4" fmla="*/ 77 w 107"/>
                <a:gd name="T5" fmla="*/ 0 h 79"/>
                <a:gd name="T6" fmla="*/ 1 w 107"/>
                <a:gd name="T7" fmla="*/ 7 h 79"/>
                <a:gd name="T8" fmla="*/ 1 w 107"/>
                <a:gd name="T9" fmla="*/ 27 h 79"/>
                <a:gd name="T10" fmla="*/ 49 w 107"/>
                <a:gd name="T11" fmla="*/ 77 h 79"/>
                <a:gd name="T12" fmla="*/ 84 w 107"/>
                <a:gd name="T13" fmla="*/ 30 h 79"/>
                <a:gd name="T14" fmla="*/ 103 w 107"/>
                <a:gd name="T15" fmla="*/ 29 h 79"/>
                <a:gd name="T16" fmla="*/ 89 w 107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 31"/>
            <p:cNvSpPr>
              <a:spLocks/>
            </p:cNvSpPr>
            <p:nvPr/>
          </p:nvSpPr>
          <p:spPr bwMode="auto">
            <a:xfrm>
              <a:off x="2507490" y="3687440"/>
              <a:ext cx="579464" cy="1182439"/>
            </a:xfrm>
            <a:custGeom>
              <a:avLst/>
              <a:gdLst>
                <a:gd name="T0" fmla="*/ 50 w 279"/>
                <a:gd name="T1" fmla="*/ 571 h 571"/>
                <a:gd name="T2" fmla="*/ 50 w 279"/>
                <a:gd name="T3" fmla="*/ 571 h 571"/>
                <a:gd name="T4" fmla="*/ 48 w 279"/>
                <a:gd name="T5" fmla="*/ 571 h 571"/>
                <a:gd name="T6" fmla="*/ 1 w 279"/>
                <a:gd name="T7" fmla="*/ 536 h 571"/>
                <a:gd name="T8" fmla="*/ 0 w 279"/>
                <a:gd name="T9" fmla="*/ 536 h 571"/>
                <a:gd name="T10" fmla="*/ 0 w 279"/>
                <a:gd name="T11" fmla="*/ 281 h 571"/>
                <a:gd name="T12" fmla="*/ 124 w 279"/>
                <a:gd name="T13" fmla="*/ 0 h 571"/>
                <a:gd name="T14" fmla="*/ 279 w 279"/>
                <a:gd name="T15" fmla="*/ 0 h 571"/>
                <a:gd name="T16" fmla="*/ 218 w 279"/>
                <a:gd name="T17" fmla="*/ 281 h 571"/>
                <a:gd name="T18" fmla="*/ 218 w 279"/>
                <a:gd name="T19" fmla="*/ 571 h 571"/>
                <a:gd name="T20" fmla="*/ 50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 32"/>
            <p:cNvSpPr>
              <a:spLocks/>
            </p:cNvSpPr>
            <p:nvPr/>
          </p:nvSpPr>
          <p:spPr bwMode="auto">
            <a:xfrm>
              <a:off x="2507490" y="3648717"/>
              <a:ext cx="401061" cy="620953"/>
            </a:xfrm>
            <a:custGeom>
              <a:avLst/>
              <a:gdLst>
                <a:gd name="T0" fmla="*/ 155 w 290"/>
                <a:gd name="T1" fmla="*/ 224 h 449"/>
                <a:gd name="T2" fmla="*/ 0 w 290"/>
                <a:gd name="T3" fmla="*/ 449 h 449"/>
                <a:gd name="T4" fmla="*/ 195 w 290"/>
                <a:gd name="T5" fmla="*/ 0 h 449"/>
                <a:gd name="T6" fmla="*/ 290 w 290"/>
                <a:gd name="T7" fmla="*/ 28 h 449"/>
                <a:gd name="T8" fmla="*/ 227 w 290"/>
                <a:gd name="T9" fmla="*/ 119 h 449"/>
                <a:gd name="T10" fmla="*/ 159 w 290"/>
                <a:gd name="T11" fmla="*/ 217 h 449"/>
                <a:gd name="T12" fmla="*/ 155 w 290"/>
                <a:gd name="T13" fmla="*/ 22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 33"/>
            <p:cNvSpPr>
              <a:spLocks/>
            </p:cNvSpPr>
            <p:nvPr/>
          </p:nvSpPr>
          <p:spPr bwMode="auto">
            <a:xfrm>
              <a:off x="1987494" y="3687440"/>
              <a:ext cx="579464" cy="1182439"/>
            </a:xfrm>
            <a:custGeom>
              <a:avLst/>
              <a:gdLst>
                <a:gd name="T0" fmla="*/ 228 w 279"/>
                <a:gd name="T1" fmla="*/ 571 h 571"/>
                <a:gd name="T2" fmla="*/ 229 w 279"/>
                <a:gd name="T3" fmla="*/ 571 h 571"/>
                <a:gd name="T4" fmla="*/ 231 w 279"/>
                <a:gd name="T5" fmla="*/ 571 h 571"/>
                <a:gd name="T6" fmla="*/ 278 w 279"/>
                <a:gd name="T7" fmla="*/ 536 h 571"/>
                <a:gd name="T8" fmla="*/ 279 w 279"/>
                <a:gd name="T9" fmla="*/ 536 h 571"/>
                <a:gd name="T10" fmla="*/ 279 w 279"/>
                <a:gd name="T11" fmla="*/ 281 h 571"/>
                <a:gd name="T12" fmla="*/ 155 w 279"/>
                <a:gd name="T13" fmla="*/ 0 h 571"/>
                <a:gd name="T14" fmla="*/ 0 w 279"/>
                <a:gd name="T15" fmla="*/ 0 h 571"/>
                <a:gd name="T16" fmla="*/ 61 w 279"/>
                <a:gd name="T17" fmla="*/ 281 h 571"/>
                <a:gd name="T18" fmla="*/ 61 w 279"/>
                <a:gd name="T19" fmla="*/ 571 h 571"/>
                <a:gd name="T20" fmla="*/ 228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 34"/>
            <p:cNvSpPr>
              <a:spLocks/>
            </p:cNvSpPr>
            <p:nvPr/>
          </p:nvSpPr>
          <p:spPr bwMode="auto">
            <a:xfrm>
              <a:off x="2165897" y="3648717"/>
              <a:ext cx="401061" cy="620953"/>
            </a:xfrm>
            <a:custGeom>
              <a:avLst/>
              <a:gdLst>
                <a:gd name="T0" fmla="*/ 0 w 290"/>
                <a:gd name="T1" fmla="*/ 28 h 449"/>
                <a:gd name="T2" fmla="*/ 95 w 290"/>
                <a:gd name="T3" fmla="*/ 0 h 449"/>
                <a:gd name="T4" fmla="*/ 290 w 290"/>
                <a:gd name="T5" fmla="*/ 449 h 449"/>
                <a:gd name="T6" fmla="*/ 64 w 290"/>
                <a:gd name="T7" fmla="*/ 119 h 449"/>
                <a:gd name="T8" fmla="*/ 0 w 290"/>
                <a:gd name="T9" fmla="*/ 2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 35"/>
            <p:cNvSpPr>
              <a:spLocks/>
            </p:cNvSpPr>
            <p:nvPr/>
          </p:nvSpPr>
          <p:spPr bwMode="auto">
            <a:xfrm>
              <a:off x="2077387" y="3135635"/>
              <a:ext cx="59467" cy="60851"/>
            </a:xfrm>
            <a:custGeom>
              <a:avLst/>
              <a:gdLst>
                <a:gd name="T0" fmla="*/ 7 w 29"/>
                <a:gd name="T1" fmla="*/ 22 h 29"/>
                <a:gd name="T2" fmla="*/ 22 w 29"/>
                <a:gd name="T3" fmla="*/ 7 h 29"/>
                <a:gd name="T4" fmla="*/ 29 w 29"/>
                <a:gd name="T5" fmla="*/ 9 h 29"/>
                <a:gd name="T6" fmla="*/ 15 w 29"/>
                <a:gd name="T7" fmla="*/ 0 h 29"/>
                <a:gd name="T8" fmla="*/ 0 w 29"/>
                <a:gd name="T9" fmla="*/ 15 h 29"/>
                <a:gd name="T10" fmla="*/ 8 w 29"/>
                <a:gd name="T11" fmla="*/ 29 h 29"/>
                <a:gd name="T12" fmla="*/ 7 w 29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 36"/>
            <p:cNvSpPr>
              <a:spLocks/>
            </p:cNvSpPr>
            <p:nvPr/>
          </p:nvSpPr>
          <p:spPr bwMode="auto">
            <a:xfrm>
              <a:off x="2934828" y="3135635"/>
              <a:ext cx="58085" cy="60851"/>
            </a:xfrm>
            <a:custGeom>
              <a:avLst/>
              <a:gdLst>
                <a:gd name="T0" fmla="*/ 22 w 28"/>
                <a:gd name="T1" fmla="*/ 22 h 29"/>
                <a:gd name="T2" fmla="*/ 7 w 28"/>
                <a:gd name="T3" fmla="*/ 7 h 29"/>
                <a:gd name="T4" fmla="*/ 0 w 28"/>
                <a:gd name="T5" fmla="*/ 9 h 29"/>
                <a:gd name="T6" fmla="*/ 13 w 28"/>
                <a:gd name="T7" fmla="*/ 0 h 29"/>
                <a:gd name="T8" fmla="*/ 28 w 28"/>
                <a:gd name="T9" fmla="*/ 15 h 29"/>
                <a:gd name="T10" fmla="*/ 20 w 28"/>
                <a:gd name="T11" fmla="*/ 29 h 29"/>
                <a:gd name="T12" fmla="*/ 22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 37"/>
            <p:cNvSpPr>
              <a:spLocks/>
            </p:cNvSpPr>
            <p:nvPr/>
          </p:nvSpPr>
          <p:spPr bwMode="auto">
            <a:xfrm>
              <a:off x="2070472" y="3135635"/>
              <a:ext cx="58085" cy="60851"/>
            </a:xfrm>
            <a:custGeom>
              <a:avLst/>
              <a:gdLst>
                <a:gd name="T0" fmla="*/ 6 w 28"/>
                <a:gd name="T1" fmla="*/ 22 h 29"/>
                <a:gd name="T2" fmla="*/ 21 w 28"/>
                <a:gd name="T3" fmla="*/ 7 h 29"/>
                <a:gd name="T4" fmla="*/ 28 w 28"/>
                <a:gd name="T5" fmla="*/ 9 h 29"/>
                <a:gd name="T6" fmla="*/ 15 w 28"/>
                <a:gd name="T7" fmla="*/ 0 h 29"/>
                <a:gd name="T8" fmla="*/ 0 w 28"/>
                <a:gd name="T9" fmla="*/ 15 h 29"/>
                <a:gd name="T10" fmla="*/ 8 w 28"/>
                <a:gd name="T11" fmla="*/ 29 h 29"/>
                <a:gd name="T12" fmla="*/ 6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 38"/>
            <p:cNvSpPr>
              <a:spLocks/>
            </p:cNvSpPr>
            <p:nvPr/>
          </p:nvSpPr>
          <p:spPr bwMode="auto">
            <a:xfrm>
              <a:off x="2089833" y="2477342"/>
              <a:ext cx="885101" cy="636166"/>
            </a:xfrm>
            <a:custGeom>
              <a:avLst/>
              <a:gdLst>
                <a:gd name="T0" fmla="*/ 421 w 426"/>
                <a:gd name="T1" fmla="*/ 130 h 307"/>
                <a:gd name="T2" fmla="*/ 109 w 426"/>
                <a:gd name="T3" fmla="*/ 21 h 307"/>
                <a:gd name="T4" fmla="*/ 122 w 426"/>
                <a:gd name="T5" fmla="*/ 2 h 307"/>
                <a:gd name="T6" fmla="*/ 59 w 426"/>
                <a:gd name="T7" fmla="*/ 42 h 307"/>
                <a:gd name="T8" fmla="*/ 49 w 426"/>
                <a:gd name="T9" fmla="*/ 50 h 307"/>
                <a:gd name="T10" fmla="*/ 48 w 426"/>
                <a:gd name="T11" fmla="*/ 51 h 307"/>
                <a:gd name="T12" fmla="*/ 49 w 426"/>
                <a:gd name="T13" fmla="*/ 51 h 307"/>
                <a:gd name="T14" fmla="*/ 33 w 426"/>
                <a:gd name="T15" fmla="*/ 105 h 307"/>
                <a:gd name="T16" fmla="*/ 28 w 426"/>
                <a:gd name="T17" fmla="*/ 290 h 307"/>
                <a:gd name="T18" fmla="*/ 28 w 426"/>
                <a:gd name="T19" fmla="*/ 291 h 307"/>
                <a:gd name="T20" fmla="*/ 31 w 426"/>
                <a:gd name="T21" fmla="*/ 299 h 307"/>
                <a:gd name="T22" fmla="*/ 37 w 426"/>
                <a:gd name="T23" fmla="*/ 288 h 307"/>
                <a:gd name="T24" fmla="*/ 44 w 426"/>
                <a:gd name="T25" fmla="*/ 244 h 307"/>
                <a:gd name="T26" fmla="*/ 64 w 426"/>
                <a:gd name="T27" fmla="*/ 159 h 307"/>
                <a:gd name="T28" fmla="*/ 70 w 426"/>
                <a:gd name="T29" fmla="*/ 160 h 307"/>
                <a:gd name="T30" fmla="*/ 313 w 426"/>
                <a:gd name="T31" fmla="*/ 202 h 307"/>
                <a:gd name="T32" fmla="*/ 303 w 426"/>
                <a:gd name="T33" fmla="*/ 193 h 307"/>
                <a:gd name="T34" fmla="*/ 352 w 426"/>
                <a:gd name="T35" fmla="*/ 179 h 307"/>
                <a:gd name="T36" fmla="*/ 370 w 426"/>
                <a:gd name="T37" fmla="*/ 176 h 307"/>
                <a:gd name="T38" fmla="*/ 379 w 426"/>
                <a:gd name="T39" fmla="*/ 189 h 307"/>
                <a:gd name="T40" fmla="*/ 387 w 426"/>
                <a:gd name="T41" fmla="*/ 227 h 307"/>
                <a:gd name="T42" fmla="*/ 399 w 426"/>
                <a:gd name="T43" fmla="*/ 307 h 307"/>
                <a:gd name="T44" fmla="*/ 407 w 426"/>
                <a:gd name="T45" fmla="*/ 299 h 307"/>
                <a:gd name="T46" fmla="*/ 419 w 426"/>
                <a:gd name="T47" fmla="*/ 197 h 307"/>
                <a:gd name="T48" fmla="*/ 421 w 426"/>
                <a:gd name="T49" fmla="*/ 13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 39"/>
            <p:cNvSpPr>
              <a:spLocks/>
            </p:cNvSpPr>
            <p:nvPr/>
          </p:nvSpPr>
          <p:spPr bwMode="auto">
            <a:xfrm>
              <a:off x="2131323" y="5936149"/>
              <a:ext cx="347125" cy="123084"/>
            </a:xfrm>
            <a:custGeom>
              <a:avLst/>
              <a:gdLst>
                <a:gd name="T0" fmla="*/ 87 w 167"/>
                <a:gd name="T1" fmla="*/ 1 h 60"/>
                <a:gd name="T2" fmla="*/ 84 w 167"/>
                <a:gd name="T3" fmla="*/ 0 h 60"/>
                <a:gd name="T4" fmla="*/ 80 w 167"/>
                <a:gd name="T5" fmla="*/ 1 h 60"/>
                <a:gd name="T6" fmla="*/ 78 w 167"/>
                <a:gd name="T7" fmla="*/ 1 h 60"/>
                <a:gd name="T8" fmla="*/ 78 w 167"/>
                <a:gd name="T9" fmla="*/ 1 h 60"/>
                <a:gd name="T10" fmla="*/ 0 w 167"/>
                <a:gd name="T11" fmla="*/ 60 h 60"/>
                <a:gd name="T12" fmla="*/ 167 w 167"/>
                <a:gd name="T13" fmla="*/ 60 h 60"/>
                <a:gd name="T14" fmla="*/ 167 w 167"/>
                <a:gd name="T15" fmla="*/ 1 h 60"/>
                <a:gd name="T16" fmla="*/ 87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 40"/>
            <p:cNvSpPr>
              <a:spLocks/>
            </p:cNvSpPr>
            <p:nvPr/>
          </p:nvSpPr>
          <p:spPr bwMode="auto">
            <a:xfrm>
              <a:off x="2607064" y="5936149"/>
              <a:ext cx="347125" cy="123084"/>
            </a:xfrm>
            <a:custGeom>
              <a:avLst/>
              <a:gdLst>
                <a:gd name="T0" fmla="*/ 80 w 167"/>
                <a:gd name="T1" fmla="*/ 1 h 60"/>
                <a:gd name="T2" fmla="*/ 84 w 167"/>
                <a:gd name="T3" fmla="*/ 0 h 60"/>
                <a:gd name="T4" fmla="*/ 87 w 167"/>
                <a:gd name="T5" fmla="*/ 1 h 60"/>
                <a:gd name="T6" fmla="*/ 89 w 167"/>
                <a:gd name="T7" fmla="*/ 1 h 60"/>
                <a:gd name="T8" fmla="*/ 89 w 167"/>
                <a:gd name="T9" fmla="*/ 1 h 60"/>
                <a:gd name="T10" fmla="*/ 167 w 167"/>
                <a:gd name="T11" fmla="*/ 60 h 60"/>
                <a:gd name="T12" fmla="*/ 0 w 167"/>
                <a:gd name="T13" fmla="*/ 60 h 60"/>
                <a:gd name="T14" fmla="*/ 0 w 167"/>
                <a:gd name="T15" fmla="*/ 1 h 60"/>
                <a:gd name="T16" fmla="*/ 80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 41"/>
            <p:cNvSpPr>
              <a:spLocks/>
            </p:cNvSpPr>
            <p:nvPr/>
          </p:nvSpPr>
          <p:spPr bwMode="auto">
            <a:xfrm>
              <a:off x="2638873" y="4514456"/>
              <a:ext cx="315317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 42"/>
            <p:cNvSpPr>
              <a:spLocks/>
            </p:cNvSpPr>
            <p:nvPr/>
          </p:nvSpPr>
          <p:spPr bwMode="auto">
            <a:xfrm>
              <a:off x="2120259" y="4514456"/>
              <a:ext cx="316700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 43"/>
            <p:cNvSpPr>
              <a:spLocks/>
            </p:cNvSpPr>
            <p:nvPr/>
          </p:nvSpPr>
          <p:spPr bwMode="auto">
            <a:xfrm>
              <a:off x="3620781" y="3627972"/>
              <a:ext cx="569784" cy="154893"/>
            </a:xfrm>
            <a:custGeom>
              <a:avLst/>
              <a:gdLst>
                <a:gd name="T0" fmla="*/ 236 w 274"/>
                <a:gd name="T1" fmla="*/ 14 h 75"/>
                <a:gd name="T2" fmla="*/ 124 w 274"/>
                <a:gd name="T3" fmla="*/ 12 h 75"/>
                <a:gd name="T4" fmla="*/ 122 w 274"/>
                <a:gd name="T5" fmla="*/ 2 h 75"/>
                <a:gd name="T6" fmla="*/ 72 w 274"/>
                <a:gd name="T7" fmla="*/ 13 h 75"/>
                <a:gd name="T8" fmla="*/ 46 w 274"/>
                <a:gd name="T9" fmla="*/ 14 h 75"/>
                <a:gd name="T10" fmla="*/ 0 w 274"/>
                <a:gd name="T11" fmla="*/ 45 h 75"/>
                <a:gd name="T12" fmla="*/ 58 w 274"/>
                <a:gd name="T13" fmla="*/ 75 h 75"/>
                <a:gd name="T14" fmla="*/ 186 w 274"/>
                <a:gd name="T15" fmla="*/ 45 h 75"/>
                <a:gd name="T16" fmla="*/ 236 w 274"/>
                <a:gd name="T17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 44"/>
            <p:cNvSpPr>
              <a:spLocks/>
            </p:cNvSpPr>
            <p:nvPr/>
          </p:nvSpPr>
          <p:spPr bwMode="auto">
            <a:xfrm>
              <a:off x="2450789" y="3229677"/>
              <a:ext cx="107872" cy="99574"/>
            </a:xfrm>
            <a:custGeom>
              <a:avLst/>
              <a:gdLst>
                <a:gd name="T0" fmla="*/ 52 w 52"/>
                <a:gd name="T1" fmla="*/ 4 h 48"/>
                <a:gd name="T2" fmla="*/ 5 w 52"/>
                <a:gd name="T3" fmla="*/ 24 h 48"/>
                <a:gd name="T4" fmla="*/ 40 w 52"/>
                <a:gd name="T5" fmla="*/ 48 h 48"/>
                <a:gd name="T6" fmla="*/ 52 w 52"/>
                <a:gd name="T7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任意多边形 45"/>
            <p:cNvSpPr>
              <a:spLocks/>
            </p:cNvSpPr>
            <p:nvPr/>
          </p:nvSpPr>
          <p:spPr bwMode="auto">
            <a:xfrm>
              <a:off x="2250258" y="2971062"/>
              <a:ext cx="154893" cy="37340"/>
            </a:xfrm>
            <a:custGeom>
              <a:avLst/>
              <a:gdLst>
                <a:gd name="T0" fmla="*/ 6 w 75"/>
                <a:gd name="T1" fmla="*/ 18 h 18"/>
                <a:gd name="T2" fmla="*/ 1 w 75"/>
                <a:gd name="T3" fmla="*/ 15 h 18"/>
                <a:gd name="T4" fmla="*/ 3 w 75"/>
                <a:gd name="T5" fmla="*/ 8 h 18"/>
                <a:gd name="T6" fmla="*/ 71 w 75"/>
                <a:gd name="T7" fmla="*/ 7 h 18"/>
                <a:gd name="T8" fmla="*/ 73 w 75"/>
                <a:gd name="T9" fmla="*/ 14 h 18"/>
                <a:gd name="T10" fmla="*/ 67 w 75"/>
                <a:gd name="T11" fmla="*/ 16 h 18"/>
                <a:gd name="T12" fmla="*/ 8 w 75"/>
                <a:gd name="T13" fmla="*/ 18 h 18"/>
                <a:gd name="T14" fmla="*/ 6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椭圆 43"/>
            <p:cNvSpPr>
              <a:spLocks/>
            </p:cNvSpPr>
            <p:nvPr/>
          </p:nvSpPr>
          <p:spPr bwMode="auto">
            <a:xfrm>
              <a:off x="2262705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任意多边形 47"/>
            <p:cNvSpPr>
              <a:spLocks/>
            </p:cNvSpPr>
            <p:nvPr/>
          </p:nvSpPr>
          <p:spPr bwMode="auto">
            <a:xfrm>
              <a:off x="2667915" y="2971062"/>
              <a:ext cx="154893" cy="37340"/>
            </a:xfrm>
            <a:custGeom>
              <a:avLst/>
              <a:gdLst>
                <a:gd name="T0" fmla="*/ 69 w 75"/>
                <a:gd name="T1" fmla="*/ 18 h 18"/>
                <a:gd name="T2" fmla="*/ 74 w 75"/>
                <a:gd name="T3" fmla="*/ 15 h 18"/>
                <a:gd name="T4" fmla="*/ 71 w 75"/>
                <a:gd name="T5" fmla="*/ 8 h 18"/>
                <a:gd name="T6" fmla="*/ 4 w 75"/>
                <a:gd name="T7" fmla="*/ 7 h 18"/>
                <a:gd name="T8" fmla="*/ 1 w 75"/>
                <a:gd name="T9" fmla="*/ 14 h 18"/>
                <a:gd name="T10" fmla="*/ 8 w 75"/>
                <a:gd name="T11" fmla="*/ 16 h 18"/>
                <a:gd name="T12" fmla="*/ 67 w 75"/>
                <a:gd name="T13" fmla="*/ 18 h 18"/>
                <a:gd name="T14" fmla="*/ 69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>
              <a:spLocks/>
            </p:cNvSpPr>
            <p:nvPr/>
          </p:nvSpPr>
          <p:spPr bwMode="auto">
            <a:xfrm>
              <a:off x="2661000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2300368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椭圆 47"/>
            <p:cNvSpPr>
              <a:spLocks/>
            </p:cNvSpPr>
            <p:nvPr/>
          </p:nvSpPr>
          <p:spPr bwMode="auto">
            <a:xfrm>
              <a:off x="2713553" y="3105209"/>
              <a:ext cx="20744" cy="207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686296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 52"/>
            <p:cNvSpPr>
              <a:spLocks/>
            </p:cNvSpPr>
            <p:nvPr/>
          </p:nvSpPr>
          <p:spPr bwMode="auto">
            <a:xfrm>
              <a:off x="2132706" y="3018083"/>
              <a:ext cx="809037" cy="250317"/>
            </a:xfrm>
            <a:custGeom>
              <a:avLst/>
              <a:gdLst>
                <a:gd name="T0" fmla="*/ 385 w 389"/>
                <a:gd name="T1" fmla="*/ 7 h 121"/>
                <a:gd name="T2" fmla="*/ 354 w 389"/>
                <a:gd name="T3" fmla="*/ 7 h 121"/>
                <a:gd name="T4" fmla="*/ 243 w 389"/>
                <a:gd name="T5" fmla="*/ 14 h 121"/>
                <a:gd name="T6" fmla="*/ 194 w 389"/>
                <a:gd name="T7" fmla="*/ 18 h 121"/>
                <a:gd name="T8" fmla="*/ 146 w 389"/>
                <a:gd name="T9" fmla="*/ 14 h 121"/>
                <a:gd name="T10" fmla="*/ 35 w 389"/>
                <a:gd name="T11" fmla="*/ 7 h 121"/>
                <a:gd name="T12" fmla="*/ 4 w 389"/>
                <a:gd name="T13" fmla="*/ 7 h 121"/>
                <a:gd name="T14" fmla="*/ 4 w 389"/>
                <a:gd name="T15" fmla="*/ 34 h 121"/>
                <a:gd name="T16" fmla="*/ 13 w 389"/>
                <a:gd name="T17" fmla="*/ 40 h 121"/>
                <a:gd name="T18" fmla="*/ 23 w 389"/>
                <a:gd name="T19" fmla="*/ 81 h 121"/>
                <a:gd name="T20" fmla="*/ 38 w 389"/>
                <a:gd name="T21" fmla="*/ 105 h 121"/>
                <a:gd name="T22" fmla="*/ 61 w 389"/>
                <a:gd name="T23" fmla="*/ 117 h 121"/>
                <a:gd name="T24" fmla="*/ 128 w 389"/>
                <a:gd name="T25" fmla="*/ 111 h 121"/>
                <a:gd name="T26" fmla="*/ 167 w 389"/>
                <a:gd name="T27" fmla="*/ 58 h 121"/>
                <a:gd name="T28" fmla="*/ 191 w 389"/>
                <a:gd name="T29" fmla="*/ 35 h 121"/>
                <a:gd name="T30" fmla="*/ 193 w 389"/>
                <a:gd name="T31" fmla="*/ 35 h 121"/>
                <a:gd name="T32" fmla="*/ 198 w 389"/>
                <a:gd name="T33" fmla="*/ 35 h 121"/>
                <a:gd name="T34" fmla="*/ 222 w 389"/>
                <a:gd name="T35" fmla="*/ 58 h 121"/>
                <a:gd name="T36" fmla="*/ 261 w 389"/>
                <a:gd name="T37" fmla="*/ 111 h 121"/>
                <a:gd name="T38" fmla="*/ 328 w 389"/>
                <a:gd name="T39" fmla="*/ 117 h 121"/>
                <a:gd name="T40" fmla="*/ 350 w 389"/>
                <a:gd name="T41" fmla="*/ 105 h 121"/>
                <a:gd name="T42" fmla="*/ 366 w 389"/>
                <a:gd name="T43" fmla="*/ 81 h 121"/>
                <a:gd name="T44" fmla="*/ 376 w 389"/>
                <a:gd name="T45" fmla="*/ 40 h 121"/>
                <a:gd name="T46" fmla="*/ 385 w 389"/>
                <a:gd name="T47" fmla="*/ 34 h 121"/>
                <a:gd name="T48" fmla="*/ 385 w 389"/>
                <a:gd name="T49" fmla="*/ 7 h 121"/>
                <a:gd name="T50" fmla="*/ 156 w 389"/>
                <a:gd name="T51" fmla="*/ 58 h 121"/>
                <a:gd name="T52" fmla="*/ 121 w 389"/>
                <a:gd name="T53" fmla="*/ 106 h 121"/>
                <a:gd name="T54" fmla="*/ 56 w 389"/>
                <a:gd name="T55" fmla="*/ 108 h 121"/>
                <a:gd name="T56" fmla="*/ 25 w 389"/>
                <a:gd name="T57" fmla="*/ 27 h 121"/>
                <a:gd name="T58" fmla="*/ 85 w 389"/>
                <a:gd name="T59" fmla="*/ 15 h 121"/>
                <a:gd name="T60" fmla="*/ 142 w 389"/>
                <a:gd name="T61" fmla="*/ 21 h 121"/>
                <a:gd name="T62" fmla="*/ 156 w 389"/>
                <a:gd name="T63" fmla="*/ 58 h 121"/>
                <a:gd name="T64" fmla="*/ 333 w 389"/>
                <a:gd name="T65" fmla="*/ 108 h 121"/>
                <a:gd name="T66" fmla="*/ 268 w 389"/>
                <a:gd name="T67" fmla="*/ 106 h 121"/>
                <a:gd name="T68" fmla="*/ 233 w 389"/>
                <a:gd name="T69" fmla="*/ 58 h 121"/>
                <a:gd name="T70" fmla="*/ 246 w 389"/>
                <a:gd name="T71" fmla="*/ 21 h 121"/>
                <a:gd name="T72" fmla="*/ 304 w 389"/>
                <a:gd name="T73" fmla="*/ 15 h 121"/>
                <a:gd name="T74" fmla="*/ 364 w 389"/>
                <a:gd name="T75" fmla="*/ 27 h 121"/>
                <a:gd name="T76" fmla="*/ 333 w 389"/>
                <a:gd name="T77" fmla="*/ 10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92644" y="987574"/>
            <a:ext cx="3722550" cy="2818120"/>
            <a:chOff x="3092644" y="987574"/>
            <a:chExt cx="3722550" cy="2818120"/>
          </a:xfrm>
        </p:grpSpPr>
        <p:sp>
          <p:nvSpPr>
            <p:cNvPr id="5" name="直角三角形 4"/>
            <p:cNvSpPr/>
            <p:nvPr/>
          </p:nvSpPr>
          <p:spPr>
            <a:xfrm>
              <a:off x="6284766" y="987574"/>
              <a:ext cx="530428" cy="52751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092644" y="1846421"/>
              <a:ext cx="3425516" cy="306302"/>
              <a:chOff x="3688885" y="2119502"/>
              <a:chExt cx="4567355" cy="408403"/>
            </a:xfrm>
          </p:grpSpPr>
          <p:sp>
            <p:nvSpPr>
              <p:cNvPr id="60" name="圆角矩形 4"/>
              <p:cNvSpPr/>
              <p:nvPr/>
            </p:nvSpPr>
            <p:spPr>
              <a:xfrm>
                <a:off x="3688885" y="2119502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61" name="任意多边形 5"/>
              <p:cNvSpPr/>
              <p:nvPr/>
            </p:nvSpPr>
            <p:spPr>
              <a:xfrm>
                <a:off x="3688885" y="2119502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 13"/>
              <p:cNvSpPr>
                <a:spLocks/>
              </p:cNvSpPr>
              <p:nvPr/>
            </p:nvSpPr>
            <p:spPr bwMode="auto">
              <a:xfrm>
                <a:off x="3852133" y="2192581"/>
                <a:ext cx="224340" cy="224340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092644" y="3093943"/>
              <a:ext cx="3425516" cy="306302"/>
              <a:chOff x="3688885" y="3782865"/>
              <a:chExt cx="4567355" cy="408403"/>
            </a:xfrm>
          </p:grpSpPr>
          <p:sp>
            <p:nvSpPr>
              <p:cNvPr id="57" name="圆角矩形 10"/>
              <p:cNvSpPr/>
              <p:nvPr/>
            </p:nvSpPr>
            <p:spPr>
              <a:xfrm>
                <a:off x="3688885" y="3782865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8" name="任意多边形 11"/>
              <p:cNvSpPr/>
              <p:nvPr/>
            </p:nvSpPr>
            <p:spPr>
              <a:xfrm>
                <a:off x="3688885" y="3782865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 14"/>
              <p:cNvSpPr>
                <a:spLocks/>
              </p:cNvSpPr>
              <p:nvPr/>
            </p:nvSpPr>
            <p:spPr bwMode="auto">
              <a:xfrm>
                <a:off x="3852133" y="3874896"/>
                <a:ext cx="224340" cy="224340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092644" y="2678102"/>
              <a:ext cx="3425516" cy="306302"/>
              <a:chOff x="3688885" y="3228410"/>
              <a:chExt cx="4567355" cy="408403"/>
            </a:xfrm>
          </p:grpSpPr>
          <p:sp>
            <p:nvSpPr>
              <p:cNvPr id="54" name="圆角矩形 8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5" name="任意多边形 9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 1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2644" y="2262261"/>
              <a:ext cx="3425516" cy="306302"/>
              <a:chOff x="3688885" y="2673956"/>
              <a:chExt cx="4567355" cy="408403"/>
            </a:xfrm>
          </p:grpSpPr>
          <p:sp>
            <p:nvSpPr>
              <p:cNvPr id="51" name="圆角矩形 6"/>
              <p:cNvSpPr/>
              <p:nvPr/>
            </p:nvSpPr>
            <p:spPr>
              <a:xfrm>
                <a:off x="3688885" y="2673956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2" name="任意多边形 7"/>
              <p:cNvSpPr/>
              <p:nvPr/>
            </p:nvSpPr>
            <p:spPr>
              <a:xfrm>
                <a:off x="3688885" y="2673956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 16"/>
              <p:cNvSpPr>
                <a:spLocks/>
              </p:cNvSpPr>
              <p:nvPr/>
            </p:nvSpPr>
            <p:spPr bwMode="auto">
              <a:xfrm>
                <a:off x="3859934" y="2759964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24 w 236"/>
                  <a:gd name="T11" fmla="*/ 56 h 236"/>
                  <a:gd name="T12" fmla="*/ 144 w 236"/>
                  <a:gd name="T13" fmla="*/ 46 h 236"/>
                  <a:gd name="T14" fmla="*/ 137 w 236"/>
                  <a:gd name="T15" fmla="*/ 67 h 236"/>
                  <a:gd name="T16" fmla="*/ 117 w 236"/>
                  <a:gd name="T17" fmla="*/ 77 h 236"/>
                  <a:gd name="T18" fmla="*/ 124 w 236"/>
                  <a:gd name="T19" fmla="*/ 56 h 236"/>
                  <a:gd name="T20" fmla="*/ 162 w 236"/>
                  <a:gd name="T21" fmla="*/ 164 h 236"/>
                  <a:gd name="T22" fmla="*/ 142 w 236"/>
                  <a:gd name="T23" fmla="*/ 181 h 236"/>
                  <a:gd name="T24" fmla="*/ 119 w 236"/>
                  <a:gd name="T25" fmla="*/ 175 h 236"/>
                  <a:gd name="T26" fmla="*/ 97 w 236"/>
                  <a:gd name="T27" fmla="*/ 181 h 236"/>
                  <a:gd name="T28" fmla="*/ 76 w 236"/>
                  <a:gd name="T29" fmla="*/ 164 h 236"/>
                  <a:gd name="T30" fmla="*/ 67 w 236"/>
                  <a:gd name="T31" fmla="*/ 96 h 236"/>
                  <a:gd name="T32" fmla="*/ 95 w 236"/>
                  <a:gd name="T33" fmla="*/ 79 h 236"/>
                  <a:gd name="T34" fmla="*/ 118 w 236"/>
                  <a:gd name="T35" fmla="*/ 85 h 236"/>
                  <a:gd name="T36" fmla="*/ 143 w 236"/>
                  <a:gd name="T37" fmla="*/ 79 h 236"/>
                  <a:gd name="T38" fmla="*/ 168 w 236"/>
                  <a:gd name="T39" fmla="*/ 92 h 236"/>
                  <a:gd name="T40" fmla="*/ 154 w 236"/>
                  <a:gd name="T41" fmla="*/ 118 h 236"/>
                  <a:gd name="T42" fmla="*/ 172 w 236"/>
                  <a:gd name="T43" fmla="*/ 145 h 236"/>
                  <a:gd name="T44" fmla="*/ 162 w 236"/>
                  <a:gd name="T45" fmla="*/ 16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092644" y="3499392"/>
              <a:ext cx="3425516" cy="306302"/>
              <a:chOff x="3688885" y="3228410"/>
              <a:chExt cx="4567355" cy="408403"/>
            </a:xfrm>
          </p:grpSpPr>
          <p:sp>
            <p:nvSpPr>
              <p:cNvPr id="12" name="圆角矩形 63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13" name="任意多边形 64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任意多边形 6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A120663-5C45-4915-A40F-DD0CB7EEA32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5" name="TextBox 86">
              <a:extLst>
                <a:ext uri="{FF2B5EF4-FFF2-40B4-BE49-F238E27FC236}">
                  <a16:creationId xmlns:a16="http://schemas.microsoft.com/office/drawing/2014/main" id="{1CD35F42-58B4-4CEE-AA68-5CAEEB33E16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9A51838-EC93-42D5-85CD-DF1934AC4E16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43468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2"/>
          <p:cNvGrpSpPr/>
          <p:nvPr/>
        </p:nvGrpSpPr>
        <p:grpSpPr>
          <a:xfrm>
            <a:off x="731208" y="907855"/>
            <a:ext cx="7534278" cy="1627535"/>
            <a:chOff x="1073149" y="496536"/>
            <a:chExt cx="10045704" cy="2170046"/>
          </a:xfrm>
        </p:grpSpPr>
        <p:sp>
          <p:nvSpPr>
            <p:cNvPr id="15" name="Freeform: Shape 2"/>
            <p:cNvSpPr/>
            <p:nvPr/>
          </p:nvSpPr>
          <p:spPr>
            <a:xfrm>
              <a:off x="1073149" y="1799083"/>
              <a:ext cx="1004571" cy="862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Freeform: Shape 3"/>
            <p:cNvSpPr/>
            <p:nvPr/>
          </p:nvSpPr>
          <p:spPr>
            <a:xfrm>
              <a:off x="207771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4"/>
            <p:cNvSpPr/>
            <p:nvPr/>
          </p:nvSpPr>
          <p:spPr>
            <a:xfrm>
              <a:off x="3082288" y="1779044"/>
              <a:ext cx="1004572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5"/>
            <p:cNvSpPr/>
            <p:nvPr/>
          </p:nvSpPr>
          <p:spPr>
            <a:xfrm>
              <a:off x="4086859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: Shape 6"/>
            <p:cNvSpPr/>
            <p:nvPr/>
          </p:nvSpPr>
          <p:spPr>
            <a:xfrm>
              <a:off x="5091430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: Shape 7"/>
            <p:cNvSpPr/>
            <p:nvPr/>
          </p:nvSpPr>
          <p:spPr>
            <a:xfrm>
              <a:off x="6096000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8"/>
            <p:cNvSpPr/>
            <p:nvPr/>
          </p:nvSpPr>
          <p:spPr>
            <a:xfrm>
              <a:off x="710056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9"/>
            <p:cNvSpPr/>
            <p:nvPr/>
          </p:nvSpPr>
          <p:spPr>
            <a:xfrm>
              <a:off x="810513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3" name="Group 10"/>
            <p:cNvGrpSpPr/>
            <p:nvPr/>
          </p:nvGrpSpPr>
          <p:grpSpPr>
            <a:xfrm>
              <a:off x="1374519" y="1999476"/>
              <a:ext cx="7283331" cy="109199"/>
              <a:chOff x="0" y="0"/>
              <a:chExt cx="7283331" cy="109198"/>
            </a:xfrm>
          </p:grpSpPr>
          <p:sp>
            <p:nvSpPr>
              <p:cNvPr id="26" name="Freeform: Shape 13"/>
              <p:cNvSpPr/>
              <p:nvPr/>
            </p:nvSpPr>
            <p:spPr>
              <a:xfrm>
                <a:off x="0" y="0"/>
                <a:ext cx="170984" cy="1088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: Shape 14"/>
              <p:cNvSpPr/>
              <p:nvPr/>
            </p:nvSpPr>
            <p:spPr>
              <a:xfrm>
                <a:off x="140639" y="0"/>
                <a:ext cx="133804" cy="108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15"/>
              <p:cNvSpPr/>
              <p:nvPr/>
            </p:nvSpPr>
            <p:spPr>
              <a:xfrm>
                <a:off x="301370" y="0"/>
                <a:ext cx="118539" cy="10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Freeform: Shape 16"/>
              <p:cNvSpPr/>
              <p:nvPr/>
            </p:nvSpPr>
            <p:spPr>
              <a:xfrm>
                <a:off x="1024661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Freeform: Shape 17"/>
              <p:cNvSpPr/>
              <p:nvPr/>
            </p:nvSpPr>
            <p:spPr>
              <a:xfrm>
                <a:off x="1125118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1" name="Freeform: Shape 18"/>
              <p:cNvSpPr/>
              <p:nvPr/>
            </p:nvSpPr>
            <p:spPr>
              <a:xfrm>
                <a:off x="1245666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2" name="Freeform: Shape 19"/>
              <p:cNvSpPr/>
              <p:nvPr/>
            </p:nvSpPr>
            <p:spPr>
              <a:xfrm>
                <a:off x="1366215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20"/>
              <p:cNvSpPr/>
              <p:nvPr/>
            </p:nvSpPr>
            <p:spPr>
              <a:xfrm>
                <a:off x="1486763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Freeform: Shape 21"/>
              <p:cNvSpPr/>
              <p:nvPr/>
            </p:nvSpPr>
            <p:spPr>
              <a:xfrm>
                <a:off x="1607312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22"/>
              <p:cNvSpPr/>
              <p:nvPr/>
            </p:nvSpPr>
            <p:spPr>
              <a:xfrm>
                <a:off x="1727860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3"/>
              <p:cNvSpPr/>
              <p:nvPr/>
            </p:nvSpPr>
            <p:spPr>
              <a:xfrm>
                <a:off x="182831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4"/>
              <p:cNvSpPr/>
              <p:nvPr/>
            </p:nvSpPr>
            <p:spPr>
              <a:xfrm>
                <a:off x="1948866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25"/>
              <p:cNvSpPr/>
              <p:nvPr/>
            </p:nvSpPr>
            <p:spPr>
              <a:xfrm>
                <a:off x="206941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26"/>
              <p:cNvSpPr/>
              <p:nvPr/>
            </p:nvSpPr>
            <p:spPr>
              <a:xfrm>
                <a:off x="218996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27"/>
              <p:cNvSpPr/>
              <p:nvPr/>
            </p:nvSpPr>
            <p:spPr>
              <a:xfrm>
                <a:off x="2310511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28"/>
              <p:cNvSpPr/>
              <p:nvPr/>
            </p:nvSpPr>
            <p:spPr>
              <a:xfrm>
                <a:off x="2431059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29"/>
              <p:cNvSpPr/>
              <p:nvPr/>
            </p:nvSpPr>
            <p:spPr>
              <a:xfrm>
                <a:off x="289316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30"/>
              <p:cNvSpPr/>
              <p:nvPr/>
            </p:nvSpPr>
            <p:spPr>
              <a:xfrm>
                <a:off x="301371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31"/>
              <p:cNvSpPr/>
              <p:nvPr/>
            </p:nvSpPr>
            <p:spPr>
              <a:xfrm>
                <a:off x="3134258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32"/>
              <p:cNvSpPr/>
              <p:nvPr/>
            </p:nvSpPr>
            <p:spPr>
              <a:xfrm>
                <a:off x="3234715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33"/>
              <p:cNvSpPr/>
              <p:nvPr/>
            </p:nvSpPr>
            <p:spPr>
              <a:xfrm>
                <a:off x="335526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34"/>
              <p:cNvSpPr/>
              <p:nvPr/>
            </p:nvSpPr>
            <p:spPr>
              <a:xfrm>
                <a:off x="3475812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35"/>
              <p:cNvSpPr/>
              <p:nvPr/>
            </p:nvSpPr>
            <p:spPr>
              <a:xfrm>
                <a:off x="359636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36"/>
              <p:cNvSpPr/>
              <p:nvPr/>
            </p:nvSpPr>
            <p:spPr>
              <a:xfrm>
                <a:off x="3958005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37"/>
              <p:cNvSpPr/>
              <p:nvPr/>
            </p:nvSpPr>
            <p:spPr>
              <a:xfrm>
                <a:off x="4078554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38"/>
              <p:cNvSpPr/>
              <p:nvPr/>
            </p:nvSpPr>
            <p:spPr>
              <a:xfrm>
                <a:off x="4199102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9"/>
              <p:cNvSpPr/>
              <p:nvPr/>
            </p:nvSpPr>
            <p:spPr>
              <a:xfrm>
                <a:off x="431965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40"/>
              <p:cNvSpPr/>
              <p:nvPr/>
            </p:nvSpPr>
            <p:spPr>
              <a:xfrm>
                <a:off x="4440199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41"/>
              <p:cNvSpPr/>
              <p:nvPr/>
            </p:nvSpPr>
            <p:spPr>
              <a:xfrm>
                <a:off x="4560747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42"/>
              <p:cNvSpPr/>
              <p:nvPr/>
            </p:nvSpPr>
            <p:spPr>
              <a:xfrm>
                <a:off x="4661205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43"/>
              <p:cNvSpPr/>
              <p:nvPr/>
            </p:nvSpPr>
            <p:spPr>
              <a:xfrm>
                <a:off x="478175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44"/>
              <p:cNvSpPr/>
              <p:nvPr/>
            </p:nvSpPr>
            <p:spPr>
              <a:xfrm>
                <a:off x="4902302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45"/>
              <p:cNvSpPr/>
              <p:nvPr/>
            </p:nvSpPr>
            <p:spPr>
              <a:xfrm>
                <a:off x="5344313" y="20039"/>
                <a:ext cx="5081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46"/>
              <p:cNvSpPr/>
              <p:nvPr/>
            </p:nvSpPr>
            <p:spPr>
              <a:xfrm>
                <a:off x="5464861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47"/>
              <p:cNvSpPr/>
              <p:nvPr/>
            </p:nvSpPr>
            <p:spPr>
              <a:xfrm>
                <a:off x="5585409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48"/>
              <p:cNvSpPr/>
              <p:nvPr/>
            </p:nvSpPr>
            <p:spPr>
              <a:xfrm>
                <a:off x="5826506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Freeform: Shape 49"/>
              <p:cNvSpPr/>
              <p:nvPr/>
            </p:nvSpPr>
            <p:spPr>
              <a:xfrm>
                <a:off x="5947055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Freeform: Shape 50"/>
              <p:cNvSpPr/>
              <p:nvPr/>
            </p:nvSpPr>
            <p:spPr>
              <a:xfrm>
                <a:off x="6047512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4" name="Freeform: Shape 51"/>
              <p:cNvSpPr/>
              <p:nvPr/>
            </p:nvSpPr>
            <p:spPr>
              <a:xfrm>
                <a:off x="6168060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5" name="Freeform: Shape 52"/>
              <p:cNvSpPr/>
              <p:nvPr/>
            </p:nvSpPr>
            <p:spPr>
              <a:xfrm>
                <a:off x="6288608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6" name="Freeform: Shape 53"/>
              <p:cNvSpPr/>
              <p:nvPr/>
            </p:nvSpPr>
            <p:spPr>
              <a:xfrm>
                <a:off x="640915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7" name="Freeform: Shape 54"/>
              <p:cNvSpPr/>
              <p:nvPr/>
            </p:nvSpPr>
            <p:spPr>
              <a:xfrm>
                <a:off x="6529705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8" name="Freeform: Shape 55"/>
              <p:cNvSpPr/>
              <p:nvPr/>
            </p:nvSpPr>
            <p:spPr>
              <a:xfrm>
                <a:off x="6650253" y="20039"/>
                <a:ext cx="50445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9" name="Freeform: Shape 56"/>
              <p:cNvSpPr/>
              <p:nvPr/>
            </p:nvSpPr>
            <p:spPr>
              <a:xfrm>
                <a:off x="6750711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0" name="Freeform: Shape 57"/>
              <p:cNvSpPr/>
              <p:nvPr/>
            </p:nvSpPr>
            <p:spPr>
              <a:xfrm>
                <a:off x="6871258" y="20039"/>
                <a:ext cx="5064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1" name="Freeform: Shape 58"/>
              <p:cNvSpPr/>
              <p:nvPr/>
            </p:nvSpPr>
            <p:spPr>
              <a:xfrm>
                <a:off x="6991807" y="20039"/>
                <a:ext cx="50444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Freeform: Shape 59"/>
              <p:cNvSpPr/>
              <p:nvPr/>
            </p:nvSpPr>
            <p:spPr>
              <a:xfrm>
                <a:off x="7112357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3" name="Freeform: Shape 60"/>
              <p:cNvSpPr/>
              <p:nvPr/>
            </p:nvSpPr>
            <p:spPr>
              <a:xfrm>
                <a:off x="7232905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4" name="Freeform: Shape 11"/>
            <p:cNvSpPr/>
            <p:nvPr/>
          </p:nvSpPr>
          <p:spPr>
            <a:xfrm>
              <a:off x="9109711" y="977477"/>
              <a:ext cx="1004571" cy="158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Freeform: Shape 12"/>
            <p:cNvSpPr/>
            <p:nvPr/>
          </p:nvSpPr>
          <p:spPr>
            <a:xfrm>
              <a:off x="10114282" y="496536"/>
              <a:ext cx="1004571" cy="1823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" name="Rectangle 61"/>
          <p:cNvSpPr/>
          <p:nvPr/>
        </p:nvSpPr>
        <p:spPr>
          <a:xfrm>
            <a:off x="352092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2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50%</a:t>
            </a:r>
          </a:p>
        </p:txBody>
      </p:sp>
      <p:sp>
        <p:nvSpPr>
          <p:cNvPr id="6" name="Rectangle 64"/>
          <p:cNvSpPr/>
          <p:nvPr/>
        </p:nvSpPr>
        <p:spPr>
          <a:xfrm>
            <a:off x="518355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1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30%</a:t>
            </a:r>
          </a:p>
        </p:txBody>
      </p:sp>
      <p:sp>
        <p:nvSpPr>
          <p:cNvPr id="7" name="Rectangle 66"/>
          <p:cNvSpPr/>
          <p:nvPr/>
        </p:nvSpPr>
        <p:spPr>
          <a:xfrm>
            <a:off x="643489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3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20%</a:t>
            </a:r>
          </a:p>
        </p:txBody>
      </p:sp>
      <p:grpSp>
        <p:nvGrpSpPr>
          <p:cNvPr id="8" name="Group 80"/>
          <p:cNvGrpSpPr/>
          <p:nvPr/>
        </p:nvGrpSpPr>
        <p:grpSpPr>
          <a:xfrm>
            <a:off x="603533" y="3499557"/>
            <a:ext cx="7938130" cy="736088"/>
            <a:chOff x="902916" y="4447035"/>
            <a:chExt cx="10584173" cy="981450"/>
          </a:xfrm>
        </p:grpSpPr>
        <p:sp>
          <p:nvSpPr>
            <p:cNvPr id="9" name="TextBox 81"/>
            <p:cNvSpPr txBox="1"/>
            <p:nvPr/>
          </p:nvSpPr>
          <p:spPr>
            <a:xfrm>
              <a:off x="1608294" y="4447035"/>
              <a:ext cx="1286292" cy="340519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82"/>
            <p:cNvSpPr txBox="1"/>
            <p:nvPr/>
          </p:nvSpPr>
          <p:spPr>
            <a:xfrm>
              <a:off x="5569588" y="4447035"/>
              <a:ext cx="1286292" cy="340519"/>
            </a:xfrm>
            <a:prstGeom prst="roundRect">
              <a:avLst/>
            </a:prstGeom>
            <a:solidFill>
              <a:schemeClr val="accent2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83"/>
            <p:cNvSpPr txBox="1"/>
            <p:nvPr/>
          </p:nvSpPr>
          <p:spPr>
            <a:xfrm>
              <a:off x="9495419" y="4447035"/>
              <a:ext cx="1286292" cy="340519"/>
            </a:xfrm>
            <a:prstGeom prst="roundRect">
              <a:avLst/>
            </a:prstGeom>
            <a:solidFill>
              <a:schemeClr val="accent3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TextBox 84"/>
            <p:cNvSpPr txBox="1">
              <a:spLocks/>
            </p:cNvSpPr>
            <p:nvPr/>
          </p:nvSpPr>
          <p:spPr bwMode="auto">
            <a:xfrm>
              <a:off x="902916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3" name="TextBox 85"/>
            <p:cNvSpPr txBox="1">
              <a:spLocks/>
            </p:cNvSpPr>
            <p:nvPr/>
          </p:nvSpPr>
          <p:spPr bwMode="auto">
            <a:xfrm>
              <a:off x="4864210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TextBox 86"/>
            <p:cNvSpPr txBox="1">
              <a:spLocks/>
            </p:cNvSpPr>
            <p:nvPr/>
          </p:nvSpPr>
          <p:spPr bwMode="auto">
            <a:xfrm>
              <a:off x="8790041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FD11D06-83DA-4793-B1B3-2379A92C6C8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76" name="TextBox 86">
              <a:extLst>
                <a:ext uri="{FF2B5EF4-FFF2-40B4-BE49-F238E27FC236}">
                  <a16:creationId xmlns:a16="http://schemas.microsoft.com/office/drawing/2014/main" id="{E3410950-5E7A-476E-9059-5C74860751D1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B125520-1106-4414-82A7-6CBC454BD44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722783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b9dc50f-7ec6-4f91-a8f5-bf0b22df45e9"/>
          <p:cNvGrpSpPr>
            <a:grpSpLocks noChangeAspect="1"/>
          </p:cNvGrpSpPr>
          <p:nvPr/>
        </p:nvGrpSpPr>
        <p:grpSpPr>
          <a:xfrm>
            <a:off x="0" y="1194597"/>
            <a:ext cx="8606155" cy="3392882"/>
            <a:chOff x="0" y="1592796"/>
            <a:chExt cx="11474873" cy="4523842"/>
          </a:xfrm>
        </p:grpSpPr>
        <p:sp>
          <p:nvSpPr>
            <p:cNvPr id="4" name="Rectangle 1"/>
            <p:cNvSpPr/>
            <p:nvPr/>
          </p:nvSpPr>
          <p:spPr>
            <a:xfrm>
              <a:off x="0" y="1592796"/>
              <a:ext cx="5058264" cy="4523842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Rectangle: Rounded Corners 5"/>
            <p:cNvSpPr/>
            <p:nvPr/>
          </p:nvSpPr>
          <p:spPr>
            <a:xfrm>
              <a:off x="4463819" y="1838409"/>
              <a:ext cx="2484276" cy="61723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lvl="0" algn="r"/>
              <a:r>
                <a:rPr lang="zh-CN" altLang="en-US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6" name="Freeform: Shape 4"/>
            <p:cNvSpPr>
              <a:spLocks/>
            </p:cNvSpPr>
            <p:nvPr/>
          </p:nvSpPr>
          <p:spPr bwMode="auto">
            <a:xfrm>
              <a:off x="4664472" y="1988840"/>
              <a:ext cx="279400" cy="205959"/>
            </a:xfrm>
            <a:custGeom>
              <a:avLst/>
              <a:gdLst/>
              <a:ahLst/>
              <a:cxnLst>
                <a:cxn ang="0">
                  <a:pos x="10" y="45"/>
                </a:cxn>
                <a:cxn ang="0">
                  <a:pos x="28" y="45"/>
                </a:cxn>
                <a:cxn ang="0">
                  <a:pos x="4" y="30"/>
                </a:cxn>
                <a:cxn ang="0">
                  <a:pos x="65" y="50"/>
                </a:cxn>
                <a:cxn ang="0">
                  <a:pos x="77" y="52"/>
                </a:cxn>
                <a:cxn ang="0">
                  <a:pos x="86" y="46"/>
                </a:cxn>
                <a:cxn ang="0">
                  <a:pos x="94" y="59"/>
                </a:cxn>
                <a:cxn ang="0">
                  <a:pos x="73" y="69"/>
                </a:cxn>
                <a:cxn ang="0">
                  <a:pos x="23" y="59"/>
                </a:cxn>
                <a:cxn ang="0">
                  <a:pos x="3" y="49"/>
                </a:cxn>
                <a:cxn ang="0">
                  <a:pos x="22" y="49"/>
                </a:cxn>
                <a:cxn ang="0">
                  <a:pos x="28" y="52"/>
                </a:cxn>
                <a:cxn ang="0">
                  <a:pos x="45" y="57"/>
                </a:cxn>
                <a:cxn ang="0">
                  <a:pos x="45" y="49"/>
                </a:cxn>
                <a:cxn ang="0">
                  <a:pos x="51" y="47"/>
                </a:cxn>
                <a:cxn ang="0">
                  <a:pos x="51" y="51"/>
                </a:cxn>
                <a:cxn ang="0">
                  <a:pos x="60" y="47"/>
                </a:cxn>
                <a:cxn ang="0">
                  <a:pos x="89" y="30"/>
                </a:cxn>
                <a:cxn ang="0">
                  <a:pos x="70" y="30"/>
                </a:cxn>
                <a:cxn ang="0">
                  <a:pos x="70" y="33"/>
                </a:cxn>
                <a:cxn ang="0">
                  <a:pos x="71" y="40"/>
                </a:cxn>
                <a:cxn ang="0">
                  <a:pos x="72" y="41"/>
                </a:cxn>
                <a:cxn ang="0">
                  <a:pos x="87" y="41"/>
                </a:cxn>
                <a:cxn ang="0">
                  <a:pos x="88" y="34"/>
                </a:cxn>
                <a:cxn ang="0">
                  <a:pos x="89" y="31"/>
                </a:cxn>
                <a:cxn ang="0">
                  <a:pos x="63" y="24"/>
                </a:cxn>
                <a:cxn ang="0">
                  <a:pos x="33" y="14"/>
                </a:cxn>
                <a:cxn ang="0">
                  <a:pos x="36" y="33"/>
                </a:cxn>
                <a:cxn ang="0">
                  <a:pos x="42" y="43"/>
                </a:cxn>
                <a:cxn ang="0">
                  <a:pos x="49" y="44"/>
                </a:cxn>
                <a:cxn ang="0">
                  <a:pos x="55" y="43"/>
                </a:cxn>
                <a:cxn ang="0">
                  <a:pos x="61" y="33"/>
                </a:cxn>
              </a:cxnLst>
              <a:rect l="0" t="0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Oval 7"/>
            <p:cNvSpPr/>
            <p:nvPr/>
          </p:nvSpPr>
          <p:spPr>
            <a:xfrm>
              <a:off x="6200903" y="5060279"/>
              <a:ext cx="579183" cy="57918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Freeform: Shape 9"/>
            <p:cNvSpPr>
              <a:spLocks/>
            </p:cNvSpPr>
            <p:nvPr/>
          </p:nvSpPr>
          <p:spPr bwMode="auto">
            <a:xfrm>
              <a:off x="6377805" y="5284172"/>
              <a:ext cx="197474" cy="153143"/>
            </a:xfrm>
            <a:custGeom>
              <a:avLst/>
              <a:gdLst>
                <a:gd name="T0" fmla="*/ 74 w 83"/>
                <a:gd name="T1" fmla="*/ 3 h 64"/>
                <a:gd name="T2" fmla="*/ 41 w 83"/>
                <a:gd name="T3" fmla="*/ 0 h 64"/>
                <a:gd name="T4" fmla="*/ 8 w 83"/>
                <a:gd name="T5" fmla="*/ 3 h 64"/>
                <a:gd name="T6" fmla="*/ 5 w 83"/>
                <a:gd name="T7" fmla="*/ 6 h 64"/>
                <a:gd name="T8" fmla="*/ 5 w 83"/>
                <a:gd name="T9" fmla="*/ 58 h 64"/>
                <a:gd name="T10" fmla="*/ 8 w 83"/>
                <a:gd name="T11" fmla="*/ 61 h 64"/>
                <a:gd name="T12" fmla="*/ 41 w 83"/>
                <a:gd name="T13" fmla="*/ 64 h 64"/>
                <a:gd name="T14" fmla="*/ 74 w 83"/>
                <a:gd name="T15" fmla="*/ 61 h 64"/>
                <a:gd name="T16" fmla="*/ 77 w 83"/>
                <a:gd name="T17" fmla="*/ 58 h 64"/>
                <a:gd name="T18" fmla="*/ 77 w 83"/>
                <a:gd name="T19" fmla="*/ 6 h 64"/>
                <a:gd name="T20" fmla="*/ 74 w 83"/>
                <a:gd name="T21" fmla="*/ 3 h 64"/>
                <a:gd name="T22" fmla="*/ 73 w 83"/>
                <a:gd name="T23" fmla="*/ 57 h 64"/>
                <a:gd name="T24" fmla="*/ 9 w 83"/>
                <a:gd name="T25" fmla="*/ 57 h 64"/>
                <a:gd name="T26" fmla="*/ 9 w 83"/>
                <a:gd name="T27" fmla="*/ 7 h 64"/>
                <a:gd name="T28" fmla="*/ 73 w 83"/>
                <a:gd name="T29" fmla="*/ 7 h 64"/>
                <a:gd name="T30" fmla="*/ 73 w 83"/>
                <a:gd name="T31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Freeform: Shape 10"/>
            <p:cNvSpPr>
              <a:spLocks/>
            </p:cNvSpPr>
            <p:nvPr/>
          </p:nvSpPr>
          <p:spPr bwMode="auto">
            <a:xfrm>
              <a:off x="6339519" y="5245886"/>
              <a:ext cx="312332" cy="238782"/>
            </a:xfrm>
            <a:custGeom>
              <a:avLst/>
              <a:gdLst>
                <a:gd name="T0" fmla="*/ 125 w 131"/>
                <a:gd name="T1" fmla="*/ 10 h 100"/>
                <a:gd name="T2" fmla="*/ 118 w 131"/>
                <a:gd name="T3" fmla="*/ 4 h 100"/>
                <a:gd name="T4" fmla="*/ 65 w 131"/>
                <a:gd name="T5" fmla="*/ 0 h 100"/>
                <a:gd name="T6" fmla="*/ 13 w 131"/>
                <a:gd name="T7" fmla="*/ 4 h 100"/>
                <a:gd name="T8" fmla="*/ 6 w 131"/>
                <a:gd name="T9" fmla="*/ 10 h 100"/>
                <a:gd name="T10" fmla="*/ 6 w 131"/>
                <a:gd name="T11" fmla="*/ 87 h 100"/>
                <a:gd name="T12" fmla="*/ 13 w 131"/>
                <a:gd name="T13" fmla="*/ 93 h 100"/>
                <a:gd name="T14" fmla="*/ 38 w 131"/>
                <a:gd name="T15" fmla="*/ 96 h 100"/>
                <a:gd name="T16" fmla="*/ 37 w 131"/>
                <a:gd name="T17" fmla="*/ 96 h 100"/>
                <a:gd name="T18" fmla="*/ 65 w 131"/>
                <a:gd name="T19" fmla="*/ 100 h 100"/>
                <a:gd name="T20" fmla="*/ 93 w 131"/>
                <a:gd name="T21" fmla="*/ 96 h 100"/>
                <a:gd name="T22" fmla="*/ 92 w 131"/>
                <a:gd name="T23" fmla="*/ 96 h 100"/>
                <a:gd name="T24" fmla="*/ 118 w 131"/>
                <a:gd name="T25" fmla="*/ 93 h 100"/>
                <a:gd name="T26" fmla="*/ 125 w 131"/>
                <a:gd name="T27" fmla="*/ 87 h 100"/>
                <a:gd name="T28" fmla="*/ 125 w 131"/>
                <a:gd name="T29" fmla="*/ 10 h 100"/>
                <a:gd name="T30" fmla="*/ 117 w 131"/>
                <a:gd name="T31" fmla="*/ 85 h 100"/>
                <a:gd name="T32" fmla="*/ 14 w 131"/>
                <a:gd name="T33" fmla="*/ 85 h 100"/>
                <a:gd name="T34" fmla="*/ 14 w 131"/>
                <a:gd name="T35" fmla="*/ 12 h 100"/>
                <a:gd name="T36" fmla="*/ 117 w 131"/>
                <a:gd name="T37" fmla="*/ 12 h 100"/>
                <a:gd name="T38" fmla="*/ 117 w 131"/>
                <a:gd name="T39" fmla="*/ 8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: Shape 11"/>
            <p:cNvSpPr>
              <a:spLocks/>
            </p:cNvSpPr>
            <p:nvPr/>
          </p:nvSpPr>
          <p:spPr bwMode="auto">
            <a:xfrm>
              <a:off x="6580317" y="5293240"/>
              <a:ext cx="28211" cy="29218"/>
            </a:xfrm>
            <a:custGeom>
              <a:avLst/>
              <a:gdLst>
                <a:gd name="T0" fmla="*/ 6 w 12"/>
                <a:gd name="T1" fmla="*/ 12 h 12"/>
                <a:gd name="T2" fmla="*/ 12 w 12"/>
                <a:gd name="T3" fmla="*/ 6 h 12"/>
                <a:gd name="T4" fmla="*/ 6 w 12"/>
                <a:gd name="T5" fmla="*/ 0 h 12"/>
                <a:gd name="T6" fmla="*/ 0 w 12"/>
                <a:gd name="T7" fmla="*/ 6 h 12"/>
                <a:gd name="T8" fmla="*/ 6 w 12"/>
                <a:gd name="T9" fmla="*/ 12 h 12"/>
                <a:gd name="T10" fmla="*/ 6 w 12"/>
                <a:gd name="T11" fmla="*/ 4 h 12"/>
                <a:gd name="T12" fmla="*/ 8 w 12"/>
                <a:gd name="T13" fmla="*/ 6 h 12"/>
                <a:gd name="T14" fmla="*/ 6 w 12"/>
                <a:gd name="T15" fmla="*/ 8 h 12"/>
                <a:gd name="T16" fmla="*/ 4 w 12"/>
                <a:gd name="T17" fmla="*/ 6 h 12"/>
                <a:gd name="T18" fmla="*/ 6 w 12"/>
                <a:gd name="T1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: Shape 12"/>
            <p:cNvSpPr>
              <a:spLocks/>
            </p:cNvSpPr>
            <p:nvPr/>
          </p:nvSpPr>
          <p:spPr bwMode="auto">
            <a:xfrm>
              <a:off x="6570241" y="5418172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Freeform: Shape 13"/>
            <p:cNvSpPr>
              <a:spLocks/>
            </p:cNvSpPr>
            <p:nvPr/>
          </p:nvSpPr>
          <p:spPr bwMode="auto">
            <a:xfrm>
              <a:off x="6580317" y="5388954"/>
              <a:ext cx="38286" cy="10075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14"/>
            <p:cNvSpPr>
              <a:spLocks/>
            </p:cNvSpPr>
            <p:nvPr/>
          </p:nvSpPr>
          <p:spPr bwMode="auto">
            <a:xfrm>
              <a:off x="6580317" y="5360743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15"/>
            <p:cNvSpPr>
              <a:spLocks/>
            </p:cNvSpPr>
            <p:nvPr/>
          </p:nvSpPr>
          <p:spPr bwMode="auto">
            <a:xfrm>
              <a:off x="6418106" y="5322458"/>
              <a:ext cx="57429" cy="38286"/>
            </a:xfrm>
            <a:custGeom>
              <a:avLst/>
              <a:gdLst>
                <a:gd name="T0" fmla="*/ 22 w 24"/>
                <a:gd name="T1" fmla="*/ 0 h 16"/>
                <a:gd name="T2" fmla="*/ 4 w 24"/>
                <a:gd name="T3" fmla="*/ 1 h 16"/>
                <a:gd name="T4" fmla="*/ 1 w 24"/>
                <a:gd name="T5" fmla="*/ 3 h 16"/>
                <a:gd name="T6" fmla="*/ 0 w 24"/>
                <a:gd name="T7" fmla="*/ 14 h 16"/>
                <a:gd name="T8" fmla="*/ 2 w 24"/>
                <a:gd name="T9" fmla="*/ 16 h 16"/>
                <a:gd name="T10" fmla="*/ 4 w 24"/>
                <a:gd name="T11" fmla="*/ 14 h 16"/>
                <a:gd name="T12" fmla="*/ 5 w 24"/>
                <a:gd name="T13" fmla="*/ 7 h 16"/>
                <a:gd name="T14" fmla="*/ 7 w 24"/>
                <a:gd name="T15" fmla="*/ 5 h 16"/>
                <a:gd name="T16" fmla="*/ 22 w 24"/>
                <a:gd name="T17" fmla="*/ 4 h 16"/>
                <a:gd name="T18" fmla="*/ 24 w 24"/>
                <a:gd name="T19" fmla="*/ 2 h 16"/>
                <a:gd name="T20" fmla="*/ 22 w 2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>
              <a:off x="6200903" y="3934863"/>
              <a:ext cx="579183" cy="57918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Freeform: Shape 19"/>
            <p:cNvSpPr>
              <a:spLocks/>
            </p:cNvSpPr>
            <p:nvPr/>
          </p:nvSpPr>
          <p:spPr bwMode="auto">
            <a:xfrm>
              <a:off x="6341534" y="4086718"/>
              <a:ext cx="286137" cy="306286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20"/>
            <p:cNvSpPr>
              <a:spLocks/>
            </p:cNvSpPr>
            <p:nvPr/>
          </p:nvSpPr>
          <p:spPr bwMode="auto">
            <a:xfrm>
              <a:off x="6379820" y="4125004"/>
              <a:ext cx="209565" cy="191429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3 w 88"/>
                <a:gd name="T47" fmla="*/ 60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8 w 88"/>
                <a:gd name="T59" fmla="*/ 60 h 80"/>
                <a:gd name="T60" fmla="*/ 68 w 88"/>
                <a:gd name="T61" fmla="*/ 48 h 80"/>
                <a:gd name="T62" fmla="*/ 84 w 88"/>
                <a:gd name="T63" fmla="*/ 65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21"/>
            <p:cNvSpPr>
              <a:spLocks/>
            </p:cNvSpPr>
            <p:nvPr/>
          </p:nvSpPr>
          <p:spPr bwMode="auto">
            <a:xfrm>
              <a:off x="6493670" y="4154222"/>
              <a:ext cx="57429" cy="57428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Oval 23"/>
            <p:cNvSpPr/>
            <p:nvPr/>
          </p:nvSpPr>
          <p:spPr>
            <a:xfrm>
              <a:off x="6200903" y="2809447"/>
              <a:ext cx="579183" cy="57918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Freeform: Shape 25"/>
            <p:cNvSpPr>
              <a:spLocks/>
            </p:cNvSpPr>
            <p:nvPr/>
          </p:nvSpPr>
          <p:spPr bwMode="auto">
            <a:xfrm>
              <a:off x="6408534" y="3028241"/>
              <a:ext cx="152136" cy="153144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1 w 64"/>
                <a:gd name="T11" fmla="*/ 47 h 64"/>
                <a:gd name="T12" fmla="*/ 17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1 w 64"/>
                <a:gd name="T19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26"/>
            <p:cNvSpPr>
              <a:spLocks/>
            </p:cNvSpPr>
            <p:nvPr/>
          </p:nvSpPr>
          <p:spPr bwMode="auto">
            <a:xfrm>
              <a:off x="6446819" y="3066526"/>
              <a:ext cx="42316" cy="43323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27"/>
            <p:cNvSpPr>
              <a:spLocks/>
            </p:cNvSpPr>
            <p:nvPr/>
          </p:nvSpPr>
          <p:spPr bwMode="auto">
            <a:xfrm>
              <a:off x="6331962" y="2961744"/>
              <a:ext cx="305279" cy="257926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6 w 128"/>
                <a:gd name="T5" fmla="*/ 7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7 h 108"/>
                <a:gd name="T12" fmla="*/ 28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2 w 128"/>
                <a:gd name="T41" fmla="*/ 32 h 108"/>
                <a:gd name="T42" fmla="*/ 34 w 128"/>
                <a:gd name="T43" fmla="*/ 28 h 108"/>
                <a:gd name="T44" fmla="*/ 41 w 128"/>
                <a:gd name="T45" fmla="*/ 10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0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6775856" y="2744204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4" name="TextBox 34"/>
            <p:cNvSpPr txBox="1"/>
            <p:nvPr/>
          </p:nvSpPr>
          <p:spPr>
            <a:xfrm>
              <a:off x="6775856" y="3082758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5" name="TextBox 36"/>
            <p:cNvSpPr txBox="1"/>
            <p:nvPr/>
          </p:nvSpPr>
          <p:spPr>
            <a:xfrm>
              <a:off x="6775856" y="3888888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6" name="TextBox 37"/>
            <p:cNvSpPr txBox="1"/>
            <p:nvPr/>
          </p:nvSpPr>
          <p:spPr>
            <a:xfrm>
              <a:off x="6775856" y="4227442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7" name="TextBox 39"/>
            <p:cNvSpPr txBox="1"/>
            <p:nvPr/>
          </p:nvSpPr>
          <p:spPr>
            <a:xfrm>
              <a:off x="6775856" y="4995036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8" name="TextBox 40"/>
            <p:cNvSpPr txBox="1"/>
            <p:nvPr/>
          </p:nvSpPr>
          <p:spPr>
            <a:xfrm>
              <a:off x="6775856" y="5333590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74EB20-A54F-4A5A-B2B5-539ABE697A9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EE6995CC-90A3-414E-8CC5-E3877DE4253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5B6E91-563D-498B-9200-FA08211FBBEC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009516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Plan for Next Year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41703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F44F39A-A4CF-4801-99C8-D10EB186E52E}"/>
              </a:ext>
            </a:extLst>
          </p:cNvPr>
          <p:cNvGrpSpPr/>
          <p:nvPr/>
        </p:nvGrpSpPr>
        <p:grpSpPr>
          <a:xfrm>
            <a:off x="3194846" y="1734595"/>
            <a:ext cx="2612396" cy="3408905"/>
            <a:chOff x="4154796" y="978163"/>
            <a:chExt cx="4117358" cy="5372721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DDE5FF1-9D21-461D-A064-00444EFB3BB8}"/>
                </a:ext>
              </a:extLst>
            </p:cNvPr>
            <p:cNvSpPr/>
            <p:nvPr/>
          </p:nvSpPr>
          <p:spPr>
            <a:xfrm>
              <a:off x="5612222" y="1875744"/>
              <a:ext cx="1333001" cy="4475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6E07D22-B6CA-4C18-BA67-18BF356CD92B}"/>
                </a:ext>
              </a:extLst>
            </p:cNvPr>
            <p:cNvSpPr/>
            <p:nvPr/>
          </p:nvSpPr>
          <p:spPr>
            <a:xfrm>
              <a:off x="5616102" y="978163"/>
              <a:ext cx="1772550" cy="1094019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04A0DA7-0B5C-423C-8EEF-490606305788}"/>
                </a:ext>
              </a:extLst>
            </p:cNvPr>
            <p:cNvSpPr/>
            <p:nvPr/>
          </p:nvSpPr>
          <p:spPr>
            <a:xfrm>
              <a:off x="6745491" y="2955105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92F4983-867A-4578-950E-9FF1C4CF946A}"/>
                </a:ext>
              </a:extLst>
            </p:cNvPr>
            <p:cNvSpPr/>
            <p:nvPr/>
          </p:nvSpPr>
          <p:spPr>
            <a:xfrm>
              <a:off x="4154796" y="2337444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0F13D03-2E73-4668-9181-03AC2711E77C}"/>
                </a:ext>
              </a:extLst>
            </p:cNvPr>
            <p:cNvSpPr/>
            <p:nvPr/>
          </p:nvSpPr>
          <p:spPr>
            <a:xfrm>
              <a:off x="6212850" y="1237002"/>
              <a:ext cx="579057" cy="576339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38BDB20-A143-472D-8D0E-236A4A9449AE}"/>
                </a:ext>
              </a:extLst>
            </p:cNvPr>
            <p:cNvSpPr/>
            <p:nvPr/>
          </p:nvSpPr>
          <p:spPr>
            <a:xfrm>
              <a:off x="7215138" y="3124507"/>
              <a:ext cx="587370" cy="58460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B2EA0D8-107B-40DD-84F6-738CA69D3F02}"/>
                </a:ext>
              </a:extLst>
            </p:cNvPr>
            <p:cNvSpPr/>
            <p:nvPr/>
          </p:nvSpPr>
          <p:spPr>
            <a:xfrm>
              <a:off x="4583423" y="2437651"/>
              <a:ext cx="669412" cy="66626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E9F9EA90-EAFC-46C7-834F-474AA365674D}"/>
                </a:ext>
              </a:extLst>
            </p:cNvPr>
            <p:cNvSpPr/>
            <p:nvPr/>
          </p:nvSpPr>
          <p:spPr>
            <a:xfrm>
              <a:off x="5056965" y="3620844"/>
              <a:ext cx="705784" cy="646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11" extrusionOk="0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6687ADE-0F38-4C09-8516-C60EC0F0255B}"/>
                </a:ext>
              </a:extLst>
            </p:cNvPr>
            <p:cNvSpPr/>
            <p:nvPr/>
          </p:nvSpPr>
          <p:spPr>
            <a:xfrm>
              <a:off x="6550876" y="4585937"/>
              <a:ext cx="713582" cy="52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1" extrusionOk="0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89A9FA-B0FA-435A-BD8A-824EED56D24D}"/>
              </a:ext>
            </a:extLst>
          </p:cNvPr>
          <p:cNvGrpSpPr/>
          <p:nvPr/>
        </p:nvGrpSpPr>
        <p:grpSpPr>
          <a:xfrm>
            <a:off x="980601" y="1968498"/>
            <a:ext cx="7209801" cy="1604637"/>
            <a:chOff x="1307468" y="2624665"/>
            <a:chExt cx="9613068" cy="213951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361B32A-C5A0-488D-8537-EA62464EC853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87E0FEA-FB40-4F8D-B8BF-D8D6726D6E93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1742ABB1-E94F-433F-B415-910BC9DD7EA0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2" name="文本框 76">
                    <a:extLst>
                      <a:ext uri="{FF2B5EF4-FFF2-40B4-BE49-F238E27FC236}">
                        <a16:creationId xmlns:a16="http://schemas.microsoft.com/office/drawing/2014/main" id="{8A2869E9-C967-497A-8AEA-19F8852BA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D199BA7-79A2-4350-BE51-6A452861DCF7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39056C33-1A0B-40CC-AF49-0A5F7196AD7C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0" name="文本框 74">
                    <a:extLst>
                      <a:ext uri="{FF2B5EF4-FFF2-40B4-BE49-F238E27FC236}">
                        <a16:creationId xmlns:a16="http://schemas.microsoft.com/office/drawing/2014/main" id="{145A8F7E-C5D1-4C83-963C-CFF736925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1B1001AF-E01B-44A6-AA0A-8F56E551FFA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D772A70-7DA0-4D0E-A44B-18DFB6F7F245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EDC03AD-2D94-404C-8396-805509B69482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CCB2BF7-438B-496A-BFB8-B45EF93A720E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847A3C2F-57BE-4BCF-9269-BB7DEDB8A196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文本框 68">
                    <a:extLst>
                      <a:ext uri="{FF2B5EF4-FFF2-40B4-BE49-F238E27FC236}">
                        <a16:creationId xmlns:a16="http://schemas.microsoft.com/office/drawing/2014/main" id="{2A467D59-7701-4D10-94E6-9C33AC641770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20F9614F-E97E-4AD7-AF25-913E7FFC39E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750ACCF2-1CA2-4AA3-AB41-A128DF194AE4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文本框 66">
                    <a:extLst>
                      <a:ext uri="{FF2B5EF4-FFF2-40B4-BE49-F238E27FC236}">
                        <a16:creationId xmlns:a16="http://schemas.microsoft.com/office/drawing/2014/main" id="{5BE7170B-3C17-4F64-914D-CC6748A325E2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E9E67698-08A9-4FB3-A280-F52D7DE6AE3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5EEFD879-73FB-4971-AAB2-B892677F658F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7BF071-53DF-4FAC-AFA8-AD476AC977B9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28737FEB-DEB2-4DF0-8383-BF1902BD2306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C5DFD4E-A5BD-466C-AABF-BFFF910934E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94783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25230" y="842752"/>
            <a:ext cx="3994415" cy="3391543"/>
            <a:chOff x="625230" y="842752"/>
            <a:chExt cx="3994415" cy="3391543"/>
          </a:xfrm>
        </p:grpSpPr>
        <p:sp>
          <p:nvSpPr>
            <p:cNvPr id="4" name="任意多边形: 形状 3"/>
            <p:cNvSpPr>
              <a:spLocks/>
            </p:cNvSpPr>
            <p:nvPr/>
          </p:nvSpPr>
          <p:spPr bwMode="auto">
            <a:xfrm>
              <a:off x="625230" y="842752"/>
              <a:ext cx="3914539" cy="3391543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文本框 5"/>
            <p:cNvSpPr txBox="1"/>
            <p:nvPr/>
          </p:nvSpPr>
          <p:spPr>
            <a:xfrm>
              <a:off x="4096939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17672" y="1256828"/>
            <a:ext cx="3494940" cy="2977468"/>
            <a:chOff x="617672" y="1256828"/>
            <a:chExt cx="3494940" cy="2977468"/>
          </a:xfrm>
        </p:grpSpPr>
        <p:sp>
          <p:nvSpPr>
            <p:cNvPr id="5" name="任意多边形: 形状 4"/>
            <p:cNvSpPr>
              <a:spLocks/>
            </p:cNvSpPr>
            <p:nvPr/>
          </p:nvSpPr>
          <p:spPr bwMode="auto">
            <a:xfrm>
              <a:off x="617672" y="1256828"/>
              <a:ext cx="3436610" cy="2977468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6"/>
            <p:cNvSpPr txBox="1"/>
            <p:nvPr/>
          </p:nvSpPr>
          <p:spPr>
            <a:xfrm>
              <a:off x="3589906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10116" y="1680022"/>
            <a:ext cx="2995465" cy="2554274"/>
            <a:chOff x="610116" y="1680022"/>
            <a:chExt cx="2995465" cy="2554274"/>
          </a:xfrm>
        </p:grpSpPr>
        <p:sp>
          <p:nvSpPr>
            <p:cNvPr id="6" name="任意多边形: 形状 5"/>
            <p:cNvSpPr>
              <a:spLocks/>
            </p:cNvSpPr>
            <p:nvPr/>
          </p:nvSpPr>
          <p:spPr bwMode="auto">
            <a:xfrm>
              <a:off x="610116" y="1680022"/>
              <a:ext cx="2948158" cy="255427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7"/>
            <p:cNvSpPr txBox="1"/>
            <p:nvPr/>
          </p:nvSpPr>
          <p:spPr>
            <a:xfrm>
              <a:off x="3082875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02559" y="2110772"/>
            <a:ext cx="2495991" cy="2123524"/>
            <a:chOff x="602559" y="2110772"/>
            <a:chExt cx="2495991" cy="2123524"/>
          </a:xfrm>
        </p:grpSpPr>
        <p:sp>
          <p:nvSpPr>
            <p:cNvPr id="7" name="任意多边形: 形状 6"/>
            <p:cNvSpPr>
              <a:spLocks/>
            </p:cNvSpPr>
            <p:nvPr/>
          </p:nvSpPr>
          <p:spPr bwMode="auto">
            <a:xfrm>
              <a:off x="602559" y="2110772"/>
              <a:ext cx="2450983" cy="212352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8"/>
            <p:cNvSpPr txBox="1"/>
            <p:nvPr/>
          </p:nvSpPr>
          <p:spPr>
            <a:xfrm>
              <a:off x="2575844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2" name="文本框 17"/>
          <p:cNvSpPr txBox="1"/>
          <p:nvPr/>
        </p:nvSpPr>
        <p:spPr>
          <a:xfrm>
            <a:off x="5183018" y="905951"/>
            <a:ext cx="3370432" cy="377074"/>
          </a:xfrm>
          <a:prstGeom prst="rect">
            <a:avLst/>
          </a:prstGeom>
          <a:noFill/>
        </p:spPr>
        <p:txBody>
          <a:bodyPr wrap="none">
            <a:normAutofit fontScale="85000" lnSpcReduction="20000"/>
          </a:bodyPr>
          <a:lstStyle/>
          <a:p>
            <a:r>
              <a:t>Preset Title Text</a:t>
            </a:r>
          </a:p>
        </p:txBody>
      </p:sp>
      <p:sp>
        <p:nvSpPr>
          <p:cNvPr id="13" name="矩形 12"/>
          <p:cNvSpPr/>
          <p:nvPr/>
        </p:nvSpPr>
        <p:spPr>
          <a:xfrm>
            <a:off x="5183018" y="1356614"/>
            <a:ext cx="3370431" cy="638423"/>
          </a:xfrm>
          <a:prstGeom prst="rect">
            <a:avLst/>
          </a:prstGeom>
        </p:spPr>
        <p:txBody>
          <a:bodyPr wrap="square">
            <a:normAutofit fontScale="85000" lnSpcReduction="10000"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228359" y="2142217"/>
            <a:ext cx="3376288" cy="346153"/>
            <a:chOff x="7214440" y="2856289"/>
            <a:chExt cx="4501717" cy="461537"/>
          </a:xfrm>
        </p:grpSpPr>
        <p:sp>
          <p:nvSpPr>
            <p:cNvPr id="27" name="椭圆 26"/>
            <p:cNvSpPr/>
            <p:nvPr/>
          </p:nvSpPr>
          <p:spPr>
            <a:xfrm>
              <a:off x="7214440" y="2889925"/>
              <a:ext cx="413117" cy="4131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763584" y="285628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  <a:endParaRPr lang="zh-CN" altLang="en-US" sz="11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7300764" y="2976259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8359" y="3892142"/>
            <a:ext cx="3376288" cy="346153"/>
            <a:chOff x="7214440" y="5189523"/>
            <a:chExt cx="4501717" cy="461537"/>
          </a:xfrm>
        </p:grpSpPr>
        <p:sp>
          <p:nvSpPr>
            <p:cNvPr id="24" name="椭圆 23"/>
            <p:cNvSpPr/>
            <p:nvPr/>
          </p:nvSpPr>
          <p:spPr>
            <a:xfrm>
              <a:off x="7214440" y="5223159"/>
              <a:ext cx="413117" cy="41311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763584" y="5189523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303101" y="5309493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28359" y="3308834"/>
            <a:ext cx="3376288" cy="346153"/>
            <a:chOff x="7214440" y="4411779"/>
            <a:chExt cx="4501717" cy="461537"/>
          </a:xfrm>
        </p:grpSpPr>
        <p:sp>
          <p:nvSpPr>
            <p:cNvPr id="21" name="椭圆 20"/>
            <p:cNvSpPr/>
            <p:nvPr/>
          </p:nvSpPr>
          <p:spPr>
            <a:xfrm>
              <a:off x="7214440" y="4445415"/>
              <a:ext cx="413117" cy="4131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763584" y="441177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298468" y="4542637"/>
              <a:ext cx="240468" cy="21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28359" y="2725526"/>
            <a:ext cx="3376288" cy="346153"/>
            <a:chOff x="7214440" y="3634034"/>
            <a:chExt cx="4501717" cy="461537"/>
          </a:xfrm>
        </p:grpSpPr>
        <p:sp>
          <p:nvSpPr>
            <p:cNvPr id="18" name="椭圆 17"/>
            <p:cNvSpPr/>
            <p:nvPr/>
          </p:nvSpPr>
          <p:spPr>
            <a:xfrm>
              <a:off x="7214440" y="3667670"/>
              <a:ext cx="413117" cy="41311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763584" y="3634034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7298468" y="3754004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3ACF9E-B428-4B7B-B858-D58E092431E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8502A604-7404-4A12-A6FA-52EE39178BE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6452FFE-D03E-4943-8F3E-2AB6DC677AF5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8458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799" y="1102100"/>
            <a:ext cx="2896625" cy="1687350"/>
            <a:chOff x="998244" y="1469467"/>
            <a:chExt cx="3220470" cy="1875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745054" y="1102100"/>
            <a:ext cx="2896625" cy="1687350"/>
            <a:chOff x="4479402" y="1469467"/>
            <a:chExt cx="3220470" cy="1875997"/>
          </a:xfrm>
        </p:grpSpPr>
        <p:sp>
          <p:nvSpPr>
            <p:cNvPr id="19" name="矩形 18"/>
            <p:cNvSpPr/>
            <p:nvPr/>
          </p:nvSpPr>
          <p:spPr>
            <a:xfrm>
              <a:off x="4479402" y="1555977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66931" y="1469467"/>
              <a:ext cx="763707" cy="8882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03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400457" y="1774951"/>
              <a:ext cx="2214775" cy="1164253"/>
              <a:chOff x="1937009" y="2084727"/>
              <a:chExt cx="2214775" cy="1164253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2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511080" y="2882622"/>
            <a:ext cx="2896625" cy="1687350"/>
            <a:chOff x="1027952" y="3518963"/>
            <a:chExt cx="3220470" cy="1875997"/>
          </a:xfrm>
        </p:grpSpPr>
        <p:sp>
          <p:nvSpPr>
            <p:cNvPr id="14" name="矩形 13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4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  <a:endParaRPr lang="zh-CN" altLang="en-US" sz="11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758577" y="2882622"/>
            <a:ext cx="2896625" cy="1687350"/>
            <a:chOff x="4497433" y="3518963"/>
            <a:chExt cx="3220470" cy="1875997"/>
          </a:xfrm>
        </p:grpSpPr>
        <p:grpSp>
          <p:nvGrpSpPr>
            <p:cNvPr id="8" name="组合 7"/>
            <p:cNvGrpSpPr/>
            <p:nvPr/>
          </p:nvGrpSpPr>
          <p:grpSpPr>
            <a:xfrm>
              <a:off x="4497433" y="3605473"/>
              <a:ext cx="3220470" cy="1789487"/>
              <a:chOff x="4497433" y="3605473"/>
              <a:chExt cx="3220470" cy="1789487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497433" y="3605473"/>
                <a:ext cx="3220470" cy="1789487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5400457" y="3905128"/>
                <a:ext cx="2214775" cy="1164253"/>
                <a:chOff x="1937009" y="2084727"/>
                <a:chExt cx="2214775" cy="1164253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1937009" y="2084727"/>
                  <a:ext cx="2214775" cy="228149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none" lIns="0" tIns="0" rIns="0" bIns="0" anchor="t">
                  <a:normAutofit lnSpcReduction="10000"/>
                </a:bodyPr>
                <a:lstStyle/>
                <a:p>
                  <a:pPr marL="0" lvl="1"/>
                  <a:r>
                    <a:rPr lang="zh-CN" altLang="en-US" sz="1400" b="1">
                      <a:solidFill>
                        <a:schemeClr val="accent5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  <a:endParaRPr lang="zh-CN" altLang="en-US" sz="1400" b="1" dirty="0">
                    <a:solidFill>
                      <a:schemeClr val="accent5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937009" y="2312876"/>
                  <a:ext cx="2214775" cy="936104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square" lIns="0" tIns="0" rIns="0" bIns="0" anchor="t">
                  <a:normAutofit/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  <a:endParaRPr lang="zh-CN" altLang="en-US" sz="11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矩形 8"/>
            <p:cNvSpPr/>
            <p:nvPr/>
          </p:nvSpPr>
          <p:spPr>
            <a:xfrm>
              <a:off x="4584962" y="3518963"/>
              <a:ext cx="763707" cy="88820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04</a:t>
              </a:r>
              <a:endParaRPr lang="en-US" sz="2500" dirty="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858F53-12B1-46E0-B76F-F3CCEF68003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2" name="TextBox 86">
              <a:extLst>
                <a:ext uri="{FF2B5EF4-FFF2-40B4-BE49-F238E27FC236}">
                  <a16:creationId xmlns:a16="http://schemas.microsoft.com/office/drawing/2014/main" id="{C128FA23-534D-4ECA-989B-591CCE96068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317F39E-6AC4-49A7-B365-4558409D4DAF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68950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906868" y="2739808"/>
            <a:ext cx="3679892" cy="1345358"/>
            <a:chOff x="906868" y="2739808"/>
            <a:chExt cx="3679892" cy="1345358"/>
          </a:xfrm>
        </p:grpSpPr>
        <p:sp>
          <p:nvSpPr>
            <p:cNvPr id="4" name="Freeform: Shape 2"/>
            <p:cNvSpPr/>
            <p:nvPr/>
          </p:nvSpPr>
          <p:spPr>
            <a:xfrm flipV="1">
              <a:off x="941714" y="2739808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TextBox 8"/>
            <p:cNvSpPr txBox="1">
              <a:spLocks/>
            </p:cNvSpPr>
            <p:nvPr/>
          </p:nvSpPr>
          <p:spPr>
            <a:xfrm>
              <a:off x="906868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06866" y="1409712"/>
            <a:ext cx="3679894" cy="1701881"/>
            <a:chOff x="906866" y="1409712"/>
            <a:chExt cx="3679894" cy="1701881"/>
          </a:xfrm>
        </p:grpSpPr>
        <p:sp>
          <p:nvSpPr>
            <p:cNvPr id="7" name="Freeform: Shape 5"/>
            <p:cNvSpPr/>
            <p:nvPr/>
          </p:nvSpPr>
          <p:spPr>
            <a:xfrm>
              <a:off x="941714" y="1409712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TextBox 6"/>
            <p:cNvSpPr txBox="1">
              <a:spLocks/>
            </p:cNvSpPr>
            <p:nvPr/>
          </p:nvSpPr>
          <p:spPr>
            <a:xfrm>
              <a:off x="906867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marL="0" indent="0" algn="just">
                <a:lnSpc>
                  <a:spcPct val="150000"/>
                </a:lnSpc>
                <a:buNone/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06866" y="1550905"/>
              <a:ext cx="978419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Strength</a:t>
              </a: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906867" y="2880760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775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Opportunity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62036" y="1414257"/>
            <a:ext cx="3655008" cy="1345358"/>
            <a:chOff x="4562036" y="1414257"/>
            <a:chExt cx="3655008" cy="1345358"/>
          </a:xfrm>
        </p:grpSpPr>
        <p:sp>
          <p:nvSpPr>
            <p:cNvPr id="5" name="Freeform: Shape 3"/>
            <p:cNvSpPr/>
            <p:nvPr/>
          </p:nvSpPr>
          <p:spPr>
            <a:xfrm flipH="1">
              <a:off x="4562036" y="1414257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TextBox 10"/>
            <p:cNvSpPr txBox="1">
              <a:spLocks/>
            </p:cNvSpPr>
            <p:nvPr/>
          </p:nvSpPr>
          <p:spPr>
            <a:xfrm>
              <a:off x="5845918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7121454" y="1550905"/>
              <a:ext cx="1095590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 dirty="0">
                  <a:latin typeface="+mn-lt"/>
                  <a:ea typeface="+mn-ea"/>
                  <a:cs typeface="+mn-ea"/>
                  <a:sym typeface="+mn-lt"/>
                </a:rPr>
                <a:t>Weakness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1999" y="2744353"/>
            <a:ext cx="3645046" cy="1345358"/>
            <a:chOff x="4571999" y="2744353"/>
            <a:chExt cx="3645046" cy="1345358"/>
          </a:xfrm>
        </p:grpSpPr>
        <p:sp>
          <p:nvSpPr>
            <p:cNvPr id="6" name="Freeform: Shape 4"/>
            <p:cNvSpPr/>
            <p:nvPr/>
          </p:nvSpPr>
          <p:spPr>
            <a:xfrm flipH="1" flipV="1">
              <a:off x="4571999" y="2744353"/>
              <a:ext cx="3645046" cy="1345358"/>
            </a:xfrm>
            <a:custGeom>
              <a:avLst/>
              <a:gdLst>
                <a:gd name="connsiteX0" fmla="*/ 0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0 w 4860061"/>
                <a:gd name="connsiteY7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TextBox 12"/>
            <p:cNvSpPr txBox="1">
              <a:spLocks/>
            </p:cNvSpPr>
            <p:nvPr/>
          </p:nvSpPr>
          <p:spPr>
            <a:xfrm>
              <a:off x="5878456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6863142" y="2865691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Threat</a:t>
              </a:r>
            </a:p>
          </p:txBody>
        </p:sp>
      </p:grpSp>
      <p:grpSp>
        <p:nvGrpSpPr>
          <p:cNvPr id="16" name="Group 14"/>
          <p:cNvGrpSpPr/>
          <p:nvPr/>
        </p:nvGrpSpPr>
        <p:grpSpPr>
          <a:xfrm>
            <a:off x="3433071" y="1425022"/>
            <a:ext cx="2307374" cy="2690715"/>
            <a:chOff x="4564893" y="1881162"/>
            <a:chExt cx="3076499" cy="3587620"/>
          </a:xfrm>
        </p:grpSpPr>
        <p:sp>
          <p:nvSpPr>
            <p:cNvPr id="17" name="Freeform: Shape 15"/>
            <p:cNvSpPr/>
            <p:nvPr/>
          </p:nvSpPr>
          <p:spPr>
            <a:xfrm flipH="1" flipV="1">
              <a:off x="4564894" y="1881162"/>
              <a:ext cx="1534677" cy="1793810"/>
            </a:xfrm>
            <a:custGeom>
              <a:avLst/>
              <a:gdLst>
                <a:gd name="connsiteX0" fmla="*/ 0 w 1521571"/>
                <a:gd name="connsiteY0" fmla="*/ 0 h 1778491"/>
                <a:gd name="connsiteX1" fmla="*/ 1521571 w 1521571"/>
                <a:gd name="connsiteY1" fmla="*/ 0 h 1778491"/>
                <a:gd name="connsiteX2" fmla="*/ 1521571 w 1521571"/>
                <a:gd name="connsiteY2" fmla="*/ 14491 h 1778491"/>
                <a:gd name="connsiteX3" fmla="*/ 1521571 w 1521571"/>
                <a:gd name="connsiteY3" fmla="*/ 1040227 h 1778491"/>
                <a:gd name="connsiteX4" fmla="*/ 45043 w 1521571"/>
                <a:gd name="connsiteY4" fmla="*/ 1778491 h 1778491"/>
                <a:gd name="connsiteX5" fmla="*/ 0 w 1521571"/>
                <a:gd name="connsiteY5" fmla="*/ 1778491 h 1778491"/>
                <a:gd name="connsiteX6" fmla="*/ 0 w 1521571"/>
                <a:gd name="connsiteY6" fmla="*/ 14491 h 1778491"/>
                <a:gd name="connsiteX7" fmla="*/ 0 w 1521571"/>
                <a:gd name="connsiteY7" fmla="*/ 0 h 17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564893" y="1881162"/>
              <a:ext cx="3076499" cy="3587620"/>
              <a:chOff x="4564893" y="1881162"/>
              <a:chExt cx="3076499" cy="3587620"/>
            </a:xfrm>
          </p:grpSpPr>
          <p:sp>
            <p:nvSpPr>
              <p:cNvPr id="19" name="Freeform: Shape 17"/>
              <p:cNvSpPr/>
              <p:nvPr/>
            </p:nvSpPr>
            <p:spPr>
              <a:xfrm flipH="1">
                <a:off x="4564894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TextBox 18"/>
              <p:cNvSpPr txBox="1"/>
              <p:nvPr/>
            </p:nvSpPr>
            <p:spPr>
              <a:xfrm>
                <a:off x="4564893" y="2273521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S</a:t>
                </a:r>
              </a:p>
            </p:txBody>
          </p:sp>
          <p:sp>
            <p:nvSpPr>
              <p:cNvPr id="21" name="TextBox 19"/>
              <p:cNvSpPr txBox="1"/>
              <p:nvPr/>
            </p:nvSpPr>
            <p:spPr>
              <a:xfrm>
                <a:off x="4564893" y="3674973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O</a:t>
                </a:r>
              </a:p>
            </p:txBody>
          </p:sp>
          <p:sp>
            <p:nvSpPr>
              <p:cNvPr id="22" name="Freeform: Shape 20"/>
              <p:cNvSpPr/>
              <p:nvPr/>
            </p:nvSpPr>
            <p:spPr>
              <a:xfrm>
                <a:off x="6106715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Freeform: Shape 21"/>
              <p:cNvSpPr/>
              <p:nvPr/>
            </p:nvSpPr>
            <p:spPr>
              <a:xfrm flipV="1">
                <a:off x="6106715" y="188116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6269824" y="2298694"/>
                <a:ext cx="1208457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W</a:t>
                </a:r>
              </a:p>
            </p:txBody>
          </p:sp>
          <p:sp>
            <p:nvSpPr>
              <p:cNvPr id="25" name="TextBox 23"/>
              <p:cNvSpPr txBox="1"/>
              <p:nvPr/>
            </p:nvSpPr>
            <p:spPr>
              <a:xfrm>
                <a:off x="6122823" y="3674973"/>
                <a:ext cx="1473401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T</a:t>
                </a:r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FF0F39-6427-4967-970C-F34D2D7BC97A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7CF500C2-F56B-4223-8644-F6CE9E4DE784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CCDF588-E3AB-43A8-A25B-0FAD697D48D1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350788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36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Thank you for your attention and download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3347864" y="2571751"/>
            <a:ext cx="43204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C81961-22AA-4E40-893A-A5A14E0173E1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4F36CF-944C-41ED-BB82-F0C43A70EE12}"/>
              </a:ext>
            </a:extLst>
          </p:cNvPr>
          <p:cNvSpPr txBox="1"/>
          <p:nvPr/>
        </p:nvSpPr>
        <p:spPr>
          <a:xfrm>
            <a:off x="6876256" y="4072726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611431487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1748</Words>
  <Application>Microsoft Macintosh PowerPoint</Application>
  <PresentationFormat>On-screen Show (16:9)</PresentationFormat>
  <Paragraphs>246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微软雅黑</vt:lpstr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keywords>http:/www.ypppt.com</cp:keywords>
  <dc:description>http://www.ypppt.com/</dc:description>
  <cp:lastModifiedBy>Mudrobot ✨</cp:lastModifiedBy>
  <cp:revision>991</cp:revision>
  <dcterms:created xsi:type="dcterms:W3CDTF">2015-04-24T01:01:13Z</dcterms:created>
  <dcterms:modified xsi:type="dcterms:W3CDTF">2026-03-18T12:52:58Z</dcterms:modified>
</cp:coreProperties>
</file>