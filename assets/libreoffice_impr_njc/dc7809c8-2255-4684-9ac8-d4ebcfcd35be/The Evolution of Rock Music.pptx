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4.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23.xml.rels" ContentType="application/vnd.openxmlformats-package.relationships+xml"/>
  <Override PartName="/ppt/notesSlides/_rels/notesSlide22.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0.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9.png" ContentType="image/png"/>
  <Override PartName="/ppt/media/image13.png" ContentType="image/png"/>
  <Override PartName="/ppt/media/image12.jpeg" ContentType="image/jpeg"/>
  <Override PartName="/ppt/media/image8.png" ContentType="image/png"/>
  <Override PartName="/ppt/media/image17.png" ContentType="image/png"/>
  <Override PartName="/ppt/media/image16.png" ContentType="image/png"/>
  <Override PartName="/ppt/media/image15.png" ContentType="image/png"/>
  <Override PartName="/ppt/media/image14.png" ContentType="image/png"/>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2.xml.rels" ContentType="application/vnd.openxmlformats-package.relationships+xml"/>
  <Override PartName="/ppt/slides/_rels/slide20.xml.rels" ContentType="application/vnd.openxmlformats-package.relationships+xml"/>
  <Override PartName="/ppt/slides/_rels/slide1.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23.xml.rels" ContentType="application/vnd.openxmlformats-package.relationships+xml"/>
  <Override PartName="/ppt/slides/_rels/slide11.xml.rels" ContentType="application/vnd.openxmlformats-package.relationships+xml"/>
  <Override PartName="/ppt/slides/_rels/slide24.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comments/comment2.xml" ContentType="application/vnd.openxmlformats-officedocument.presentationml.comments+xml"/>
  <Override PartName="/ppt/commentAuthors.xml" ContentType="application/vnd.openxmlformats-officedocument.presentationml.commentAuthor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commentAuthors.xml><?xml version="1.0" encoding="utf-8"?>
<p:cmAuthorLst xmlns:p="http://schemas.openxmlformats.org/presentationml/2006/main">
  <p:cmAuthor id="0" name=""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Relationship Id="rId29" Type="http://schemas.openxmlformats.org/officeDocument/2006/relationships/commentAuthors" Target="commentAuthors.xml"/>
</Relationships>
</file>

<file path=ppt/comments/comment2.xml><?xml version="1.0" encoding="utf-8"?>
<p:cmLst xmlns:p="http://schemas.openxmlformats.org/presentationml/2006/main">
  <p:cm authorId="0" dt="2026-04-27T00:43:53.000000000" idx="1">
    <p:pos x="0" y="0"/>
    <p:text>This presentation covers five major eras of rock: 1950s origins, British Invasion, psychedelic era, heavy metal and punk, and the 90s alternative revolution.</p:text>
  </p:cm>
</p:cmLst>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C42314A7-51D8-4F4E-9B29-634577B85548}"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3" name="PlaceHolder 1"/>
          <p:cNvSpPr>
            <a:spLocks noGrp="1"/>
          </p:cNvSpPr>
          <p:nvPr>
            <p:ph type="sldImg"/>
          </p:nvPr>
        </p:nvSpPr>
        <p:spPr>
          <a:xfrm>
            <a:off x="685800" y="1143000"/>
            <a:ext cx="5481720" cy="3081600"/>
          </a:xfrm>
          <a:prstGeom prst="rect">
            <a:avLst/>
          </a:prstGeom>
          <a:ln w="0">
            <a:noFill/>
          </a:ln>
        </p:spPr>
      </p:sp>
      <p:sp>
        <p:nvSpPr>
          <p:cNvPr id="864"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65" name="PlaceHolder 3"/>
          <p:cNvSpPr>
            <a:spLocks noGrp="1"/>
          </p:cNvSpPr>
          <p:nvPr>
            <p:ph type="sldNum" idx="4"/>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9680D6C-C569-4F7E-8DAB-5D6007B929C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PlaceHolder 1"/>
          <p:cNvSpPr>
            <a:spLocks noGrp="1"/>
          </p:cNvSpPr>
          <p:nvPr>
            <p:ph type="sldImg"/>
          </p:nvPr>
        </p:nvSpPr>
        <p:spPr>
          <a:xfrm>
            <a:off x="685800" y="1143000"/>
            <a:ext cx="5481720" cy="3081600"/>
          </a:xfrm>
          <a:prstGeom prst="rect">
            <a:avLst/>
          </a:prstGeom>
          <a:ln w="0">
            <a:noFill/>
          </a:ln>
        </p:spPr>
      </p:sp>
      <p:sp>
        <p:nvSpPr>
          <p:cNvPr id="867" name="PlaceHolder 2"/>
          <p:cNvSpPr>
            <a:spLocks noGrp="1"/>
          </p:cNvSpPr>
          <p:nvPr>
            <p:ph type="sldNum" idx="5"/>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410C22C-46D0-4667-95EA-10897C2666A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8" name="PlaceHolder 1"/>
          <p:cNvSpPr>
            <a:spLocks noGrp="1"/>
          </p:cNvSpPr>
          <p:nvPr>
            <p:ph type="sldImg"/>
          </p:nvPr>
        </p:nvSpPr>
        <p:spPr>
          <a:xfrm>
            <a:off x="685800" y="1143000"/>
            <a:ext cx="5481720" cy="3081600"/>
          </a:xfrm>
          <a:prstGeom prst="rect">
            <a:avLst/>
          </a:prstGeom>
          <a:ln w="0">
            <a:noFill/>
          </a:ln>
        </p:spPr>
      </p:sp>
      <p:sp>
        <p:nvSpPr>
          <p:cNvPr id="869"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70" name="PlaceHolder 3"/>
          <p:cNvSpPr>
            <a:spLocks noGrp="1"/>
          </p:cNvSpPr>
          <p:nvPr>
            <p:ph type="sldNum" idx="6"/>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C4A3072-3E60-4CF5-8739-09C11E7284A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1" name="PlaceHolder 1"/>
          <p:cNvSpPr>
            <a:spLocks noGrp="1"/>
          </p:cNvSpPr>
          <p:nvPr>
            <p:ph type="sldImg"/>
          </p:nvPr>
        </p:nvSpPr>
        <p:spPr>
          <a:xfrm>
            <a:off x="685800" y="1143000"/>
            <a:ext cx="5481720" cy="3081600"/>
          </a:xfrm>
          <a:prstGeom prst="rect">
            <a:avLst/>
          </a:prstGeom>
          <a:ln w="0">
            <a:noFill/>
          </a:ln>
        </p:spPr>
      </p:sp>
      <p:sp>
        <p:nvSpPr>
          <p:cNvPr id="872"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73" name="PlaceHolder 3"/>
          <p:cNvSpPr>
            <a:spLocks noGrp="1"/>
          </p:cNvSpPr>
          <p:nvPr>
            <p:ph type="sldNum" idx="7"/>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90659D9-B34A-451D-BD7F-E014109A60E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4" name="PlaceHolder 1"/>
          <p:cNvSpPr>
            <a:spLocks noGrp="1"/>
          </p:cNvSpPr>
          <p:nvPr>
            <p:ph type="sldImg"/>
          </p:nvPr>
        </p:nvSpPr>
        <p:spPr>
          <a:xfrm>
            <a:off x="685800" y="1143000"/>
            <a:ext cx="5481720" cy="3081600"/>
          </a:xfrm>
          <a:prstGeom prst="rect">
            <a:avLst/>
          </a:prstGeom>
          <a:ln w="0">
            <a:noFill/>
          </a:ln>
        </p:spPr>
      </p:sp>
      <p:sp>
        <p:nvSpPr>
          <p:cNvPr id="875"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76" name="PlaceHolder 3"/>
          <p:cNvSpPr>
            <a:spLocks noGrp="1"/>
          </p:cNvSpPr>
          <p:nvPr>
            <p:ph type="sldNum" idx="8"/>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D3FF233-C7E6-4BF9-BE45-E513F49DA10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7" name="PlaceHolder 1"/>
          <p:cNvSpPr>
            <a:spLocks noGrp="1"/>
          </p:cNvSpPr>
          <p:nvPr>
            <p:ph type="sldImg"/>
          </p:nvPr>
        </p:nvSpPr>
        <p:spPr>
          <a:xfrm>
            <a:off x="685800" y="1143000"/>
            <a:ext cx="5481720" cy="3081600"/>
          </a:xfrm>
          <a:prstGeom prst="rect">
            <a:avLst/>
          </a:prstGeom>
          <a:ln w="0">
            <a:noFill/>
          </a:ln>
        </p:spPr>
      </p:sp>
      <p:sp>
        <p:nvSpPr>
          <p:cNvPr id="878"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79" name="PlaceHolder 3"/>
          <p:cNvSpPr>
            <a:spLocks noGrp="1"/>
          </p:cNvSpPr>
          <p:nvPr>
            <p:ph type="sldNum" idx="9"/>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F913187-6B8F-4407-8906-9DF582B6FA3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0" name="PlaceHolder 1"/>
          <p:cNvSpPr>
            <a:spLocks noGrp="1"/>
          </p:cNvSpPr>
          <p:nvPr>
            <p:ph type="sldImg"/>
          </p:nvPr>
        </p:nvSpPr>
        <p:spPr>
          <a:xfrm>
            <a:off x="685800" y="1143000"/>
            <a:ext cx="5481720" cy="3081600"/>
          </a:xfrm>
          <a:prstGeom prst="rect">
            <a:avLst/>
          </a:prstGeom>
          <a:ln w="0">
            <a:noFill/>
          </a:ln>
        </p:spPr>
      </p:sp>
      <p:sp>
        <p:nvSpPr>
          <p:cNvPr id="881"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82" name="PlaceHolder 3"/>
          <p:cNvSpPr>
            <a:spLocks noGrp="1"/>
          </p:cNvSpPr>
          <p:nvPr>
            <p:ph type="sldNum" idx="10"/>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C741075-01F4-45B8-B2A6-643D10BFE25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3" name="PlaceHolder 1"/>
          <p:cNvSpPr>
            <a:spLocks noGrp="1"/>
          </p:cNvSpPr>
          <p:nvPr>
            <p:ph type="sldImg"/>
          </p:nvPr>
        </p:nvSpPr>
        <p:spPr>
          <a:xfrm>
            <a:off x="685800" y="1143000"/>
            <a:ext cx="5481720" cy="3081600"/>
          </a:xfrm>
          <a:prstGeom prst="rect">
            <a:avLst/>
          </a:prstGeom>
          <a:ln w="0">
            <a:noFill/>
          </a:ln>
        </p:spPr>
      </p:sp>
      <p:sp>
        <p:nvSpPr>
          <p:cNvPr id="884"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85" name="PlaceHolder 3"/>
          <p:cNvSpPr>
            <a:spLocks noGrp="1"/>
          </p:cNvSpPr>
          <p:nvPr>
            <p:ph type="sldNum" idx="11"/>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803076E-CCC4-42C1-A64C-BF23610F2E5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6" name="PlaceHolder 1"/>
          <p:cNvSpPr>
            <a:spLocks noGrp="1"/>
          </p:cNvSpPr>
          <p:nvPr>
            <p:ph type="sldImg"/>
          </p:nvPr>
        </p:nvSpPr>
        <p:spPr>
          <a:xfrm>
            <a:off x="685800" y="1143000"/>
            <a:ext cx="5481720" cy="3081600"/>
          </a:xfrm>
          <a:prstGeom prst="rect">
            <a:avLst/>
          </a:prstGeom>
          <a:ln w="0">
            <a:noFill/>
          </a:ln>
        </p:spPr>
      </p:sp>
      <p:sp>
        <p:nvSpPr>
          <p:cNvPr id="887"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88" name="PlaceHolder 3"/>
          <p:cNvSpPr>
            <a:spLocks noGrp="1"/>
          </p:cNvSpPr>
          <p:nvPr>
            <p:ph type="sldNum" idx="12"/>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5569B3D-70BE-4E09-8C5C-19FC0A229C5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9" name="PlaceHolder 1"/>
          <p:cNvSpPr>
            <a:spLocks noGrp="1"/>
          </p:cNvSpPr>
          <p:nvPr>
            <p:ph type="sldImg"/>
          </p:nvPr>
        </p:nvSpPr>
        <p:spPr>
          <a:xfrm>
            <a:off x="685800" y="1143000"/>
            <a:ext cx="5481720" cy="3081600"/>
          </a:xfrm>
          <a:prstGeom prst="rect">
            <a:avLst/>
          </a:prstGeom>
          <a:ln w="0">
            <a:noFill/>
          </a:ln>
        </p:spPr>
      </p:sp>
      <p:sp>
        <p:nvSpPr>
          <p:cNvPr id="890"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91" name="PlaceHolder 3"/>
          <p:cNvSpPr>
            <a:spLocks noGrp="1"/>
          </p:cNvSpPr>
          <p:nvPr>
            <p:ph type="sldNum" idx="13"/>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6F20D2D-B3A0-4277-B464-381A7299D83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2" name="PlaceHolder 1"/>
          <p:cNvSpPr>
            <a:spLocks noGrp="1"/>
          </p:cNvSpPr>
          <p:nvPr>
            <p:ph type="sldImg"/>
          </p:nvPr>
        </p:nvSpPr>
        <p:spPr>
          <a:xfrm>
            <a:off x="685800" y="1143000"/>
            <a:ext cx="5481720" cy="3081600"/>
          </a:xfrm>
          <a:prstGeom prst="rect">
            <a:avLst/>
          </a:prstGeom>
          <a:ln w="0">
            <a:noFill/>
          </a:ln>
        </p:spPr>
      </p:sp>
      <p:sp>
        <p:nvSpPr>
          <p:cNvPr id="893"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94" name="PlaceHolder 3"/>
          <p:cNvSpPr>
            <a:spLocks noGrp="1"/>
          </p:cNvSpPr>
          <p:nvPr>
            <p:ph type="sldNum" idx="14"/>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2EC3142-2E9A-46AF-BA72-4EB945E6FC2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5" name="PlaceHolder 1"/>
          <p:cNvSpPr>
            <a:spLocks noGrp="1"/>
          </p:cNvSpPr>
          <p:nvPr>
            <p:ph type="sldImg"/>
          </p:nvPr>
        </p:nvSpPr>
        <p:spPr>
          <a:xfrm>
            <a:off x="685800" y="1143000"/>
            <a:ext cx="5481720" cy="3081600"/>
          </a:xfrm>
          <a:prstGeom prst="rect">
            <a:avLst/>
          </a:prstGeom>
          <a:ln w="0">
            <a:noFill/>
          </a:ln>
        </p:spPr>
      </p:sp>
      <p:sp>
        <p:nvSpPr>
          <p:cNvPr id="896"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897" name="PlaceHolder 3"/>
          <p:cNvSpPr>
            <a:spLocks noGrp="1"/>
          </p:cNvSpPr>
          <p:nvPr>
            <p:ph type="sldNum" idx="15"/>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F349C31-99F2-447B-BE67-1FD26C9F5FF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8" name="PlaceHolder 1"/>
          <p:cNvSpPr>
            <a:spLocks noGrp="1"/>
          </p:cNvSpPr>
          <p:nvPr>
            <p:ph type="sldImg"/>
          </p:nvPr>
        </p:nvSpPr>
        <p:spPr>
          <a:xfrm>
            <a:off x="685800" y="1143000"/>
            <a:ext cx="5481720" cy="3081600"/>
          </a:xfrm>
          <a:prstGeom prst="rect">
            <a:avLst/>
          </a:prstGeom>
          <a:ln w="0">
            <a:noFill/>
          </a:ln>
        </p:spPr>
      </p:sp>
      <p:sp>
        <p:nvSpPr>
          <p:cNvPr id="899"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00" name="PlaceHolder 3"/>
          <p:cNvSpPr>
            <a:spLocks noGrp="1"/>
          </p:cNvSpPr>
          <p:nvPr>
            <p:ph type="sldNum" idx="16"/>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591ACD8-AAC7-4E16-9245-BF00D678953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1" name="PlaceHolder 1"/>
          <p:cNvSpPr>
            <a:spLocks noGrp="1"/>
          </p:cNvSpPr>
          <p:nvPr>
            <p:ph type="sldImg"/>
          </p:nvPr>
        </p:nvSpPr>
        <p:spPr>
          <a:xfrm>
            <a:off x="685800" y="1143000"/>
            <a:ext cx="5481720" cy="3081600"/>
          </a:xfrm>
          <a:prstGeom prst="rect">
            <a:avLst/>
          </a:prstGeom>
          <a:ln w="0">
            <a:noFill/>
          </a:ln>
        </p:spPr>
      </p:sp>
      <p:sp>
        <p:nvSpPr>
          <p:cNvPr id="902"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03" name="PlaceHolder 3"/>
          <p:cNvSpPr>
            <a:spLocks noGrp="1"/>
          </p:cNvSpPr>
          <p:nvPr>
            <p:ph type="sldNum" idx="17"/>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78BD15F-9C7A-4D13-81EE-504E5675650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4" name="PlaceHolder 1"/>
          <p:cNvSpPr>
            <a:spLocks noGrp="1"/>
          </p:cNvSpPr>
          <p:nvPr>
            <p:ph type="sldImg"/>
          </p:nvPr>
        </p:nvSpPr>
        <p:spPr>
          <a:xfrm>
            <a:off x="685800" y="1143000"/>
            <a:ext cx="5481720" cy="3081600"/>
          </a:xfrm>
          <a:prstGeom prst="rect">
            <a:avLst/>
          </a:prstGeom>
          <a:ln w="0">
            <a:noFill/>
          </a:ln>
        </p:spPr>
      </p:sp>
      <p:sp>
        <p:nvSpPr>
          <p:cNvPr id="905"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06" name="PlaceHolder 3"/>
          <p:cNvSpPr>
            <a:spLocks noGrp="1"/>
          </p:cNvSpPr>
          <p:nvPr>
            <p:ph type="sldNum" idx="18"/>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41ACC84-B909-43DB-8F13-363E601C042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7" name="PlaceHolder 1"/>
          <p:cNvSpPr>
            <a:spLocks noGrp="1"/>
          </p:cNvSpPr>
          <p:nvPr>
            <p:ph type="sldImg"/>
          </p:nvPr>
        </p:nvSpPr>
        <p:spPr>
          <a:xfrm>
            <a:off x="685800" y="1143000"/>
            <a:ext cx="5481720" cy="3081600"/>
          </a:xfrm>
          <a:prstGeom prst="rect">
            <a:avLst/>
          </a:prstGeom>
          <a:ln w="0">
            <a:noFill/>
          </a:ln>
        </p:spPr>
      </p:sp>
      <p:sp>
        <p:nvSpPr>
          <p:cNvPr id="908"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09" name="PlaceHolder 3"/>
          <p:cNvSpPr>
            <a:spLocks noGrp="1"/>
          </p:cNvSpPr>
          <p:nvPr>
            <p:ph type="sldNum" idx="19"/>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625CFC1-9440-4B78-95FE-1C792A647C3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0" name="PlaceHolder 1"/>
          <p:cNvSpPr>
            <a:spLocks noGrp="1"/>
          </p:cNvSpPr>
          <p:nvPr>
            <p:ph type="sldImg"/>
          </p:nvPr>
        </p:nvSpPr>
        <p:spPr>
          <a:xfrm>
            <a:off x="685800" y="1143000"/>
            <a:ext cx="5481720" cy="3081600"/>
          </a:xfrm>
          <a:prstGeom prst="rect">
            <a:avLst/>
          </a:prstGeom>
          <a:ln w="0">
            <a:noFill/>
          </a:ln>
        </p:spPr>
      </p:sp>
      <p:sp>
        <p:nvSpPr>
          <p:cNvPr id="911"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12" name="PlaceHolder 3"/>
          <p:cNvSpPr>
            <a:spLocks noGrp="1"/>
          </p:cNvSpPr>
          <p:nvPr>
            <p:ph type="sldNum" idx="20"/>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5638BA0-F0A0-40B2-986A-63B658AFD5A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3" name="PlaceHolder 1"/>
          <p:cNvSpPr>
            <a:spLocks noGrp="1"/>
          </p:cNvSpPr>
          <p:nvPr>
            <p:ph type="sldImg"/>
          </p:nvPr>
        </p:nvSpPr>
        <p:spPr>
          <a:xfrm>
            <a:off x="685800" y="1143000"/>
            <a:ext cx="5481720" cy="3081600"/>
          </a:xfrm>
          <a:prstGeom prst="rect">
            <a:avLst/>
          </a:prstGeom>
          <a:ln w="0">
            <a:noFill/>
          </a:ln>
        </p:spPr>
      </p:sp>
      <p:sp>
        <p:nvSpPr>
          <p:cNvPr id="914"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15" name="PlaceHolder 3"/>
          <p:cNvSpPr>
            <a:spLocks noGrp="1"/>
          </p:cNvSpPr>
          <p:nvPr>
            <p:ph type="sldNum" idx="21"/>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B785468-831C-40D7-A31F-68FAEE6B23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6" name="PlaceHolder 1"/>
          <p:cNvSpPr>
            <a:spLocks noGrp="1"/>
          </p:cNvSpPr>
          <p:nvPr>
            <p:ph type="sldImg"/>
          </p:nvPr>
        </p:nvSpPr>
        <p:spPr>
          <a:xfrm>
            <a:off x="685800" y="1143000"/>
            <a:ext cx="5481720" cy="3081600"/>
          </a:xfrm>
          <a:prstGeom prst="rect">
            <a:avLst/>
          </a:prstGeom>
          <a:ln w="0">
            <a:noFill/>
          </a:ln>
        </p:spPr>
      </p:sp>
      <p:sp>
        <p:nvSpPr>
          <p:cNvPr id="917"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18" name="PlaceHolder 3"/>
          <p:cNvSpPr>
            <a:spLocks noGrp="1"/>
          </p:cNvSpPr>
          <p:nvPr>
            <p:ph type="sldNum" idx="22"/>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CBFC335-C771-47D2-A93B-0552441ABDD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9" name="PlaceHolder 1"/>
          <p:cNvSpPr>
            <a:spLocks noGrp="1"/>
          </p:cNvSpPr>
          <p:nvPr>
            <p:ph type="sldImg"/>
          </p:nvPr>
        </p:nvSpPr>
        <p:spPr>
          <a:xfrm>
            <a:off x="685800" y="1143000"/>
            <a:ext cx="5481720" cy="3081600"/>
          </a:xfrm>
          <a:prstGeom prst="rect">
            <a:avLst/>
          </a:prstGeom>
          <a:ln w="0">
            <a:noFill/>
          </a:ln>
        </p:spPr>
      </p:sp>
      <p:sp>
        <p:nvSpPr>
          <p:cNvPr id="920"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21" name="PlaceHolder 3"/>
          <p:cNvSpPr>
            <a:spLocks noGrp="1"/>
          </p:cNvSpPr>
          <p:nvPr>
            <p:ph type="sldNum" idx="23"/>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5C072CF-44C2-42D8-BD82-41D806A0E9E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2" name="PlaceHolder 1"/>
          <p:cNvSpPr>
            <a:spLocks noGrp="1"/>
          </p:cNvSpPr>
          <p:nvPr>
            <p:ph type="sldImg"/>
          </p:nvPr>
        </p:nvSpPr>
        <p:spPr>
          <a:xfrm>
            <a:off x="685800" y="1143000"/>
            <a:ext cx="5481720" cy="3081600"/>
          </a:xfrm>
          <a:prstGeom prst="rect">
            <a:avLst/>
          </a:prstGeom>
          <a:ln w="0">
            <a:noFill/>
          </a:ln>
        </p:spPr>
      </p:sp>
      <p:sp>
        <p:nvSpPr>
          <p:cNvPr id="923"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24" name="PlaceHolder 3"/>
          <p:cNvSpPr>
            <a:spLocks noGrp="1"/>
          </p:cNvSpPr>
          <p:nvPr>
            <p:ph type="sldNum" idx="24"/>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0A70192-CB1E-472F-A831-99D3CC65270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5" name="PlaceHolder 1"/>
          <p:cNvSpPr>
            <a:spLocks noGrp="1"/>
          </p:cNvSpPr>
          <p:nvPr>
            <p:ph type="sldImg"/>
          </p:nvPr>
        </p:nvSpPr>
        <p:spPr>
          <a:xfrm>
            <a:off x="685800" y="1143000"/>
            <a:ext cx="5481720" cy="3081600"/>
          </a:xfrm>
          <a:prstGeom prst="rect">
            <a:avLst/>
          </a:prstGeom>
          <a:ln w="0">
            <a:noFill/>
          </a:ln>
        </p:spPr>
      </p:sp>
      <p:sp>
        <p:nvSpPr>
          <p:cNvPr id="926"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27" name="PlaceHolder 3"/>
          <p:cNvSpPr>
            <a:spLocks noGrp="1"/>
          </p:cNvSpPr>
          <p:nvPr>
            <p:ph type="sldNum" idx="25"/>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174888D-0820-4602-8475-18A6AA9CE13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8" name="PlaceHolder 1"/>
          <p:cNvSpPr>
            <a:spLocks noGrp="1"/>
          </p:cNvSpPr>
          <p:nvPr>
            <p:ph type="sldImg"/>
          </p:nvPr>
        </p:nvSpPr>
        <p:spPr>
          <a:xfrm>
            <a:off x="685800" y="1143000"/>
            <a:ext cx="5481720" cy="3081600"/>
          </a:xfrm>
          <a:prstGeom prst="rect">
            <a:avLst/>
          </a:prstGeom>
          <a:ln w="0">
            <a:noFill/>
          </a:ln>
        </p:spPr>
      </p:sp>
      <p:sp>
        <p:nvSpPr>
          <p:cNvPr id="929"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30" name="PlaceHolder 3"/>
          <p:cNvSpPr>
            <a:spLocks noGrp="1"/>
          </p:cNvSpPr>
          <p:nvPr>
            <p:ph type="sldNum" idx="26"/>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9C0BDD5-69B9-4BFF-A3EB-B3E65037F4A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1" name="PlaceHolder 1"/>
          <p:cNvSpPr>
            <a:spLocks noGrp="1"/>
          </p:cNvSpPr>
          <p:nvPr>
            <p:ph type="sldImg"/>
          </p:nvPr>
        </p:nvSpPr>
        <p:spPr>
          <a:xfrm>
            <a:off x="685800" y="1143000"/>
            <a:ext cx="5481720" cy="3081600"/>
          </a:xfrm>
          <a:prstGeom prst="rect">
            <a:avLst/>
          </a:prstGeom>
          <a:ln w="0">
            <a:noFill/>
          </a:ln>
        </p:spPr>
      </p:sp>
      <p:sp>
        <p:nvSpPr>
          <p:cNvPr id="932" name="PlaceHolder 2"/>
          <p:cNvSpPr>
            <a:spLocks noGrp="1"/>
          </p:cNvSpPr>
          <p:nvPr>
            <p:ph type="body"/>
          </p:nvPr>
        </p:nvSpPr>
        <p:spPr>
          <a:xfrm>
            <a:off x="685800" y="4400640"/>
            <a:ext cx="5481720" cy="3595680"/>
          </a:xfrm>
          <a:prstGeom prst="rect">
            <a:avLst/>
          </a:prstGeom>
          <a:noFill/>
          <a:ln w="0">
            <a:noFill/>
          </a:ln>
        </p:spPr>
        <p:txBody>
          <a:bodyPr lIns="0" rIns="0" tIns="0" bIns="0" anchor="t">
            <a:noAutofit/>
          </a:bodyPr>
          <a:p>
            <a:endParaRPr b="0" lang="en-HK" sz="2000" spc="-1" strike="noStrike">
              <a:latin typeface="Arial"/>
            </a:endParaRPr>
          </a:p>
        </p:txBody>
      </p:sp>
      <p:sp>
        <p:nvSpPr>
          <p:cNvPr id="933" name="PlaceHolder 3"/>
          <p:cNvSpPr>
            <a:spLocks noGrp="1"/>
          </p:cNvSpPr>
          <p:nvPr>
            <p:ph type="sldNum" idx="27"/>
          </p:nvPr>
        </p:nvSpPr>
        <p:spPr>
          <a:xfrm>
            <a:off x="3884760" y="8685360"/>
            <a:ext cx="2967120" cy="4539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F5E0E6B-419B-43C6-8105-8E31D83E76AD}"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a:t>
            </a:r>
            <a:r>
              <a:rPr b="0" lang="en-HK" sz="4400" spc="-1" strike="noStrike">
                <a:latin typeface="Arial"/>
              </a:rPr>
              <a:t>li</a:t>
            </a:r>
            <a:r>
              <a:rPr b="0" lang="en-HK" sz="4400" spc="-1" strike="noStrike">
                <a:latin typeface="Arial"/>
              </a:rPr>
              <a:t>c</a:t>
            </a:r>
            <a:r>
              <a:rPr b="0" lang="en-HK" sz="4400" spc="-1" strike="noStrike">
                <a:latin typeface="Arial"/>
              </a:rPr>
              <a:t>k </a:t>
            </a:r>
            <a:r>
              <a:rPr b="0" lang="en-HK" sz="4400" spc="-1" strike="noStrike">
                <a:latin typeface="Arial"/>
              </a:rPr>
              <a:t>t</a:t>
            </a:r>
            <a:r>
              <a:rPr b="0" lang="en-HK" sz="4400" spc="-1" strike="noStrike">
                <a:latin typeface="Arial"/>
              </a:rPr>
              <a:t>o </a:t>
            </a:r>
            <a:r>
              <a:rPr b="0" lang="en-HK" sz="4400" spc="-1" strike="noStrike">
                <a:latin typeface="Arial"/>
              </a:rPr>
              <a:t>e</a:t>
            </a:r>
            <a:r>
              <a:rPr b="0" lang="en-HK" sz="4400" spc="-1" strike="noStrike">
                <a:latin typeface="Arial"/>
              </a:rPr>
              <a:t>d</a:t>
            </a:r>
            <a:r>
              <a:rPr b="0" lang="en-HK" sz="4400" spc="-1" strike="noStrike">
                <a:latin typeface="Arial"/>
              </a:rPr>
              <a:t>it </a:t>
            </a:r>
            <a:r>
              <a:rPr b="0" lang="en-HK" sz="4400" spc="-1" strike="noStrike">
                <a:latin typeface="Arial"/>
              </a:rPr>
              <a:t>t</a:t>
            </a:r>
            <a:r>
              <a:rPr b="0" lang="en-HK" sz="4400" spc="-1" strike="noStrike">
                <a:latin typeface="Arial"/>
              </a:rPr>
              <a:t>h</a:t>
            </a:r>
            <a:r>
              <a:rPr b="0" lang="en-HK" sz="4400" spc="-1" strike="noStrike">
                <a:latin typeface="Arial"/>
              </a:rPr>
              <a:t>e </a:t>
            </a:r>
            <a:r>
              <a:rPr b="0" lang="en-HK" sz="4400" spc="-1" strike="noStrike">
                <a:latin typeface="Arial"/>
              </a:rPr>
              <a:t>ti</a:t>
            </a:r>
            <a:r>
              <a:rPr b="0" lang="en-HK" sz="4400" spc="-1" strike="noStrike">
                <a:latin typeface="Arial"/>
              </a:rPr>
              <a:t>tl</a:t>
            </a:r>
            <a:r>
              <a:rPr b="0" lang="en-HK" sz="4400" spc="-1" strike="noStrike">
                <a:latin typeface="Arial"/>
              </a:rPr>
              <a:t>e </a:t>
            </a:r>
            <a:r>
              <a:rPr b="0" lang="en-HK" sz="4400" spc="-1" strike="noStrike">
                <a:latin typeface="Arial"/>
              </a:rPr>
              <a:t>t</a:t>
            </a:r>
            <a:r>
              <a:rPr b="0" lang="en-HK" sz="4400" spc="-1" strike="noStrike">
                <a:latin typeface="Arial"/>
              </a:rPr>
              <a:t>e</a:t>
            </a:r>
            <a:r>
              <a:rPr b="0" lang="en-HK" sz="4400" spc="-1" strike="noStrike">
                <a:latin typeface="Arial"/>
              </a:rPr>
              <a:t>x</a:t>
            </a:r>
            <a:r>
              <a:rPr b="0" lang="en-HK" sz="4400" spc="-1" strike="noStrike">
                <a:latin typeface="Arial"/>
              </a:rPr>
              <a:t>t </a:t>
            </a:r>
            <a:r>
              <a:rPr b="0" lang="en-HK" sz="4400" spc="-1" strike="noStrike">
                <a:latin typeface="Arial"/>
              </a:rPr>
              <a:t>f</a:t>
            </a:r>
            <a:r>
              <a:rPr b="0" lang="en-HK" sz="4400" spc="-1" strike="noStrike">
                <a:latin typeface="Arial"/>
              </a:rPr>
              <a:t>o</a:t>
            </a:r>
            <a:r>
              <a:rPr b="0" lang="en-HK" sz="4400" spc="-1" strike="noStrike">
                <a:latin typeface="Arial"/>
              </a:rPr>
              <a:t>r</a:t>
            </a:r>
            <a:r>
              <a:rPr b="0" lang="en-HK" sz="4400" spc="-1" strike="noStrike">
                <a:latin typeface="Arial"/>
              </a:rPr>
              <a:t>m</a:t>
            </a:r>
            <a:r>
              <a:rPr b="0" lang="en-HK" sz="4400" spc="-1" strike="noStrike">
                <a:latin typeface="Arial"/>
              </a:rPr>
              <a:t>a</a:t>
            </a:r>
            <a:r>
              <a:rPr b="0" lang="en-HK" sz="4400" spc="-1" strike="noStrike">
                <a:latin typeface="Arial"/>
              </a:rPr>
              <a:t>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omments" Target="../comments/comment2.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2700000"/>
          </a:gradFill>
          <a:ln w="0">
            <a:noFill/>
          </a:ln>
        </p:spPr>
        <p:style>
          <a:lnRef idx="0"/>
          <a:fillRef idx="0"/>
          <a:effectRef idx="0"/>
          <a:fontRef idx="minor"/>
        </p:style>
      </p:sp>
      <p:sp>
        <p:nvSpPr>
          <p:cNvPr id="46" name="Shape 1"/>
          <p:cNvSpPr/>
          <p:nvPr/>
        </p:nvSpPr>
        <p:spPr>
          <a:xfrm>
            <a:off x="336600" y="781200"/>
            <a:ext cx="2214720" cy="41436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256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14" strike="noStrike">
                <a:solidFill>
                  <a:srgbClr val="000000"/>
                </a:solidFill>
                <a:latin typeface="Liter"/>
                <a:ea typeface="Liter"/>
              </a:rPr>
              <a:t>LECTURE SERIES</a:t>
            </a:r>
            <a:endParaRPr b="0" lang="en-HK" sz="1500" spc="-1" strike="noStrike">
              <a:latin typeface="Arial"/>
            </a:endParaRPr>
          </a:p>
        </p:txBody>
      </p:sp>
      <p:sp>
        <p:nvSpPr>
          <p:cNvPr id="48" name="Text 3"/>
          <p:cNvSpPr/>
          <p:nvPr/>
        </p:nvSpPr>
        <p:spPr>
          <a:xfrm>
            <a:off x="380880" y="1733400"/>
            <a:ext cx="11997000" cy="342432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1" lang="en-US" sz="9000" spc="-452" strike="noStrike">
                <a:solidFill>
                  <a:srgbClr val="ffffff"/>
                </a:solidFill>
                <a:latin typeface="Liter"/>
                <a:ea typeface="Liter"/>
              </a:rPr>
              <a:t>THE</a:t>
            </a:r>
            <a:endParaRPr b="0" lang="en-HK" sz="9000" spc="-1" strike="noStrike">
              <a:latin typeface="Arial"/>
            </a:endParaRPr>
          </a:p>
          <a:p>
            <a:pPr algn="r">
              <a:lnSpc>
                <a:spcPct val="80000"/>
              </a:lnSpc>
              <a:buNone/>
            </a:pPr>
            <a:r>
              <a:rPr b="1" lang="en-US" sz="9000" spc="-452" strike="noStrike">
                <a:solidFill>
                  <a:srgbClr val="ddff00"/>
                </a:solidFill>
                <a:latin typeface="Liter"/>
                <a:ea typeface="Liter"/>
              </a:rPr>
              <a:t>EVOLUTION</a:t>
            </a:r>
            <a:endParaRPr b="0" lang="en-HK" sz="9000" spc="-1" strike="noStrike">
              <a:latin typeface="Arial"/>
            </a:endParaRPr>
          </a:p>
          <a:p>
            <a:pPr algn="r">
              <a:lnSpc>
                <a:spcPct val="80000"/>
              </a:lnSpc>
              <a:buNone/>
            </a:pPr>
            <a:r>
              <a:rPr b="1" lang="en-US" sz="9000" spc="-452" strike="noStrike">
                <a:solidFill>
                  <a:srgbClr val="ffffff"/>
                </a:solidFill>
                <a:latin typeface="Liter"/>
                <a:ea typeface="Liter"/>
              </a:rPr>
              <a:t>OF ROCK</a:t>
            </a:r>
            <a:endParaRPr b="0" lang="en-HK" sz="9000" spc="-1" strike="noStrike">
              <a:latin typeface="Arial"/>
            </a:endParaRPr>
          </a:p>
        </p:txBody>
      </p:sp>
      <p:sp>
        <p:nvSpPr>
          <p:cNvPr id="49" name="Shape 4"/>
          <p:cNvSpPr/>
          <p:nvPr/>
        </p:nvSpPr>
        <p:spPr>
          <a:xfrm>
            <a:off x="380880" y="5391000"/>
            <a:ext cx="909720" cy="3348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2520" cy="3348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3920" cy="3348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3904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2250" spc="-1" strike="noStrike">
                <a:solidFill>
                  <a:srgbClr val="ffffff"/>
                </a:solidFill>
                <a:latin typeface="Liter"/>
                <a:ea typeface="Liter"/>
              </a:rPr>
              <a:t>A Journey Through the History of Rock 'n' Roll</a:t>
            </a:r>
            <a:endParaRPr b="0" lang="en-HK" sz="2250" spc="-1" strike="noStrike">
              <a:latin typeface="Arial"/>
            </a:endParaRPr>
          </a:p>
        </p:txBody>
      </p:sp>
      <p:sp>
        <p:nvSpPr>
          <p:cNvPr id="53" name="Shape 8"/>
          <p:cNvSpPr/>
          <p:nvPr/>
        </p:nvSpPr>
        <p:spPr>
          <a:xfrm rot="2700000">
            <a:off x="10639080" y="5300280"/>
            <a:ext cx="567000" cy="56700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4" name="Shape 9"/>
          <p:cNvSpPr/>
          <p:nvPr/>
        </p:nvSpPr>
        <p:spPr>
          <a:xfrm>
            <a:off x="10934640" y="5600880"/>
            <a:ext cx="223920" cy="22392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1640" cy="60480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1480" cy="185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69"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3120" cy="45252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1" lang="en-US" sz="3600" spc="-1" strike="noStrike">
                <a:solidFill>
                  <a:srgbClr val="ffffff"/>
                </a:solidFill>
                <a:latin typeface="Liter"/>
                <a:ea typeface="Liter"/>
              </a:rPr>
              <a:t>CONTENTS</a:t>
            </a:r>
            <a:endParaRPr b="0" lang="en-HK" sz="3600" spc="-1" strike="noStrike">
              <a:latin typeface="Arial"/>
            </a:endParaRPr>
          </a:p>
        </p:txBody>
      </p:sp>
      <p:sp>
        <p:nvSpPr>
          <p:cNvPr id="58" name="Shape 3"/>
          <p:cNvSpPr/>
          <p:nvPr/>
        </p:nvSpPr>
        <p:spPr>
          <a:xfrm>
            <a:off x="380880" y="152388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344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480" y="152388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160" y="1657440"/>
            <a:ext cx="49068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600" y="160020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600" y="190512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068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480" y="271476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080" y="2847960"/>
            <a:ext cx="49068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600" y="279072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600" y="309564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096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480" y="390528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2640" y="4038480"/>
            <a:ext cx="49068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600" y="398160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600" y="428616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160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480" y="5095800"/>
            <a:ext cx="604800" cy="60480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480" y="5229360"/>
            <a:ext cx="500040" cy="3384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600" y="5172120"/>
            <a:ext cx="481500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600" y="5477040"/>
            <a:ext cx="47959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7960" y="6336000"/>
            <a:ext cx="109800" cy="10980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6560" y="6336000"/>
            <a:ext cx="109800" cy="10980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5160" y="6336000"/>
            <a:ext cx="109800" cy="10980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264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01</a:t>
            </a:r>
            <a:endParaRPr b="0" lang="en-HK" sz="5400" spc="-1" strike="noStrike">
              <a:latin typeface="Arial"/>
            </a:endParaRPr>
          </a:p>
        </p:txBody>
      </p:sp>
      <p:sp>
        <p:nvSpPr>
          <p:cNvPr id="98" name="Shape 4"/>
          <p:cNvSpPr/>
          <p:nvPr/>
        </p:nvSpPr>
        <p:spPr>
          <a:xfrm>
            <a:off x="1828800" y="1752480"/>
            <a:ext cx="4500720" cy="3348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8640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ONE</a:t>
            </a:r>
            <a:endParaRPr b="0" lang="en-HK" sz="1350" spc="-1" strike="noStrike">
              <a:latin typeface="Arial"/>
            </a:endParaRPr>
          </a:p>
        </p:txBody>
      </p:sp>
      <p:sp>
        <p:nvSpPr>
          <p:cNvPr id="100" name="Text 6"/>
          <p:cNvSpPr/>
          <p:nvPr/>
        </p:nvSpPr>
        <p:spPr>
          <a:xfrm>
            <a:off x="380880" y="2895480"/>
            <a:ext cx="6291360" cy="171000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ORIGINS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276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1640" cy="45252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86560" cy="185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69"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1320" cy="37620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700" spc="-1" strike="noStrike">
                <a:solidFill>
                  <a:srgbClr val="ffffff"/>
                </a:solidFill>
                <a:latin typeface="Liter"/>
                <a:ea typeface="Liter"/>
              </a:rPr>
              <a:t>The Roots of Rock: Blues, Gospel &amp; Country</a:t>
            </a:r>
            <a:endParaRPr b="0" lang="en-HK" sz="2700" spc="-1" strike="noStrike">
              <a:latin typeface="Arial"/>
            </a:endParaRPr>
          </a:p>
        </p:txBody>
      </p:sp>
      <p:sp>
        <p:nvSpPr>
          <p:cNvPr id="108" name="Shape 3"/>
          <p:cNvSpPr/>
          <p:nvPr/>
        </p:nvSpPr>
        <p:spPr>
          <a:xfrm>
            <a:off x="399960" y="1257480"/>
            <a:ext cx="33480" cy="176688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3920" cy="22392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200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29320" cy="73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29320" cy="490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3480" cy="176688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3920" cy="22392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200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29320" cy="73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29320" cy="490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3480" cy="115740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3920" cy="22392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200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29320" cy="73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040" y="1266840"/>
            <a:ext cx="4453200" cy="353880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000" y="1732320"/>
            <a:ext cx="452520" cy="45252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120" y="2341800"/>
            <a:ext cx="4091040" cy="3002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160" y="2951640"/>
            <a:ext cx="4062600" cy="13860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320" y="4971960"/>
            <a:ext cx="4471920" cy="150012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120" y="5162400"/>
            <a:ext cx="4186440" cy="262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120" y="5543640"/>
            <a:ext cx="4167360" cy="73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894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76960" cy="3128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3560" cy="247176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5772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26040" cy="102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2604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27720" cy="419436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356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38240" cy="12240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30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516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38240" cy="12240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30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516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38240" cy="12240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10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312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38240" cy="12240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30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516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400" y="1047600"/>
            <a:ext cx="6813720" cy="471816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400" y="1047600"/>
            <a:ext cx="6813720" cy="471816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480" y="5228640"/>
            <a:ext cx="661536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480" y="5419080"/>
            <a:ext cx="66312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8720" y="5899320"/>
            <a:ext cx="2193840" cy="92412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120" y="6030360"/>
            <a:ext cx="2075040" cy="31284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1680" y="6379560"/>
            <a:ext cx="1987560" cy="312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440" y="5899320"/>
            <a:ext cx="2193840" cy="92412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200" y="6030360"/>
            <a:ext cx="2075040" cy="31284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6760" y="6379560"/>
            <a:ext cx="1987560" cy="312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8520" y="5899320"/>
            <a:ext cx="2193840" cy="92412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8280" y="6030360"/>
            <a:ext cx="2075040" cy="31284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1840" y="6379560"/>
            <a:ext cx="1987560" cy="312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600" y="6959160"/>
            <a:ext cx="27000" cy="90036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160" y="6959160"/>
            <a:ext cx="67262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160" y="7244640"/>
            <a:ext cx="671832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7648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latin typeface="Arial"/>
            </a:endParaRPr>
          </a:p>
        </p:txBody>
      </p:sp>
      <p:sp>
        <p:nvSpPr>
          <p:cNvPr id="175" name="Shape 4"/>
          <p:cNvSpPr/>
          <p:nvPr/>
        </p:nvSpPr>
        <p:spPr>
          <a:xfrm>
            <a:off x="1828800" y="1752480"/>
            <a:ext cx="3328920" cy="3348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496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TWO</a:t>
            </a:r>
            <a:endParaRPr b="0" lang="en-HK" sz="1350" spc="-1" strike="noStrike">
              <a:latin typeface="Arial"/>
            </a:endParaRPr>
          </a:p>
        </p:txBody>
      </p:sp>
      <p:sp>
        <p:nvSpPr>
          <p:cNvPr id="177" name="Text 6"/>
          <p:cNvSpPr/>
          <p:nvPr/>
        </p:nvSpPr>
        <p:spPr>
          <a:xfrm>
            <a:off x="380880" y="2895480"/>
            <a:ext cx="5119920" cy="171000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THE BRITISH</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INVASION</a:t>
            </a:r>
            <a:endParaRPr b="0" lang="en-HK" sz="5400" spc="-1" strike="noStrike">
              <a:latin typeface="Arial"/>
            </a:endParaRPr>
          </a:p>
        </p:txBody>
      </p:sp>
      <p:sp>
        <p:nvSpPr>
          <p:cNvPr id="178" name="Text 7"/>
          <p:cNvSpPr/>
          <p:nvPr/>
        </p:nvSpPr>
        <p:spPr>
          <a:xfrm>
            <a:off x="380880" y="4838760"/>
            <a:ext cx="489132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1200" cy="39096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4572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55"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36440" cy="32508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796080" cy="213876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499440" cy="259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66320" cy="638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66320" cy="638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79520" cy="260856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1600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28440" cy="157788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0720" cy="14364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24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3520" cy="128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28440" cy="157788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06560" cy="14364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0800" y="3907440"/>
            <a:ext cx="28724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3520" cy="106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88080" cy="82800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5640" cy="2919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39760" cy="325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88080" cy="82800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5640" cy="2919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39760" cy="325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160" y="6128640"/>
            <a:ext cx="2188080" cy="82800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200" y="6231600"/>
            <a:ext cx="2105640" cy="2919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320" y="6528600"/>
            <a:ext cx="2039760" cy="325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8880" y="1088280"/>
            <a:ext cx="4529160" cy="405936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8880" y="1088280"/>
            <a:ext cx="4529160" cy="405936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0640" y="4591440"/>
            <a:ext cx="432324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0640" y="4789080"/>
            <a:ext cx="43394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160" y="5292000"/>
            <a:ext cx="4512600" cy="166032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320" y="5465160"/>
            <a:ext cx="42408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320" y="5860800"/>
            <a:ext cx="61200" cy="6120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080" y="5794920"/>
            <a:ext cx="300420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320" y="6124680"/>
            <a:ext cx="61200" cy="6120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080" y="6058800"/>
            <a:ext cx="32349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320" y="6388560"/>
            <a:ext cx="61200" cy="6120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080" y="6322320"/>
            <a:ext cx="325980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320" y="6652080"/>
            <a:ext cx="61200" cy="6120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080" y="6586200"/>
            <a:ext cx="40345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0572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2840" cy="31284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3560" cy="247176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5772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26040" cy="82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26040" cy="82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27720" cy="286884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356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4080" cy="15408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096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30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4280" cy="15408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55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876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4280" cy="15408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42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859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3880" cy="15408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084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052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2680" y="1055520"/>
            <a:ext cx="6797880" cy="274176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040" y="1254240"/>
            <a:ext cx="649620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040" y="1635120"/>
            <a:ext cx="757440" cy="31284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360" y="1635120"/>
            <a:ext cx="820800" cy="31284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5720" y="1635120"/>
            <a:ext cx="27000" cy="31284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8640" y="1635120"/>
            <a:ext cx="54165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040" y="2048040"/>
            <a:ext cx="757440" cy="31284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360" y="2048040"/>
            <a:ext cx="820800" cy="31284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5720" y="2048040"/>
            <a:ext cx="27000" cy="31284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8640" y="2048040"/>
            <a:ext cx="54165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040" y="2460600"/>
            <a:ext cx="757440" cy="31284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360" y="2460600"/>
            <a:ext cx="820800" cy="31284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5720" y="2460600"/>
            <a:ext cx="27000" cy="31284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8640" y="2460600"/>
            <a:ext cx="54165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040" y="2873520"/>
            <a:ext cx="757440" cy="31284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360" y="2873520"/>
            <a:ext cx="820800" cy="31284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5720" y="2873520"/>
            <a:ext cx="27000" cy="31284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8640" y="2873520"/>
            <a:ext cx="54165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040" y="3286080"/>
            <a:ext cx="757440" cy="31284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360" y="3286080"/>
            <a:ext cx="820800" cy="31284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5720" y="3286080"/>
            <a:ext cx="27000" cy="31284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8640" y="3286080"/>
            <a:ext cx="54165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400" y="3936960"/>
            <a:ext cx="6813720" cy="121752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160" y="4095720"/>
            <a:ext cx="657540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160" y="4381560"/>
            <a:ext cx="655956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7648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0200" cy="3348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39588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0840" cy="171000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gn="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224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0840" cy="38808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4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55"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4640" cy="32256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5000" cy="212292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0520" cy="257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67760" cy="633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67760" cy="633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78800" cy="240084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1672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1880" cy="78912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120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4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06360" cy="126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1880" cy="78912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120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4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06360" cy="126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1880" cy="78912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120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4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06360" cy="126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1880" cy="78912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120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4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06360" cy="126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19120" cy="51912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16360" cy="19188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0840" cy="1591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19120" cy="51912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1880" cy="19188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0840" cy="1591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29720" y="5891400"/>
            <a:ext cx="519120" cy="51912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520" y="6055200"/>
            <a:ext cx="191880" cy="19188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0840" cy="1591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200" y="5891400"/>
            <a:ext cx="519120" cy="51912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240" y="6055200"/>
            <a:ext cx="167040" cy="19188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4880" y="6480720"/>
            <a:ext cx="1680840" cy="1591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080" y="1080000"/>
            <a:ext cx="4528440" cy="349740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080" y="1080000"/>
            <a:ext cx="4528440" cy="349740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120" y="4025880"/>
            <a:ext cx="432396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120" y="4222080"/>
            <a:ext cx="434016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360" y="4721400"/>
            <a:ext cx="4512240" cy="191016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080" y="4893120"/>
            <a:ext cx="424224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080" y="5285880"/>
            <a:ext cx="60840" cy="6084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120" y="5220360"/>
            <a:ext cx="237636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080" y="5547600"/>
            <a:ext cx="60840" cy="6084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120" y="5482440"/>
            <a:ext cx="24336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080" y="5809680"/>
            <a:ext cx="60840" cy="6084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120" y="5748120"/>
            <a:ext cx="1414440" cy="18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080" y="6071400"/>
            <a:ext cx="60840" cy="6084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120" y="6005880"/>
            <a:ext cx="28836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080" y="6333120"/>
            <a:ext cx="60840" cy="6084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120" y="6271920"/>
            <a:ext cx="1534680" cy="183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480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1920" cy="31284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3560" cy="247176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5772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26040" cy="82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26040" cy="82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27720" cy="286884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356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27000" cy="59868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4280" cy="15408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22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436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4280" cy="15408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384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05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4080" cy="15408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55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276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76200" cy="37620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4280" cy="15408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09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30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2680" y="1055520"/>
            <a:ext cx="6797880" cy="359892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040" y="1254240"/>
            <a:ext cx="649620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040" y="1635120"/>
            <a:ext cx="630360" cy="63036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480" y="1825560"/>
            <a:ext cx="30492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2800" y="1762200"/>
            <a:ext cx="57103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2800" y="1984320"/>
            <a:ext cx="56944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040" y="2365200"/>
            <a:ext cx="630360" cy="63036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000" y="2556000"/>
            <a:ext cx="33660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2800" y="2492280"/>
            <a:ext cx="57103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2800" y="2714760"/>
            <a:ext cx="56944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040" y="3095640"/>
            <a:ext cx="630360" cy="63036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0840" y="3286080"/>
            <a:ext cx="32868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2800" y="3222720"/>
            <a:ext cx="57103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2800" y="3444840"/>
            <a:ext cx="56944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040" y="3825720"/>
            <a:ext cx="630360" cy="63036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600" y="4016520"/>
            <a:ext cx="35244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2800" y="3952800"/>
            <a:ext cx="57103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2800" y="4175280"/>
            <a:ext cx="56944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400" y="4794120"/>
            <a:ext cx="6813720" cy="139248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160" y="4952880"/>
            <a:ext cx="657540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280" y="5302080"/>
            <a:ext cx="106560" cy="12240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5640" y="5270400"/>
            <a:ext cx="11858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5960" y="5302080"/>
            <a:ext cx="106560" cy="12240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4320" y="5270400"/>
            <a:ext cx="14241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280" y="5587920"/>
            <a:ext cx="106560" cy="12240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5640" y="5556240"/>
            <a:ext cx="12654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5960" y="5587920"/>
            <a:ext cx="106560" cy="12240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4320" y="5556240"/>
            <a:ext cx="121752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280" y="5873760"/>
            <a:ext cx="106560" cy="12240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5640" y="5842080"/>
            <a:ext cx="133668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5960" y="5873760"/>
            <a:ext cx="106560" cy="12240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4320" y="5842080"/>
            <a:ext cx="139248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7648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5080" cy="3348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112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4996080" cy="1710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BIRTH OF</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HEAVY METAL</a:t>
            </a:r>
            <a:endParaRPr b="0" lang="en-HK" sz="5400" spc="-1" strike="noStrike">
              <a:latin typeface="Arial"/>
            </a:endParaRPr>
          </a:p>
        </p:txBody>
      </p:sp>
      <p:sp>
        <p:nvSpPr>
          <p:cNvPr id="410" name="Text 7"/>
          <p:cNvSpPr/>
          <p:nvPr/>
        </p:nvSpPr>
        <p:spPr>
          <a:xfrm>
            <a:off x="380880" y="4838760"/>
            <a:ext cx="4767480" cy="300240"/>
          </a:xfrm>
          <a:prstGeom prst="rect">
            <a:avLst/>
          </a:prstGeom>
          <a:noFill/>
          <a:ln w="0">
            <a:noFill/>
          </a:ln>
        </p:spPr>
        <p:style>
          <a:lnRef idx="0"/>
          <a:fillRef idx="0"/>
          <a:effectRef idx="0"/>
          <a:fontRef idx="minor"/>
        </p:style>
        <p:txBody>
          <a:bodyPr lIns="0" rIns="0" tIns="0" bIns="0" anchor="ctr">
            <a:noAutofit/>
          </a:bodyPr>
          <a:p>
            <a:pPr algn="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104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78520" cy="3128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Three Pillars of Heavy Metal</a:t>
            </a:r>
            <a:endParaRPr b="0" lang="en-HK" sz="2250" spc="-1" strike="noStrike">
              <a:latin typeface="Arial"/>
            </a:endParaRPr>
          </a:p>
        </p:txBody>
      </p:sp>
      <p:sp>
        <p:nvSpPr>
          <p:cNvPr id="417" name="Shape 3"/>
          <p:cNvSpPr/>
          <p:nvPr/>
        </p:nvSpPr>
        <p:spPr>
          <a:xfrm>
            <a:off x="317520" y="1047600"/>
            <a:ext cx="6813720" cy="205920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2788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49620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49620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0080" cy="328140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3280" cy="50328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3760" cy="23328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79640" cy="217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558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558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558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558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55880" cy="471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0440" cy="324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4796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0080" cy="328140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3280" cy="50328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3280" cy="23328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79640" cy="217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558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558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558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558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558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0440" cy="324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4796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6840" y="3246480"/>
            <a:ext cx="2170080" cy="328140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160" y="3381480"/>
            <a:ext cx="503280" cy="50328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200" y="3516480"/>
            <a:ext cx="263160" cy="23328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1880" y="3952800"/>
            <a:ext cx="1979640" cy="217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3760" y="4175280"/>
            <a:ext cx="19558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480" y="4429080"/>
            <a:ext cx="19558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480" y="4651200"/>
            <a:ext cx="1955880" cy="471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480" y="5191200"/>
            <a:ext cx="1955880" cy="471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480" y="5730840"/>
            <a:ext cx="19558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480" y="6171480"/>
            <a:ext cx="1900440" cy="324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480" y="6270480"/>
            <a:ext cx="1947960" cy="12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7800" y="1047600"/>
            <a:ext cx="4543560" cy="318636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7800" y="1047600"/>
            <a:ext cx="4543560" cy="318636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4880" y="3699000"/>
            <a:ext cx="434520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4880" y="3889440"/>
            <a:ext cx="43610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7800" y="4365720"/>
            <a:ext cx="4543560" cy="217008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560" y="4524480"/>
            <a:ext cx="430524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560" y="4842000"/>
            <a:ext cx="428940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560" y="5556240"/>
            <a:ext cx="4289400" cy="82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6676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0480" cy="3348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8616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1120" cy="171000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PUNK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NEW WAVE</a:t>
            </a:r>
            <a:endParaRPr b="0" lang="en-HK" sz="5400" spc="-1" strike="noStrike">
              <a:latin typeface="Arial"/>
            </a:endParaRPr>
          </a:p>
        </p:txBody>
      </p:sp>
      <p:sp>
        <p:nvSpPr>
          <p:cNvPr id="470" name="Text 7"/>
          <p:cNvSpPr/>
          <p:nvPr/>
        </p:nvSpPr>
        <p:spPr>
          <a:xfrm>
            <a:off x="380880" y="4838760"/>
            <a:ext cx="486252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1920" cy="39600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564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55"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77440" cy="32904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77" name="Shape 3"/>
          <p:cNvSpPr/>
          <p:nvPr/>
        </p:nvSpPr>
        <p:spPr>
          <a:xfrm>
            <a:off x="333720" y="1101600"/>
            <a:ext cx="6788160" cy="216504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87560" cy="262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4440" cy="64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4440" cy="64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1600" cy="264888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4480" cy="228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28800" cy="89640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4956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128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3000" cy="329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28800" cy="89640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4956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128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3000" cy="329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28800" cy="89640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4956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128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3000" cy="329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28800" cy="89640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4956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128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300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4240" cy="63792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0640" cy="19548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412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4240" cy="63792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5440" cy="19548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412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4240" cy="63792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280" y="6317280"/>
            <a:ext cx="220680" cy="19548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412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160" y="6212880"/>
            <a:ext cx="1614240" cy="63792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160" y="6317280"/>
            <a:ext cx="170640" cy="19548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400" y="6584040"/>
            <a:ext cx="1464120" cy="16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320" y="1101600"/>
            <a:ext cx="4526640" cy="311616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320" y="1101600"/>
            <a:ext cx="4526640" cy="311616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3880" y="3655080"/>
            <a:ext cx="431784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3880" y="3855240"/>
            <a:ext cx="433476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600" y="4364280"/>
            <a:ext cx="4510080" cy="168084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3920" y="4539600"/>
            <a:ext cx="423468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3920" y="4940280"/>
            <a:ext cx="61920" cy="6192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480" y="4873320"/>
            <a:ext cx="289944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3920" y="5207400"/>
            <a:ext cx="61920" cy="6192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480" y="5140440"/>
            <a:ext cx="242388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3920" y="5474160"/>
            <a:ext cx="61920" cy="6192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480" y="5407560"/>
            <a:ext cx="245700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3920" y="5741280"/>
            <a:ext cx="61920" cy="6192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480" y="5674680"/>
            <a:ext cx="330840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320" y="6192000"/>
            <a:ext cx="4526640" cy="66276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400" y="6325560"/>
            <a:ext cx="4326480" cy="396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4692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4040" cy="31284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250" spc="-1" strike="noStrike">
                <a:solidFill>
                  <a:srgbClr val="ffffff"/>
                </a:solidFill>
                <a:latin typeface="Liter"/>
                <a:ea typeface="Liter"/>
              </a:rPr>
              <a:t>New Wave: Creativity &amp; Experimentation</a:t>
            </a:r>
            <a:endParaRPr b="0" lang="en-HK" sz="2250" spc="-1" strike="noStrike">
              <a:latin typeface="Arial"/>
            </a:endParaRPr>
          </a:p>
        </p:txBody>
      </p:sp>
      <p:sp>
        <p:nvSpPr>
          <p:cNvPr id="530" name="Shape 3"/>
          <p:cNvSpPr/>
          <p:nvPr/>
        </p:nvSpPr>
        <p:spPr>
          <a:xfrm>
            <a:off x="317520" y="1047600"/>
            <a:ext cx="4543560" cy="226548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5772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26040" cy="82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2604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27720" cy="312264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356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2400" cy="12240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50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6712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0720" cy="12240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16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37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2400" cy="12240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1796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00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4080" cy="12240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796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168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38240" cy="12240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858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779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2680" y="1055520"/>
            <a:ext cx="6797880" cy="277344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040" y="1254240"/>
            <a:ext cx="649620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000" y="1639080"/>
            <a:ext cx="3130560" cy="92412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5840" y="1809720"/>
            <a:ext cx="138240" cy="13824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560" y="1770120"/>
            <a:ext cx="27576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040" y="2055960"/>
            <a:ext cx="293220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000" y="1639080"/>
            <a:ext cx="3130560" cy="92412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2840" y="1809720"/>
            <a:ext cx="138240" cy="13824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5560" y="1770120"/>
            <a:ext cx="27576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040" y="2055960"/>
            <a:ext cx="293220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000" y="2702880"/>
            <a:ext cx="3130560" cy="92412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5840" y="2873520"/>
            <a:ext cx="138240" cy="13824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560" y="2833560"/>
            <a:ext cx="27576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040" y="3119400"/>
            <a:ext cx="293220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000" y="2702880"/>
            <a:ext cx="3130560" cy="92412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3840" y="2873520"/>
            <a:ext cx="155880" cy="13824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5560" y="2833560"/>
            <a:ext cx="27576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040" y="3119400"/>
            <a:ext cx="2932200" cy="37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400" y="3968640"/>
            <a:ext cx="6813720" cy="175752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160" y="4127400"/>
            <a:ext cx="657540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160" y="4444920"/>
            <a:ext cx="655956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160" y="5159520"/>
            <a:ext cx="6559560" cy="408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8720" y="5861880"/>
            <a:ext cx="2193840" cy="63828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200" y="5961240"/>
            <a:ext cx="2090880" cy="249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000" y="6246720"/>
            <a:ext cx="20512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440" y="5861880"/>
            <a:ext cx="2193840" cy="63828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280" y="5961240"/>
            <a:ext cx="2090880" cy="249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080" y="6246720"/>
            <a:ext cx="20512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8520" y="5861880"/>
            <a:ext cx="2193840" cy="63828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0360" y="5961240"/>
            <a:ext cx="2090880" cy="249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160" y="6246720"/>
            <a:ext cx="20512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87440" cy="685332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8584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19680" cy="3348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536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0320" cy="1710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ALTERNATIVE</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ROCK &amp; GRUNGE</a:t>
            </a:r>
            <a:endParaRPr b="0" lang="en-HK" sz="5400" spc="-1" strike="noStrike">
              <a:latin typeface="Arial"/>
            </a:endParaRPr>
          </a:p>
        </p:txBody>
      </p:sp>
      <p:sp>
        <p:nvSpPr>
          <p:cNvPr id="600" name="Text 7"/>
          <p:cNvSpPr/>
          <p:nvPr/>
        </p:nvSpPr>
        <p:spPr>
          <a:xfrm>
            <a:off x="380880" y="4838760"/>
            <a:ext cx="548172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0120" cy="38448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48200" cy="157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52"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37480" cy="31968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300" spc="-1" strike="noStrike">
                <a:solidFill>
                  <a:srgbClr val="ffffff"/>
                </a:solidFill>
                <a:latin typeface="Liter"/>
                <a:ea typeface="Liter"/>
              </a:rPr>
              <a:t>Grunge: Raw, Authentic, Revolutionary</a:t>
            </a:r>
            <a:endParaRPr b="0" lang="en-HK" sz="2300" spc="-1" strike="noStrike">
              <a:latin typeface="Arial"/>
            </a:endParaRPr>
          </a:p>
        </p:txBody>
      </p:sp>
      <p:sp>
        <p:nvSpPr>
          <p:cNvPr id="607" name="Shape 3"/>
          <p:cNvSpPr/>
          <p:nvPr/>
        </p:nvSpPr>
        <p:spPr>
          <a:xfrm>
            <a:off x="324360" y="1069920"/>
            <a:ext cx="6804720" cy="189216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2760" cy="254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0360" cy="62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0360" cy="416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88520" cy="286488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28960" cy="222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27720" cy="87084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675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59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136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27720" cy="87084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675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59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136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27720" cy="87084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675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59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136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27720" cy="87084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675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59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136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16760" cy="61956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4200" cy="18972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0600" cy="157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16760" cy="61956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89720" cy="18972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0600" cy="157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16760" cy="61956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0840" y="6217560"/>
            <a:ext cx="238680" cy="18972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0600" cy="157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360" y="6116400"/>
            <a:ext cx="1616760" cy="61956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000" y="6217560"/>
            <a:ext cx="141120" cy="18972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080" y="6477120"/>
            <a:ext cx="1470600" cy="157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160" y="1069920"/>
            <a:ext cx="4534920" cy="271908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160" y="1069920"/>
            <a:ext cx="4534920" cy="271908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7760" y="3242520"/>
            <a:ext cx="4332240" cy="157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7760" y="3437280"/>
            <a:ext cx="434844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440" y="3931560"/>
            <a:ext cx="4518720" cy="202176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360" y="4101840"/>
            <a:ext cx="425124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360" y="4426200"/>
            <a:ext cx="4242960" cy="62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360" y="5155560"/>
            <a:ext cx="4242960" cy="62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160" y="6095880"/>
            <a:ext cx="4534920" cy="64368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360" y="6225840"/>
            <a:ext cx="4340520" cy="3844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264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79760" cy="3128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Alternative Rock Explosion</a:t>
            </a:r>
            <a:endParaRPr b="0" lang="en-HK" sz="2250" spc="-1" strike="noStrike">
              <a:latin typeface="Arial"/>
            </a:endParaRPr>
          </a:p>
        </p:txBody>
      </p:sp>
      <p:sp>
        <p:nvSpPr>
          <p:cNvPr id="654" name="Shape 3"/>
          <p:cNvSpPr/>
          <p:nvPr/>
        </p:nvSpPr>
        <p:spPr>
          <a:xfrm>
            <a:off x="317520" y="1047600"/>
            <a:ext cx="4543560" cy="247176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5772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26040" cy="102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2604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27720" cy="312264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356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06560" cy="12240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476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068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38240" cy="12240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18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352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06560" cy="12240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21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38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2400" cy="12240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180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352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27000" cy="40824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2840" cy="31284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0720" cy="12240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51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672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2680" y="1055520"/>
            <a:ext cx="6797880" cy="299556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040" y="1254240"/>
            <a:ext cx="649620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000" y="1639080"/>
            <a:ext cx="3130560" cy="111456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040" y="1770120"/>
            <a:ext cx="29401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040" y="2055960"/>
            <a:ext cx="29322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040" y="2309760"/>
            <a:ext cx="2924280" cy="31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000" y="1639080"/>
            <a:ext cx="3130560" cy="111456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040" y="1770120"/>
            <a:ext cx="29401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040" y="2055960"/>
            <a:ext cx="29322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040" y="2309760"/>
            <a:ext cx="29242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000" y="2893320"/>
            <a:ext cx="3130560" cy="95580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040" y="3024360"/>
            <a:ext cx="29401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040" y="3309840"/>
            <a:ext cx="29322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040" y="3564000"/>
            <a:ext cx="29242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000" y="2893320"/>
            <a:ext cx="3130560" cy="95580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040" y="3024360"/>
            <a:ext cx="294012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040" y="3309840"/>
            <a:ext cx="29322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040" y="3564000"/>
            <a:ext cx="292428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400" y="4191120"/>
            <a:ext cx="6813720" cy="155124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160" y="4349880"/>
            <a:ext cx="657540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160" y="4667400"/>
            <a:ext cx="6559560" cy="408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160" y="5175360"/>
            <a:ext cx="6559560" cy="408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8720" y="5877720"/>
            <a:ext cx="2193840" cy="63828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200" y="5977080"/>
            <a:ext cx="2090880" cy="249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000" y="6262560"/>
            <a:ext cx="20512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440" y="5877720"/>
            <a:ext cx="2193840" cy="63828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280" y="5977080"/>
            <a:ext cx="2090880" cy="249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080" y="6262560"/>
            <a:ext cx="20512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8520" y="5877720"/>
            <a:ext cx="2193840" cy="63828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0360" y="5977080"/>
            <a:ext cx="2090880" cy="249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160" y="6262560"/>
            <a:ext cx="205128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2896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4360" cy="3348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004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5000" cy="1710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INDIE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REVIVAL</a:t>
            </a:r>
            <a:endParaRPr b="0" lang="en-HK" sz="5400" spc="-1" strike="noStrike">
              <a:latin typeface="Arial"/>
            </a:endParaRPr>
          </a:p>
        </p:txBody>
      </p:sp>
      <p:sp>
        <p:nvSpPr>
          <p:cNvPr id="724" name="Text 7"/>
          <p:cNvSpPr/>
          <p:nvPr/>
        </p:nvSpPr>
        <p:spPr>
          <a:xfrm>
            <a:off x="380880" y="4838760"/>
            <a:ext cx="458640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28" name="Shape 0"/>
          <p:cNvSpPr/>
          <p:nvPr/>
        </p:nvSpPr>
        <p:spPr>
          <a:xfrm>
            <a:off x="321840" y="370080"/>
            <a:ext cx="59760" cy="381600"/>
          </a:xfrm>
          <a:custGeom>
            <a:avLst/>
            <a:gdLst/>
            <a:ahLst/>
            <a:rect l="l" t="t" r="r" b="b"/>
            <a:pathLst>
              <a:path w="64380" h="386281">
                <a:moveTo>
                  <a:pt x="0" y="0"/>
                </a:moveTo>
                <a:lnTo>
                  <a:pt x="64380" y="0"/>
                </a:lnTo>
                <a:lnTo>
                  <a:pt x="64380" y="386281"/>
                </a:lnTo>
                <a:lnTo>
                  <a:pt x="0" y="386281"/>
                </a:lnTo>
                <a:lnTo>
                  <a:pt x="0" y="0"/>
                </a:lnTo>
                <a:close/>
              </a:path>
            </a:pathLst>
          </a:custGeom>
          <a:solidFill>
            <a:srgbClr val="ddff00"/>
          </a:solidFill>
          <a:ln w="0">
            <a:noFill/>
          </a:ln>
        </p:spPr>
        <p:style>
          <a:lnRef idx="0"/>
          <a:fillRef idx="0"/>
          <a:effectRef idx="0"/>
          <a:fontRef idx="minor"/>
        </p:style>
      </p:sp>
      <p:sp>
        <p:nvSpPr>
          <p:cNvPr id="729" name="Text 1"/>
          <p:cNvSpPr/>
          <p:nvPr/>
        </p:nvSpPr>
        <p:spPr>
          <a:xfrm>
            <a:off x="515160" y="321840"/>
            <a:ext cx="31903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07</a:t>
            </a:r>
            <a:endParaRPr b="0" lang="en-HK" sz="880" spc="-1" strike="noStrike">
              <a:latin typeface="Arial"/>
            </a:endParaRPr>
          </a:p>
        </p:txBody>
      </p:sp>
      <p:sp>
        <p:nvSpPr>
          <p:cNvPr id="730" name="Text 2"/>
          <p:cNvSpPr/>
          <p:nvPr/>
        </p:nvSpPr>
        <p:spPr>
          <a:xfrm>
            <a:off x="515160" y="482760"/>
            <a:ext cx="327888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ffffff"/>
                </a:solidFill>
                <a:latin typeface="Liter"/>
                <a:ea typeface="Liter"/>
              </a:rPr>
              <a:t>The Garage Rock Revival</a:t>
            </a:r>
            <a:endParaRPr b="0" lang="en-HK" sz="2280" spc="-1" strike="noStrike">
              <a:latin typeface="Arial"/>
            </a:endParaRPr>
          </a:p>
        </p:txBody>
      </p:sp>
      <p:sp>
        <p:nvSpPr>
          <p:cNvPr id="731" name="Shape 3"/>
          <p:cNvSpPr/>
          <p:nvPr/>
        </p:nvSpPr>
        <p:spPr>
          <a:xfrm>
            <a:off x="321840" y="1062360"/>
            <a:ext cx="6803640" cy="1878480"/>
          </a:xfrm>
          <a:custGeom>
            <a:avLst/>
            <a:gdLst/>
            <a:ahLst/>
            <a:rect l="l" t="t" r="r" b="b"/>
            <a:pathLst>
              <a:path w="6808206" h="1883121">
                <a:moveTo>
                  <a:pt x="0" y="0"/>
                </a:moveTo>
                <a:lnTo>
                  <a:pt x="6808206" y="0"/>
                </a:lnTo>
                <a:lnTo>
                  <a:pt x="6808206" y="1883121"/>
                </a:lnTo>
                <a:lnTo>
                  <a:pt x="0" y="1883121"/>
                </a:lnTo>
                <a:lnTo>
                  <a:pt x="0" y="0"/>
                </a:lnTo>
                <a:close/>
              </a:path>
            </a:pathLst>
          </a:custGeom>
          <a:solidFill>
            <a:srgbClr val="ddff00"/>
          </a:solidFill>
          <a:ln w="0">
            <a:noFill/>
          </a:ln>
        </p:spPr>
        <p:style>
          <a:lnRef idx="0"/>
          <a:fillRef idx="0"/>
          <a:effectRef idx="0"/>
          <a:fontRef idx="minor"/>
        </p:style>
      </p:sp>
      <p:sp>
        <p:nvSpPr>
          <p:cNvPr id="732" name="Text 4"/>
          <p:cNvSpPr/>
          <p:nvPr/>
        </p:nvSpPr>
        <p:spPr>
          <a:xfrm>
            <a:off x="515160" y="1255320"/>
            <a:ext cx="6513840" cy="2527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20" spc="-1" strike="noStrike">
                <a:solidFill>
                  <a:srgbClr val="000000"/>
                </a:solidFill>
                <a:latin typeface="Liter"/>
                <a:ea typeface="Liter"/>
              </a:rPr>
              <a:t>Back to Basics</a:t>
            </a:r>
            <a:endParaRPr b="0" lang="en-HK" sz="1520" spc="-1" strike="noStrike">
              <a:latin typeface="Arial"/>
            </a:endParaRPr>
          </a:p>
        </p:txBody>
      </p:sp>
      <p:sp>
        <p:nvSpPr>
          <p:cNvPr id="733" name="Text 5"/>
          <p:cNvSpPr/>
          <p:nvPr/>
        </p:nvSpPr>
        <p:spPr>
          <a:xfrm>
            <a:off x="515160" y="1609560"/>
            <a:ext cx="6481800" cy="623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10" spc="-1" strike="noStrike">
                <a:solidFill>
                  <a:srgbClr val="000000"/>
                </a:solidFill>
                <a:latin typeface="Liter"/>
                <a:ea typeface="Liter"/>
              </a:rPr>
              <a:t>The 2000s and 2010s saw a revival of indie and garage rock,</a:t>
            </a:r>
            <a:r>
              <a:rPr b="0" lang="en-US" sz="1010" spc="-1" strike="noStrike">
                <a:solidFill>
                  <a:srgbClr val="000000"/>
                </a:solidFill>
                <a:latin typeface="Liter"/>
                <a:ea typeface="Liter"/>
              </a:rPr>
              <a:t> with bands drawing inspiration from the DIY and underground scenes of the past. This resurgence brought a fresh wave of independent and alternative rock music characterized by raw energy and authenticity.</a:t>
            </a:r>
            <a:endParaRPr b="0" lang="en-HK" sz="1010" spc="-1" strike="noStrike">
              <a:latin typeface="Arial"/>
            </a:endParaRPr>
          </a:p>
        </p:txBody>
      </p:sp>
      <p:sp>
        <p:nvSpPr>
          <p:cNvPr id="734" name="Text 6"/>
          <p:cNvSpPr/>
          <p:nvPr/>
        </p:nvSpPr>
        <p:spPr>
          <a:xfrm>
            <a:off x="515160" y="2333880"/>
            <a:ext cx="6481800" cy="413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alpha val="80000"/>
                  </a:srgbClr>
                </a:solidFill>
                <a:latin typeface="Liter"/>
                <a:ea typeface="Liter"/>
              </a:rPr>
              <a:t>The movement was defined by a DIY ethos—many bands self-released music and embraced a lo-fi sound. Independent record labels flourished, and scenes developed in cities like New York, Brooklyn, and London.</a:t>
            </a:r>
            <a:endParaRPr b="0" lang="en-HK" sz="1010" spc="-1" strike="noStrike">
              <a:latin typeface="Arial"/>
            </a:endParaRPr>
          </a:p>
        </p:txBody>
      </p:sp>
      <p:sp>
        <p:nvSpPr>
          <p:cNvPr id="735" name="Shape 7"/>
          <p:cNvSpPr/>
          <p:nvPr/>
        </p:nvSpPr>
        <p:spPr>
          <a:xfrm>
            <a:off x="330120" y="3082320"/>
            <a:ext cx="6787440" cy="3616560"/>
          </a:xfrm>
          <a:custGeom>
            <a:avLst/>
            <a:gdLst/>
            <a:ahLst/>
            <a:rect l="l" t="t" r="r" b="b"/>
            <a:pathLst>
              <a:path w="6792111" h="3621386">
                <a:moveTo>
                  <a:pt x="0" y="0"/>
                </a:moveTo>
                <a:lnTo>
                  <a:pt x="6792111" y="0"/>
                </a:lnTo>
                <a:lnTo>
                  <a:pt x="6792111" y="3621386"/>
                </a:lnTo>
                <a:lnTo>
                  <a:pt x="0" y="3621386"/>
                </a:lnTo>
                <a:lnTo>
                  <a:pt x="0" y="0"/>
                </a:lnTo>
                <a:close/>
              </a:path>
            </a:pathLst>
          </a:custGeom>
          <a:noFill/>
          <a:ln w="25400">
            <a:solidFill>
              <a:srgbClr val="ddff00"/>
            </a:solidFill>
            <a:round/>
          </a:ln>
        </p:spPr>
        <p:style>
          <a:lnRef idx="0"/>
          <a:fillRef idx="0"/>
          <a:effectRef idx="0"/>
          <a:fontRef idx="minor"/>
        </p:style>
      </p:sp>
      <p:sp>
        <p:nvSpPr>
          <p:cNvPr id="736" name="Text 8"/>
          <p:cNvSpPr/>
          <p:nvPr/>
        </p:nvSpPr>
        <p:spPr>
          <a:xfrm>
            <a:off x="498960" y="3251160"/>
            <a:ext cx="6530040" cy="220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ddff00"/>
                </a:solidFill>
                <a:latin typeface="Liter"/>
                <a:ea typeface="Liter"/>
              </a:rPr>
              <a:t>Key Indie Revival Bands</a:t>
            </a:r>
            <a:endParaRPr b="0" lang="en-HK" sz="1260" spc="-1" strike="noStrike">
              <a:latin typeface="Arial"/>
            </a:endParaRPr>
          </a:p>
        </p:txBody>
      </p:sp>
      <p:sp>
        <p:nvSpPr>
          <p:cNvPr id="737" name="Shape 9"/>
          <p:cNvSpPr/>
          <p:nvPr/>
        </p:nvSpPr>
        <p:spPr>
          <a:xfrm>
            <a:off x="515160" y="3605400"/>
            <a:ext cx="27360" cy="86436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38" name="Text 10"/>
          <p:cNvSpPr/>
          <p:nvPr/>
        </p:nvSpPr>
        <p:spPr>
          <a:xfrm>
            <a:off x="659880" y="3605400"/>
            <a:ext cx="30693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Strokes</a:t>
            </a:r>
            <a:endParaRPr b="0" lang="en-HK" sz="1140" spc="-1" strike="noStrike">
              <a:latin typeface="Arial"/>
            </a:endParaRPr>
          </a:p>
        </p:txBody>
      </p:sp>
      <p:sp>
        <p:nvSpPr>
          <p:cNvPr id="739" name="Text 11"/>
          <p:cNvSpPr/>
          <p:nvPr/>
        </p:nvSpPr>
        <p:spPr>
          <a:xfrm>
            <a:off x="659880" y="3894840"/>
            <a:ext cx="30614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1998</a:t>
            </a:r>
            <a:endParaRPr b="0" lang="en-HK" sz="1010" spc="-1" strike="noStrike">
              <a:latin typeface="Arial"/>
            </a:endParaRPr>
          </a:p>
        </p:txBody>
      </p:sp>
      <p:sp>
        <p:nvSpPr>
          <p:cNvPr id="740" name="Text 12"/>
          <p:cNvSpPr/>
          <p:nvPr/>
        </p:nvSpPr>
        <p:spPr>
          <a:xfrm>
            <a:off x="659880" y="4152600"/>
            <a:ext cx="305352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"Is This It" (2001) - Kicked off the revival. Post-punk influences, stylish image</a:t>
            </a:r>
            <a:endParaRPr b="0" lang="en-HK" sz="880" spc="-1" strike="noStrike">
              <a:latin typeface="Arial"/>
            </a:endParaRPr>
          </a:p>
        </p:txBody>
      </p:sp>
      <p:sp>
        <p:nvSpPr>
          <p:cNvPr id="741" name="Shape 13"/>
          <p:cNvSpPr/>
          <p:nvPr/>
        </p:nvSpPr>
        <p:spPr>
          <a:xfrm>
            <a:off x="3808080" y="3605400"/>
            <a:ext cx="27360" cy="86436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2" name="Text 14"/>
          <p:cNvSpPr/>
          <p:nvPr/>
        </p:nvSpPr>
        <p:spPr>
          <a:xfrm>
            <a:off x="3952800" y="3605400"/>
            <a:ext cx="30693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Arctic Monkeys</a:t>
            </a:r>
            <a:endParaRPr b="0" lang="en-HK" sz="1140" spc="-1" strike="noStrike">
              <a:latin typeface="Arial"/>
            </a:endParaRPr>
          </a:p>
        </p:txBody>
      </p:sp>
      <p:sp>
        <p:nvSpPr>
          <p:cNvPr id="743" name="Text 15"/>
          <p:cNvSpPr/>
          <p:nvPr/>
        </p:nvSpPr>
        <p:spPr>
          <a:xfrm>
            <a:off x="3952800" y="3894840"/>
            <a:ext cx="30614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Sheffield, 2002</a:t>
            </a:r>
            <a:endParaRPr b="0" lang="en-HK" sz="1010" spc="-1" strike="noStrike">
              <a:latin typeface="Arial"/>
            </a:endParaRPr>
          </a:p>
        </p:txBody>
      </p:sp>
      <p:sp>
        <p:nvSpPr>
          <p:cNvPr id="744" name="Text 16"/>
          <p:cNvSpPr/>
          <p:nvPr/>
        </p:nvSpPr>
        <p:spPr>
          <a:xfrm>
            <a:off x="3952800" y="4152600"/>
            <a:ext cx="305352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"Whatever People Say I Am..." (2006) - UK indie explosion. Witty lyrics, energetic sound</a:t>
            </a:r>
            <a:endParaRPr b="0" lang="en-HK" sz="880" spc="-1" strike="noStrike">
              <a:latin typeface="Arial"/>
            </a:endParaRPr>
          </a:p>
        </p:txBody>
      </p:sp>
      <p:sp>
        <p:nvSpPr>
          <p:cNvPr id="745" name="Shape 17"/>
          <p:cNvSpPr/>
          <p:nvPr/>
        </p:nvSpPr>
        <p:spPr>
          <a:xfrm>
            <a:off x="515160" y="4603320"/>
            <a:ext cx="27360" cy="86436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6" name="Text 18"/>
          <p:cNvSpPr/>
          <p:nvPr/>
        </p:nvSpPr>
        <p:spPr>
          <a:xfrm>
            <a:off x="659880" y="4603320"/>
            <a:ext cx="30693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White Stripes</a:t>
            </a:r>
            <a:endParaRPr b="0" lang="en-HK" sz="1140" spc="-1" strike="noStrike">
              <a:latin typeface="Arial"/>
            </a:endParaRPr>
          </a:p>
        </p:txBody>
      </p:sp>
      <p:sp>
        <p:nvSpPr>
          <p:cNvPr id="747" name="Text 19"/>
          <p:cNvSpPr/>
          <p:nvPr/>
        </p:nvSpPr>
        <p:spPr>
          <a:xfrm>
            <a:off x="659880" y="4892760"/>
            <a:ext cx="30614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Detroit, 1997</a:t>
            </a:r>
            <a:endParaRPr b="0" lang="en-HK" sz="1010" spc="-1" strike="noStrike">
              <a:latin typeface="Arial"/>
            </a:endParaRPr>
          </a:p>
        </p:txBody>
      </p:sp>
      <p:sp>
        <p:nvSpPr>
          <p:cNvPr id="748" name="Text 20"/>
          <p:cNvSpPr/>
          <p:nvPr/>
        </p:nvSpPr>
        <p:spPr>
          <a:xfrm>
            <a:off x="659880" y="5150520"/>
            <a:ext cx="305352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"Elephant" (2003) - Raw blues-influenced garage rock. Jack &amp; Meg White duo</a:t>
            </a:r>
            <a:endParaRPr b="0" lang="en-HK" sz="880" spc="-1" strike="noStrike">
              <a:latin typeface="Arial"/>
            </a:endParaRPr>
          </a:p>
        </p:txBody>
      </p:sp>
      <p:sp>
        <p:nvSpPr>
          <p:cNvPr id="749" name="Shape 21"/>
          <p:cNvSpPr/>
          <p:nvPr/>
        </p:nvSpPr>
        <p:spPr>
          <a:xfrm>
            <a:off x="3808080" y="4603320"/>
            <a:ext cx="27360" cy="86436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0" name="Text 22"/>
          <p:cNvSpPr/>
          <p:nvPr/>
        </p:nvSpPr>
        <p:spPr>
          <a:xfrm>
            <a:off x="3952800" y="4603320"/>
            <a:ext cx="30693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Yeah Yeah Yeahs</a:t>
            </a:r>
            <a:endParaRPr b="0" lang="en-HK" sz="1140" spc="-1" strike="noStrike">
              <a:latin typeface="Arial"/>
            </a:endParaRPr>
          </a:p>
        </p:txBody>
      </p:sp>
      <p:sp>
        <p:nvSpPr>
          <p:cNvPr id="751" name="Text 23"/>
          <p:cNvSpPr/>
          <p:nvPr/>
        </p:nvSpPr>
        <p:spPr>
          <a:xfrm>
            <a:off x="3952800" y="4892760"/>
            <a:ext cx="30614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2000</a:t>
            </a:r>
            <a:endParaRPr b="0" lang="en-HK" sz="1010" spc="-1" strike="noStrike">
              <a:latin typeface="Arial"/>
            </a:endParaRPr>
          </a:p>
        </p:txBody>
      </p:sp>
      <p:sp>
        <p:nvSpPr>
          <p:cNvPr id="752" name="Text 24"/>
          <p:cNvSpPr/>
          <p:nvPr/>
        </p:nvSpPr>
        <p:spPr>
          <a:xfrm>
            <a:off x="3952800" y="5150520"/>
            <a:ext cx="305352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"Fever to Tell" (2003) - Art-punk energy. Karen O's explosive stage presence</a:t>
            </a:r>
            <a:endParaRPr b="0" lang="en-HK" sz="880" spc="-1" strike="noStrike">
              <a:latin typeface="Arial"/>
            </a:endParaRPr>
          </a:p>
        </p:txBody>
      </p:sp>
      <p:sp>
        <p:nvSpPr>
          <p:cNvPr id="753" name="Shape 25"/>
          <p:cNvSpPr/>
          <p:nvPr/>
        </p:nvSpPr>
        <p:spPr>
          <a:xfrm>
            <a:off x="515160" y="5601240"/>
            <a:ext cx="27360" cy="86436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4" name="Text 26"/>
          <p:cNvSpPr/>
          <p:nvPr/>
        </p:nvSpPr>
        <p:spPr>
          <a:xfrm>
            <a:off x="659880" y="5601240"/>
            <a:ext cx="30693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Interpol</a:t>
            </a:r>
            <a:endParaRPr b="0" lang="en-HK" sz="1140" spc="-1" strike="noStrike">
              <a:latin typeface="Arial"/>
            </a:endParaRPr>
          </a:p>
        </p:txBody>
      </p:sp>
      <p:sp>
        <p:nvSpPr>
          <p:cNvPr id="755" name="Text 27"/>
          <p:cNvSpPr/>
          <p:nvPr/>
        </p:nvSpPr>
        <p:spPr>
          <a:xfrm>
            <a:off x="659880" y="5890680"/>
            <a:ext cx="30614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1997</a:t>
            </a:r>
            <a:endParaRPr b="0" lang="en-HK" sz="1010" spc="-1" strike="noStrike">
              <a:latin typeface="Arial"/>
            </a:endParaRPr>
          </a:p>
        </p:txBody>
      </p:sp>
      <p:sp>
        <p:nvSpPr>
          <p:cNvPr id="756" name="Text 28"/>
          <p:cNvSpPr/>
          <p:nvPr/>
        </p:nvSpPr>
        <p:spPr>
          <a:xfrm>
            <a:off x="659880" y="6148440"/>
            <a:ext cx="305352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"Turn on the Bright Lights" (2002) - Post-punk revival. Dark, atmospheric</a:t>
            </a:r>
            <a:endParaRPr b="0" lang="en-HK" sz="880" spc="-1" strike="noStrike">
              <a:latin typeface="Arial"/>
            </a:endParaRPr>
          </a:p>
        </p:txBody>
      </p:sp>
      <p:sp>
        <p:nvSpPr>
          <p:cNvPr id="757" name="Shape 29"/>
          <p:cNvSpPr/>
          <p:nvPr/>
        </p:nvSpPr>
        <p:spPr>
          <a:xfrm>
            <a:off x="3808080" y="5601240"/>
            <a:ext cx="27360" cy="86436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8" name="Text 30"/>
          <p:cNvSpPr/>
          <p:nvPr/>
        </p:nvSpPr>
        <p:spPr>
          <a:xfrm>
            <a:off x="3952800" y="5601240"/>
            <a:ext cx="30693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Vampire Weekend</a:t>
            </a:r>
            <a:endParaRPr b="0" lang="en-HK" sz="1140" spc="-1" strike="noStrike">
              <a:latin typeface="Arial"/>
            </a:endParaRPr>
          </a:p>
        </p:txBody>
      </p:sp>
      <p:sp>
        <p:nvSpPr>
          <p:cNvPr id="759" name="Text 31"/>
          <p:cNvSpPr/>
          <p:nvPr/>
        </p:nvSpPr>
        <p:spPr>
          <a:xfrm>
            <a:off x="3952800" y="5890680"/>
            <a:ext cx="30614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2006</a:t>
            </a:r>
            <a:endParaRPr b="0" lang="en-HK" sz="1010" spc="-1" strike="noStrike">
              <a:latin typeface="Arial"/>
            </a:endParaRPr>
          </a:p>
        </p:txBody>
      </p:sp>
      <p:sp>
        <p:nvSpPr>
          <p:cNvPr id="760" name="Text 32"/>
          <p:cNvSpPr/>
          <p:nvPr/>
        </p:nvSpPr>
        <p:spPr>
          <a:xfrm>
            <a:off x="3952800" y="6148440"/>
            <a:ext cx="305352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Self-titled debut (2008) - Indie rock meets African rhythms. Preppy aesthetic</a:t>
            </a:r>
            <a:endParaRPr b="0" lang="en-HK" sz="880" spc="-1" strike="noStrike">
              <a:latin typeface="Arial"/>
            </a:endParaRPr>
          </a:p>
        </p:txBody>
      </p:sp>
      <p:sp>
        <p:nvSpPr>
          <p:cNvPr id="761" name="Image 0"/>
          <p:cNvSpPr/>
          <p:nvPr/>
        </p:nvSpPr>
        <p:spPr>
          <a:xfrm>
            <a:off x="7326360" y="1062360"/>
            <a:ext cx="4534200" cy="2570400"/>
          </a:xfrm>
          <a:prstGeom prst="roundRect">
            <a:avLst>
              <a:gd name="adj" fmla="val 0"/>
            </a:avLst>
          </a:prstGeom>
          <a:blipFill rotWithShape="0">
            <a:blip r:embed="rId1"/>
            <a:srcRect/>
            <a:stretch/>
          </a:blipFill>
          <a:ln w="0">
            <a:noFill/>
          </a:ln>
        </p:spPr>
        <p:style>
          <a:lnRef idx="0"/>
          <a:fillRef idx="0"/>
          <a:effectRef idx="0"/>
          <a:fontRef idx="minor"/>
        </p:style>
      </p:sp>
      <p:sp>
        <p:nvSpPr>
          <p:cNvPr id="762" name="Shape 33"/>
          <p:cNvSpPr/>
          <p:nvPr/>
        </p:nvSpPr>
        <p:spPr>
          <a:xfrm>
            <a:off x="7326360" y="1062360"/>
            <a:ext cx="4534200" cy="2570400"/>
          </a:xfrm>
          <a:custGeom>
            <a:avLst/>
            <a:gdLst/>
            <a:ahLst/>
            <a:rect l="l" t="t" r="r" b="b"/>
            <a:pathLst>
              <a:path w="4538804" h="2575208">
                <a:moveTo>
                  <a:pt x="0" y="0"/>
                </a:moveTo>
                <a:lnTo>
                  <a:pt x="4538804" y="0"/>
                </a:lnTo>
                <a:lnTo>
                  <a:pt x="4538804" y="2575208"/>
                </a:lnTo>
                <a:lnTo>
                  <a:pt x="0" y="257520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763" name="Text 34"/>
          <p:cNvSpPr/>
          <p:nvPr/>
        </p:nvSpPr>
        <p:spPr>
          <a:xfrm>
            <a:off x="7455240" y="3094200"/>
            <a:ext cx="43329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INDIE ROCK</a:t>
            </a:r>
            <a:endParaRPr b="0" lang="en-HK" sz="880" spc="-1" strike="noStrike">
              <a:latin typeface="Arial"/>
            </a:endParaRPr>
          </a:p>
        </p:txBody>
      </p:sp>
      <p:sp>
        <p:nvSpPr>
          <p:cNvPr id="764" name="Text 35"/>
          <p:cNvSpPr/>
          <p:nvPr/>
        </p:nvSpPr>
        <p:spPr>
          <a:xfrm>
            <a:off x="7455240" y="3287160"/>
            <a:ext cx="43491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Live Performance Energy</a:t>
            </a:r>
            <a:endParaRPr b="0" lang="en-HK" sz="1140" spc="-1" strike="noStrike">
              <a:latin typeface="Arial"/>
            </a:endParaRPr>
          </a:p>
        </p:txBody>
      </p:sp>
      <p:sp>
        <p:nvSpPr>
          <p:cNvPr id="765" name="Shape 36"/>
          <p:cNvSpPr/>
          <p:nvPr/>
        </p:nvSpPr>
        <p:spPr>
          <a:xfrm>
            <a:off x="7334640" y="3778200"/>
            <a:ext cx="4518000" cy="1621080"/>
          </a:xfrm>
          <a:custGeom>
            <a:avLst/>
            <a:gdLst/>
            <a:ahLst/>
            <a:rect l="l" t="t" r="r" b="b"/>
            <a:pathLst>
              <a:path w="4522709" h="1625600">
                <a:moveTo>
                  <a:pt x="0" y="0"/>
                </a:moveTo>
                <a:lnTo>
                  <a:pt x="4522709" y="0"/>
                </a:lnTo>
                <a:lnTo>
                  <a:pt x="4522709" y="1625600"/>
                </a:lnTo>
                <a:lnTo>
                  <a:pt x="0" y="1625600"/>
                </a:lnTo>
                <a:lnTo>
                  <a:pt x="0" y="0"/>
                </a:lnTo>
                <a:close/>
              </a:path>
            </a:pathLst>
          </a:custGeom>
          <a:noFill/>
          <a:ln w="25400">
            <a:solidFill>
              <a:srgbClr val="ddff00"/>
            </a:solidFill>
            <a:round/>
          </a:ln>
        </p:spPr>
        <p:style>
          <a:lnRef idx="0"/>
          <a:fillRef idx="0"/>
          <a:effectRef idx="0"/>
          <a:fontRef idx="minor"/>
        </p:style>
      </p:sp>
      <p:sp>
        <p:nvSpPr>
          <p:cNvPr id="766" name="Text 37"/>
          <p:cNvSpPr/>
          <p:nvPr/>
        </p:nvSpPr>
        <p:spPr>
          <a:xfrm>
            <a:off x="7503480" y="3947040"/>
            <a:ext cx="425232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ddff00"/>
                </a:solidFill>
                <a:latin typeface="Liter"/>
                <a:ea typeface="Liter"/>
              </a:rPr>
              <a:t>DIY Aesthetics</a:t>
            </a:r>
            <a:endParaRPr b="0" lang="en-HK" sz="1140" spc="-1" strike="noStrike">
              <a:latin typeface="Arial"/>
            </a:endParaRPr>
          </a:p>
        </p:txBody>
      </p:sp>
      <p:sp>
        <p:nvSpPr>
          <p:cNvPr id="767" name="Shape 38"/>
          <p:cNvSpPr/>
          <p:nvPr/>
        </p:nvSpPr>
        <p:spPr>
          <a:xfrm>
            <a:off x="7503480" y="4333320"/>
            <a:ext cx="59760" cy="5976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68" name="Text 39"/>
          <p:cNvSpPr/>
          <p:nvPr/>
        </p:nvSpPr>
        <p:spPr>
          <a:xfrm>
            <a:off x="7632360" y="4268880"/>
            <a:ext cx="26348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Independent Labels:</a:t>
            </a:r>
            <a:r>
              <a:rPr b="0" lang="en-US" sz="1010" spc="-1" strike="noStrike">
                <a:solidFill>
                  <a:srgbClr val="ffffff">
                    <a:alpha val="80000"/>
                  </a:srgbClr>
                </a:solidFill>
                <a:latin typeface="Liter"/>
                <a:ea typeface="Liter"/>
              </a:rPr>
              <a:t> Domino, Merge, Sub Pop</a:t>
            </a:r>
            <a:endParaRPr b="0" lang="en-HK" sz="1010" spc="-1" strike="noStrike">
              <a:latin typeface="Arial"/>
            </a:endParaRPr>
          </a:p>
        </p:txBody>
      </p:sp>
      <p:sp>
        <p:nvSpPr>
          <p:cNvPr id="769" name="Shape 40"/>
          <p:cNvSpPr/>
          <p:nvPr/>
        </p:nvSpPr>
        <p:spPr>
          <a:xfrm>
            <a:off x="7503480" y="4590720"/>
            <a:ext cx="59760" cy="5976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0" name="Text 41"/>
          <p:cNvSpPr/>
          <p:nvPr/>
        </p:nvSpPr>
        <p:spPr>
          <a:xfrm>
            <a:off x="7632360" y="4526640"/>
            <a:ext cx="246600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Lo-fi Production:</a:t>
            </a:r>
            <a:r>
              <a:rPr b="0" lang="en-US" sz="1010" spc="-1" strike="noStrike">
                <a:solidFill>
                  <a:srgbClr val="ffffff">
                    <a:alpha val="80000"/>
                  </a:srgbClr>
                </a:solidFill>
                <a:latin typeface="Liter"/>
                <a:ea typeface="Liter"/>
              </a:rPr>
              <a:t> Embracing imperfections</a:t>
            </a:r>
            <a:endParaRPr b="0" lang="en-HK" sz="1010" spc="-1" strike="noStrike">
              <a:latin typeface="Arial"/>
            </a:endParaRPr>
          </a:p>
        </p:txBody>
      </p:sp>
      <p:sp>
        <p:nvSpPr>
          <p:cNvPr id="771" name="Shape 42"/>
          <p:cNvSpPr/>
          <p:nvPr/>
        </p:nvSpPr>
        <p:spPr>
          <a:xfrm>
            <a:off x="7503480" y="4848480"/>
            <a:ext cx="59760" cy="5976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2" name="Text 43"/>
          <p:cNvSpPr/>
          <p:nvPr/>
        </p:nvSpPr>
        <p:spPr>
          <a:xfrm>
            <a:off x="7632360" y="4784040"/>
            <a:ext cx="247392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Self-Release:</a:t>
            </a:r>
            <a:r>
              <a:rPr b="0" lang="en-US" sz="1010" spc="-1" strike="noStrike">
                <a:solidFill>
                  <a:srgbClr val="ffffff">
                    <a:alpha val="80000"/>
                  </a:srgbClr>
                </a:solidFill>
                <a:latin typeface="Liter"/>
                <a:ea typeface="Liter"/>
              </a:rPr>
              <a:t> Bands controlling their music</a:t>
            </a:r>
            <a:endParaRPr b="0" lang="en-HK" sz="1010" spc="-1" strike="noStrike">
              <a:latin typeface="Arial"/>
            </a:endParaRPr>
          </a:p>
        </p:txBody>
      </p:sp>
      <p:sp>
        <p:nvSpPr>
          <p:cNvPr id="773" name="Shape 44"/>
          <p:cNvSpPr/>
          <p:nvPr/>
        </p:nvSpPr>
        <p:spPr>
          <a:xfrm>
            <a:off x="7503480" y="5105880"/>
            <a:ext cx="59760" cy="5976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4" name="Text 45"/>
          <p:cNvSpPr/>
          <p:nvPr/>
        </p:nvSpPr>
        <p:spPr>
          <a:xfrm>
            <a:off x="7632360" y="5041440"/>
            <a:ext cx="274752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Festival Culture:</a:t>
            </a:r>
            <a:r>
              <a:rPr b="0" lang="en-US" sz="1010" spc="-1" strike="noStrike">
                <a:solidFill>
                  <a:srgbClr val="ffffff">
                    <a:alpha val="80000"/>
                  </a:srgbClr>
                </a:solidFill>
                <a:latin typeface="Liter"/>
                <a:ea typeface="Liter"/>
              </a:rPr>
              <a:t> Coachella, Lollapalooza, SXSW</a:t>
            </a:r>
            <a:endParaRPr b="0" lang="en-HK" sz="1010" spc="-1" strike="noStrike">
              <a:latin typeface="Arial"/>
            </a:endParaRPr>
          </a:p>
        </p:txBody>
      </p:sp>
      <p:sp>
        <p:nvSpPr>
          <p:cNvPr id="775" name="Shape 46"/>
          <p:cNvSpPr/>
          <p:nvPr/>
        </p:nvSpPr>
        <p:spPr>
          <a:xfrm>
            <a:off x="7326360" y="5540400"/>
            <a:ext cx="4534200" cy="1170360"/>
          </a:xfrm>
          <a:custGeom>
            <a:avLst/>
            <a:gdLst/>
            <a:ahLst/>
            <a:rect l="l" t="t" r="r" b="b"/>
            <a:pathLst>
              <a:path w="4538804" h="1174939">
                <a:moveTo>
                  <a:pt x="0" y="0"/>
                </a:moveTo>
                <a:lnTo>
                  <a:pt x="4538804" y="0"/>
                </a:lnTo>
                <a:lnTo>
                  <a:pt x="4538804" y="1174939"/>
                </a:lnTo>
                <a:lnTo>
                  <a:pt x="0" y="1174939"/>
                </a:lnTo>
                <a:lnTo>
                  <a:pt x="0" y="0"/>
                </a:lnTo>
                <a:close/>
              </a:path>
            </a:pathLst>
          </a:custGeom>
          <a:solidFill>
            <a:srgbClr val="ddff00"/>
          </a:solidFill>
          <a:ln w="0">
            <a:noFill/>
          </a:ln>
        </p:spPr>
        <p:style>
          <a:lnRef idx="0"/>
          <a:fillRef idx="0"/>
          <a:effectRef idx="0"/>
          <a:fontRef idx="minor"/>
        </p:style>
      </p:sp>
      <p:sp>
        <p:nvSpPr>
          <p:cNvPr id="776" name="Text 47"/>
          <p:cNvSpPr/>
          <p:nvPr/>
        </p:nvSpPr>
        <p:spPr>
          <a:xfrm>
            <a:off x="7455240" y="5669280"/>
            <a:ext cx="4349160" cy="220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000000"/>
                </a:solidFill>
                <a:latin typeface="Liter"/>
                <a:ea typeface="Liter"/>
              </a:rPr>
              <a:t>Diverse Influences</a:t>
            </a:r>
            <a:endParaRPr b="0" lang="en-HK" sz="1140" spc="-1" strike="noStrike">
              <a:latin typeface="Arial"/>
            </a:endParaRPr>
          </a:p>
        </p:txBody>
      </p:sp>
      <p:sp>
        <p:nvSpPr>
          <p:cNvPr id="777" name="Text 48"/>
          <p:cNvSpPr/>
          <p:nvPr/>
        </p:nvSpPr>
        <p:spPr>
          <a:xfrm>
            <a:off x="7455240" y="5959080"/>
            <a:ext cx="4340880" cy="623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solidFill>
                <a:latin typeface="Liter"/>
                <a:ea typeface="Liter"/>
              </a:rPr>
              <a:t>Indie revival bands drew from post-punk, new wave, garage rock, and even world music, creating a rich tapestry of sounds that proved rock's continued vitality.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78"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779"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80" name="Shape 1"/>
          <p:cNvSpPr/>
          <p:nvPr/>
        </p:nvSpPr>
        <p:spPr>
          <a:xfrm rot="720000">
            <a:off x="10752120" y="5417640"/>
            <a:ext cx="871560" cy="87156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81" name="Shape 2"/>
          <p:cNvSpPr/>
          <p:nvPr/>
        </p:nvSpPr>
        <p:spPr>
          <a:xfrm rot="21240000">
            <a:off x="318960" y="1309680"/>
            <a:ext cx="1214640" cy="121464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82" name="Text 3"/>
          <p:cNvSpPr/>
          <p:nvPr/>
        </p:nvSpPr>
        <p:spPr>
          <a:xfrm>
            <a:off x="561240" y="1638360"/>
            <a:ext cx="1195560" cy="681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08</a:t>
            </a:r>
            <a:endParaRPr b="0" lang="en-HK" sz="5400" spc="-1" strike="noStrike">
              <a:latin typeface="Arial"/>
            </a:endParaRPr>
          </a:p>
        </p:txBody>
      </p:sp>
      <p:sp>
        <p:nvSpPr>
          <p:cNvPr id="783" name="Shape 4"/>
          <p:cNvSpPr/>
          <p:nvPr/>
        </p:nvSpPr>
        <p:spPr>
          <a:xfrm>
            <a:off x="1828800" y="1752480"/>
            <a:ext cx="4738680" cy="33480"/>
          </a:xfrm>
          <a:custGeom>
            <a:avLst/>
            <a:gdLst/>
            <a:ahLst/>
            <a:rect l="l" t="t" r="r" b="b"/>
            <a:pathLst>
              <a:path w="4743450" h="38100">
                <a:moveTo>
                  <a:pt x="0" y="0"/>
                </a:moveTo>
                <a:lnTo>
                  <a:pt x="4743450" y="0"/>
                </a:lnTo>
                <a:lnTo>
                  <a:pt x="4743450" y="38100"/>
                </a:lnTo>
                <a:lnTo>
                  <a:pt x="0" y="38100"/>
                </a:lnTo>
                <a:lnTo>
                  <a:pt x="0" y="0"/>
                </a:lnTo>
                <a:close/>
              </a:path>
            </a:pathLst>
          </a:custGeom>
          <a:solidFill>
            <a:srgbClr val="ddff00"/>
          </a:solidFill>
          <a:ln w="0">
            <a:noFill/>
          </a:ln>
        </p:spPr>
        <p:style>
          <a:lnRef idx="0"/>
          <a:fillRef idx="0"/>
          <a:effectRef idx="0"/>
          <a:fontRef idx="minor"/>
        </p:style>
      </p:sp>
      <p:sp>
        <p:nvSpPr>
          <p:cNvPr id="784" name="Text 5"/>
          <p:cNvSpPr/>
          <p:nvPr/>
        </p:nvSpPr>
        <p:spPr>
          <a:xfrm>
            <a:off x="1828800" y="1943280"/>
            <a:ext cx="4824360" cy="262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00" strike="noStrike">
                <a:solidFill>
                  <a:srgbClr val="ddff00"/>
                </a:solidFill>
                <a:latin typeface="Liter"/>
                <a:ea typeface="Liter"/>
              </a:rPr>
              <a:t>CHAPTER EIGHT</a:t>
            </a:r>
            <a:endParaRPr b="0" lang="en-HK" sz="1350" spc="-1" strike="noStrike">
              <a:latin typeface="Arial"/>
            </a:endParaRPr>
          </a:p>
        </p:txBody>
      </p:sp>
      <p:sp>
        <p:nvSpPr>
          <p:cNvPr id="785" name="Text 6"/>
          <p:cNvSpPr/>
          <p:nvPr/>
        </p:nvSpPr>
        <p:spPr>
          <a:xfrm>
            <a:off x="380880" y="2895480"/>
            <a:ext cx="6529320" cy="17100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LEGACY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CULTURAL IMPACT</a:t>
            </a:r>
            <a:endParaRPr b="0" lang="en-HK" sz="5400" spc="-1" strike="noStrike">
              <a:latin typeface="Arial"/>
            </a:endParaRPr>
          </a:p>
        </p:txBody>
      </p:sp>
      <p:sp>
        <p:nvSpPr>
          <p:cNvPr id="786" name="Text 7"/>
          <p:cNvSpPr/>
          <p:nvPr/>
        </p:nvSpPr>
        <p:spPr>
          <a:xfrm>
            <a:off x="380880" y="4838760"/>
            <a:ext cx="6300720" cy="300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Rock's Enduring Influence on Music &amp; Culture</a:t>
            </a:r>
            <a:endParaRPr b="0" lang="en-HK" sz="1800" spc="-1" strike="noStrike">
              <a:latin typeface="Arial"/>
            </a:endParaRPr>
          </a:p>
        </p:txBody>
      </p:sp>
      <p:sp>
        <p:nvSpPr>
          <p:cNvPr id="787" name="Shape 8"/>
          <p:cNvSpPr/>
          <p:nvPr/>
        </p:nvSpPr>
        <p:spPr>
          <a:xfrm>
            <a:off x="380880" y="5448240"/>
            <a:ext cx="757440" cy="3348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88" name="Shape 9"/>
          <p:cNvSpPr/>
          <p:nvPr/>
        </p:nvSpPr>
        <p:spPr>
          <a:xfrm>
            <a:off x="1295280" y="5448240"/>
            <a:ext cx="376200" cy="3348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89" name="Shape 10"/>
          <p:cNvSpPr/>
          <p:nvPr/>
        </p:nvSpPr>
        <p:spPr>
          <a:xfrm>
            <a:off x="1828800" y="5448240"/>
            <a:ext cx="185760" cy="3348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90" name="Shape 0"/>
          <p:cNvSpPr/>
          <p:nvPr/>
        </p:nvSpPr>
        <p:spPr>
          <a:xfrm>
            <a:off x="317520" y="365040"/>
            <a:ext cx="58680" cy="37620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791" name="Text 1"/>
          <p:cNvSpPr/>
          <p:nvPr/>
        </p:nvSpPr>
        <p:spPr>
          <a:xfrm>
            <a:off x="507960" y="317520"/>
            <a:ext cx="332100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52" strike="noStrike">
                <a:solidFill>
                  <a:srgbClr val="ddff00"/>
                </a:solidFill>
                <a:latin typeface="Liter"/>
                <a:ea typeface="Liter"/>
              </a:rPr>
              <a:t>CHAPTER 08</a:t>
            </a:r>
            <a:endParaRPr b="0" lang="en-HK" sz="880" spc="-1" strike="noStrike">
              <a:latin typeface="Arial"/>
            </a:endParaRPr>
          </a:p>
        </p:txBody>
      </p:sp>
      <p:sp>
        <p:nvSpPr>
          <p:cNvPr id="792" name="Text 2"/>
          <p:cNvSpPr/>
          <p:nvPr/>
        </p:nvSpPr>
        <p:spPr>
          <a:xfrm>
            <a:off x="507960" y="476280"/>
            <a:ext cx="3408480" cy="3128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Rock's Cultural Revolution</a:t>
            </a:r>
            <a:endParaRPr b="0" lang="en-HK" sz="2250" spc="-1" strike="noStrike">
              <a:latin typeface="Arial"/>
            </a:endParaRPr>
          </a:p>
        </p:txBody>
      </p:sp>
      <p:sp>
        <p:nvSpPr>
          <p:cNvPr id="793" name="Shape 3"/>
          <p:cNvSpPr/>
          <p:nvPr/>
        </p:nvSpPr>
        <p:spPr>
          <a:xfrm>
            <a:off x="317520" y="1047600"/>
            <a:ext cx="6813720" cy="1852560"/>
          </a:xfrm>
          <a:custGeom>
            <a:avLst/>
            <a:gdLst/>
            <a:ahLst/>
            <a:rect l="l" t="t" r="r" b="b"/>
            <a:pathLst>
              <a:path w="6818313" h="1857375">
                <a:moveTo>
                  <a:pt x="0" y="0"/>
                </a:moveTo>
                <a:lnTo>
                  <a:pt x="6818313" y="0"/>
                </a:lnTo>
                <a:lnTo>
                  <a:pt x="6818313" y="1857375"/>
                </a:lnTo>
                <a:lnTo>
                  <a:pt x="0" y="1857375"/>
                </a:lnTo>
                <a:lnTo>
                  <a:pt x="0" y="0"/>
                </a:lnTo>
                <a:close/>
              </a:path>
            </a:pathLst>
          </a:custGeom>
          <a:solidFill>
            <a:srgbClr val="ddff00"/>
          </a:solidFill>
          <a:ln w="0">
            <a:noFill/>
          </a:ln>
        </p:spPr>
        <p:style>
          <a:lnRef idx="0"/>
          <a:fillRef idx="0"/>
          <a:effectRef idx="0"/>
          <a:fontRef idx="minor"/>
        </p:style>
      </p:sp>
      <p:sp>
        <p:nvSpPr>
          <p:cNvPr id="794" name="Text 4"/>
          <p:cNvSpPr/>
          <p:nvPr/>
        </p:nvSpPr>
        <p:spPr>
          <a:xfrm>
            <a:off x="507960" y="1238400"/>
            <a:ext cx="6527880" cy="249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More Than Music</a:t>
            </a:r>
            <a:endParaRPr b="0" lang="en-HK" sz="1500" spc="-1" strike="noStrike">
              <a:latin typeface="Arial"/>
            </a:endParaRPr>
          </a:p>
        </p:txBody>
      </p:sp>
      <p:sp>
        <p:nvSpPr>
          <p:cNvPr id="795" name="Text 5"/>
          <p:cNvSpPr/>
          <p:nvPr/>
        </p:nvSpPr>
        <p:spPr>
          <a:xfrm>
            <a:off x="507960" y="1587600"/>
            <a:ext cx="6496200" cy="61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has been far more than just a genre—it's been a cultural force that shaped fashion, youth identity, social movements, and global culture.</a:t>
            </a:r>
            <a:r>
              <a:rPr b="0" lang="en-US" sz="1000" spc="-1" strike="noStrike">
                <a:solidFill>
                  <a:srgbClr val="000000"/>
                </a:solidFill>
                <a:latin typeface="Liter"/>
                <a:ea typeface="Liter"/>
              </a:rPr>
              <a:t> From the rebellious spirit of the 1950s to the grunge revolution of the 1990s, rock has consistently challenged norms and given voice to generations seeking change.</a:t>
            </a:r>
            <a:endParaRPr b="0" lang="en-HK" sz="1000" spc="-1" strike="noStrike">
              <a:latin typeface="Arial"/>
            </a:endParaRPr>
          </a:p>
        </p:txBody>
      </p:sp>
      <p:sp>
        <p:nvSpPr>
          <p:cNvPr id="796" name="Text 6"/>
          <p:cNvSpPr/>
          <p:nvPr/>
        </p:nvSpPr>
        <p:spPr>
          <a:xfrm>
            <a:off x="507960" y="2301840"/>
            <a:ext cx="6496200" cy="408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Rock became a symbol of freedom, rebellion, and self-expression. It broke down racial barriers, fueled countercultural movements, and provided the soundtrack for social revolution.</a:t>
            </a:r>
            <a:endParaRPr b="0" lang="en-HK" sz="1000" spc="-1" strike="noStrike">
              <a:latin typeface="Arial"/>
            </a:endParaRPr>
          </a:p>
        </p:txBody>
      </p:sp>
      <p:sp>
        <p:nvSpPr>
          <p:cNvPr id="797" name="Shape 7"/>
          <p:cNvSpPr/>
          <p:nvPr/>
        </p:nvSpPr>
        <p:spPr>
          <a:xfrm>
            <a:off x="325440" y="3040200"/>
            <a:ext cx="6797880" cy="3059280"/>
          </a:xfrm>
          <a:custGeom>
            <a:avLst/>
            <a:gdLst/>
            <a:ahLst/>
            <a:rect l="l" t="t" r="r" b="b"/>
            <a:pathLst>
              <a:path w="6802438" h="3063875">
                <a:moveTo>
                  <a:pt x="0" y="0"/>
                </a:moveTo>
                <a:lnTo>
                  <a:pt x="6802438" y="0"/>
                </a:lnTo>
                <a:lnTo>
                  <a:pt x="6802438" y="3063875"/>
                </a:lnTo>
                <a:lnTo>
                  <a:pt x="0" y="3063875"/>
                </a:lnTo>
                <a:lnTo>
                  <a:pt x="0" y="0"/>
                </a:lnTo>
                <a:close/>
              </a:path>
            </a:pathLst>
          </a:custGeom>
          <a:noFill/>
          <a:ln w="25400">
            <a:solidFill>
              <a:srgbClr val="ddff00"/>
            </a:solidFill>
            <a:round/>
          </a:ln>
        </p:spPr>
        <p:style>
          <a:lnRef idx="0"/>
          <a:fillRef idx="0"/>
          <a:effectRef idx="0"/>
          <a:fontRef idx="minor"/>
        </p:style>
      </p:sp>
      <p:sp>
        <p:nvSpPr>
          <p:cNvPr id="798" name="Text 8"/>
          <p:cNvSpPr/>
          <p:nvPr/>
        </p:nvSpPr>
        <p:spPr>
          <a:xfrm>
            <a:off x="492120" y="3206880"/>
            <a:ext cx="6543720" cy="217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Cultural Impact Areas</a:t>
            </a:r>
            <a:endParaRPr b="0" lang="en-HK" sz="1250" spc="-1" strike="noStrike">
              <a:latin typeface="Arial"/>
            </a:endParaRPr>
          </a:p>
        </p:txBody>
      </p:sp>
      <p:sp>
        <p:nvSpPr>
          <p:cNvPr id="799" name="Shape 9"/>
          <p:cNvSpPr/>
          <p:nvPr/>
        </p:nvSpPr>
        <p:spPr>
          <a:xfrm>
            <a:off x="496080" y="3560040"/>
            <a:ext cx="3162240" cy="111456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0" name="Shape 10"/>
          <p:cNvSpPr/>
          <p:nvPr/>
        </p:nvSpPr>
        <p:spPr>
          <a:xfrm>
            <a:off x="628920" y="3730680"/>
            <a:ext cx="173880" cy="138240"/>
          </a:xfrm>
          <a:custGeom>
            <a:avLst/>
            <a:gdLst/>
            <a:ah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w="0">
            <a:noFill/>
          </a:ln>
        </p:spPr>
        <p:style>
          <a:lnRef idx="0"/>
          <a:fillRef idx="0"/>
          <a:effectRef idx="0"/>
          <a:fontRef idx="minor"/>
        </p:style>
      </p:sp>
      <p:sp>
        <p:nvSpPr>
          <p:cNvPr id="801" name="Text 11"/>
          <p:cNvSpPr/>
          <p:nvPr/>
        </p:nvSpPr>
        <p:spPr>
          <a:xfrm>
            <a:off x="809640" y="3691080"/>
            <a:ext cx="27892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Fashion</a:t>
            </a:r>
            <a:endParaRPr b="0" lang="en-HK" sz="1130" spc="-1" strike="noStrike">
              <a:latin typeface="Arial"/>
            </a:endParaRPr>
          </a:p>
        </p:txBody>
      </p:sp>
      <p:sp>
        <p:nvSpPr>
          <p:cNvPr id="802" name="Text 12"/>
          <p:cNvSpPr/>
          <p:nvPr/>
        </p:nvSpPr>
        <p:spPr>
          <a:xfrm>
            <a:off x="627120" y="3976560"/>
            <a:ext cx="2963880" cy="56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From leather jackets and blue jeans to flannel shirts and ripped jeans, rock fashion became a universal language of rebellion and identity</a:t>
            </a:r>
            <a:endParaRPr b="0" lang="en-HK" sz="1000" spc="-1" strike="noStrike">
              <a:latin typeface="Arial"/>
            </a:endParaRPr>
          </a:p>
        </p:txBody>
      </p:sp>
      <p:sp>
        <p:nvSpPr>
          <p:cNvPr id="803" name="Shape 13"/>
          <p:cNvSpPr/>
          <p:nvPr/>
        </p:nvSpPr>
        <p:spPr>
          <a:xfrm>
            <a:off x="3794760" y="3560040"/>
            <a:ext cx="3162240" cy="111456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4" name="Shape 14"/>
          <p:cNvSpPr/>
          <p:nvPr/>
        </p:nvSpPr>
        <p:spPr>
          <a:xfrm>
            <a:off x="3927960" y="3730680"/>
            <a:ext cx="173880" cy="138240"/>
          </a:xfrm>
          <a:custGeom>
            <a:avLst/>
            <a:gdLst/>
            <a:ah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w="0">
            <a:noFill/>
          </a:ln>
        </p:spPr>
        <p:style>
          <a:lnRef idx="0"/>
          <a:fillRef idx="0"/>
          <a:effectRef idx="0"/>
          <a:fontRef idx="minor"/>
        </p:style>
      </p:sp>
      <p:sp>
        <p:nvSpPr>
          <p:cNvPr id="805" name="Text 15"/>
          <p:cNvSpPr/>
          <p:nvPr/>
        </p:nvSpPr>
        <p:spPr>
          <a:xfrm>
            <a:off x="4108320" y="3691080"/>
            <a:ext cx="27892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Youth Culture</a:t>
            </a:r>
            <a:endParaRPr b="0" lang="en-HK" sz="1130" spc="-1" strike="noStrike">
              <a:latin typeface="Arial"/>
            </a:endParaRPr>
          </a:p>
        </p:txBody>
      </p:sp>
      <p:sp>
        <p:nvSpPr>
          <p:cNvPr id="806" name="Text 16"/>
          <p:cNvSpPr/>
          <p:nvPr/>
        </p:nvSpPr>
        <p:spPr>
          <a:xfrm>
            <a:off x="3925800" y="3976560"/>
            <a:ext cx="2963880" cy="56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gave teenagers a voice and identity, creating generational bonds and empowering youth to challenge authority</a:t>
            </a:r>
            <a:endParaRPr b="0" lang="en-HK" sz="1000" spc="-1" strike="noStrike">
              <a:latin typeface="Arial"/>
            </a:endParaRPr>
          </a:p>
        </p:txBody>
      </p:sp>
      <p:sp>
        <p:nvSpPr>
          <p:cNvPr id="807" name="Shape 17"/>
          <p:cNvSpPr/>
          <p:nvPr/>
        </p:nvSpPr>
        <p:spPr>
          <a:xfrm>
            <a:off x="496080" y="4813920"/>
            <a:ext cx="3162240" cy="111456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8" name="Shape 18"/>
          <p:cNvSpPr/>
          <p:nvPr/>
        </p:nvSpPr>
        <p:spPr>
          <a:xfrm>
            <a:off x="664920" y="4984920"/>
            <a:ext cx="102600" cy="138240"/>
          </a:xfrm>
          <a:custGeom>
            <a:avLst/>
            <a:gdLst/>
            <a:ah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w="0">
            <a:noFill/>
          </a:ln>
        </p:spPr>
        <p:style>
          <a:lnRef idx="0"/>
          <a:fillRef idx="0"/>
          <a:effectRef idx="0"/>
          <a:fontRef idx="minor"/>
        </p:style>
      </p:sp>
      <p:sp>
        <p:nvSpPr>
          <p:cNvPr id="809" name="Text 19"/>
          <p:cNvSpPr/>
          <p:nvPr/>
        </p:nvSpPr>
        <p:spPr>
          <a:xfrm>
            <a:off x="809640" y="4944960"/>
            <a:ext cx="27892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Social Movements</a:t>
            </a:r>
            <a:endParaRPr b="0" lang="en-HK" sz="1130" spc="-1" strike="noStrike">
              <a:latin typeface="Arial"/>
            </a:endParaRPr>
          </a:p>
        </p:txBody>
      </p:sp>
      <p:sp>
        <p:nvSpPr>
          <p:cNvPr id="810" name="Text 20"/>
          <p:cNvSpPr/>
          <p:nvPr/>
        </p:nvSpPr>
        <p:spPr>
          <a:xfrm>
            <a:off x="627120" y="5230800"/>
            <a:ext cx="2963880" cy="56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Civil rights, anti-war protests, feminism—rock provided the soundtrack for social change and political activism</a:t>
            </a:r>
            <a:endParaRPr b="0" lang="en-HK" sz="1000" spc="-1" strike="noStrike">
              <a:latin typeface="Arial"/>
            </a:endParaRPr>
          </a:p>
        </p:txBody>
      </p:sp>
      <p:sp>
        <p:nvSpPr>
          <p:cNvPr id="811" name="Shape 21"/>
          <p:cNvSpPr/>
          <p:nvPr/>
        </p:nvSpPr>
        <p:spPr>
          <a:xfrm>
            <a:off x="3794760" y="4813920"/>
            <a:ext cx="3162240" cy="111456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2" name="Shape 22"/>
          <p:cNvSpPr/>
          <p:nvPr/>
        </p:nvSpPr>
        <p:spPr>
          <a:xfrm>
            <a:off x="3945600" y="4984920"/>
            <a:ext cx="138240" cy="138240"/>
          </a:xfrm>
          <a:custGeom>
            <a:avLst/>
            <a:gdLst/>
            <a:ah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w="0">
            <a:noFill/>
          </a:ln>
        </p:spPr>
        <p:style>
          <a:lnRef idx="0"/>
          <a:fillRef idx="0"/>
          <a:effectRef idx="0"/>
          <a:fontRef idx="minor"/>
        </p:style>
      </p:sp>
      <p:sp>
        <p:nvSpPr>
          <p:cNvPr id="813" name="Text 23"/>
          <p:cNvSpPr/>
          <p:nvPr/>
        </p:nvSpPr>
        <p:spPr>
          <a:xfrm>
            <a:off x="4108320" y="4944960"/>
            <a:ext cx="278928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Global Influence</a:t>
            </a:r>
            <a:endParaRPr b="0" lang="en-HK" sz="1130" spc="-1" strike="noStrike">
              <a:latin typeface="Arial"/>
            </a:endParaRPr>
          </a:p>
        </p:txBody>
      </p:sp>
      <p:sp>
        <p:nvSpPr>
          <p:cNvPr id="814" name="Text 24"/>
          <p:cNvSpPr/>
          <p:nvPr/>
        </p:nvSpPr>
        <p:spPr>
          <a:xfrm>
            <a:off x="3925800" y="5230800"/>
            <a:ext cx="2963880" cy="56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transcended borders, creating a universal language that connected people across cultures and continents</a:t>
            </a:r>
            <a:endParaRPr b="0" lang="en-HK" sz="1000" spc="-1" strike="noStrike">
              <a:latin typeface="Arial"/>
            </a:endParaRPr>
          </a:p>
        </p:txBody>
      </p:sp>
      <p:sp>
        <p:nvSpPr>
          <p:cNvPr id="815" name="Shape 25"/>
          <p:cNvSpPr/>
          <p:nvPr/>
        </p:nvSpPr>
        <p:spPr>
          <a:xfrm>
            <a:off x="321480" y="6242760"/>
            <a:ext cx="1622520" cy="60660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6" name="Shape 26"/>
          <p:cNvSpPr/>
          <p:nvPr/>
        </p:nvSpPr>
        <p:spPr>
          <a:xfrm>
            <a:off x="1038960" y="6342120"/>
            <a:ext cx="185760" cy="185760"/>
          </a:xfrm>
          <a:custGeom>
            <a:avLst/>
            <a:gdLst/>
            <a:ah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w="0">
            <a:noFill/>
          </a:ln>
        </p:spPr>
        <p:style>
          <a:lnRef idx="0"/>
          <a:fillRef idx="0"/>
          <a:effectRef idx="0"/>
          <a:fontRef idx="minor"/>
        </p:style>
      </p:sp>
      <p:sp>
        <p:nvSpPr>
          <p:cNvPr id="817" name="Text 27"/>
          <p:cNvSpPr/>
          <p:nvPr/>
        </p:nvSpPr>
        <p:spPr>
          <a:xfrm>
            <a:off x="392760" y="6595920"/>
            <a:ext cx="147960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Influenced All Genres</a:t>
            </a:r>
            <a:endParaRPr b="0" lang="en-HK" sz="880" spc="-1" strike="noStrike">
              <a:latin typeface="Arial"/>
            </a:endParaRPr>
          </a:p>
        </p:txBody>
      </p:sp>
      <p:sp>
        <p:nvSpPr>
          <p:cNvPr id="818" name="Shape 28"/>
          <p:cNvSpPr/>
          <p:nvPr/>
        </p:nvSpPr>
        <p:spPr>
          <a:xfrm>
            <a:off x="2050200" y="6242760"/>
            <a:ext cx="1622520" cy="60660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9" name="Shape 29"/>
          <p:cNvSpPr/>
          <p:nvPr/>
        </p:nvSpPr>
        <p:spPr>
          <a:xfrm>
            <a:off x="2779560" y="6342120"/>
            <a:ext cx="162000" cy="185760"/>
          </a:xfrm>
          <a:custGeom>
            <a:avLst/>
            <a:gdLst/>
            <a:ah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w="0">
            <a:noFill/>
          </a:ln>
        </p:spPr>
        <p:style>
          <a:lnRef idx="0"/>
          <a:fillRef idx="0"/>
          <a:effectRef idx="0"/>
          <a:fontRef idx="minor"/>
        </p:style>
      </p:sp>
      <p:sp>
        <p:nvSpPr>
          <p:cNvPr id="820" name="Text 30"/>
          <p:cNvSpPr/>
          <p:nvPr/>
        </p:nvSpPr>
        <p:spPr>
          <a:xfrm>
            <a:off x="2121840" y="6595920"/>
            <a:ext cx="147960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Symbol of Freedom</a:t>
            </a:r>
            <a:endParaRPr b="0" lang="en-HK" sz="880" spc="-1" strike="noStrike">
              <a:latin typeface="Arial"/>
            </a:endParaRPr>
          </a:p>
        </p:txBody>
      </p:sp>
      <p:sp>
        <p:nvSpPr>
          <p:cNvPr id="821" name="Shape 31"/>
          <p:cNvSpPr/>
          <p:nvPr/>
        </p:nvSpPr>
        <p:spPr>
          <a:xfrm>
            <a:off x="3778920" y="6242760"/>
            <a:ext cx="1622520" cy="60660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2" name="Shape 32"/>
          <p:cNvSpPr/>
          <p:nvPr/>
        </p:nvSpPr>
        <p:spPr>
          <a:xfrm>
            <a:off x="4496760" y="6342120"/>
            <a:ext cx="185760" cy="185760"/>
          </a:xfrm>
          <a:custGeom>
            <a:avLst/>
            <a:gdLst/>
            <a:ah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w="0">
            <a:noFill/>
          </a:ln>
        </p:spPr>
        <p:style>
          <a:lnRef idx="0"/>
          <a:fillRef idx="0"/>
          <a:effectRef idx="0"/>
          <a:fontRef idx="minor"/>
        </p:style>
      </p:sp>
      <p:sp>
        <p:nvSpPr>
          <p:cNvPr id="823" name="Text 33"/>
          <p:cNvSpPr/>
          <p:nvPr/>
        </p:nvSpPr>
        <p:spPr>
          <a:xfrm>
            <a:off x="3850560" y="6595920"/>
            <a:ext cx="147960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Emotional Connection</a:t>
            </a:r>
            <a:endParaRPr b="0" lang="en-HK" sz="880" spc="-1" strike="noStrike">
              <a:latin typeface="Arial"/>
            </a:endParaRPr>
          </a:p>
        </p:txBody>
      </p:sp>
      <p:sp>
        <p:nvSpPr>
          <p:cNvPr id="824" name="Shape 34"/>
          <p:cNvSpPr/>
          <p:nvPr/>
        </p:nvSpPr>
        <p:spPr>
          <a:xfrm>
            <a:off x="5507640" y="6242760"/>
            <a:ext cx="1622520" cy="60660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5" name="Shape 35"/>
          <p:cNvSpPr/>
          <p:nvPr/>
        </p:nvSpPr>
        <p:spPr>
          <a:xfrm>
            <a:off x="6201720" y="6342120"/>
            <a:ext cx="233280" cy="185760"/>
          </a:xfrm>
          <a:custGeom>
            <a:avLst/>
            <a:gdLst/>
            <a:ah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w="0">
            <a:noFill/>
          </a:ln>
        </p:spPr>
        <p:style>
          <a:lnRef idx="0"/>
          <a:fillRef idx="0"/>
          <a:effectRef idx="0"/>
          <a:fontRef idx="minor"/>
        </p:style>
      </p:sp>
      <p:sp>
        <p:nvSpPr>
          <p:cNvPr id="826" name="Text 36"/>
          <p:cNvSpPr/>
          <p:nvPr/>
        </p:nvSpPr>
        <p:spPr>
          <a:xfrm>
            <a:off x="5579280" y="6595920"/>
            <a:ext cx="1479600" cy="15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Timeless Legacy</a:t>
            </a:r>
            <a:endParaRPr b="0" lang="en-HK" sz="880" spc="-1" strike="noStrike">
              <a:latin typeface="Arial"/>
            </a:endParaRPr>
          </a:p>
        </p:txBody>
      </p:sp>
      <p:sp>
        <p:nvSpPr>
          <p:cNvPr id="827" name="Image 0"/>
          <p:cNvSpPr/>
          <p:nvPr/>
        </p:nvSpPr>
        <p:spPr>
          <a:xfrm>
            <a:off x="7327800" y="1047600"/>
            <a:ext cx="4543560" cy="3297240"/>
          </a:xfrm>
          <a:prstGeom prst="roundRect">
            <a:avLst>
              <a:gd name="adj" fmla="val 0"/>
            </a:avLst>
          </a:prstGeom>
          <a:blipFill rotWithShape="0">
            <a:blip r:embed="rId1"/>
            <a:srcRect/>
            <a:stretch/>
          </a:blipFill>
          <a:ln w="0">
            <a:noFill/>
          </a:ln>
        </p:spPr>
        <p:style>
          <a:lnRef idx="0"/>
          <a:fillRef idx="0"/>
          <a:effectRef idx="0"/>
          <a:fontRef idx="minor"/>
        </p:style>
      </p:sp>
      <p:sp>
        <p:nvSpPr>
          <p:cNvPr id="828" name="Shape 37"/>
          <p:cNvSpPr/>
          <p:nvPr/>
        </p:nvSpPr>
        <p:spPr>
          <a:xfrm>
            <a:off x="7327800" y="1047600"/>
            <a:ext cx="4543560" cy="3297240"/>
          </a:xfrm>
          <a:custGeom>
            <a:avLst/>
            <a:gdLst/>
            <a:ahLst/>
            <a:rect l="l" t="t" r="r" b="b"/>
            <a:pathLst>
              <a:path w="4548188" h="3302000">
                <a:moveTo>
                  <a:pt x="0" y="0"/>
                </a:moveTo>
                <a:lnTo>
                  <a:pt x="4548188" y="0"/>
                </a:lnTo>
                <a:lnTo>
                  <a:pt x="4548188" y="3302000"/>
                </a:lnTo>
                <a:lnTo>
                  <a:pt x="0" y="3302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829" name="Text 38"/>
          <p:cNvSpPr/>
          <p:nvPr/>
        </p:nvSpPr>
        <p:spPr>
          <a:xfrm>
            <a:off x="7454880" y="3809880"/>
            <a:ext cx="4345200" cy="15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ROCK FOREVER</a:t>
            </a:r>
            <a:endParaRPr b="0" lang="en-HK" sz="880" spc="-1" strike="noStrike">
              <a:latin typeface="Arial"/>
            </a:endParaRPr>
          </a:p>
        </p:txBody>
      </p:sp>
      <p:sp>
        <p:nvSpPr>
          <p:cNvPr id="830" name="Text 39"/>
          <p:cNvSpPr/>
          <p:nvPr/>
        </p:nvSpPr>
        <p:spPr>
          <a:xfrm>
            <a:off x="7454880" y="4000680"/>
            <a:ext cx="43610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Crowd Unites</a:t>
            </a:r>
            <a:endParaRPr b="0" lang="en-HK" sz="1130" spc="-1" strike="noStrike">
              <a:latin typeface="Arial"/>
            </a:endParaRPr>
          </a:p>
        </p:txBody>
      </p:sp>
      <p:sp>
        <p:nvSpPr>
          <p:cNvPr id="831" name="Shape 40"/>
          <p:cNvSpPr/>
          <p:nvPr/>
        </p:nvSpPr>
        <p:spPr>
          <a:xfrm>
            <a:off x="7335720" y="4484520"/>
            <a:ext cx="4527720" cy="1598760"/>
          </a:xfrm>
          <a:custGeom>
            <a:avLst/>
            <a:gdLst/>
            <a:ahLst/>
            <a:rect l="l" t="t" r="r" b="b"/>
            <a:pathLst>
              <a:path w="4532313" h="1603375">
                <a:moveTo>
                  <a:pt x="0" y="0"/>
                </a:moveTo>
                <a:lnTo>
                  <a:pt x="4532313" y="0"/>
                </a:lnTo>
                <a:lnTo>
                  <a:pt x="4532313" y="1603375"/>
                </a:lnTo>
                <a:lnTo>
                  <a:pt x="0" y="1603375"/>
                </a:lnTo>
                <a:lnTo>
                  <a:pt x="0" y="0"/>
                </a:lnTo>
                <a:close/>
              </a:path>
            </a:pathLst>
          </a:custGeom>
          <a:noFill/>
          <a:ln w="25400">
            <a:solidFill>
              <a:srgbClr val="ddff00"/>
            </a:solidFill>
            <a:round/>
          </a:ln>
        </p:spPr>
        <p:style>
          <a:lnRef idx="0"/>
          <a:fillRef idx="0"/>
          <a:effectRef idx="0"/>
          <a:fontRef idx="minor"/>
        </p:style>
      </p:sp>
      <p:sp>
        <p:nvSpPr>
          <p:cNvPr id="832" name="Text 41"/>
          <p:cNvSpPr/>
          <p:nvPr/>
        </p:nvSpPr>
        <p:spPr>
          <a:xfrm>
            <a:off x="7502400" y="4651200"/>
            <a:ext cx="4265640" cy="217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Influence on Other Genres</a:t>
            </a:r>
            <a:endParaRPr b="0" lang="en-HK" sz="1130" spc="-1" strike="noStrike">
              <a:latin typeface="Arial"/>
            </a:endParaRPr>
          </a:p>
        </p:txBody>
      </p:sp>
      <p:sp>
        <p:nvSpPr>
          <p:cNvPr id="833" name="Shape 42"/>
          <p:cNvSpPr/>
          <p:nvPr/>
        </p:nvSpPr>
        <p:spPr>
          <a:xfrm>
            <a:off x="7502400" y="5032440"/>
            <a:ext cx="58680" cy="5868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4" name="Text 43"/>
          <p:cNvSpPr/>
          <p:nvPr/>
        </p:nvSpPr>
        <p:spPr>
          <a:xfrm>
            <a:off x="7629480" y="4968720"/>
            <a:ext cx="30830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Hip-Hop:</a:t>
            </a:r>
            <a:r>
              <a:rPr b="0" lang="en-US" sz="1000" spc="-1" strike="noStrike">
                <a:solidFill>
                  <a:srgbClr val="ffffff">
                    <a:alpha val="80000"/>
                  </a:srgbClr>
                </a:solidFill>
                <a:latin typeface="Liter"/>
                <a:ea typeface="Liter"/>
              </a:rPr>
              <a:t> Sampling rock tracks, shared rebellious spirit</a:t>
            </a:r>
            <a:endParaRPr b="0" lang="en-HK" sz="1000" spc="-1" strike="noStrike">
              <a:latin typeface="Arial"/>
            </a:endParaRPr>
          </a:p>
        </p:txBody>
      </p:sp>
      <p:sp>
        <p:nvSpPr>
          <p:cNvPr id="835" name="Shape 44"/>
          <p:cNvSpPr/>
          <p:nvPr/>
        </p:nvSpPr>
        <p:spPr>
          <a:xfrm>
            <a:off x="7502400" y="5286240"/>
            <a:ext cx="58680" cy="5868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6" name="Text 45"/>
          <p:cNvSpPr/>
          <p:nvPr/>
        </p:nvSpPr>
        <p:spPr>
          <a:xfrm>
            <a:off x="7629480" y="5222880"/>
            <a:ext cx="30434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Pop Music:</a:t>
            </a:r>
            <a:r>
              <a:rPr b="0" lang="en-US" sz="1000" spc="-1" strike="noStrike">
                <a:solidFill>
                  <a:srgbClr val="ffffff">
                    <a:alpha val="80000"/>
                  </a:srgbClr>
                </a:solidFill>
                <a:latin typeface="Liter"/>
                <a:ea typeface="Liter"/>
              </a:rPr>
              <a:t> Rock's emotive power and stage presence</a:t>
            </a:r>
            <a:endParaRPr b="0" lang="en-HK" sz="1000" spc="-1" strike="noStrike">
              <a:latin typeface="Arial"/>
            </a:endParaRPr>
          </a:p>
        </p:txBody>
      </p:sp>
      <p:sp>
        <p:nvSpPr>
          <p:cNvPr id="837" name="Shape 46"/>
          <p:cNvSpPr/>
          <p:nvPr/>
        </p:nvSpPr>
        <p:spPr>
          <a:xfrm>
            <a:off x="7502400" y="5540400"/>
            <a:ext cx="58680" cy="5868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8" name="Text 47"/>
          <p:cNvSpPr/>
          <p:nvPr/>
        </p:nvSpPr>
        <p:spPr>
          <a:xfrm>
            <a:off x="7629480" y="5477040"/>
            <a:ext cx="28530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Electronic:</a:t>
            </a:r>
            <a:r>
              <a:rPr b="0" lang="en-US" sz="1000" spc="-1" strike="noStrike">
                <a:solidFill>
                  <a:srgbClr val="ffffff">
                    <a:alpha val="80000"/>
                  </a:srgbClr>
                </a:solidFill>
                <a:latin typeface="Liter"/>
                <a:ea typeface="Liter"/>
              </a:rPr>
              <a:t> Rock's energy in EDM and dance music</a:t>
            </a:r>
            <a:endParaRPr b="0" lang="en-HK" sz="1000" spc="-1" strike="noStrike">
              <a:latin typeface="Arial"/>
            </a:endParaRPr>
          </a:p>
        </p:txBody>
      </p:sp>
      <p:sp>
        <p:nvSpPr>
          <p:cNvPr id="839" name="Shape 48"/>
          <p:cNvSpPr/>
          <p:nvPr/>
        </p:nvSpPr>
        <p:spPr>
          <a:xfrm>
            <a:off x="7502400" y="5794200"/>
            <a:ext cx="58680" cy="5868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40" name="Text 49"/>
          <p:cNvSpPr/>
          <p:nvPr/>
        </p:nvSpPr>
        <p:spPr>
          <a:xfrm>
            <a:off x="7629480" y="5730840"/>
            <a:ext cx="309096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Country:</a:t>
            </a:r>
            <a:r>
              <a:rPr b="0" lang="en-US" sz="1000" spc="-1" strike="noStrike">
                <a:solidFill>
                  <a:srgbClr val="ffffff">
                    <a:alpha val="80000"/>
                  </a:srgbClr>
                </a:solidFill>
                <a:latin typeface="Liter"/>
                <a:ea typeface="Liter"/>
              </a:rPr>
              <a:t> Rock-influenced country rock and alt-country</a:t>
            </a:r>
            <a:endParaRPr b="0" lang="en-HK" sz="1000" spc="-1" strike="noStrike">
              <a:latin typeface="Arial"/>
            </a:endParaRPr>
          </a:p>
        </p:txBody>
      </p:sp>
      <p:sp>
        <p:nvSpPr>
          <p:cNvPr id="841" name="Shape 50"/>
          <p:cNvSpPr/>
          <p:nvPr/>
        </p:nvSpPr>
        <p:spPr>
          <a:xfrm>
            <a:off x="7327800" y="6222960"/>
            <a:ext cx="4543560" cy="630360"/>
          </a:xfrm>
          <a:custGeom>
            <a:avLst/>
            <a:gdLst/>
            <a:ahLst/>
            <a:rect l="l" t="t" r="r" b="b"/>
            <a:pathLst>
              <a:path w="4548188" h="635000">
                <a:moveTo>
                  <a:pt x="0" y="0"/>
                </a:moveTo>
                <a:lnTo>
                  <a:pt x="4548188" y="0"/>
                </a:lnTo>
                <a:lnTo>
                  <a:pt x="4548188" y="635000"/>
                </a:lnTo>
                <a:lnTo>
                  <a:pt x="0" y="635000"/>
                </a:lnTo>
                <a:lnTo>
                  <a:pt x="0" y="0"/>
                </a:lnTo>
                <a:close/>
              </a:path>
            </a:pathLst>
          </a:custGeom>
          <a:solidFill>
            <a:srgbClr val="ddff00"/>
          </a:solidFill>
          <a:ln w="0">
            <a:noFill/>
          </a:ln>
        </p:spPr>
        <p:style>
          <a:lnRef idx="0"/>
          <a:fillRef idx="0"/>
          <a:effectRef idx="0"/>
          <a:fontRef idx="minor"/>
        </p:style>
      </p:sp>
      <p:sp>
        <p:nvSpPr>
          <p:cNvPr id="842" name="Text 51"/>
          <p:cNvSpPr/>
          <p:nvPr/>
        </p:nvSpPr>
        <p:spPr>
          <a:xfrm>
            <a:off x="7423200" y="6350040"/>
            <a:ext cx="4353120" cy="376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000000"/>
                </a:solidFill>
                <a:latin typeface="Liter"/>
                <a:ea typeface="Liter"/>
              </a:rPr>
              <a:t>"Rock and roll is here to stay."</a:t>
            </a:r>
            <a:endParaRPr b="0" lang="en-HK" sz="1000" spc="-1" strike="noStrike">
              <a:latin typeface="Arial"/>
            </a:endParaRPr>
          </a:p>
          <a:p>
            <a:pPr algn="ctr">
              <a:lnSpc>
                <a:spcPct val="130000"/>
              </a:lnSpc>
              <a:buNone/>
            </a:pPr>
            <a:r>
              <a:rPr b="0" lang="en-US" sz="880" spc="-1" strike="noStrike">
                <a:solidFill>
                  <a:srgbClr val="000000"/>
                </a:solidFill>
                <a:latin typeface="Liter"/>
                <a:ea typeface="Liter"/>
              </a:rPr>
              <a:t>— </a:t>
            </a:r>
            <a:r>
              <a:rPr b="0" lang="en-US" sz="880" spc="-1" strike="noStrike">
                <a:solidFill>
                  <a:srgbClr val="000000"/>
                </a:solidFill>
                <a:latin typeface="Liter"/>
                <a:ea typeface="Liter"/>
              </a:rPr>
              <a:t>Danny &amp; the Juniors, 1958</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843" name="Image 0"/>
          <p:cNvSpPr/>
          <p:nvPr/>
        </p:nvSpPr>
        <p:spPr>
          <a:xfrm>
            <a:off x="0" y="0"/>
            <a:ext cx="12187440" cy="6853320"/>
          </a:xfrm>
          <a:prstGeom prst="roundRect">
            <a:avLst>
              <a:gd name="adj" fmla="val 0"/>
            </a:avLst>
          </a:prstGeom>
          <a:blipFill rotWithShape="0">
            <a:blip r:embed="rId1"/>
            <a:srcRect/>
            <a:stretch/>
          </a:blipFill>
          <a:ln w="0">
            <a:noFill/>
          </a:ln>
        </p:spPr>
        <p:style>
          <a:lnRef idx="0"/>
          <a:fillRef idx="0"/>
          <a:effectRef idx="0"/>
          <a:fontRef idx="minor"/>
        </p:style>
      </p:sp>
      <p:sp>
        <p:nvSpPr>
          <p:cNvPr id="844" name="Shape 0"/>
          <p:cNvSpPr/>
          <p:nvPr/>
        </p:nvSpPr>
        <p:spPr>
          <a:xfrm>
            <a:off x="0" y="0"/>
            <a:ext cx="12187440" cy="685332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2700000"/>
          </a:gradFill>
          <a:ln w="0">
            <a:noFill/>
          </a:ln>
        </p:spPr>
        <p:style>
          <a:lnRef idx="0"/>
          <a:fillRef idx="0"/>
          <a:effectRef idx="0"/>
          <a:fontRef idx="minor"/>
        </p:style>
      </p:sp>
      <p:sp>
        <p:nvSpPr>
          <p:cNvPr id="845" name="Shape 1"/>
          <p:cNvSpPr/>
          <p:nvPr/>
        </p:nvSpPr>
        <p:spPr>
          <a:xfrm>
            <a:off x="4773960" y="153720"/>
            <a:ext cx="876600" cy="3204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6" name="Shape 2"/>
          <p:cNvSpPr/>
          <p:nvPr/>
        </p:nvSpPr>
        <p:spPr>
          <a:xfrm rot="2700000">
            <a:off x="5700960" y="-223200"/>
            <a:ext cx="546120" cy="546120"/>
          </a:xfrm>
          <a:custGeom>
            <a:avLst/>
            <a:gdLst/>
            <a:ahLst/>
            <a:rect l="l" t="t" r="r" b="b"/>
            <a:pathLst>
              <a:path w="550843" h="550843">
                <a:moveTo>
                  <a:pt x="0" y="0"/>
                </a:moveTo>
                <a:lnTo>
                  <a:pt x="550843" y="0"/>
                </a:lnTo>
                <a:lnTo>
                  <a:pt x="550843" y="550843"/>
                </a:lnTo>
                <a:lnTo>
                  <a:pt x="0" y="550843"/>
                </a:lnTo>
                <a:lnTo>
                  <a:pt x="0" y="0"/>
                </a:lnTo>
                <a:close/>
              </a:path>
            </a:pathLst>
          </a:custGeom>
          <a:noFill/>
          <a:ln w="50800">
            <a:solidFill>
              <a:srgbClr val="ddff00"/>
            </a:solidFill>
            <a:round/>
          </a:ln>
          <a:effectLst>
            <a:outerShdw algn="bl" blurRad="275400" dir="2700000" dist="49893" kx="0" ky="0" rotWithShape="0" sx="100000" sy="100000">
              <a:srgbClr val="ddff00">
                <a:alpha val="30000"/>
              </a:srgbClr>
            </a:outerShdw>
          </a:effectLst>
        </p:spPr>
        <p:style>
          <a:lnRef idx="0"/>
          <a:fillRef idx="0"/>
          <a:effectRef idx="0"/>
          <a:fontRef idx="minor"/>
        </p:style>
      </p:sp>
      <p:sp>
        <p:nvSpPr>
          <p:cNvPr id="847" name="Shape 3"/>
          <p:cNvSpPr/>
          <p:nvPr/>
        </p:nvSpPr>
        <p:spPr>
          <a:xfrm>
            <a:off x="5985720" y="61920"/>
            <a:ext cx="215640" cy="215640"/>
          </a:xfrm>
          <a:custGeom>
            <a:avLst/>
            <a:gdLst/>
            <a:ah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w="0">
            <a:noFill/>
          </a:ln>
        </p:spPr>
        <p:style>
          <a:lnRef idx="0"/>
          <a:fillRef idx="0"/>
          <a:effectRef idx="0"/>
          <a:fontRef idx="minor"/>
        </p:style>
      </p:sp>
      <p:sp>
        <p:nvSpPr>
          <p:cNvPr id="848" name="Shape 4"/>
          <p:cNvSpPr/>
          <p:nvPr/>
        </p:nvSpPr>
        <p:spPr>
          <a:xfrm>
            <a:off x="6536520" y="153720"/>
            <a:ext cx="876600" cy="3204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9" name="Text 5"/>
          <p:cNvSpPr/>
          <p:nvPr/>
        </p:nvSpPr>
        <p:spPr>
          <a:xfrm>
            <a:off x="3582360" y="979920"/>
            <a:ext cx="5026320" cy="17578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6940" spc="-1" strike="noStrike">
                <a:solidFill>
                  <a:srgbClr val="ffffff"/>
                </a:solidFill>
                <a:latin typeface="Liter"/>
                <a:ea typeface="Liter"/>
              </a:rPr>
              <a:t>ROCK WILL</a:t>
            </a:r>
            <a:endParaRPr b="0" lang="en-HK" sz="6940" spc="-1" strike="noStrike">
              <a:latin typeface="Arial"/>
            </a:endParaRPr>
          </a:p>
          <a:p>
            <a:pPr algn="ctr">
              <a:lnSpc>
                <a:spcPct val="80000"/>
              </a:lnSpc>
              <a:buNone/>
            </a:pPr>
            <a:r>
              <a:rPr b="1" lang="en-US" sz="6940" spc="-1" strike="noStrike">
                <a:solidFill>
                  <a:srgbClr val="ddff00"/>
                </a:solidFill>
                <a:latin typeface="Liter"/>
                <a:ea typeface="Liter"/>
              </a:rPr>
              <a:t>NEVER DIE</a:t>
            </a:r>
            <a:endParaRPr b="0" lang="en-HK" sz="6940" spc="-1" strike="noStrike">
              <a:latin typeface="Arial"/>
            </a:endParaRPr>
          </a:p>
        </p:txBody>
      </p:sp>
      <p:sp>
        <p:nvSpPr>
          <p:cNvPr id="850" name="Text 6"/>
          <p:cNvSpPr/>
          <p:nvPr/>
        </p:nvSpPr>
        <p:spPr>
          <a:xfrm>
            <a:off x="2515680" y="3036600"/>
            <a:ext cx="7156440" cy="14274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1" lang="en-US" sz="1729" spc="-1" strike="noStrike">
                <a:solidFill>
                  <a:srgbClr val="ffffff"/>
                </a:solidFill>
                <a:latin typeface="Liter"/>
                <a:ea typeface="Liter"/>
              </a:rPr>
              <a:t>From blues roots to global phenomenon,</a:t>
            </a:r>
            <a:r>
              <a:rPr b="0" lang="en-US" sz="1729" spc="-1" strike="noStrike">
                <a:solidFill>
                  <a:srgbClr val="ffffff"/>
                </a:solidFill>
                <a:latin typeface="Liter"/>
                <a:ea typeface="Liter"/>
              </a:rPr>
              <a:t> rock music has constantly evolved while maintaining its rebellious spirit. Its influence echoes through every genre that followed, proving that authentic, passionate music transcends time.</a:t>
            </a:r>
            <a:endParaRPr b="0" lang="en-HK" sz="1729" spc="-1" strike="noStrike">
              <a:latin typeface="Arial"/>
            </a:endParaRPr>
          </a:p>
        </p:txBody>
      </p:sp>
      <p:sp>
        <p:nvSpPr>
          <p:cNvPr id="851" name="Text 7"/>
          <p:cNvSpPr/>
          <p:nvPr/>
        </p:nvSpPr>
        <p:spPr>
          <a:xfrm>
            <a:off x="2524680" y="4689000"/>
            <a:ext cx="7138080" cy="8949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ffffff">
                    <a:alpha val="80000"/>
                  </a:srgbClr>
                </a:solidFill>
                <a:latin typeface="Liter"/>
                <a:ea typeface="Liter"/>
              </a:rPr>
              <a:t>From Chuck Berry's guitar riffs to Kurt Cobain's raw emotion, from The Beatles' revolution to Arctic Monkeys' revival—rock continues to inspire, challenge, and unite generations.</a:t>
            </a:r>
            <a:endParaRPr b="0" lang="en-HK" sz="1450" spc="-1" strike="noStrike">
              <a:latin typeface="Arial"/>
            </a:endParaRPr>
          </a:p>
        </p:txBody>
      </p:sp>
      <p:sp>
        <p:nvSpPr>
          <p:cNvPr id="852" name="Shape 8"/>
          <p:cNvSpPr/>
          <p:nvPr/>
        </p:nvSpPr>
        <p:spPr>
          <a:xfrm>
            <a:off x="5232960" y="5878080"/>
            <a:ext cx="729720" cy="32040"/>
          </a:xfrm>
          <a:custGeom>
            <a:avLst/>
            <a:gdLst/>
            <a:ahLst/>
            <a:rect l="l" t="t" r="r" b="b"/>
            <a:pathLst>
              <a:path w="734458" h="36723">
                <a:moveTo>
                  <a:pt x="0" y="0"/>
                </a:moveTo>
                <a:lnTo>
                  <a:pt x="734458" y="0"/>
                </a:lnTo>
                <a:lnTo>
                  <a:pt x="734458" y="36723"/>
                </a:lnTo>
                <a:lnTo>
                  <a:pt x="0" y="36723"/>
                </a:lnTo>
                <a:lnTo>
                  <a:pt x="0" y="0"/>
                </a:lnTo>
                <a:close/>
              </a:path>
            </a:pathLst>
          </a:custGeom>
          <a:solidFill>
            <a:srgbClr val="ddff00"/>
          </a:solidFill>
          <a:ln w="0">
            <a:noFill/>
          </a:ln>
        </p:spPr>
        <p:style>
          <a:lnRef idx="0"/>
          <a:fillRef idx="0"/>
          <a:effectRef idx="0"/>
          <a:fontRef idx="minor"/>
        </p:style>
      </p:sp>
      <p:sp>
        <p:nvSpPr>
          <p:cNvPr id="853" name="Shape 9"/>
          <p:cNvSpPr/>
          <p:nvPr/>
        </p:nvSpPr>
        <p:spPr>
          <a:xfrm>
            <a:off x="6187680" y="5878080"/>
            <a:ext cx="362520" cy="32040"/>
          </a:xfrm>
          <a:custGeom>
            <a:avLst/>
            <a:gdLst/>
            <a:ahLst/>
            <a:rect l="l" t="t" r="r" b="b"/>
            <a:pathLst>
              <a:path w="367229" h="36723">
                <a:moveTo>
                  <a:pt x="0" y="0"/>
                </a:moveTo>
                <a:lnTo>
                  <a:pt x="367229" y="0"/>
                </a:lnTo>
                <a:lnTo>
                  <a:pt x="367229" y="36723"/>
                </a:lnTo>
                <a:lnTo>
                  <a:pt x="0" y="36723"/>
                </a:lnTo>
                <a:lnTo>
                  <a:pt x="0" y="0"/>
                </a:lnTo>
                <a:close/>
              </a:path>
            </a:pathLst>
          </a:custGeom>
          <a:solidFill>
            <a:srgbClr val="ddff00"/>
          </a:solidFill>
          <a:ln w="0">
            <a:noFill/>
          </a:ln>
        </p:spPr>
        <p:style>
          <a:lnRef idx="0"/>
          <a:fillRef idx="0"/>
          <a:effectRef idx="0"/>
          <a:fontRef idx="minor"/>
        </p:style>
      </p:sp>
      <p:sp>
        <p:nvSpPr>
          <p:cNvPr id="854" name="Shape 10"/>
          <p:cNvSpPr/>
          <p:nvPr/>
        </p:nvSpPr>
        <p:spPr>
          <a:xfrm>
            <a:off x="6775200" y="5878080"/>
            <a:ext cx="178920" cy="32040"/>
          </a:xfrm>
          <a:custGeom>
            <a:avLst/>
            <a:gdLst/>
            <a:ahLst/>
            <a:rect l="l" t="t" r="r" b="b"/>
            <a:pathLst>
              <a:path w="183614" h="36723">
                <a:moveTo>
                  <a:pt x="0" y="0"/>
                </a:moveTo>
                <a:lnTo>
                  <a:pt x="183614" y="0"/>
                </a:lnTo>
                <a:lnTo>
                  <a:pt x="183614" y="36723"/>
                </a:lnTo>
                <a:lnTo>
                  <a:pt x="0" y="36723"/>
                </a:lnTo>
                <a:lnTo>
                  <a:pt x="0" y="0"/>
                </a:lnTo>
                <a:close/>
              </a:path>
            </a:pathLst>
          </a:custGeom>
          <a:solidFill>
            <a:srgbClr val="ddff00"/>
          </a:solidFill>
          <a:ln w="0">
            <a:noFill/>
          </a:ln>
        </p:spPr>
        <p:style>
          <a:lnRef idx="0"/>
          <a:fillRef idx="0"/>
          <a:effectRef idx="0"/>
          <a:fontRef idx="minor"/>
        </p:style>
      </p:sp>
      <p:sp>
        <p:nvSpPr>
          <p:cNvPr id="855" name="Text 11"/>
          <p:cNvSpPr/>
          <p:nvPr/>
        </p:nvSpPr>
        <p:spPr>
          <a:xfrm>
            <a:off x="2564280" y="6208560"/>
            <a:ext cx="1702800" cy="43596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70+</a:t>
            </a:r>
            <a:endParaRPr b="0" lang="en-HK" sz="3470" spc="-1" strike="noStrike">
              <a:latin typeface="Arial"/>
            </a:endParaRPr>
          </a:p>
        </p:txBody>
      </p:sp>
      <p:sp>
        <p:nvSpPr>
          <p:cNvPr id="856" name="Text 12"/>
          <p:cNvSpPr/>
          <p:nvPr/>
        </p:nvSpPr>
        <p:spPr>
          <a:xfrm>
            <a:off x="2633040" y="6722640"/>
            <a:ext cx="1565280" cy="252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Years of Rock</a:t>
            </a:r>
            <a:endParaRPr b="0" lang="en-HK" sz="1300" spc="-1" strike="noStrike">
              <a:latin typeface="Arial"/>
            </a:endParaRPr>
          </a:p>
        </p:txBody>
      </p:sp>
      <p:sp>
        <p:nvSpPr>
          <p:cNvPr id="857" name="Text 13"/>
          <p:cNvSpPr/>
          <p:nvPr/>
        </p:nvSpPr>
        <p:spPr>
          <a:xfrm>
            <a:off x="4348440" y="6208560"/>
            <a:ext cx="1702800" cy="43596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a:t>
            </a:r>
            <a:endParaRPr b="0" lang="en-HK" sz="3470" spc="-1" strike="noStrike">
              <a:latin typeface="Arial"/>
            </a:endParaRPr>
          </a:p>
        </p:txBody>
      </p:sp>
      <p:sp>
        <p:nvSpPr>
          <p:cNvPr id="858" name="Text 14"/>
          <p:cNvSpPr/>
          <p:nvPr/>
        </p:nvSpPr>
        <p:spPr>
          <a:xfrm>
            <a:off x="4417200" y="6722640"/>
            <a:ext cx="1565280" cy="252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Influence</a:t>
            </a:r>
            <a:endParaRPr b="0" lang="en-HK" sz="1300" spc="-1" strike="noStrike">
              <a:latin typeface="Arial"/>
            </a:endParaRPr>
          </a:p>
        </p:txBody>
      </p:sp>
      <p:sp>
        <p:nvSpPr>
          <p:cNvPr id="859" name="Text 15"/>
          <p:cNvSpPr/>
          <p:nvPr/>
        </p:nvSpPr>
        <p:spPr>
          <a:xfrm>
            <a:off x="6132600" y="6208560"/>
            <a:ext cx="1702800" cy="43596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Billions</a:t>
            </a:r>
            <a:endParaRPr b="0" lang="en-HK" sz="3470" spc="-1" strike="noStrike">
              <a:latin typeface="Arial"/>
            </a:endParaRPr>
          </a:p>
        </p:txBody>
      </p:sp>
      <p:sp>
        <p:nvSpPr>
          <p:cNvPr id="860" name="Text 16"/>
          <p:cNvSpPr/>
          <p:nvPr/>
        </p:nvSpPr>
        <p:spPr>
          <a:xfrm>
            <a:off x="6201720" y="6722640"/>
            <a:ext cx="1565280" cy="252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of Fans</a:t>
            </a:r>
            <a:endParaRPr b="0" lang="en-HK" sz="1300" spc="-1" strike="noStrike">
              <a:latin typeface="Arial"/>
            </a:endParaRPr>
          </a:p>
        </p:txBody>
      </p:sp>
      <p:sp>
        <p:nvSpPr>
          <p:cNvPr id="861" name="Text 17"/>
          <p:cNvSpPr/>
          <p:nvPr/>
        </p:nvSpPr>
        <p:spPr>
          <a:xfrm>
            <a:off x="7916760" y="6208560"/>
            <a:ext cx="1702800" cy="43596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Forever</a:t>
            </a:r>
            <a:endParaRPr b="0" lang="en-HK" sz="3470" spc="-1" strike="noStrike">
              <a:latin typeface="Arial"/>
            </a:endParaRPr>
          </a:p>
        </p:txBody>
      </p:sp>
      <p:sp>
        <p:nvSpPr>
          <p:cNvPr id="862" name="Text 18"/>
          <p:cNvSpPr/>
          <p:nvPr/>
        </p:nvSpPr>
        <p:spPr>
          <a:xfrm>
            <a:off x="7985880" y="6722640"/>
            <a:ext cx="1565280" cy="252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 Our Hearts</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70</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2026-04-27T02:00:52Z</dcterms:modified>
  <cp:revision>14</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