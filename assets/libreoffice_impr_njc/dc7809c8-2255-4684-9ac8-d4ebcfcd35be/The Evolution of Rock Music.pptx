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4.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23.xml.rels" ContentType="application/vnd.openxmlformats-package.relationships+xml"/>
  <Override PartName="/ppt/notesSlides/_rels/notesSlide22.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0.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9.png" ContentType="image/png"/>
  <Override PartName="/ppt/media/image13.png" ContentType="image/png"/>
  <Override PartName="/ppt/media/image12.jpeg" ContentType="image/jpeg"/>
  <Override PartName="/ppt/media/image8.png" ContentType="image/png"/>
  <Override PartName="/ppt/media/image17.png" ContentType="image/png"/>
  <Override PartName="/ppt/media/image16.png" ContentType="image/png"/>
  <Override PartName="/ppt/media/image15.png" ContentType="image/png"/>
  <Override PartName="/ppt/media/image14.png" ContentType="image/png"/>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2.xml.rels" ContentType="application/vnd.openxmlformats-package.relationships+xml"/>
  <Override PartName="/ppt/slides/_rels/slide20.xml.rels" ContentType="application/vnd.openxmlformats-package.relationships+xml"/>
  <Override PartName="/ppt/slides/_rels/slide1.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23.xml.rels" ContentType="application/vnd.openxmlformats-package.relationships+xml"/>
  <Override PartName="/ppt/slides/_rels/slide11.xml.rels" ContentType="application/vnd.openxmlformats-package.relationships+xml"/>
  <Override PartName="/ppt/slides/_rels/slide24.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a:t>
            </a:r>
            <a:r>
              <a:rPr b="0" lang="en-HK" sz="4400" spc="-1" strike="noStrike">
                <a:latin typeface="Arial"/>
              </a:rPr>
              <a:t>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F2B7B79F-2B17-41DA-9E57-BDEC1BE6D6C5}"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3" name="PlaceHolder 1"/>
          <p:cNvSpPr>
            <a:spLocks noGrp="1"/>
          </p:cNvSpPr>
          <p:nvPr>
            <p:ph type="sldImg"/>
          </p:nvPr>
        </p:nvSpPr>
        <p:spPr>
          <a:xfrm>
            <a:off x="685800" y="1143000"/>
            <a:ext cx="5483160" cy="3083040"/>
          </a:xfrm>
          <a:prstGeom prst="rect">
            <a:avLst/>
          </a:prstGeom>
          <a:ln w="0">
            <a:noFill/>
          </a:ln>
        </p:spPr>
      </p:sp>
      <p:sp>
        <p:nvSpPr>
          <p:cNvPr id="864"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65" name="PlaceHolder 3"/>
          <p:cNvSpPr>
            <a:spLocks noGrp="1"/>
          </p:cNvSpPr>
          <p:nvPr>
            <p:ph type="sldNum" idx="4"/>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0BB4848-4577-47CC-903E-9E76D223236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PlaceHolder 1"/>
          <p:cNvSpPr>
            <a:spLocks noGrp="1"/>
          </p:cNvSpPr>
          <p:nvPr>
            <p:ph type="sldImg"/>
          </p:nvPr>
        </p:nvSpPr>
        <p:spPr>
          <a:xfrm>
            <a:off x="685800" y="1143000"/>
            <a:ext cx="5483160" cy="3083040"/>
          </a:xfrm>
          <a:prstGeom prst="rect">
            <a:avLst/>
          </a:prstGeom>
          <a:ln w="0">
            <a:noFill/>
          </a:ln>
        </p:spPr>
      </p:sp>
      <p:sp>
        <p:nvSpPr>
          <p:cNvPr id="867"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This </a:t>
            </a:r>
            <a:r>
              <a:rPr b="0" lang="en-HK" sz="1800" spc="-1" strike="noStrike">
                <a:latin typeface="Arial"/>
              </a:rPr>
              <a:t>pr</a:t>
            </a:r>
            <a:r>
              <a:rPr b="0" lang="en-HK" sz="1800" spc="-1" strike="noStrike">
                <a:latin typeface="Arial"/>
              </a:rPr>
              <a:t>es</a:t>
            </a:r>
            <a:r>
              <a:rPr b="0" lang="en-HK" sz="1800" spc="-1" strike="noStrike">
                <a:latin typeface="Arial"/>
              </a:rPr>
              <a:t>en</a:t>
            </a:r>
            <a:r>
              <a:rPr b="0" lang="en-HK" sz="1800" spc="-1" strike="noStrike">
                <a:latin typeface="Arial"/>
              </a:rPr>
              <a:t>tat</a:t>
            </a:r>
            <a:r>
              <a:rPr b="0" lang="en-HK" sz="1800" spc="-1" strike="noStrike">
                <a:latin typeface="Arial"/>
              </a:rPr>
              <a:t>io</a:t>
            </a:r>
            <a:r>
              <a:rPr b="0" lang="en-HK" sz="1800" spc="-1" strike="noStrike">
                <a:latin typeface="Arial"/>
              </a:rPr>
              <a:t>n </a:t>
            </a:r>
            <a:r>
              <a:rPr b="0" lang="en-HK" sz="1800" spc="-1" strike="noStrike">
                <a:latin typeface="Arial"/>
              </a:rPr>
              <a:t>co</a:t>
            </a:r>
            <a:r>
              <a:rPr b="0" lang="en-HK" sz="1800" spc="-1" strike="noStrike">
                <a:latin typeface="Arial"/>
              </a:rPr>
              <a:t>ve</a:t>
            </a:r>
            <a:r>
              <a:rPr b="0" lang="en-HK" sz="1800" spc="-1" strike="noStrike">
                <a:latin typeface="Arial"/>
              </a:rPr>
              <a:t>rs </a:t>
            </a:r>
            <a:r>
              <a:rPr b="0" lang="en-HK" sz="1800" spc="-1" strike="noStrike">
                <a:latin typeface="Arial"/>
              </a:rPr>
              <a:t>fiv</a:t>
            </a:r>
            <a:r>
              <a:rPr b="0" lang="en-HK" sz="1800" spc="-1" strike="noStrike">
                <a:latin typeface="Arial"/>
              </a:rPr>
              <a:t>e </a:t>
            </a:r>
            <a:r>
              <a:rPr b="0" lang="en-HK" sz="1800" spc="-1" strike="noStrike">
                <a:latin typeface="Arial"/>
              </a:rPr>
              <a:t>m</a:t>
            </a:r>
            <a:r>
              <a:rPr b="0" lang="en-HK" sz="1800" spc="-1" strike="noStrike">
                <a:latin typeface="Arial"/>
              </a:rPr>
              <a:t>aj</a:t>
            </a:r>
            <a:r>
              <a:rPr b="0" lang="en-HK" sz="1800" spc="-1" strike="noStrike">
                <a:latin typeface="Arial"/>
              </a:rPr>
              <a:t>or </a:t>
            </a:r>
            <a:r>
              <a:rPr b="0" lang="en-HK" sz="1800" spc="-1" strike="noStrike">
                <a:latin typeface="Arial"/>
              </a:rPr>
              <a:t>er</a:t>
            </a:r>
            <a:r>
              <a:rPr b="0" lang="en-HK" sz="1800" spc="-1" strike="noStrike">
                <a:latin typeface="Arial"/>
              </a:rPr>
              <a:t>as </a:t>
            </a:r>
            <a:r>
              <a:rPr b="0" lang="en-HK" sz="1800" spc="-1" strike="noStrike">
                <a:latin typeface="Arial"/>
              </a:rPr>
              <a:t>of </a:t>
            </a:r>
            <a:r>
              <a:rPr b="0" lang="en-HK" sz="1800" spc="-1" strike="noStrike">
                <a:latin typeface="Arial"/>
              </a:rPr>
              <a:t>ro</a:t>
            </a:r>
            <a:r>
              <a:rPr b="0" lang="en-HK" sz="1800" spc="-1" strike="noStrike">
                <a:latin typeface="Arial"/>
              </a:rPr>
              <a:t>ck</a:t>
            </a:r>
            <a:r>
              <a:rPr b="0" lang="en-HK" sz="1800" spc="-1" strike="noStrike">
                <a:latin typeface="Arial"/>
              </a:rPr>
              <a:t>: </a:t>
            </a:r>
            <a:r>
              <a:rPr b="0" lang="en-HK" sz="1800" spc="-1" strike="noStrike">
                <a:latin typeface="Arial"/>
              </a:rPr>
              <a:t>19</a:t>
            </a:r>
            <a:r>
              <a:rPr b="0" lang="en-HK" sz="1800" spc="-1" strike="noStrike">
                <a:latin typeface="Arial"/>
              </a:rPr>
              <a:t>50</a:t>
            </a:r>
            <a:r>
              <a:rPr b="0" lang="en-HK" sz="1800" spc="-1" strike="noStrike">
                <a:latin typeface="Arial"/>
              </a:rPr>
              <a:t>s </a:t>
            </a:r>
            <a:r>
              <a:rPr b="0" lang="en-HK" sz="1800" spc="-1" strike="noStrike">
                <a:latin typeface="Arial"/>
              </a:rPr>
              <a:t>ori</a:t>
            </a:r>
            <a:r>
              <a:rPr b="0" lang="en-HK" sz="1800" spc="-1" strike="noStrike">
                <a:latin typeface="Arial"/>
              </a:rPr>
              <a:t>gi</a:t>
            </a:r>
            <a:r>
              <a:rPr b="0" lang="en-HK" sz="1800" spc="-1" strike="noStrike">
                <a:latin typeface="Arial"/>
              </a:rPr>
              <a:t>ns</a:t>
            </a:r>
            <a:r>
              <a:rPr b="0" lang="en-HK" sz="1800" spc="-1" strike="noStrike">
                <a:latin typeface="Arial"/>
              </a:rPr>
              <a:t>, </a:t>
            </a:r>
            <a:r>
              <a:rPr b="0" lang="en-HK" sz="1800" spc="-1" strike="noStrike">
                <a:latin typeface="Arial"/>
              </a:rPr>
              <a:t>Br</a:t>
            </a:r>
            <a:r>
              <a:rPr b="0" lang="en-HK" sz="1800" spc="-1" strike="noStrike">
                <a:latin typeface="Arial"/>
              </a:rPr>
              <a:t>iti</a:t>
            </a:r>
            <a:r>
              <a:rPr b="0" lang="en-HK" sz="1800" spc="-1" strike="noStrike">
                <a:latin typeface="Arial"/>
              </a:rPr>
              <a:t>sh </a:t>
            </a:r>
            <a:r>
              <a:rPr b="0" lang="en-HK" sz="1800" spc="-1" strike="noStrike">
                <a:latin typeface="Arial"/>
              </a:rPr>
              <a:t>In</a:t>
            </a:r>
            <a:r>
              <a:rPr b="0" lang="en-HK" sz="1800" spc="-1" strike="noStrike">
                <a:latin typeface="Arial"/>
              </a:rPr>
              <a:t>va</a:t>
            </a:r>
            <a:r>
              <a:rPr b="0" lang="en-HK" sz="1800" spc="-1" strike="noStrike">
                <a:latin typeface="Arial"/>
              </a:rPr>
              <a:t>si</a:t>
            </a:r>
            <a:r>
              <a:rPr b="0" lang="en-HK" sz="1800" spc="-1" strike="noStrike">
                <a:latin typeface="Arial"/>
              </a:rPr>
              <a:t>on</a:t>
            </a:r>
            <a:r>
              <a:rPr b="0" lang="en-HK" sz="1800" spc="-1" strike="noStrike">
                <a:latin typeface="Arial"/>
              </a:rPr>
              <a:t>, </a:t>
            </a:r>
            <a:r>
              <a:rPr b="0" lang="en-HK" sz="1800" spc="-1" strike="noStrike">
                <a:latin typeface="Arial"/>
              </a:rPr>
              <a:t>ps</a:t>
            </a:r>
            <a:r>
              <a:rPr b="0" lang="en-HK" sz="1800" spc="-1" strike="noStrike">
                <a:latin typeface="Arial"/>
              </a:rPr>
              <a:t>yc</a:t>
            </a:r>
            <a:r>
              <a:rPr b="0" lang="en-HK" sz="1800" spc="-1" strike="noStrike">
                <a:latin typeface="Arial"/>
              </a:rPr>
              <a:t>he</a:t>
            </a:r>
            <a:r>
              <a:rPr b="0" lang="en-HK" sz="1800" spc="-1" strike="noStrike">
                <a:latin typeface="Arial"/>
              </a:rPr>
              <a:t>de</a:t>
            </a:r>
            <a:r>
              <a:rPr b="0" lang="en-HK" sz="1800" spc="-1" strike="noStrike">
                <a:latin typeface="Arial"/>
              </a:rPr>
              <a:t>lic </a:t>
            </a:r>
            <a:r>
              <a:rPr b="0" lang="en-HK" sz="1800" spc="-1" strike="noStrike">
                <a:latin typeface="Arial"/>
              </a:rPr>
              <a:t>er</a:t>
            </a:r>
            <a:r>
              <a:rPr b="0" lang="en-HK" sz="1800" spc="-1" strike="noStrike">
                <a:latin typeface="Arial"/>
              </a:rPr>
              <a:t>a, </a:t>
            </a:r>
            <a:r>
              <a:rPr b="0" lang="en-HK" sz="1800" spc="-1" strike="noStrike">
                <a:latin typeface="Arial"/>
              </a:rPr>
              <a:t>he</a:t>
            </a:r>
            <a:r>
              <a:rPr b="0" lang="en-HK" sz="1800" spc="-1" strike="noStrike">
                <a:latin typeface="Arial"/>
              </a:rPr>
              <a:t>av</a:t>
            </a:r>
            <a:r>
              <a:rPr b="0" lang="en-HK" sz="1800" spc="-1" strike="noStrike">
                <a:latin typeface="Arial"/>
              </a:rPr>
              <a:t>y </a:t>
            </a:r>
            <a:r>
              <a:rPr b="0" lang="en-HK" sz="1800" spc="-1" strike="noStrike">
                <a:latin typeface="Arial"/>
              </a:rPr>
              <a:t>m</a:t>
            </a:r>
            <a:r>
              <a:rPr b="0" lang="en-HK" sz="1800" spc="-1" strike="noStrike">
                <a:latin typeface="Arial"/>
              </a:rPr>
              <a:t>et</a:t>
            </a:r>
            <a:r>
              <a:rPr b="0" lang="en-HK" sz="1800" spc="-1" strike="noStrike">
                <a:latin typeface="Arial"/>
              </a:rPr>
              <a:t>al </a:t>
            </a:r>
            <a:r>
              <a:rPr b="0" lang="en-HK" sz="1800" spc="-1" strike="noStrike">
                <a:latin typeface="Arial"/>
              </a:rPr>
              <a:t>an</a:t>
            </a:r>
            <a:r>
              <a:rPr b="0" lang="en-HK" sz="1800" spc="-1" strike="noStrike">
                <a:latin typeface="Arial"/>
              </a:rPr>
              <a:t>d </a:t>
            </a:r>
            <a:r>
              <a:rPr b="0" lang="en-HK" sz="1800" spc="-1" strike="noStrike">
                <a:latin typeface="Arial"/>
              </a:rPr>
              <a:t>pu</a:t>
            </a:r>
            <a:r>
              <a:rPr b="0" lang="en-HK" sz="1800" spc="-1" strike="noStrike">
                <a:latin typeface="Arial"/>
              </a:rPr>
              <a:t>nk</a:t>
            </a:r>
            <a:r>
              <a:rPr b="0" lang="en-HK" sz="1800" spc="-1" strike="noStrike">
                <a:latin typeface="Arial"/>
              </a:rPr>
              <a:t>, </a:t>
            </a:r>
            <a:r>
              <a:rPr b="0" lang="en-HK" sz="1800" spc="-1" strike="noStrike">
                <a:latin typeface="Arial"/>
              </a:rPr>
              <a:t>an</a:t>
            </a:r>
            <a:r>
              <a:rPr b="0" lang="en-HK" sz="1800" spc="-1" strike="noStrike">
                <a:latin typeface="Arial"/>
              </a:rPr>
              <a:t>d </a:t>
            </a:r>
            <a:r>
              <a:rPr b="0" lang="en-HK" sz="1800" spc="-1" strike="noStrike">
                <a:latin typeface="Arial"/>
              </a:rPr>
              <a:t>th</a:t>
            </a:r>
            <a:r>
              <a:rPr b="0" lang="en-HK" sz="1800" spc="-1" strike="noStrike">
                <a:latin typeface="Arial"/>
              </a:rPr>
              <a:t>e </a:t>
            </a:r>
            <a:r>
              <a:rPr b="0" lang="en-HK" sz="1800" spc="-1" strike="noStrike">
                <a:latin typeface="Arial"/>
              </a:rPr>
              <a:t>90</a:t>
            </a:r>
            <a:r>
              <a:rPr b="0" lang="en-HK" sz="1800" spc="-1" strike="noStrike">
                <a:latin typeface="Arial"/>
              </a:rPr>
              <a:t>s </a:t>
            </a:r>
            <a:r>
              <a:rPr b="0" lang="en-HK" sz="1800" spc="-1" strike="noStrike">
                <a:latin typeface="Arial"/>
              </a:rPr>
              <a:t>alt</a:t>
            </a:r>
            <a:r>
              <a:rPr b="0" lang="en-HK" sz="1800" spc="-1" strike="noStrike">
                <a:latin typeface="Arial"/>
              </a:rPr>
              <a:t>er</a:t>
            </a:r>
            <a:r>
              <a:rPr b="0" lang="en-HK" sz="1800" spc="-1" strike="noStrike">
                <a:latin typeface="Arial"/>
              </a:rPr>
              <a:t>na</a:t>
            </a:r>
            <a:r>
              <a:rPr b="0" lang="en-HK" sz="1800" spc="-1" strike="noStrike">
                <a:latin typeface="Arial"/>
              </a:rPr>
              <a:t>tiv</a:t>
            </a:r>
            <a:r>
              <a:rPr b="0" lang="en-HK" sz="1800" spc="-1" strike="noStrike">
                <a:latin typeface="Arial"/>
              </a:rPr>
              <a:t>e </a:t>
            </a:r>
            <a:r>
              <a:rPr b="0" lang="en-HK" sz="1800" spc="-1" strike="noStrike">
                <a:latin typeface="Arial"/>
              </a:rPr>
              <a:t>re</a:t>
            </a:r>
            <a:r>
              <a:rPr b="0" lang="en-HK" sz="1800" spc="-1" strike="noStrike">
                <a:latin typeface="Arial"/>
              </a:rPr>
              <a:t>vo</a:t>
            </a:r>
            <a:r>
              <a:rPr b="0" lang="en-HK" sz="1800" spc="-1" strike="noStrike">
                <a:latin typeface="Arial"/>
              </a:rPr>
              <a:t>lut</a:t>
            </a:r>
            <a:r>
              <a:rPr b="0" lang="en-HK" sz="1800" spc="-1" strike="noStrike">
                <a:latin typeface="Arial"/>
              </a:rPr>
              <a:t>io</a:t>
            </a:r>
            <a:r>
              <a:rPr b="0" lang="en-HK" sz="1800" spc="-1" strike="noStrike">
                <a:latin typeface="Arial"/>
              </a:rPr>
              <a:t>n</a:t>
            </a:r>
            <a:endParaRPr b="0" lang="en-HK" sz="1800" spc="-1" strike="noStrike">
              <a:latin typeface="Arial"/>
            </a:endParaRPr>
          </a:p>
        </p:txBody>
      </p:sp>
      <p:sp>
        <p:nvSpPr>
          <p:cNvPr id="868" name="PlaceHolder 3"/>
          <p:cNvSpPr>
            <a:spLocks noGrp="1"/>
          </p:cNvSpPr>
          <p:nvPr>
            <p:ph type="sldNum" idx="5"/>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30F855A-DBE5-4541-A19D-827D978F42E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9" name="PlaceHolder 1"/>
          <p:cNvSpPr>
            <a:spLocks noGrp="1"/>
          </p:cNvSpPr>
          <p:nvPr>
            <p:ph type="sldImg"/>
          </p:nvPr>
        </p:nvSpPr>
        <p:spPr>
          <a:xfrm>
            <a:off x="685800" y="1143000"/>
            <a:ext cx="5483160" cy="3083040"/>
          </a:xfrm>
          <a:prstGeom prst="rect">
            <a:avLst/>
          </a:prstGeom>
          <a:ln w="0">
            <a:noFill/>
          </a:ln>
        </p:spPr>
      </p:sp>
      <p:sp>
        <p:nvSpPr>
          <p:cNvPr id="870"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71" name="PlaceHolder 3"/>
          <p:cNvSpPr>
            <a:spLocks noGrp="1"/>
          </p:cNvSpPr>
          <p:nvPr>
            <p:ph type="sldNum" idx="6"/>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3D30FE1-7EDA-48B7-9C40-CC9B80EADAA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PlaceHolder 1"/>
          <p:cNvSpPr>
            <a:spLocks noGrp="1"/>
          </p:cNvSpPr>
          <p:nvPr>
            <p:ph type="sldImg"/>
          </p:nvPr>
        </p:nvSpPr>
        <p:spPr>
          <a:xfrm>
            <a:off x="685800" y="1143000"/>
            <a:ext cx="5483160" cy="3083040"/>
          </a:xfrm>
          <a:prstGeom prst="rect">
            <a:avLst/>
          </a:prstGeom>
          <a:ln w="0">
            <a:noFill/>
          </a:ln>
        </p:spPr>
      </p:sp>
      <p:sp>
        <p:nvSpPr>
          <p:cNvPr id="873"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74" name="PlaceHolder 3"/>
          <p:cNvSpPr>
            <a:spLocks noGrp="1"/>
          </p:cNvSpPr>
          <p:nvPr>
            <p:ph type="sldNum" idx="7"/>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8E8F1CF-8E67-47E8-B7AF-FB0D9F96C54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5" name="PlaceHolder 1"/>
          <p:cNvSpPr>
            <a:spLocks noGrp="1"/>
          </p:cNvSpPr>
          <p:nvPr>
            <p:ph type="sldImg"/>
          </p:nvPr>
        </p:nvSpPr>
        <p:spPr>
          <a:xfrm>
            <a:off x="685800" y="1143000"/>
            <a:ext cx="5483160" cy="3083040"/>
          </a:xfrm>
          <a:prstGeom prst="rect">
            <a:avLst/>
          </a:prstGeom>
          <a:ln w="0">
            <a:noFill/>
          </a:ln>
        </p:spPr>
      </p:sp>
      <p:sp>
        <p:nvSpPr>
          <p:cNvPr id="876"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77" name="PlaceHolder 3"/>
          <p:cNvSpPr>
            <a:spLocks noGrp="1"/>
          </p:cNvSpPr>
          <p:nvPr>
            <p:ph type="sldNum" idx="8"/>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5B1C0C9-3A9A-4D22-AC6C-CD22DBBEDCF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8" name="PlaceHolder 1"/>
          <p:cNvSpPr>
            <a:spLocks noGrp="1"/>
          </p:cNvSpPr>
          <p:nvPr>
            <p:ph type="sldImg"/>
          </p:nvPr>
        </p:nvSpPr>
        <p:spPr>
          <a:xfrm>
            <a:off x="685800" y="1143000"/>
            <a:ext cx="5483160" cy="3083040"/>
          </a:xfrm>
          <a:prstGeom prst="rect">
            <a:avLst/>
          </a:prstGeom>
          <a:ln w="0">
            <a:noFill/>
          </a:ln>
        </p:spPr>
      </p:sp>
      <p:sp>
        <p:nvSpPr>
          <p:cNvPr id="879"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80" name="PlaceHolder 3"/>
          <p:cNvSpPr>
            <a:spLocks noGrp="1"/>
          </p:cNvSpPr>
          <p:nvPr>
            <p:ph type="sldNum" idx="9"/>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D797139-C4BB-49A5-A844-5776D406E70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1" name="PlaceHolder 1"/>
          <p:cNvSpPr>
            <a:spLocks noGrp="1"/>
          </p:cNvSpPr>
          <p:nvPr>
            <p:ph type="sldImg"/>
          </p:nvPr>
        </p:nvSpPr>
        <p:spPr>
          <a:xfrm>
            <a:off x="685800" y="1143000"/>
            <a:ext cx="5483160" cy="3083040"/>
          </a:xfrm>
          <a:prstGeom prst="rect">
            <a:avLst/>
          </a:prstGeom>
          <a:ln w="0">
            <a:noFill/>
          </a:ln>
        </p:spPr>
      </p:sp>
      <p:sp>
        <p:nvSpPr>
          <p:cNvPr id="882"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83" name="PlaceHolder 3"/>
          <p:cNvSpPr>
            <a:spLocks noGrp="1"/>
          </p:cNvSpPr>
          <p:nvPr>
            <p:ph type="sldNum" idx="10"/>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6B21054-E935-4B53-A86A-ED9BA86F0EC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4" name="PlaceHolder 1"/>
          <p:cNvSpPr>
            <a:spLocks noGrp="1"/>
          </p:cNvSpPr>
          <p:nvPr>
            <p:ph type="sldImg"/>
          </p:nvPr>
        </p:nvSpPr>
        <p:spPr>
          <a:xfrm>
            <a:off x="685800" y="1143000"/>
            <a:ext cx="5483160" cy="3083040"/>
          </a:xfrm>
          <a:prstGeom prst="rect">
            <a:avLst/>
          </a:prstGeom>
          <a:ln w="0">
            <a:noFill/>
          </a:ln>
        </p:spPr>
      </p:sp>
      <p:sp>
        <p:nvSpPr>
          <p:cNvPr id="885"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86" name="PlaceHolder 3"/>
          <p:cNvSpPr>
            <a:spLocks noGrp="1"/>
          </p:cNvSpPr>
          <p:nvPr>
            <p:ph type="sldNum" idx="11"/>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A02D4CD-7560-419D-89FF-A411013317A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7" name="PlaceHolder 1"/>
          <p:cNvSpPr>
            <a:spLocks noGrp="1"/>
          </p:cNvSpPr>
          <p:nvPr>
            <p:ph type="sldImg"/>
          </p:nvPr>
        </p:nvSpPr>
        <p:spPr>
          <a:xfrm>
            <a:off x="685800" y="1143000"/>
            <a:ext cx="5483160" cy="3083040"/>
          </a:xfrm>
          <a:prstGeom prst="rect">
            <a:avLst/>
          </a:prstGeom>
          <a:ln w="0">
            <a:noFill/>
          </a:ln>
        </p:spPr>
      </p:sp>
      <p:sp>
        <p:nvSpPr>
          <p:cNvPr id="888"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89" name="PlaceHolder 3"/>
          <p:cNvSpPr>
            <a:spLocks noGrp="1"/>
          </p:cNvSpPr>
          <p:nvPr>
            <p:ph type="sldNum" idx="12"/>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B2F1B48-650F-4DC6-9FF4-A47085B6504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0" name="PlaceHolder 1"/>
          <p:cNvSpPr>
            <a:spLocks noGrp="1"/>
          </p:cNvSpPr>
          <p:nvPr>
            <p:ph type="sldImg"/>
          </p:nvPr>
        </p:nvSpPr>
        <p:spPr>
          <a:xfrm>
            <a:off x="685800" y="1143000"/>
            <a:ext cx="5483160" cy="3083040"/>
          </a:xfrm>
          <a:prstGeom prst="rect">
            <a:avLst/>
          </a:prstGeom>
          <a:ln w="0">
            <a:noFill/>
          </a:ln>
        </p:spPr>
      </p:sp>
      <p:sp>
        <p:nvSpPr>
          <p:cNvPr id="891"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92" name="PlaceHolder 3"/>
          <p:cNvSpPr>
            <a:spLocks noGrp="1"/>
          </p:cNvSpPr>
          <p:nvPr>
            <p:ph type="sldNum" idx="13"/>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1980D0E-E23C-4665-BDFF-C81AD98DEDF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3" name="PlaceHolder 1"/>
          <p:cNvSpPr>
            <a:spLocks noGrp="1"/>
          </p:cNvSpPr>
          <p:nvPr>
            <p:ph type="sldImg"/>
          </p:nvPr>
        </p:nvSpPr>
        <p:spPr>
          <a:xfrm>
            <a:off x="685800" y="1143000"/>
            <a:ext cx="5483160" cy="3083040"/>
          </a:xfrm>
          <a:prstGeom prst="rect">
            <a:avLst/>
          </a:prstGeom>
          <a:ln w="0">
            <a:noFill/>
          </a:ln>
        </p:spPr>
      </p:sp>
      <p:sp>
        <p:nvSpPr>
          <p:cNvPr id="894"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95" name="PlaceHolder 3"/>
          <p:cNvSpPr>
            <a:spLocks noGrp="1"/>
          </p:cNvSpPr>
          <p:nvPr>
            <p:ph type="sldNum" idx="14"/>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C68F955-887B-4A9D-B797-6920ADF2E78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6" name="PlaceHolder 1"/>
          <p:cNvSpPr>
            <a:spLocks noGrp="1"/>
          </p:cNvSpPr>
          <p:nvPr>
            <p:ph type="sldImg"/>
          </p:nvPr>
        </p:nvSpPr>
        <p:spPr>
          <a:xfrm>
            <a:off x="685800" y="1143000"/>
            <a:ext cx="5483160" cy="3083040"/>
          </a:xfrm>
          <a:prstGeom prst="rect">
            <a:avLst/>
          </a:prstGeom>
          <a:ln w="0">
            <a:noFill/>
          </a:ln>
        </p:spPr>
      </p:sp>
      <p:sp>
        <p:nvSpPr>
          <p:cNvPr id="897"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98" name="PlaceHolder 3"/>
          <p:cNvSpPr>
            <a:spLocks noGrp="1"/>
          </p:cNvSpPr>
          <p:nvPr>
            <p:ph type="sldNum" idx="15"/>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8DD8629-AC52-4476-A1DC-B5DD41C784C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9" name="PlaceHolder 1"/>
          <p:cNvSpPr>
            <a:spLocks noGrp="1"/>
          </p:cNvSpPr>
          <p:nvPr>
            <p:ph type="sldImg"/>
          </p:nvPr>
        </p:nvSpPr>
        <p:spPr>
          <a:xfrm>
            <a:off x="685800" y="1143000"/>
            <a:ext cx="5483160" cy="3083040"/>
          </a:xfrm>
          <a:prstGeom prst="rect">
            <a:avLst/>
          </a:prstGeom>
          <a:ln w="0">
            <a:noFill/>
          </a:ln>
        </p:spPr>
      </p:sp>
      <p:sp>
        <p:nvSpPr>
          <p:cNvPr id="900"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01" name="PlaceHolder 3"/>
          <p:cNvSpPr>
            <a:spLocks noGrp="1"/>
          </p:cNvSpPr>
          <p:nvPr>
            <p:ph type="sldNum" idx="16"/>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A426041-998C-458C-B28D-22DD796F860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PlaceHolder 1"/>
          <p:cNvSpPr>
            <a:spLocks noGrp="1"/>
          </p:cNvSpPr>
          <p:nvPr>
            <p:ph type="sldImg"/>
          </p:nvPr>
        </p:nvSpPr>
        <p:spPr>
          <a:xfrm>
            <a:off x="685800" y="1143000"/>
            <a:ext cx="5483160" cy="3083040"/>
          </a:xfrm>
          <a:prstGeom prst="rect">
            <a:avLst/>
          </a:prstGeom>
          <a:ln w="0">
            <a:noFill/>
          </a:ln>
        </p:spPr>
      </p:sp>
      <p:sp>
        <p:nvSpPr>
          <p:cNvPr id="903"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04" name="PlaceHolder 3"/>
          <p:cNvSpPr>
            <a:spLocks noGrp="1"/>
          </p:cNvSpPr>
          <p:nvPr>
            <p:ph type="sldNum" idx="17"/>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DDBF66-728D-48C3-A94F-4E971EB1195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5" name="PlaceHolder 1"/>
          <p:cNvSpPr>
            <a:spLocks noGrp="1"/>
          </p:cNvSpPr>
          <p:nvPr>
            <p:ph type="sldImg"/>
          </p:nvPr>
        </p:nvSpPr>
        <p:spPr>
          <a:xfrm>
            <a:off x="685800" y="1143000"/>
            <a:ext cx="5483160" cy="3083040"/>
          </a:xfrm>
          <a:prstGeom prst="rect">
            <a:avLst/>
          </a:prstGeom>
          <a:ln w="0">
            <a:noFill/>
          </a:ln>
        </p:spPr>
      </p:sp>
      <p:sp>
        <p:nvSpPr>
          <p:cNvPr id="906"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07" name="PlaceHolder 3"/>
          <p:cNvSpPr>
            <a:spLocks noGrp="1"/>
          </p:cNvSpPr>
          <p:nvPr>
            <p:ph type="sldNum" idx="18"/>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D2C0A73-34E5-47AA-8654-BCC652FFE4F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8" name="PlaceHolder 1"/>
          <p:cNvSpPr>
            <a:spLocks noGrp="1"/>
          </p:cNvSpPr>
          <p:nvPr>
            <p:ph type="sldImg"/>
          </p:nvPr>
        </p:nvSpPr>
        <p:spPr>
          <a:xfrm>
            <a:off x="685800" y="1143000"/>
            <a:ext cx="5483160" cy="3083040"/>
          </a:xfrm>
          <a:prstGeom prst="rect">
            <a:avLst/>
          </a:prstGeom>
          <a:ln w="0">
            <a:noFill/>
          </a:ln>
        </p:spPr>
      </p:sp>
      <p:sp>
        <p:nvSpPr>
          <p:cNvPr id="909"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10" name="PlaceHolder 3"/>
          <p:cNvSpPr>
            <a:spLocks noGrp="1"/>
          </p:cNvSpPr>
          <p:nvPr>
            <p:ph type="sldNum" idx="19"/>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F0BE04A-B6C5-4561-9DA1-40B5F45D344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PlaceHolder 1"/>
          <p:cNvSpPr>
            <a:spLocks noGrp="1"/>
          </p:cNvSpPr>
          <p:nvPr>
            <p:ph type="sldImg"/>
          </p:nvPr>
        </p:nvSpPr>
        <p:spPr>
          <a:xfrm>
            <a:off x="685800" y="1143000"/>
            <a:ext cx="5483160" cy="3083040"/>
          </a:xfrm>
          <a:prstGeom prst="rect">
            <a:avLst/>
          </a:prstGeom>
          <a:ln w="0">
            <a:noFill/>
          </a:ln>
        </p:spPr>
      </p:sp>
      <p:sp>
        <p:nvSpPr>
          <p:cNvPr id="912"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13" name="PlaceHolder 3"/>
          <p:cNvSpPr>
            <a:spLocks noGrp="1"/>
          </p:cNvSpPr>
          <p:nvPr>
            <p:ph type="sldNum" idx="20"/>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F7A6D30-FA87-4087-B0C3-F7F0561FC5A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4" name="PlaceHolder 1"/>
          <p:cNvSpPr>
            <a:spLocks noGrp="1"/>
          </p:cNvSpPr>
          <p:nvPr>
            <p:ph type="sldImg"/>
          </p:nvPr>
        </p:nvSpPr>
        <p:spPr>
          <a:xfrm>
            <a:off x="685800" y="1143000"/>
            <a:ext cx="5483160" cy="3083040"/>
          </a:xfrm>
          <a:prstGeom prst="rect">
            <a:avLst/>
          </a:prstGeom>
          <a:ln w="0">
            <a:noFill/>
          </a:ln>
        </p:spPr>
      </p:sp>
      <p:sp>
        <p:nvSpPr>
          <p:cNvPr id="915"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16" name="PlaceHolder 3"/>
          <p:cNvSpPr>
            <a:spLocks noGrp="1"/>
          </p:cNvSpPr>
          <p:nvPr>
            <p:ph type="sldNum" idx="21"/>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8646501-FE46-4742-892D-E32BBB57231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7" name="PlaceHolder 1"/>
          <p:cNvSpPr>
            <a:spLocks noGrp="1"/>
          </p:cNvSpPr>
          <p:nvPr>
            <p:ph type="sldImg"/>
          </p:nvPr>
        </p:nvSpPr>
        <p:spPr>
          <a:xfrm>
            <a:off x="685800" y="1143000"/>
            <a:ext cx="5483160" cy="3083040"/>
          </a:xfrm>
          <a:prstGeom prst="rect">
            <a:avLst/>
          </a:prstGeom>
          <a:ln w="0">
            <a:noFill/>
          </a:ln>
        </p:spPr>
      </p:sp>
      <p:sp>
        <p:nvSpPr>
          <p:cNvPr id="918"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19" name="PlaceHolder 3"/>
          <p:cNvSpPr>
            <a:spLocks noGrp="1"/>
          </p:cNvSpPr>
          <p:nvPr>
            <p:ph type="sldNum" idx="22"/>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6AADBEC-A9D5-42C0-92AD-180D06B67A2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0" name="PlaceHolder 1"/>
          <p:cNvSpPr>
            <a:spLocks noGrp="1"/>
          </p:cNvSpPr>
          <p:nvPr>
            <p:ph type="sldImg"/>
          </p:nvPr>
        </p:nvSpPr>
        <p:spPr>
          <a:xfrm>
            <a:off x="685800" y="1143000"/>
            <a:ext cx="5483160" cy="3083040"/>
          </a:xfrm>
          <a:prstGeom prst="rect">
            <a:avLst/>
          </a:prstGeom>
          <a:ln w="0">
            <a:noFill/>
          </a:ln>
        </p:spPr>
      </p:sp>
      <p:sp>
        <p:nvSpPr>
          <p:cNvPr id="921"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22" name="PlaceHolder 3"/>
          <p:cNvSpPr>
            <a:spLocks noGrp="1"/>
          </p:cNvSpPr>
          <p:nvPr>
            <p:ph type="sldNum" idx="23"/>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EC47BD4-3591-4459-80E9-799AD3B8497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3" name="PlaceHolder 1"/>
          <p:cNvSpPr>
            <a:spLocks noGrp="1"/>
          </p:cNvSpPr>
          <p:nvPr>
            <p:ph type="sldImg"/>
          </p:nvPr>
        </p:nvSpPr>
        <p:spPr>
          <a:xfrm>
            <a:off x="685800" y="1143000"/>
            <a:ext cx="5483160" cy="3083040"/>
          </a:xfrm>
          <a:prstGeom prst="rect">
            <a:avLst/>
          </a:prstGeom>
          <a:ln w="0">
            <a:noFill/>
          </a:ln>
        </p:spPr>
      </p:sp>
      <p:sp>
        <p:nvSpPr>
          <p:cNvPr id="924"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25" name="PlaceHolder 3"/>
          <p:cNvSpPr>
            <a:spLocks noGrp="1"/>
          </p:cNvSpPr>
          <p:nvPr>
            <p:ph type="sldNum" idx="24"/>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1C50D10-C181-4E41-8F7A-538A4DC33E1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6" name="PlaceHolder 1"/>
          <p:cNvSpPr>
            <a:spLocks noGrp="1"/>
          </p:cNvSpPr>
          <p:nvPr>
            <p:ph type="sldImg"/>
          </p:nvPr>
        </p:nvSpPr>
        <p:spPr>
          <a:xfrm>
            <a:off x="685800" y="1143000"/>
            <a:ext cx="5483160" cy="3083040"/>
          </a:xfrm>
          <a:prstGeom prst="rect">
            <a:avLst/>
          </a:prstGeom>
          <a:ln w="0">
            <a:noFill/>
          </a:ln>
        </p:spPr>
      </p:sp>
      <p:sp>
        <p:nvSpPr>
          <p:cNvPr id="927"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28" name="PlaceHolder 3"/>
          <p:cNvSpPr>
            <a:spLocks noGrp="1"/>
          </p:cNvSpPr>
          <p:nvPr>
            <p:ph type="sldNum" idx="25"/>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CADAF2B-C1A2-496F-9992-6CD20539D22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9" name="PlaceHolder 1"/>
          <p:cNvSpPr>
            <a:spLocks noGrp="1"/>
          </p:cNvSpPr>
          <p:nvPr>
            <p:ph type="sldImg"/>
          </p:nvPr>
        </p:nvSpPr>
        <p:spPr>
          <a:xfrm>
            <a:off x="685800" y="1143000"/>
            <a:ext cx="5483160" cy="3083040"/>
          </a:xfrm>
          <a:prstGeom prst="rect">
            <a:avLst/>
          </a:prstGeom>
          <a:ln w="0">
            <a:noFill/>
          </a:ln>
        </p:spPr>
      </p:sp>
      <p:sp>
        <p:nvSpPr>
          <p:cNvPr id="930"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31" name="PlaceHolder 3"/>
          <p:cNvSpPr>
            <a:spLocks noGrp="1"/>
          </p:cNvSpPr>
          <p:nvPr>
            <p:ph type="sldNum" idx="26"/>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8DD9EE-24F5-4FE8-8691-864CC667C34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2" name="PlaceHolder 1"/>
          <p:cNvSpPr>
            <a:spLocks noGrp="1"/>
          </p:cNvSpPr>
          <p:nvPr>
            <p:ph type="sldImg"/>
          </p:nvPr>
        </p:nvSpPr>
        <p:spPr>
          <a:xfrm>
            <a:off x="685800" y="1143000"/>
            <a:ext cx="5483160" cy="3083040"/>
          </a:xfrm>
          <a:prstGeom prst="rect">
            <a:avLst/>
          </a:prstGeom>
          <a:ln w="0">
            <a:noFill/>
          </a:ln>
        </p:spPr>
      </p:sp>
      <p:sp>
        <p:nvSpPr>
          <p:cNvPr id="933"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934" name="PlaceHolder 3"/>
          <p:cNvSpPr>
            <a:spLocks noGrp="1"/>
          </p:cNvSpPr>
          <p:nvPr>
            <p:ph type="sldNum" idx="27"/>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9B35D36-FA71-4AD2-92A0-D5D0971AF6D2}"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a:t>
            </a:r>
            <a:r>
              <a:rPr b="0" lang="en-HK" sz="4400" spc="-1" strike="noStrike">
                <a:latin typeface="Arial"/>
              </a:rPr>
              <a:t>li</a:t>
            </a:r>
            <a:r>
              <a:rPr b="0" lang="en-HK" sz="4400" spc="-1" strike="noStrike">
                <a:latin typeface="Arial"/>
              </a:rPr>
              <a:t>c</a:t>
            </a:r>
            <a:r>
              <a:rPr b="0" lang="en-HK" sz="4400" spc="-1" strike="noStrike">
                <a:latin typeface="Arial"/>
              </a:rPr>
              <a:t>k </a:t>
            </a:r>
            <a:r>
              <a:rPr b="0" lang="en-HK" sz="4400" spc="-1" strike="noStrike">
                <a:latin typeface="Arial"/>
              </a:rPr>
              <a:t>to </a:t>
            </a:r>
            <a:r>
              <a:rPr b="0" lang="en-HK" sz="4400" spc="-1" strike="noStrike">
                <a:latin typeface="Arial"/>
              </a:rPr>
              <a:t>e</a:t>
            </a:r>
            <a:r>
              <a:rPr b="0" lang="en-HK" sz="4400" spc="-1" strike="noStrike">
                <a:latin typeface="Arial"/>
              </a:rPr>
              <a:t>di</a:t>
            </a:r>
            <a:r>
              <a:rPr b="0" lang="en-HK" sz="4400" spc="-1" strike="noStrike">
                <a:latin typeface="Arial"/>
              </a:rPr>
              <a:t>t </a:t>
            </a:r>
            <a:r>
              <a:rPr b="0" lang="en-HK" sz="4400" spc="-1" strike="noStrike">
                <a:latin typeface="Arial"/>
              </a:rPr>
              <a:t>th</a:t>
            </a:r>
            <a:r>
              <a:rPr b="0" lang="en-HK" sz="4400" spc="-1" strike="noStrike">
                <a:latin typeface="Arial"/>
              </a:rPr>
              <a:t>e </a:t>
            </a:r>
            <a:r>
              <a:rPr b="0" lang="en-HK" sz="4400" spc="-1" strike="noStrike">
                <a:latin typeface="Arial"/>
              </a:rPr>
              <a:t>tit</a:t>
            </a:r>
            <a:r>
              <a:rPr b="0" lang="en-HK" sz="4400" spc="-1" strike="noStrike">
                <a:latin typeface="Arial"/>
              </a:rPr>
              <a:t>le </a:t>
            </a:r>
            <a:r>
              <a:rPr b="0" lang="en-HK" sz="4400" spc="-1" strike="noStrike">
                <a:latin typeface="Arial"/>
              </a:rPr>
              <a:t>te</a:t>
            </a:r>
            <a:r>
              <a:rPr b="0" lang="en-HK" sz="4400" spc="-1" strike="noStrike">
                <a:latin typeface="Arial"/>
              </a:rPr>
              <a:t>xt </a:t>
            </a:r>
            <a:r>
              <a:rPr b="0" lang="en-HK" sz="4400" spc="-1" strike="noStrike">
                <a:latin typeface="Arial"/>
              </a:rPr>
              <a:t>fo</a:t>
            </a:r>
            <a:r>
              <a:rPr b="0" lang="en-HK" sz="4400" spc="-1" strike="noStrike">
                <a:latin typeface="Arial"/>
              </a:rPr>
              <a:t>r</a:t>
            </a:r>
            <a:r>
              <a:rPr b="0" lang="en-HK" sz="4400" spc="-1" strike="noStrike">
                <a:latin typeface="Arial"/>
              </a:rPr>
              <a:t>m</a:t>
            </a:r>
            <a:r>
              <a:rPr b="0" lang="en-HK" sz="4400" spc="-1" strike="noStrike">
                <a:latin typeface="Arial"/>
              </a:rPr>
              <a:t>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2700000"/>
          </a:gradFill>
          <a:ln w="0">
            <a:noFill/>
          </a:ln>
        </p:spPr>
        <p:style>
          <a:lnRef idx="0"/>
          <a:fillRef idx="0"/>
          <a:effectRef idx="0"/>
          <a:fontRef idx="minor"/>
        </p:style>
      </p:sp>
      <p:sp>
        <p:nvSpPr>
          <p:cNvPr id="46" name="Shape 1"/>
          <p:cNvSpPr/>
          <p:nvPr/>
        </p:nvSpPr>
        <p:spPr>
          <a:xfrm>
            <a:off x="336600" y="781200"/>
            <a:ext cx="2216160" cy="41580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400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26" strike="noStrike">
                <a:solidFill>
                  <a:srgbClr val="000000"/>
                </a:solidFill>
                <a:latin typeface="Liter"/>
                <a:ea typeface="Liter"/>
              </a:rPr>
              <a:t>LECTURE SERIES</a:t>
            </a:r>
            <a:endParaRPr b="0" lang="en-HK" sz="1500" spc="-1" strike="noStrike">
              <a:latin typeface="Arial"/>
            </a:endParaRPr>
          </a:p>
        </p:txBody>
      </p:sp>
      <p:sp>
        <p:nvSpPr>
          <p:cNvPr id="48" name="Text 3"/>
          <p:cNvSpPr/>
          <p:nvPr/>
        </p:nvSpPr>
        <p:spPr>
          <a:xfrm>
            <a:off x="380880" y="1733400"/>
            <a:ext cx="11998440" cy="342576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1" lang="en-US" sz="9000" spc="-452" strike="noStrike">
                <a:solidFill>
                  <a:srgbClr val="ffffff"/>
                </a:solidFill>
                <a:latin typeface="Liter"/>
                <a:ea typeface="Liter"/>
              </a:rPr>
              <a:t>THE</a:t>
            </a:r>
            <a:endParaRPr b="0" lang="en-HK" sz="9000" spc="-1" strike="noStrike">
              <a:latin typeface="Arial"/>
            </a:endParaRPr>
          </a:p>
          <a:p>
            <a:pPr algn="r">
              <a:lnSpc>
                <a:spcPct val="80000"/>
              </a:lnSpc>
              <a:buNone/>
            </a:pPr>
            <a:r>
              <a:rPr b="1" lang="en-US" sz="9000" spc="-452" strike="noStrike">
                <a:solidFill>
                  <a:srgbClr val="ddff00"/>
                </a:solidFill>
                <a:latin typeface="Liter"/>
                <a:ea typeface="Liter"/>
              </a:rPr>
              <a:t>EVOLUTION</a:t>
            </a:r>
            <a:endParaRPr b="0" lang="en-HK" sz="9000" spc="-1" strike="noStrike">
              <a:latin typeface="Arial"/>
            </a:endParaRPr>
          </a:p>
          <a:p>
            <a:pPr algn="r">
              <a:lnSpc>
                <a:spcPct val="80000"/>
              </a:lnSpc>
              <a:buNone/>
            </a:pPr>
            <a:r>
              <a:rPr b="1" lang="en-US" sz="9000" spc="-452" strike="noStrike">
                <a:solidFill>
                  <a:srgbClr val="ffffff"/>
                </a:solidFill>
                <a:latin typeface="Liter"/>
                <a:ea typeface="Liter"/>
              </a:rPr>
              <a:t>OF ROCK</a:t>
            </a:r>
            <a:endParaRPr b="0" lang="en-HK" sz="9000" spc="-1" strike="noStrike">
              <a:latin typeface="Arial"/>
            </a:endParaRPr>
          </a:p>
        </p:txBody>
      </p:sp>
      <p:sp>
        <p:nvSpPr>
          <p:cNvPr id="49" name="Shape 4"/>
          <p:cNvSpPr/>
          <p:nvPr/>
        </p:nvSpPr>
        <p:spPr>
          <a:xfrm>
            <a:off x="380880" y="5391000"/>
            <a:ext cx="911160" cy="3492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3960" cy="3492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5360" cy="3492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4048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2250" spc="-1" strike="noStrike">
                <a:solidFill>
                  <a:srgbClr val="ffffff"/>
                </a:solidFill>
                <a:latin typeface="Liter"/>
                <a:ea typeface="Liter"/>
              </a:rPr>
              <a:t>A Journey Through the History of Rock 'n' Roll</a:t>
            </a:r>
            <a:endParaRPr b="0" lang="en-HK" sz="2250" spc="-1" strike="noStrike">
              <a:latin typeface="Arial"/>
            </a:endParaRPr>
          </a:p>
        </p:txBody>
      </p:sp>
      <p:sp>
        <p:nvSpPr>
          <p:cNvPr id="53" name="Shape 8"/>
          <p:cNvSpPr/>
          <p:nvPr/>
        </p:nvSpPr>
        <p:spPr>
          <a:xfrm rot="2700000">
            <a:off x="10638360" y="5301360"/>
            <a:ext cx="568440" cy="56844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4" name="Shape 9"/>
          <p:cNvSpPr/>
          <p:nvPr/>
        </p:nvSpPr>
        <p:spPr>
          <a:xfrm>
            <a:off x="10934640" y="5600880"/>
            <a:ext cx="225360" cy="22536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3080" cy="60624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292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0"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4560" cy="45396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1" lang="en-US" sz="3600" spc="-1" strike="noStrike">
                <a:solidFill>
                  <a:srgbClr val="ffffff"/>
                </a:solidFill>
                <a:latin typeface="Liter"/>
                <a:ea typeface="Liter"/>
              </a:rPr>
              <a:t>CONTENTS</a:t>
            </a:r>
            <a:endParaRPr b="0" lang="en-HK" sz="3600" spc="-1" strike="noStrike">
              <a:latin typeface="Arial"/>
            </a:endParaRPr>
          </a:p>
        </p:txBody>
      </p:sp>
      <p:sp>
        <p:nvSpPr>
          <p:cNvPr id="58" name="Shape 3"/>
          <p:cNvSpPr/>
          <p:nvPr/>
        </p:nvSpPr>
        <p:spPr>
          <a:xfrm>
            <a:off x="380880" y="152388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488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480" y="152388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160" y="1657440"/>
            <a:ext cx="49212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600" y="160020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600" y="190512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212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480" y="271476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080" y="2847960"/>
            <a:ext cx="49212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600" y="279072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600" y="309564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240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480" y="390528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2640" y="4038480"/>
            <a:ext cx="49212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600" y="398160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600" y="428616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304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480" y="5095800"/>
            <a:ext cx="606240" cy="60624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480" y="5229360"/>
            <a:ext cx="501480" cy="3398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600" y="5172120"/>
            <a:ext cx="48164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600" y="5477040"/>
            <a:ext cx="47973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7240" y="6337080"/>
            <a:ext cx="111240" cy="11124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5840" y="6337080"/>
            <a:ext cx="111240" cy="11124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4440" y="6337080"/>
            <a:ext cx="111240" cy="11124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408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01</a:t>
            </a:r>
            <a:endParaRPr b="0" lang="en-HK" sz="5400" spc="-1" strike="noStrike">
              <a:latin typeface="Arial"/>
            </a:endParaRPr>
          </a:p>
        </p:txBody>
      </p:sp>
      <p:sp>
        <p:nvSpPr>
          <p:cNvPr id="98" name="Shape 4"/>
          <p:cNvSpPr/>
          <p:nvPr/>
        </p:nvSpPr>
        <p:spPr>
          <a:xfrm>
            <a:off x="1828800" y="1752480"/>
            <a:ext cx="4502160" cy="3492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8784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ONE</a:t>
            </a:r>
            <a:endParaRPr b="0" lang="en-HK" sz="1350" spc="-1" strike="noStrike">
              <a:latin typeface="Arial"/>
            </a:endParaRPr>
          </a:p>
        </p:txBody>
      </p:sp>
      <p:sp>
        <p:nvSpPr>
          <p:cNvPr id="100" name="Text 6"/>
          <p:cNvSpPr/>
          <p:nvPr/>
        </p:nvSpPr>
        <p:spPr>
          <a:xfrm>
            <a:off x="380880" y="2895480"/>
            <a:ext cx="6292800" cy="171144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ORIGINS &amp;</a:t>
            </a:r>
            <a:endParaRPr b="0" lang="en-HK" sz="5400" spc="-1" strike="noStrike">
              <a:latin typeface="Arial"/>
            </a:endParaRPr>
          </a:p>
          <a:p>
            <a:pPr algn="r">
              <a:lnSpc>
                <a:spcPct val="100000"/>
              </a:lnSpc>
              <a:buNone/>
            </a:pPr>
            <a:r>
              <a:rPr b="1" lang="en-US" sz="5400" spc="-1" strike="noStrike">
                <a:solidFill>
                  <a:srgbClr val="ddff0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420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3080" cy="45396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8800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0"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2760" cy="37764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700" spc="-1" strike="noStrike">
                <a:solidFill>
                  <a:srgbClr val="ffffff"/>
                </a:solidFill>
                <a:latin typeface="Liter"/>
                <a:ea typeface="Liter"/>
              </a:rPr>
              <a:t>The Roots of Rock: Blues, Gospel &amp; Country</a:t>
            </a:r>
            <a:endParaRPr b="0" lang="en-HK" sz="2700" spc="-1" strike="noStrike">
              <a:latin typeface="Arial"/>
            </a:endParaRPr>
          </a:p>
        </p:txBody>
      </p:sp>
      <p:sp>
        <p:nvSpPr>
          <p:cNvPr id="108" name="Shape 3"/>
          <p:cNvSpPr/>
          <p:nvPr/>
        </p:nvSpPr>
        <p:spPr>
          <a:xfrm>
            <a:off x="399960" y="1257480"/>
            <a:ext cx="34920" cy="176832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5360" cy="22536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344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076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076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4920" cy="176832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5360" cy="22536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344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076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076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4920" cy="115884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5360" cy="22536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344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076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040" y="1266840"/>
            <a:ext cx="4454640" cy="354024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000" y="1732320"/>
            <a:ext cx="453960" cy="45396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120" y="2341800"/>
            <a:ext cx="4092480" cy="3016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160" y="2951640"/>
            <a:ext cx="4064040" cy="13874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320" y="4971960"/>
            <a:ext cx="4473360" cy="150156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120" y="5162400"/>
            <a:ext cx="418788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120" y="5543640"/>
            <a:ext cx="4168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09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78400" cy="31428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5000" cy="247320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5916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27480" cy="1028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2748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29160" cy="419580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500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39680" cy="12384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45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660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39680" cy="12384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45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660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39680" cy="12384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24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45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39680" cy="12384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45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660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400" y="1047600"/>
            <a:ext cx="6815160" cy="471960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400" y="1047600"/>
            <a:ext cx="6815160" cy="471960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480" y="5228640"/>
            <a:ext cx="661680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480" y="5419080"/>
            <a:ext cx="66326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8720" y="5899320"/>
            <a:ext cx="2195280" cy="92556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120" y="6030360"/>
            <a:ext cx="2076480" cy="31428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1680" y="6379560"/>
            <a:ext cx="1989000" cy="314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440" y="5899320"/>
            <a:ext cx="2195280" cy="92556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200" y="6030360"/>
            <a:ext cx="2076480" cy="31428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6760" y="6379560"/>
            <a:ext cx="1989000" cy="314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8520" y="5899320"/>
            <a:ext cx="2195280" cy="92556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8280" y="6030360"/>
            <a:ext cx="2076480" cy="31428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1840" y="6379560"/>
            <a:ext cx="1989000" cy="314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600" y="6959160"/>
            <a:ext cx="28440" cy="90180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160" y="6959160"/>
            <a:ext cx="67276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160" y="7244640"/>
            <a:ext cx="671976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7792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latin typeface="Arial"/>
            </a:endParaRPr>
          </a:p>
        </p:txBody>
      </p:sp>
      <p:sp>
        <p:nvSpPr>
          <p:cNvPr id="175" name="Shape 4"/>
          <p:cNvSpPr/>
          <p:nvPr/>
        </p:nvSpPr>
        <p:spPr>
          <a:xfrm>
            <a:off x="1828800" y="1752480"/>
            <a:ext cx="3330360" cy="3492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640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TWO</a:t>
            </a:r>
            <a:endParaRPr b="0" lang="en-HK" sz="1350" spc="-1" strike="noStrike">
              <a:latin typeface="Arial"/>
            </a:endParaRPr>
          </a:p>
        </p:txBody>
      </p:sp>
      <p:sp>
        <p:nvSpPr>
          <p:cNvPr id="177" name="Text 6"/>
          <p:cNvSpPr/>
          <p:nvPr/>
        </p:nvSpPr>
        <p:spPr>
          <a:xfrm>
            <a:off x="380880" y="2895480"/>
            <a:ext cx="5121360" cy="171144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THE BRITISH</a:t>
            </a:r>
            <a:endParaRPr b="0" lang="en-HK" sz="5400" spc="-1" strike="noStrike">
              <a:latin typeface="Arial"/>
            </a:endParaRPr>
          </a:p>
          <a:p>
            <a:pPr algn="r">
              <a:lnSpc>
                <a:spcPct val="100000"/>
              </a:lnSpc>
              <a:buNone/>
            </a:pPr>
            <a:r>
              <a:rPr b="1" lang="en-US" sz="5400" spc="-1" strike="noStrike">
                <a:solidFill>
                  <a:srgbClr val="ddff00"/>
                </a:solidFill>
                <a:latin typeface="Liter"/>
                <a:ea typeface="Liter"/>
              </a:rPr>
              <a:t>INVASION</a:t>
            </a:r>
            <a:endParaRPr b="0" lang="en-HK" sz="5400" spc="-1" strike="noStrike">
              <a:latin typeface="Arial"/>
            </a:endParaRPr>
          </a:p>
        </p:txBody>
      </p:sp>
      <p:sp>
        <p:nvSpPr>
          <p:cNvPr id="178" name="Text 7"/>
          <p:cNvSpPr/>
          <p:nvPr/>
        </p:nvSpPr>
        <p:spPr>
          <a:xfrm>
            <a:off x="380880" y="4838760"/>
            <a:ext cx="489276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2640" cy="39240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47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66"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37880" cy="32652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797520" cy="214020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0880" cy="260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67760" cy="639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67760" cy="639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0960" cy="261000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17440" cy="227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29880" cy="157932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2160" cy="14508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3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4960" cy="128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29880" cy="157932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08000" cy="14508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0800" y="3907440"/>
            <a:ext cx="2873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4960" cy="106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89520" cy="82944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7080" cy="293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1200" cy="326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89520" cy="82944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7080" cy="293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1200" cy="326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160" y="6128640"/>
            <a:ext cx="2189520" cy="82944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200" y="6231600"/>
            <a:ext cx="2107080" cy="293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320" y="6528600"/>
            <a:ext cx="2041200" cy="326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8880" y="1088280"/>
            <a:ext cx="4530600" cy="406080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8880" y="1088280"/>
            <a:ext cx="4530600" cy="406080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0640" y="4591440"/>
            <a:ext cx="432468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0640" y="4789080"/>
            <a:ext cx="434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160" y="5292000"/>
            <a:ext cx="4514040" cy="166176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320" y="5465160"/>
            <a:ext cx="4242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320" y="5860800"/>
            <a:ext cx="62640" cy="6264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080" y="5794920"/>
            <a:ext cx="300564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320" y="6124680"/>
            <a:ext cx="62640" cy="6264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080" y="6058800"/>
            <a:ext cx="323640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320" y="6388560"/>
            <a:ext cx="62640" cy="6264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080" y="6322320"/>
            <a:ext cx="326124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320" y="6652080"/>
            <a:ext cx="62640" cy="6264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080" y="6586200"/>
            <a:ext cx="403596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0716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4280" cy="31428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5000" cy="247320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5916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2748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2748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29160" cy="287028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500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5520" cy="15552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240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44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5720" cy="15552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69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890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5720" cy="15552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56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874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5320" cy="15552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098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19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2680" y="1055520"/>
            <a:ext cx="6799320" cy="274320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040" y="1254240"/>
            <a:ext cx="649764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040" y="1635120"/>
            <a:ext cx="758880" cy="31428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360" y="1635120"/>
            <a:ext cx="822240" cy="31428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5720" y="1635120"/>
            <a:ext cx="28440" cy="31428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8640" y="1635120"/>
            <a:ext cx="54180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040" y="2048040"/>
            <a:ext cx="758880" cy="31428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360" y="2048040"/>
            <a:ext cx="822240" cy="31428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5720" y="2048040"/>
            <a:ext cx="28440" cy="31428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8640" y="2048040"/>
            <a:ext cx="54180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040" y="2460600"/>
            <a:ext cx="758880" cy="31428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360" y="2460600"/>
            <a:ext cx="822240" cy="31428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5720" y="2460600"/>
            <a:ext cx="28440" cy="31428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8640" y="2460600"/>
            <a:ext cx="54180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040" y="2873520"/>
            <a:ext cx="758880" cy="31428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360" y="2873520"/>
            <a:ext cx="822240" cy="31428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5720" y="2873520"/>
            <a:ext cx="28440" cy="31428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8640" y="2873520"/>
            <a:ext cx="54180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040" y="3286080"/>
            <a:ext cx="758880" cy="31428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360" y="3286080"/>
            <a:ext cx="822240" cy="31428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5720" y="3286080"/>
            <a:ext cx="28440" cy="31428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8640" y="3286080"/>
            <a:ext cx="54180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400" y="3936960"/>
            <a:ext cx="6815160" cy="121896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160" y="4095720"/>
            <a:ext cx="657684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160" y="4381560"/>
            <a:ext cx="656100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7792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1640" cy="3492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39732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2280" cy="1711440"/>
          </a:xfrm>
          <a:prstGeom prst="rect">
            <a:avLst/>
          </a:prstGeom>
          <a:noFill/>
          <a:ln w="0">
            <a:noFill/>
          </a:ln>
        </p:spPr>
        <p:style>
          <a:lnRef idx="0"/>
          <a:fillRef idx="0"/>
          <a:effectRef idx="0"/>
          <a:fontRef idx="minor"/>
        </p:style>
        <p:txBody>
          <a:bodyPr lIns="0" rIns="0" tIns="0" bIns="0" anchor="ctr">
            <a:noAutofit/>
          </a:bodyPr>
          <a:p>
            <a:pPr algn="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gn="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368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2280" cy="38952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608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66"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6080" cy="324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6440" cy="212436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1960" cy="258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69200" cy="63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69200" cy="63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0240" cy="240228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181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3320" cy="79056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2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608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0780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3320" cy="79056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2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608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0780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3320" cy="79056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2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608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0780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3320" cy="79056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2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608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07800" cy="127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0560" cy="52056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17800" cy="19332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2280" cy="160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0560" cy="52056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3320" cy="19332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2280" cy="160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29720" y="5891400"/>
            <a:ext cx="520560" cy="52056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520" y="6055200"/>
            <a:ext cx="193320" cy="19332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2280" cy="160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200" y="5891400"/>
            <a:ext cx="520560" cy="52056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240" y="6055200"/>
            <a:ext cx="168480" cy="19332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4880" y="6480720"/>
            <a:ext cx="1682280" cy="160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080" y="1080000"/>
            <a:ext cx="4529880" cy="349884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080" y="1080000"/>
            <a:ext cx="4529880" cy="349884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120" y="4025880"/>
            <a:ext cx="4325400" cy="160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120" y="4222080"/>
            <a:ext cx="434160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360" y="4721400"/>
            <a:ext cx="4513680" cy="191160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080" y="4893120"/>
            <a:ext cx="424368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080" y="5285880"/>
            <a:ext cx="62280" cy="6228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120" y="5220360"/>
            <a:ext cx="237780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080" y="5547600"/>
            <a:ext cx="62280" cy="6228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120" y="5482440"/>
            <a:ext cx="243504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080" y="5809680"/>
            <a:ext cx="62280" cy="6228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120" y="5748120"/>
            <a:ext cx="1415880" cy="185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080" y="6071400"/>
            <a:ext cx="62280" cy="6228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120" y="6005880"/>
            <a:ext cx="288504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080" y="6333120"/>
            <a:ext cx="62280" cy="6228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120" y="6271920"/>
            <a:ext cx="1536120" cy="185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624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336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5000" cy="247320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5916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2748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2748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29160" cy="287028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500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28440" cy="60012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5720" cy="15552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37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580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5720" cy="15552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399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20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5520" cy="15552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69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290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77640" cy="37764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5720" cy="15552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23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44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2680" y="1055520"/>
            <a:ext cx="6799320" cy="360036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040" y="1254240"/>
            <a:ext cx="649764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040" y="1635120"/>
            <a:ext cx="631800" cy="63180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480" y="1825560"/>
            <a:ext cx="30636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2800" y="1762200"/>
            <a:ext cx="57117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2800" y="1984320"/>
            <a:ext cx="56959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040" y="2365200"/>
            <a:ext cx="631800" cy="63180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000" y="2556000"/>
            <a:ext cx="33804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2800" y="2492280"/>
            <a:ext cx="57117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2800" y="2714760"/>
            <a:ext cx="56959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040" y="3095640"/>
            <a:ext cx="631800" cy="63180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0840" y="3286080"/>
            <a:ext cx="33012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2800" y="3222720"/>
            <a:ext cx="57117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2800" y="3444840"/>
            <a:ext cx="56959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040" y="3825720"/>
            <a:ext cx="631800" cy="63180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600" y="4016520"/>
            <a:ext cx="35388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2800" y="3952800"/>
            <a:ext cx="57117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2800" y="4175280"/>
            <a:ext cx="56959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400" y="4794120"/>
            <a:ext cx="6815160" cy="139392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160" y="4952880"/>
            <a:ext cx="657684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280" y="5302080"/>
            <a:ext cx="108000" cy="12384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5640" y="5270400"/>
            <a:ext cx="11872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5960" y="5302080"/>
            <a:ext cx="108000" cy="12384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4320" y="5270400"/>
            <a:ext cx="14256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280" y="5587920"/>
            <a:ext cx="108000" cy="12384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5640" y="5556240"/>
            <a:ext cx="12668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5960" y="5587920"/>
            <a:ext cx="108000" cy="12384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4320" y="5556240"/>
            <a:ext cx="12189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280" y="5873760"/>
            <a:ext cx="108000" cy="12384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5640" y="5842080"/>
            <a:ext cx="133812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5960" y="5873760"/>
            <a:ext cx="108000" cy="12384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4320" y="5842080"/>
            <a:ext cx="139392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7792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6520" cy="3492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256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4997520" cy="17114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BIRTH OF</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HEAVY METAL</a:t>
            </a:r>
            <a:endParaRPr b="0" lang="en-HK" sz="5400" spc="-1" strike="noStrike">
              <a:latin typeface="Arial"/>
            </a:endParaRPr>
          </a:p>
        </p:txBody>
      </p:sp>
      <p:sp>
        <p:nvSpPr>
          <p:cNvPr id="410" name="Text 7"/>
          <p:cNvSpPr/>
          <p:nvPr/>
        </p:nvSpPr>
        <p:spPr>
          <a:xfrm>
            <a:off x="380880" y="4838760"/>
            <a:ext cx="476892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248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7996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Three Pillars of Heavy Metal</a:t>
            </a:r>
            <a:endParaRPr b="0" lang="en-HK" sz="2250" spc="-1" strike="noStrike">
              <a:latin typeface="Arial"/>
            </a:endParaRPr>
          </a:p>
        </p:txBody>
      </p:sp>
      <p:sp>
        <p:nvSpPr>
          <p:cNvPr id="417" name="Shape 3"/>
          <p:cNvSpPr/>
          <p:nvPr/>
        </p:nvSpPr>
        <p:spPr>
          <a:xfrm>
            <a:off x="317520" y="1047600"/>
            <a:ext cx="6815160" cy="206064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2932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49764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49764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1520" cy="328284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4720" cy="50472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5200" cy="23472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81080" cy="218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573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573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573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573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57320" cy="473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1880" cy="468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4940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1520" cy="328284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4720" cy="50472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4720" cy="23472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81080" cy="218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573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573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573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573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573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1880" cy="468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4940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6840" y="3246480"/>
            <a:ext cx="2171520" cy="328284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160" y="3381480"/>
            <a:ext cx="504720" cy="50472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200" y="3516480"/>
            <a:ext cx="264600" cy="23472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1880" y="3952800"/>
            <a:ext cx="1981080" cy="218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3760" y="4175280"/>
            <a:ext cx="19573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480" y="4429080"/>
            <a:ext cx="19573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480" y="4651200"/>
            <a:ext cx="1957320" cy="473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480" y="5191200"/>
            <a:ext cx="1957320" cy="473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480" y="5730840"/>
            <a:ext cx="19573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480" y="6171480"/>
            <a:ext cx="1901880" cy="468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480" y="6270480"/>
            <a:ext cx="1949400" cy="12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7800" y="1047600"/>
            <a:ext cx="4545000" cy="318780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7800" y="1047600"/>
            <a:ext cx="4545000" cy="318780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4880" y="3699000"/>
            <a:ext cx="434664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4880" y="3889440"/>
            <a:ext cx="43624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7800" y="4365720"/>
            <a:ext cx="4545000" cy="217152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560" y="4524480"/>
            <a:ext cx="430668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560" y="4842000"/>
            <a:ext cx="429084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560" y="5556240"/>
            <a:ext cx="429084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6820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1920" cy="3492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8760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2560" cy="17114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PUNK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NEW WAVE</a:t>
            </a:r>
            <a:endParaRPr b="0" lang="en-HK" sz="5400" spc="-1" strike="noStrike">
              <a:latin typeface="Arial"/>
            </a:endParaRPr>
          </a:p>
        </p:txBody>
      </p:sp>
      <p:sp>
        <p:nvSpPr>
          <p:cNvPr id="470" name="Text 7"/>
          <p:cNvSpPr/>
          <p:nvPr/>
        </p:nvSpPr>
        <p:spPr>
          <a:xfrm>
            <a:off x="380880" y="4838760"/>
            <a:ext cx="486396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3360" cy="39744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7080" cy="163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66"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78880" cy="3304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77" name="Shape 3"/>
          <p:cNvSpPr/>
          <p:nvPr/>
        </p:nvSpPr>
        <p:spPr>
          <a:xfrm>
            <a:off x="333720" y="1101600"/>
            <a:ext cx="6789600" cy="216648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89000" cy="263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5880" cy="647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5880" cy="647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3040" cy="265032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5920" cy="230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30240" cy="89784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5100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272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4440" cy="330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30240" cy="89784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5100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272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4440" cy="330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30240" cy="89784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5100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272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4440" cy="330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30240" cy="89784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5100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272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4440" cy="163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5680" cy="63936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2080" cy="19692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5560" cy="16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5680" cy="63936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6880" cy="19692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5560" cy="16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5680" cy="63936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280" y="6317280"/>
            <a:ext cx="222120" cy="19692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5560" cy="16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160" y="6212880"/>
            <a:ext cx="1615680" cy="63936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160" y="6317280"/>
            <a:ext cx="172080" cy="19692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400" y="6584040"/>
            <a:ext cx="1465560" cy="16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320" y="1101600"/>
            <a:ext cx="4528080" cy="311760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320" y="1101600"/>
            <a:ext cx="4528080" cy="311760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3880" y="3655080"/>
            <a:ext cx="4319280" cy="163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3880" y="3855240"/>
            <a:ext cx="433620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600" y="4364280"/>
            <a:ext cx="4511520" cy="168228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3920" y="4539600"/>
            <a:ext cx="423612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3920" y="4940280"/>
            <a:ext cx="63360" cy="6336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480" y="4873320"/>
            <a:ext cx="290088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3920" y="5207400"/>
            <a:ext cx="63360" cy="6336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480" y="5140440"/>
            <a:ext cx="242532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3920" y="5474160"/>
            <a:ext cx="63360" cy="6336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480" y="5407560"/>
            <a:ext cx="245844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3920" y="5741280"/>
            <a:ext cx="63360" cy="6336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480" y="5674680"/>
            <a:ext cx="3309840" cy="196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320" y="6192000"/>
            <a:ext cx="4528080" cy="66420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400" y="6325560"/>
            <a:ext cx="4327920" cy="397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4836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548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New Wave: Creativity &amp; Experimentation</a:t>
            </a:r>
            <a:endParaRPr b="0" lang="en-HK" sz="2250" spc="-1" strike="noStrike">
              <a:latin typeface="Arial"/>
            </a:endParaRPr>
          </a:p>
        </p:txBody>
      </p:sp>
      <p:sp>
        <p:nvSpPr>
          <p:cNvPr id="530" name="Shape 3"/>
          <p:cNvSpPr/>
          <p:nvPr/>
        </p:nvSpPr>
        <p:spPr>
          <a:xfrm>
            <a:off x="317520" y="1047600"/>
            <a:ext cx="4545000" cy="226692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5916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2748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2748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29160" cy="312408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500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3840" cy="12384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64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685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2160" cy="12384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31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52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3840" cy="12384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1940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14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5520" cy="12384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810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312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39680" cy="12384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873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794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2680" y="1055520"/>
            <a:ext cx="6799320" cy="277488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040" y="1254240"/>
            <a:ext cx="649764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000" y="1639080"/>
            <a:ext cx="3132000" cy="92556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5840" y="1809720"/>
            <a:ext cx="139680" cy="13968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560" y="1770120"/>
            <a:ext cx="27590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040" y="2055960"/>
            <a:ext cx="293364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000" y="1639080"/>
            <a:ext cx="3132000" cy="92556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2840" y="1809720"/>
            <a:ext cx="139680" cy="13968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5560" y="1770120"/>
            <a:ext cx="27590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040" y="2055960"/>
            <a:ext cx="293364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000" y="2702880"/>
            <a:ext cx="3132000" cy="92556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5840" y="2873520"/>
            <a:ext cx="139680" cy="13968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560" y="2833560"/>
            <a:ext cx="27590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040" y="3119400"/>
            <a:ext cx="293364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000" y="2702880"/>
            <a:ext cx="3132000" cy="92556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3840" y="2873520"/>
            <a:ext cx="157320" cy="13968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5560" y="2833560"/>
            <a:ext cx="27590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040" y="3119400"/>
            <a:ext cx="2933640" cy="37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400" y="3968640"/>
            <a:ext cx="6815160" cy="175896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160" y="4127400"/>
            <a:ext cx="657684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160" y="4444920"/>
            <a:ext cx="656100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160" y="5159520"/>
            <a:ext cx="6561000" cy="409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8720" y="5861880"/>
            <a:ext cx="2195280" cy="63972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200" y="5961240"/>
            <a:ext cx="2092320" cy="2509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000" y="6246720"/>
            <a:ext cx="20527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440" y="5861880"/>
            <a:ext cx="2195280" cy="63972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280" y="5961240"/>
            <a:ext cx="2092320" cy="2509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080" y="6246720"/>
            <a:ext cx="20527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8520" y="5861880"/>
            <a:ext cx="2195280" cy="63972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0360" y="5961240"/>
            <a:ext cx="2092320" cy="2509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160" y="6246720"/>
            <a:ext cx="20527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88880" cy="685476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8728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21120" cy="3492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680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1760" cy="17114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ALTERNATIVE</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ROCK &amp; GRUNGE</a:t>
            </a:r>
            <a:endParaRPr b="0" lang="en-HK" sz="5400" spc="-1" strike="noStrike">
              <a:latin typeface="Arial"/>
            </a:endParaRPr>
          </a:p>
        </p:txBody>
      </p:sp>
      <p:sp>
        <p:nvSpPr>
          <p:cNvPr id="600" name="Text 7"/>
          <p:cNvSpPr/>
          <p:nvPr/>
        </p:nvSpPr>
        <p:spPr>
          <a:xfrm>
            <a:off x="380880" y="4838760"/>
            <a:ext cx="548316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1560" cy="38592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4964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63"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38920" cy="3211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00" spc="-1" strike="noStrike">
                <a:solidFill>
                  <a:srgbClr val="ffffff"/>
                </a:solidFill>
                <a:latin typeface="Liter"/>
                <a:ea typeface="Liter"/>
              </a:rPr>
              <a:t>Grunge: Raw, Authentic, Revolutionary</a:t>
            </a:r>
            <a:endParaRPr b="0" lang="en-HK" sz="2300" spc="-1" strike="noStrike">
              <a:latin typeface="Arial"/>
            </a:endParaRPr>
          </a:p>
        </p:txBody>
      </p:sp>
      <p:sp>
        <p:nvSpPr>
          <p:cNvPr id="607" name="Shape 3"/>
          <p:cNvSpPr/>
          <p:nvPr/>
        </p:nvSpPr>
        <p:spPr>
          <a:xfrm>
            <a:off x="324360" y="1069920"/>
            <a:ext cx="6806160" cy="189360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4200" cy="256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1800" cy="62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1800" cy="41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89960" cy="286632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30400" cy="223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29160" cy="87228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69000" cy="223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6108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280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29160" cy="87228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69000" cy="223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6108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280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29160" cy="87228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69000" cy="223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6108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280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29160" cy="87228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69000" cy="223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6108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280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18200" cy="62100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5640" cy="19116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2040" cy="158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18200" cy="62100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91160" cy="19116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2040" cy="158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18200" cy="62100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0840" y="6217560"/>
            <a:ext cx="240120" cy="19116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2040" cy="158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360" y="6116400"/>
            <a:ext cx="1618200" cy="62100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000" y="6217560"/>
            <a:ext cx="142560" cy="19116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080" y="6477120"/>
            <a:ext cx="1472040" cy="158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160" y="1069920"/>
            <a:ext cx="4536360" cy="272052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160" y="1069920"/>
            <a:ext cx="4536360" cy="272052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7760" y="3242520"/>
            <a:ext cx="433368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7760" y="3437280"/>
            <a:ext cx="4349880" cy="223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440" y="3931560"/>
            <a:ext cx="4520160" cy="202320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360" y="4101840"/>
            <a:ext cx="4252680" cy="223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360" y="4426200"/>
            <a:ext cx="4244400" cy="62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360" y="5155560"/>
            <a:ext cx="4244400" cy="62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160" y="6095880"/>
            <a:ext cx="4536360" cy="64512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360" y="6225840"/>
            <a:ext cx="4341960" cy="3859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408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8120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Alternative Rock Explosion</a:t>
            </a:r>
            <a:endParaRPr b="0" lang="en-HK" sz="2250" spc="-1" strike="noStrike">
              <a:latin typeface="Arial"/>
            </a:endParaRPr>
          </a:p>
        </p:txBody>
      </p:sp>
      <p:sp>
        <p:nvSpPr>
          <p:cNvPr id="654" name="Shape 3"/>
          <p:cNvSpPr/>
          <p:nvPr/>
        </p:nvSpPr>
        <p:spPr>
          <a:xfrm>
            <a:off x="317520" y="1047600"/>
            <a:ext cx="4545000" cy="247320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5916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27480" cy="1028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2748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29160" cy="312408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500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08000" cy="12384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620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082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39680" cy="12384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32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49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08000" cy="12384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35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52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3840" cy="12384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32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49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28440" cy="40968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4280" cy="31428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2160" cy="12384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65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686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2680" y="1055520"/>
            <a:ext cx="6799320" cy="299700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040" y="1254240"/>
            <a:ext cx="649764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000" y="1639080"/>
            <a:ext cx="3132000" cy="111600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040" y="1770120"/>
            <a:ext cx="29415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040" y="2055960"/>
            <a:ext cx="29336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040" y="2309760"/>
            <a:ext cx="2925720" cy="31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000" y="1639080"/>
            <a:ext cx="3132000" cy="111600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040" y="1770120"/>
            <a:ext cx="29415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040" y="2055960"/>
            <a:ext cx="29336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040" y="2309760"/>
            <a:ext cx="29257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000" y="2893320"/>
            <a:ext cx="3132000" cy="95724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040" y="3024360"/>
            <a:ext cx="29415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040" y="3309840"/>
            <a:ext cx="29336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040" y="3564000"/>
            <a:ext cx="29257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000" y="2893320"/>
            <a:ext cx="3132000" cy="95724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040" y="3024360"/>
            <a:ext cx="294156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040" y="3309840"/>
            <a:ext cx="29336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040" y="3564000"/>
            <a:ext cx="29257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400" y="4191120"/>
            <a:ext cx="6815160" cy="155268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160" y="4349880"/>
            <a:ext cx="657684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160" y="4667400"/>
            <a:ext cx="6561000" cy="409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160" y="5175360"/>
            <a:ext cx="6561000" cy="409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8720" y="5877720"/>
            <a:ext cx="2195280" cy="63972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200" y="5977080"/>
            <a:ext cx="2092320" cy="2509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000" y="6262560"/>
            <a:ext cx="20527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440" y="5877720"/>
            <a:ext cx="2195280" cy="63972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280" y="5977080"/>
            <a:ext cx="2092320" cy="2509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080" y="6262560"/>
            <a:ext cx="20527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8520" y="5877720"/>
            <a:ext cx="2195280" cy="63972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0360" y="5977080"/>
            <a:ext cx="2092320" cy="2509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160" y="6262560"/>
            <a:ext cx="205272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3040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5800" cy="3492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148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6440" cy="17114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INDIE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REVIVAL</a:t>
            </a:r>
            <a:endParaRPr b="0" lang="en-HK" sz="5400" spc="-1" strike="noStrike">
              <a:latin typeface="Arial"/>
            </a:endParaRPr>
          </a:p>
        </p:txBody>
      </p:sp>
      <p:sp>
        <p:nvSpPr>
          <p:cNvPr id="724" name="Text 7"/>
          <p:cNvSpPr/>
          <p:nvPr/>
        </p:nvSpPr>
        <p:spPr>
          <a:xfrm>
            <a:off x="380880" y="4838760"/>
            <a:ext cx="458784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28" name="Shape 0"/>
          <p:cNvSpPr/>
          <p:nvPr/>
        </p:nvSpPr>
        <p:spPr>
          <a:xfrm>
            <a:off x="321840" y="370080"/>
            <a:ext cx="61200" cy="383040"/>
          </a:xfrm>
          <a:custGeom>
            <a:avLst/>
            <a:gdLst/>
            <a:ahLst/>
            <a:rect l="l" t="t" r="r" b="b"/>
            <a:pathLst>
              <a:path w="64380" h="386281">
                <a:moveTo>
                  <a:pt x="0" y="0"/>
                </a:moveTo>
                <a:lnTo>
                  <a:pt x="64380" y="0"/>
                </a:lnTo>
                <a:lnTo>
                  <a:pt x="64380" y="386281"/>
                </a:lnTo>
                <a:lnTo>
                  <a:pt x="0" y="386281"/>
                </a:lnTo>
                <a:lnTo>
                  <a:pt x="0" y="0"/>
                </a:lnTo>
                <a:close/>
              </a:path>
            </a:pathLst>
          </a:custGeom>
          <a:solidFill>
            <a:srgbClr val="ddff00"/>
          </a:solidFill>
          <a:ln w="0">
            <a:noFill/>
          </a:ln>
        </p:spPr>
        <p:style>
          <a:lnRef idx="0"/>
          <a:fillRef idx="0"/>
          <a:effectRef idx="0"/>
          <a:fontRef idx="minor"/>
        </p:style>
      </p:sp>
      <p:sp>
        <p:nvSpPr>
          <p:cNvPr id="729" name="Text 1"/>
          <p:cNvSpPr/>
          <p:nvPr/>
        </p:nvSpPr>
        <p:spPr>
          <a:xfrm>
            <a:off x="515160" y="321840"/>
            <a:ext cx="319176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07</a:t>
            </a:r>
            <a:endParaRPr b="0" lang="en-HK" sz="880" spc="-1" strike="noStrike">
              <a:latin typeface="Arial"/>
            </a:endParaRPr>
          </a:p>
        </p:txBody>
      </p:sp>
      <p:sp>
        <p:nvSpPr>
          <p:cNvPr id="730" name="Text 2"/>
          <p:cNvSpPr/>
          <p:nvPr/>
        </p:nvSpPr>
        <p:spPr>
          <a:xfrm>
            <a:off x="515160" y="482760"/>
            <a:ext cx="3280320" cy="318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ffffff"/>
                </a:solidFill>
                <a:latin typeface="Liter"/>
                <a:ea typeface="Liter"/>
              </a:rPr>
              <a:t>The Garage Rock Revival</a:t>
            </a:r>
            <a:endParaRPr b="0" lang="en-HK" sz="2280" spc="-1" strike="noStrike">
              <a:latin typeface="Arial"/>
            </a:endParaRPr>
          </a:p>
        </p:txBody>
      </p:sp>
      <p:sp>
        <p:nvSpPr>
          <p:cNvPr id="731" name="Shape 3"/>
          <p:cNvSpPr/>
          <p:nvPr/>
        </p:nvSpPr>
        <p:spPr>
          <a:xfrm>
            <a:off x="321840" y="1062360"/>
            <a:ext cx="6805080" cy="1879920"/>
          </a:xfrm>
          <a:custGeom>
            <a:avLst/>
            <a:gdLst/>
            <a:ahLst/>
            <a:rect l="l" t="t" r="r" b="b"/>
            <a:pathLst>
              <a:path w="6808206" h="1883121">
                <a:moveTo>
                  <a:pt x="0" y="0"/>
                </a:moveTo>
                <a:lnTo>
                  <a:pt x="6808206" y="0"/>
                </a:lnTo>
                <a:lnTo>
                  <a:pt x="6808206" y="1883121"/>
                </a:lnTo>
                <a:lnTo>
                  <a:pt x="0" y="1883121"/>
                </a:lnTo>
                <a:lnTo>
                  <a:pt x="0" y="0"/>
                </a:lnTo>
                <a:close/>
              </a:path>
            </a:pathLst>
          </a:custGeom>
          <a:solidFill>
            <a:srgbClr val="ddff00"/>
          </a:solidFill>
          <a:ln w="0">
            <a:noFill/>
          </a:ln>
        </p:spPr>
        <p:style>
          <a:lnRef idx="0"/>
          <a:fillRef idx="0"/>
          <a:effectRef idx="0"/>
          <a:fontRef idx="minor"/>
        </p:style>
      </p:sp>
      <p:sp>
        <p:nvSpPr>
          <p:cNvPr id="732" name="Text 4"/>
          <p:cNvSpPr/>
          <p:nvPr/>
        </p:nvSpPr>
        <p:spPr>
          <a:xfrm>
            <a:off x="515160" y="1255320"/>
            <a:ext cx="6515280" cy="254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20" spc="-1" strike="noStrike">
                <a:solidFill>
                  <a:srgbClr val="000000"/>
                </a:solidFill>
                <a:latin typeface="Liter"/>
                <a:ea typeface="Liter"/>
              </a:rPr>
              <a:t>Back to Basics</a:t>
            </a:r>
            <a:endParaRPr b="0" lang="en-HK" sz="1520" spc="-1" strike="noStrike">
              <a:latin typeface="Arial"/>
            </a:endParaRPr>
          </a:p>
        </p:txBody>
      </p:sp>
      <p:sp>
        <p:nvSpPr>
          <p:cNvPr id="733" name="Text 5"/>
          <p:cNvSpPr/>
          <p:nvPr/>
        </p:nvSpPr>
        <p:spPr>
          <a:xfrm>
            <a:off x="515160" y="1609560"/>
            <a:ext cx="648324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10" spc="-1" strike="noStrike">
                <a:solidFill>
                  <a:srgbClr val="000000"/>
                </a:solidFill>
                <a:latin typeface="Liter"/>
                <a:ea typeface="Liter"/>
              </a:rPr>
              <a:t>The 2000s and 2010s saw a revival of indie and garage rock,</a:t>
            </a:r>
            <a:r>
              <a:rPr b="0" lang="en-US" sz="1010" spc="-1" strike="noStrike">
                <a:solidFill>
                  <a:srgbClr val="000000"/>
                </a:solidFill>
                <a:latin typeface="Liter"/>
                <a:ea typeface="Liter"/>
              </a:rPr>
              <a:t> with bands drawing inspiration from the DIY and underground scenes of the past. This resurgence brought a fresh wave of independent and alternative rock music characterized by raw energy and authenticity.</a:t>
            </a:r>
            <a:endParaRPr b="0" lang="en-HK" sz="1010" spc="-1" strike="noStrike">
              <a:latin typeface="Arial"/>
            </a:endParaRPr>
          </a:p>
        </p:txBody>
      </p:sp>
      <p:sp>
        <p:nvSpPr>
          <p:cNvPr id="734" name="Text 6"/>
          <p:cNvSpPr/>
          <p:nvPr/>
        </p:nvSpPr>
        <p:spPr>
          <a:xfrm>
            <a:off x="515160" y="2333880"/>
            <a:ext cx="6483240" cy="415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alpha val="80000"/>
                  </a:srgbClr>
                </a:solidFill>
                <a:latin typeface="Liter"/>
                <a:ea typeface="Liter"/>
              </a:rPr>
              <a:t>The movement was defined by a DIY ethos—many bands self-released music and embraced a lo-fi sound. Independent record labels flourished, and scenes developed in cities like New York, Brooklyn, and London.</a:t>
            </a:r>
            <a:endParaRPr b="0" lang="en-HK" sz="1010" spc="-1" strike="noStrike">
              <a:latin typeface="Arial"/>
            </a:endParaRPr>
          </a:p>
        </p:txBody>
      </p:sp>
      <p:sp>
        <p:nvSpPr>
          <p:cNvPr id="735" name="Shape 7"/>
          <p:cNvSpPr/>
          <p:nvPr/>
        </p:nvSpPr>
        <p:spPr>
          <a:xfrm>
            <a:off x="330120" y="3082320"/>
            <a:ext cx="6788880" cy="3618000"/>
          </a:xfrm>
          <a:custGeom>
            <a:avLst/>
            <a:gdLst/>
            <a:ahLst/>
            <a:rect l="l" t="t" r="r" b="b"/>
            <a:pathLst>
              <a:path w="6792111" h="3621386">
                <a:moveTo>
                  <a:pt x="0" y="0"/>
                </a:moveTo>
                <a:lnTo>
                  <a:pt x="6792111" y="0"/>
                </a:lnTo>
                <a:lnTo>
                  <a:pt x="6792111" y="3621386"/>
                </a:lnTo>
                <a:lnTo>
                  <a:pt x="0" y="3621386"/>
                </a:lnTo>
                <a:lnTo>
                  <a:pt x="0" y="0"/>
                </a:lnTo>
                <a:close/>
              </a:path>
            </a:pathLst>
          </a:custGeom>
          <a:noFill/>
          <a:ln w="25400">
            <a:solidFill>
              <a:srgbClr val="ddff00"/>
            </a:solidFill>
            <a:round/>
          </a:ln>
        </p:spPr>
        <p:style>
          <a:lnRef idx="0"/>
          <a:fillRef idx="0"/>
          <a:effectRef idx="0"/>
          <a:fontRef idx="minor"/>
        </p:style>
      </p:sp>
      <p:sp>
        <p:nvSpPr>
          <p:cNvPr id="736" name="Text 8"/>
          <p:cNvSpPr/>
          <p:nvPr/>
        </p:nvSpPr>
        <p:spPr>
          <a:xfrm>
            <a:off x="498960" y="3251160"/>
            <a:ext cx="6531480" cy="222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ddff00"/>
                </a:solidFill>
                <a:latin typeface="Liter"/>
                <a:ea typeface="Liter"/>
              </a:rPr>
              <a:t>Key Indie Revival Bands</a:t>
            </a:r>
            <a:endParaRPr b="0" lang="en-HK" sz="1260" spc="-1" strike="noStrike">
              <a:latin typeface="Arial"/>
            </a:endParaRPr>
          </a:p>
        </p:txBody>
      </p:sp>
      <p:sp>
        <p:nvSpPr>
          <p:cNvPr id="737" name="Shape 9"/>
          <p:cNvSpPr/>
          <p:nvPr/>
        </p:nvSpPr>
        <p:spPr>
          <a:xfrm>
            <a:off x="515160" y="3605400"/>
            <a:ext cx="28800" cy="86580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38" name="Text 10"/>
          <p:cNvSpPr/>
          <p:nvPr/>
        </p:nvSpPr>
        <p:spPr>
          <a:xfrm>
            <a:off x="659880" y="3605400"/>
            <a:ext cx="30708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Strokes</a:t>
            </a:r>
            <a:endParaRPr b="0" lang="en-HK" sz="1140" spc="-1" strike="noStrike">
              <a:latin typeface="Arial"/>
            </a:endParaRPr>
          </a:p>
        </p:txBody>
      </p:sp>
      <p:sp>
        <p:nvSpPr>
          <p:cNvPr id="739" name="Text 11"/>
          <p:cNvSpPr/>
          <p:nvPr/>
        </p:nvSpPr>
        <p:spPr>
          <a:xfrm>
            <a:off x="659880" y="3894840"/>
            <a:ext cx="3062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1998</a:t>
            </a:r>
            <a:endParaRPr b="0" lang="en-HK" sz="1010" spc="-1" strike="noStrike">
              <a:latin typeface="Arial"/>
            </a:endParaRPr>
          </a:p>
        </p:txBody>
      </p:sp>
      <p:sp>
        <p:nvSpPr>
          <p:cNvPr id="740" name="Text 12"/>
          <p:cNvSpPr/>
          <p:nvPr/>
        </p:nvSpPr>
        <p:spPr>
          <a:xfrm>
            <a:off x="659880" y="4152600"/>
            <a:ext cx="305496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"Is This It" (2001) - Kicked off the revival. Post-punk influences, stylish image</a:t>
            </a:r>
            <a:endParaRPr b="0" lang="en-HK" sz="880" spc="-1" strike="noStrike">
              <a:latin typeface="Arial"/>
            </a:endParaRPr>
          </a:p>
        </p:txBody>
      </p:sp>
      <p:sp>
        <p:nvSpPr>
          <p:cNvPr id="741" name="Shape 13"/>
          <p:cNvSpPr/>
          <p:nvPr/>
        </p:nvSpPr>
        <p:spPr>
          <a:xfrm>
            <a:off x="3808080" y="3605400"/>
            <a:ext cx="28800" cy="86580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2" name="Text 14"/>
          <p:cNvSpPr/>
          <p:nvPr/>
        </p:nvSpPr>
        <p:spPr>
          <a:xfrm>
            <a:off x="3952800" y="3605400"/>
            <a:ext cx="30708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Arctic Monkeys</a:t>
            </a:r>
            <a:endParaRPr b="0" lang="en-HK" sz="1140" spc="-1" strike="noStrike">
              <a:latin typeface="Arial"/>
            </a:endParaRPr>
          </a:p>
        </p:txBody>
      </p:sp>
      <p:sp>
        <p:nvSpPr>
          <p:cNvPr id="743" name="Text 15"/>
          <p:cNvSpPr/>
          <p:nvPr/>
        </p:nvSpPr>
        <p:spPr>
          <a:xfrm>
            <a:off x="3952800" y="3894840"/>
            <a:ext cx="3062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Sheffield, 2002</a:t>
            </a:r>
            <a:endParaRPr b="0" lang="en-HK" sz="1010" spc="-1" strike="noStrike">
              <a:latin typeface="Arial"/>
            </a:endParaRPr>
          </a:p>
        </p:txBody>
      </p:sp>
      <p:sp>
        <p:nvSpPr>
          <p:cNvPr id="744" name="Text 16"/>
          <p:cNvSpPr/>
          <p:nvPr/>
        </p:nvSpPr>
        <p:spPr>
          <a:xfrm>
            <a:off x="3952800" y="4152600"/>
            <a:ext cx="305496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"Whatever People Say I Am..." (2006) - UK indie explosion. Witty lyrics, energetic sound</a:t>
            </a:r>
            <a:endParaRPr b="0" lang="en-HK" sz="880" spc="-1" strike="noStrike">
              <a:latin typeface="Arial"/>
            </a:endParaRPr>
          </a:p>
        </p:txBody>
      </p:sp>
      <p:sp>
        <p:nvSpPr>
          <p:cNvPr id="745" name="Shape 17"/>
          <p:cNvSpPr/>
          <p:nvPr/>
        </p:nvSpPr>
        <p:spPr>
          <a:xfrm>
            <a:off x="515160" y="4603320"/>
            <a:ext cx="28800" cy="86580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6" name="Text 18"/>
          <p:cNvSpPr/>
          <p:nvPr/>
        </p:nvSpPr>
        <p:spPr>
          <a:xfrm>
            <a:off x="659880" y="4603320"/>
            <a:ext cx="30708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White Stripes</a:t>
            </a:r>
            <a:endParaRPr b="0" lang="en-HK" sz="1140" spc="-1" strike="noStrike">
              <a:latin typeface="Arial"/>
            </a:endParaRPr>
          </a:p>
        </p:txBody>
      </p:sp>
      <p:sp>
        <p:nvSpPr>
          <p:cNvPr id="747" name="Text 19"/>
          <p:cNvSpPr/>
          <p:nvPr/>
        </p:nvSpPr>
        <p:spPr>
          <a:xfrm>
            <a:off x="659880" y="4892760"/>
            <a:ext cx="3062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Detroit, 1997</a:t>
            </a:r>
            <a:endParaRPr b="0" lang="en-HK" sz="1010" spc="-1" strike="noStrike">
              <a:latin typeface="Arial"/>
            </a:endParaRPr>
          </a:p>
        </p:txBody>
      </p:sp>
      <p:sp>
        <p:nvSpPr>
          <p:cNvPr id="748" name="Text 20"/>
          <p:cNvSpPr/>
          <p:nvPr/>
        </p:nvSpPr>
        <p:spPr>
          <a:xfrm>
            <a:off x="659880" y="5150520"/>
            <a:ext cx="305496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"Elephant" (2003) - Raw blues-influenced garage rock. Jack &amp; Meg White duo</a:t>
            </a:r>
            <a:endParaRPr b="0" lang="en-HK" sz="880" spc="-1" strike="noStrike">
              <a:latin typeface="Arial"/>
            </a:endParaRPr>
          </a:p>
        </p:txBody>
      </p:sp>
      <p:sp>
        <p:nvSpPr>
          <p:cNvPr id="749" name="Shape 21"/>
          <p:cNvSpPr/>
          <p:nvPr/>
        </p:nvSpPr>
        <p:spPr>
          <a:xfrm>
            <a:off x="3808080" y="4603320"/>
            <a:ext cx="28800" cy="86580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0" name="Text 22"/>
          <p:cNvSpPr/>
          <p:nvPr/>
        </p:nvSpPr>
        <p:spPr>
          <a:xfrm>
            <a:off x="3952800" y="4603320"/>
            <a:ext cx="30708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Yeah Yeah Yeahs</a:t>
            </a:r>
            <a:endParaRPr b="0" lang="en-HK" sz="1140" spc="-1" strike="noStrike">
              <a:latin typeface="Arial"/>
            </a:endParaRPr>
          </a:p>
        </p:txBody>
      </p:sp>
      <p:sp>
        <p:nvSpPr>
          <p:cNvPr id="751" name="Text 23"/>
          <p:cNvSpPr/>
          <p:nvPr/>
        </p:nvSpPr>
        <p:spPr>
          <a:xfrm>
            <a:off x="3952800" y="4892760"/>
            <a:ext cx="3062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2000</a:t>
            </a:r>
            <a:endParaRPr b="0" lang="en-HK" sz="1010" spc="-1" strike="noStrike">
              <a:latin typeface="Arial"/>
            </a:endParaRPr>
          </a:p>
        </p:txBody>
      </p:sp>
      <p:sp>
        <p:nvSpPr>
          <p:cNvPr id="752" name="Text 24"/>
          <p:cNvSpPr/>
          <p:nvPr/>
        </p:nvSpPr>
        <p:spPr>
          <a:xfrm>
            <a:off x="3952800" y="5150520"/>
            <a:ext cx="305496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"Fever to Tell" (2003) - Art-punk energy. Karen O's explosive stage presence</a:t>
            </a:r>
            <a:endParaRPr b="0" lang="en-HK" sz="880" spc="-1" strike="noStrike">
              <a:latin typeface="Arial"/>
            </a:endParaRPr>
          </a:p>
        </p:txBody>
      </p:sp>
      <p:sp>
        <p:nvSpPr>
          <p:cNvPr id="753" name="Shape 25"/>
          <p:cNvSpPr/>
          <p:nvPr/>
        </p:nvSpPr>
        <p:spPr>
          <a:xfrm>
            <a:off x="515160" y="5601240"/>
            <a:ext cx="28800" cy="86580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4" name="Text 26"/>
          <p:cNvSpPr/>
          <p:nvPr/>
        </p:nvSpPr>
        <p:spPr>
          <a:xfrm>
            <a:off x="659880" y="5601240"/>
            <a:ext cx="30708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Interpol</a:t>
            </a:r>
            <a:endParaRPr b="0" lang="en-HK" sz="1140" spc="-1" strike="noStrike">
              <a:latin typeface="Arial"/>
            </a:endParaRPr>
          </a:p>
        </p:txBody>
      </p:sp>
      <p:sp>
        <p:nvSpPr>
          <p:cNvPr id="755" name="Text 27"/>
          <p:cNvSpPr/>
          <p:nvPr/>
        </p:nvSpPr>
        <p:spPr>
          <a:xfrm>
            <a:off x="659880" y="5890680"/>
            <a:ext cx="3062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1997</a:t>
            </a:r>
            <a:endParaRPr b="0" lang="en-HK" sz="1010" spc="-1" strike="noStrike">
              <a:latin typeface="Arial"/>
            </a:endParaRPr>
          </a:p>
        </p:txBody>
      </p:sp>
      <p:sp>
        <p:nvSpPr>
          <p:cNvPr id="756" name="Text 28"/>
          <p:cNvSpPr/>
          <p:nvPr/>
        </p:nvSpPr>
        <p:spPr>
          <a:xfrm>
            <a:off x="659880" y="6148440"/>
            <a:ext cx="305496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"Turn on the Bright Lights" (2002) - Post-punk revival. Dark, atmospheric</a:t>
            </a:r>
            <a:endParaRPr b="0" lang="en-HK" sz="880" spc="-1" strike="noStrike">
              <a:latin typeface="Arial"/>
            </a:endParaRPr>
          </a:p>
        </p:txBody>
      </p:sp>
      <p:sp>
        <p:nvSpPr>
          <p:cNvPr id="757" name="Shape 29"/>
          <p:cNvSpPr/>
          <p:nvPr/>
        </p:nvSpPr>
        <p:spPr>
          <a:xfrm>
            <a:off x="3808080" y="5601240"/>
            <a:ext cx="28800" cy="86580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8" name="Text 30"/>
          <p:cNvSpPr/>
          <p:nvPr/>
        </p:nvSpPr>
        <p:spPr>
          <a:xfrm>
            <a:off x="3952800" y="5601240"/>
            <a:ext cx="30708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Vampire Weekend</a:t>
            </a:r>
            <a:endParaRPr b="0" lang="en-HK" sz="1140" spc="-1" strike="noStrike">
              <a:latin typeface="Arial"/>
            </a:endParaRPr>
          </a:p>
        </p:txBody>
      </p:sp>
      <p:sp>
        <p:nvSpPr>
          <p:cNvPr id="759" name="Text 31"/>
          <p:cNvSpPr/>
          <p:nvPr/>
        </p:nvSpPr>
        <p:spPr>
          <a:xfrm>
            <a:off x="3952800" y="5890680"/>
            <a:ext cx="3062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2006</a:t>
            </a:r>
            <a:endParaRPr b="0" lang="en-HK" sz="1010" spc="-1" strike="noStrike">
              <a:latin typeface="Arial"/>
            </a:endParaRPr>
          </a:p>
        </p:txBody>
      </p:sp>
      <p:sp>
        <p:nvSpPr>
          <p:cNvPr id="760" name="Text 32"/>
          <p:cNvSpPr/>
          <p:nvPr/>
        </p:nvSpPr>
        <p:spPr>
          <a:xfrm>
            <a:off x="3952800" y="6148440"/>
            <a:ext cx="305496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Self-titled debut (2008) - Indie rock meets African rhythms. Preppy aesthetic</a:t>
            </a:r>
            <a:endParaRPr b="0" lang="en-HK" sz="880" spc="-1" strike="noStrike">
              <a:latin typeface="Arial"/>
            </a:endParaRPr>
          </a:p>
        </p:txBody>
      </p:sp>
      <p:sp>
        <p:nvSpPr>
          <p:cNvPr id="761" name="Image 0"/>
          <p:cNvSpPr/>
          <p:nvPr/>
        </p:nvSpPr>
        <p:spPr>
          <a:xfrm>
            <a:off x="7326360" y="1062360"/>
            <a:ext cx="4535640" cy="2571840"/>
          </a:xfrm>
          <a:prstGeom prst="roundRect">
            <a:avLst>
              <a:gd name="adj" fmla="val 0"/>
            </a:avLst>
          </a:prstGeom>
          <a:blipFill rotWithShape="0">
            <a:blip r:embed="rId1"/>
            <a:srcRect/>
            <a:stretch/>
          </a:blipFill>
          <a:ln w="0">
            <a:noFill/>
          </a:ln>
        </p:spPr>
        <p:style>
          <a:lnRef idx="0"/>
          <a:fillRef idx="0"/>
          <a:effectRef idx="0"/>
          <a:fontRef idx="minor"/>
        </p:style>
      </p:sp>
      <p:sp>
        <p:nvSpPr>
          <p:cNvPr id="762" name="Shape 33"/>
          <p:cNvSpPr/>
          <p:nvPr/>
        </p:nvSpPr>
        <p:spPr>
          <a:xfrm>
            <a:off x="7326360" y="1062360"/>
            <a:ext cx="4535640" cy="2571840"/>
          </a:xfrm>
          <a:custGeom>
            <a:avLst/>
            <a:gdLst/>
            <a:ahLst/>
            <a:rect l="l" t="t" r="r" b="b"/>
            <a:pathLst>
              <a:path w="4538804" h="2575208">
                <a:moveTo>
                  <a:pt x="0" y="0"/>
                </a:moveTo>
                <a:lnTo>
                  <a:pt x="4538804" y="0"/>
                </a:lnTo>
                <a:lnTo>
                  <a:pt x="4538804" y="2575208"/>
                </a:lnTo>
                <a:lnTo>
                  <a:pt x="0" y="257520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763" name="Text 34"/>
          <p:cNvSpPr/>
          <p:nvPr/>
        </p:nvSpPr>
        <p:spPr>
          <a:xfrm>
            <a:off x="7455240" y="3094200"/>
            <a:ext cx="433440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INDIE ROCK</a:t>
            </a:r>
            <a:endParaRPr b="0" lang="en-HK" sz="880" spc="-1" strike="noStrike">
              <a:latin typeface="Arial"/>
            </a:endParaRPr>
          </a:p>
        </p:txBody>
      </p:sp>
      <p:sp>
        <p:nvSpPr>
          <p:cNvPr id="764" name="Text 35"/>
          <p:cNvSpPr/>
          <p:nvPr/>
        </p:nvSpPr>
        <p:spPr>
          <a:xfrm>
            <a:off x="7455240" y="3287160"/>
            <a:ext cx="43506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Live Performance Energy</a:t>
            </a:r>
            <a:endParaRPr b="0" lang="en-HK" sz="1140" spc="-1" strike="noStrike">
              <a:latin typeface="Arial"/>
            </a:endParaRPr>
          </a:p>
        </p:txBody>
      </p:sp>
      <p:sp>
        <p:nvSpPr>
          <p:cNvPr id="765" name="Shape 36"/>
          <p:cNvSpPr/>
          <p:nvPr/>
        </p:nvSpPr>
        <p:spPr>
          <a:xfrm>
            <a:off x="7334640" y="3778200"/>
            <a:ext cx="4519440" cy="1622520"/>
          </a:xfrm>
          <a:custGeom>
            <a:avLst/>
            <a:gdLst/>
            <a:ahLst/>
            <a:rect l="l" t="t" r="r" b="b"/>
            <a:pathLst>
              <a:path w="4522709" h="1625600">
                <a:moveTo>
                  <a:pt x="0" y="0"/>
                </a:moveTo>
                <a:lnTo>
                  <a:pt x="4522709" y="0"/>
                </a:lnTo>
                <a:lnTo>
                  <a:pt x="4522709" y="1625600"/>
                </a:lnTo>
                <a:lnTo>
                  <a:pt x="0" y="1625600"/>
                </a:lnTo>
                <a:lnTo>
                  <a:pt x="0" y="0"/>
                </a:lnTo>
                <a:close/>
              </a:path>
            </a:pathLst>
          </a:custGeom>
          <a:noFill/>
          <a:ln w="25400">
            <a:solidFill>
              <a:srgbClr val="ddff00"/>
            </a:solidFill>
            <a:round/>
          </a:ln>
        </p:spPr>
        <p:style>
          <a:lnRef idx="0"/>
          <a:fillRef idx="0"/>
          <a:effectRef idx="0"/>
          <a:fontRef idx="minor"/>
        </p:style>
      </p:sp>
      <p:sp>
        <p:nvSpPr>
          <p:cNvPr id="766" name="Text 37"/>
          <p:cNvSpPr/>
          <p:nvPr/>
        </p:nvSpPr>
        <p:spPr>
          <a:xfrm>
            <a:off x="7503480" y="3947040"/>
            <a:ext cx="425376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ddff00"/>
                </a:solidFill>
                <a:latin typeface="Liter"/>
                <a:ea typeface="Liter"/>
              </a:rPr>
              <a:t>DIY Aesthetics</a:t>
            </a:r>
            <a:endParaRPr b="0" lang="en-HK" sz="1140" spc="-1" strike="noStrike">
              <a:latin typeface="Arial"/>
            </a:endParaRPr>
          </a:p>
        </p:txBody>
      </p:sp>
      <p:sp>
        <p:nvSpPr>
          <p:cNvPr id="767" name="Shape 38"/>
          <p:cNvSpPr/>
          <p:nvPr/>
        </p:nvSpPr>
        <p:spPr>
          <a:xfrm>
            <a:off x="7503480" y="4333320"/>
            <a:ext cx="61200" cy="6120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68" name="Text 39"/>
          <p:cNvSpPr/>
          <p:nvPr/>
        </p:nvSpPr>
        <p:spPr>
          <a:xfrm>
            <a:off x="7632360" y="4268880"/>
            <a:ext cx="26362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Independent Labels:</a:t>
            </a:r>
            <a:r>
              <a:rPr b="0" lang="en-US" sz="1010" spc="-1" strike="noStrike">
                <a:solidFill>
                  <a:srgbClr val="ffffff">
                    <a:alpha val="80000"/>
                  </a:srgbClr>
                </a:solidFill>
                <a:latin typeface="Liter"/>
                <a:ea typeface="Liter"/>
              </a:rPr>
              <a:t> Domino, Merge, Sub Pop</a:t>
            </a:r>
            <a:endParaRPr b="0" lang="en-HK" sz="1010" spc="-1" strike="noStrike">
              <a:latin typeface="Arial"/>
            </a:endParaRPr>
          </a:p>
        </p:txBody>
      </p:sp>
      <p:sp>
        <p:nvSpPr>
          <p:cNvPr id="769" name="Shape 40"/>
          <p:cNvSpPr/>
          <p:nvPr/>
        </p:nvSpPr>
        <p:spPr>
          <a:xfrm>
            <a:off x="7503480" y="4590720"/>
            <a:ext cx="61200" cy="6120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0" name="Text 41"/>
          <p:cNvSpPr/>
          <p:nvPr/>
        </p:nvSpPr>
        <p:spPr>
          <a:xfrm>
            <a:off x="7632360" y="4526640"/>
            <a:ext cx="24674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Lo-fi Production:</a:t>
            </a:r>
            <a:r>
              <a:rPr b="0" lang="en-US" sz="1010" spc="-1" strike="noStrike">
                <a:solidFill>
                  <a:srgbClr val="ffffff">
                    <a:alpha val="80000"/>
                  </a:srgbClr>
                </a:solidFill>
                <a:latin typeface="Liter"/>
                <a:ea typeface="Liter"/>
              </a:rPr>
              <a:t> Embracing imperfections</a:t>
            </a:r>
            <a:endParaRPr b="0" lang="en-HK" sz="1010" spc="-1" strike="noStrike">
              <a:latin typeface="Arial"/>
            </a:endParaRPr>
          </a:p>
        </p:txBody>
      </p:sp>
      <p:sp>
        <p:nvSpPr>
          <p:cNvPr id="771" name="Shape 42"/>
          <p:cNvSpPr/>
          <p:nvPr/>
        </p:nvSpPr>
        <p:spPr>
          <a:xfrm>
            <a:off x="7503480" y="4848480"/>
            <a:ext cx="61200" cy="6120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2" name="Text 43"/>
          <p:cNvSpPr/>
          <p:nvPr/>
        </p:nvSpPr>
        <p:spPr>
          <a:xfrm>
            <a:off x="7632360" y="4784040"/>
            <a:ext cx="24753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Self-Release:</a:t>
            </a:r>
            <a:r>
              <a:rPr b="0" lang="en-US" sz="1010" spc="-1" strike="noStrike">
                <a:solidFill>
                  <a:srgbClr val="ffffff">
                    <a:alpha val="80000"/>
                  </a:srgbClr>
                </a:solidFill>
                <a:latin typeface="Liter"/>
                <a:ea typeface="Liter"/>
              </a:rPr>
              <a:t> Bands controlling their music</a:t>
            </a:r>
            <a:endParaRPr b="0" lang="en-HK" sz="1010" spc="-1" strike="noStrike">
              <a:latin typeface="Arial"/>
            </a:endParaRPr>
          </a:p>
        </p:txBody>
      </p:sp>
      <p:sp>
        <p:nvSpPr>
          <p:cNvPr id="773" name="Shape 44"/>
          <p:cNvSpPr/>
          <p:nvPr/>
        </p:nvSpPr>
        <p:spPr>
          <a:xfrm>
            <a:off x="7503480" y="5105880"/>
            <a:ext cx="61200" cy="6120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4" name="Text 45"/>
          <p:cNvSpPr/>
          <p:nvPr/>
        </p:nvSpPr>
        <p:spPr>
          <a:xfrm>
            <a:off x="7632360" y="5041440"/>
            <a:ext cx="27489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Festival Culture:</a:t>
            </a:r>
            <a:r>
              <a:rPr b="0" lang="en-US" sz="1010" spc="-1" strike="noStrike">
                <a:solidFill>
                  <a:srgbClr val="ffffff">
                    <a:alpha val="80000"/>
                  </a:srgbClr>
                </a:solidFill>
                <a:latin typeface="Liter"/>
                <a:ea typeface="Liter"/>
              </a:rPr>
              <a:t> Coachella, Lollapalooza, SXSW</a:t>
            </a:r>
            <a:endParaRPr b="0" lang="en-HK" sz="1010" spc="-1" strike="noStrike">
              <a:latin typeface="Arial"/>
            </a:endParaRPr>
          </a:p>
        </p:txBody>
      </p:sp>
      <p:sp>
        <p:nvSpPr>
          <p:cNvPr id="775" name="Shape 46"/>
          <p:cNvSpPr/>
          <p:nvPr/>
        </p:nvSpPr>
        <p:spPr>
          <a:xfrm>
            <a:off x="7326360" y="5540400"/>
            <a:ext cx="4535640" cy="1171800"/>
          </a:xfrm>
          <a:custGeom>
            <a:avLst/>
            <a:gdLst/>
            <a:ahLst/>
            <a:rect l="l" t="t" r="r" b="b"/>
            <a:pathLst>
              <a:path w="4538804" h="1174939">
                <a:moveTo>
                  <a:pt x="0" y="0"/>
                </a:moveTo>
                <a:lnTo>
                  <a:pt x="4538804" y="0"/>
                </a:lnTo>
                <a:lnTo>
                  <a:pt x="4538804" y="1174939"/>
                </a:lnTo>
                <a:lnTo>
                  <a:pt x="0" y="1174939"/>
                </a:lnTo>
                <a:lnTo>
                  <a:pt x="0" y="0"/>
                </a:lnTo>
                <a:close/>
              </a:path>
            </a:pathLst>
          </a:custGeom>
          <a:solidFill>
            <a:srgbClr val="ddff00"/>
          </a:solidFill>
          <a:ln w="0">
            <a:noFill/>
          </a:ln>
        </p:spPr>
        <p:style>
          <a:lnRef idx="0"/>
          <a:fillRef idx="0"/>
          <a:effectRef idx="0"/>
          <a:fontRef idx="minor"/>
        </p:style>
      </p:sp>
      <p:sp>
        <p:nvSpPr>
          <p:cNvPr id="776" name="Text 47"/>
          <p:cNvSpPr/>
          <p:nvPr/>
        </p:nvSpPr>
        <p:spPr>
          <a:xfrm>
            <a:off x="7455240" y="5669280"/>
            <a:ext cx="4350600" cy="222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000000"/>
                </a:solidFill>
                <a:latin typeface="Liter"/>
                <a:ea typeface="Liter"/>
              </a:rPr>
              <a:t>Diverse Influences</a:t>
            </a:r>
            <a:endParaRPr b="0" lang="en-HK" sz="1140" spc="-1" strike="noStrike">
              <a:latin typeface="Arial"/>
            </a:endParaRPr>
          </a:p>
        </p:txBody>
      </p:sp>
      <p:sp>
        <p:nvSpPr>
          <p:cNvPr id="777" name="Text 48"/>
          <p:cNvSpPr/>
          <p:nvPr/>
        </p:nvSpPr>
        <p:spPr>
          <a:xfrm>
            <a:off x="7455240" y="5959080"/>
            <a:ext cx="4342320" cy="624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solidFill>
                <a:latin typeface="Liter"/>
                <a:ea typeface="Liter"/>
              </a:rPr>
              <a:t>Indie revival bands drew from post-punk, new wave, garage rock, and even world music, creating a rich tapestry of sounds that proved rock's continued vitality.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78"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779"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80" name="Shape 1"/>
          <p:cNvSpPr/>
          <p:nvPr/>
        </p:nvSpPr>
        <p:spPr>
          <a:xfrm rot="720000">
            <a:off x="10753200" y="5418360"/>
            <a:ext cx="873000" cy="87300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81" name="Shape 2"/>
          <p:cNvSpPr/>
          <p:nvPr/>
        </p:nvSpPr>
        <p:spPr>
          <a:xfrm rot="21240000">
            <a:off x="318960" y="1309680"/>
            <a:ext cx="1216080" cy="121608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82" name="Text 3"/>
          <p:cNvSpPr/>
          <p:nvPr/>
        </p:nvSpPr>
        <p:spPr>
          <a:xfrm>
            <a:off x="561240" y="1638360"/>
            <a:ext cx="1197000" cy="682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08</a:t>
            </a:r>
            <a:endParaRPr b="0" lang="en-HK" sz="5400" spc="-1" strike="noStrike">
              <a:latin typeface="Arial"/>
            </a:endParaRPr>
          </a:p>
        </p:txBody>
      </p:sp>
      <p:sp>
        <p:nvSpPr>
          <p:cNvPr id="783" name="Shape 4"/>
          <p:cNvSpPr/>
          <p:nvPr/>
        </p:nvSpPr>
        <p:spPr>
          <a:xfrm>
            <a:off x="1828800" y="1752480"/>
            <a:ext cx="4740120" cy="34920"/>
          </a:xfrm>
          <a:custGeom>
            <a:avLst/>
            <a:gdLst/>
            <a:ahLst/>
            <a:rect l="l" t="t" r="r" b="b"/>
            <a:pathLst>
              <a:path w="4743450" h="38100">
                <a:moveTo>
                  <a:pt x="0" y="0"/>
                </a:moveTo>
                <a:lnTo>
                  <a:pt x="4743450" y="0"/>
                </a:lnTo>
                <a:lnTo>
                  <a:pt x="4743450" y="38100"/>
                </a:lnTo>
                <a:lnTo>
                  <a:pt x="0" y="38100"/>
                </a:lnTo>
                <a:lnTo>
                  <a:pt x="0" y="0"/>
                </a:lnTo>
                <a:close/>
              </a:path>
            </a:pathLst>
          </a:custGeom>
          <a:solidFill>
            <a:srgbClr val="ddff00"/>
          </a:solidFill>
          <a:ln w="0">
            <a:noFill/>
          </a:ln>
        </p:spPr>
        <p:style>
          <a:lnRef idx="0"/>
          <a:fillRef idx="0"/>
          <a:effectRef idx="0"/>
          <a:fontRef idx="minor"/>
        </p:style>
      </p:sp>
      <p:sp>
        <p:nvSpPr>
          <p:cNvPr id="784" name="Text 5"/>
          <p:cNvSpPr/>
          <p:nvPr/>
        </p:nvSpPr>
        <p:spPr>
          <a:xfrm>
            <a:off x="1828800" y="1943280"/>
            <a:ext cx="482580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1" strike="noStrike">
                <a:solidFill>
                  <a:srgbClr val="ddff00"/>
                </a:solidFill>
                <a:latin typeface="Liter"/>
                <a:ea typeface="Liter"/>
              </a:rPr>
              <a:t>CHAPTER EIGHT</a:t>
            </a:r>
            <a:endParaRPr b="0" lang="en-HK" sz="1350" spc="-1" strike="noStrike">
              <a:latin typeface="Arial"/>
            </a:endParaRPr>
          </a:p>
        </p:txBody>
      </p:sp>
      <p:sp>
        <p:nvSpPr>
          <p:cNvPr id="785" name="Text 6"/>
          <p:cNvSpPr/>
          <p:nvPr/>
        </p:nvSpPr>
        <p:spPr>
          <a:xfrm>
            <a:off x="380880" y="2895480"/>
            <a:ext cx="6530760" cy="17114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LEGACY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CULTURAL IMPACT</a:t>
            </a:r>
            <a:endParaRPr b="0" lang="en-HK" sz="5400" spc="-1" strike="noStrike">
              <a:latin typeface="Arial"/>
            </a:endParaRPr>
          </a:p>
        </p:txBody>
      </p:sp>
      <p:sp>
        <p:nvSpPr>
          <p:cNvPr id="786" name="Text 7"/>
          <p:cNvSpPr/>
          <p:nvPr/>
        </p:nvSpPr>
        <p:spPr>
          <a:xfrm>
            <a:off x="380880" y="4838760"/>
            <a:ext cx="6302160" cy="301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Rock's Enduring Influence on Music &amp; Culture</a:t>
            </a:r>
            <a:endParaRPr b="0" lang="en-HK" sz="1800" spc="-1" strike="noStrike">
              <a:latin typeface="Arial"/>
            </a:endParaRPr>
          </a:p>
        </p:txBody>
      </p:sp>
      <p:sp>
        <p:nvSpPr>
          <p:cNvPr id="787" name="Shape 8"/>
          <p:cNvSpPr/>
          <p:nvPr/>
        </p:nvSpPr>
        <p:spPr>
          <a:xfrm>
            <a:off x="380880" y="5448240"/>
            <a:ext cx="758880" cy="3492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88" name="Shape 9"/>
          <p:cNvSpPr/>
          <p:nvPr/>
        </p:nvSpPr>
        <p:spPr>
          <a:xfrm>
            <a:off x="1295280" y="5448240"/>
            <a:ext cx="377640" cy="3492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89" name="Shape 10"/>
          <p:cNvSpPr/>
          <p:nvPr/>
        </p:nvSpPr>
        <p:spPr>
          <a:xfrm>
            <a:off x="1828800" y="5448240"/>
            <a:ext cx="187200" cy="3492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90" name="Shape 0"/>
          <p:cNvSpPr/>
          <p:nvPr/>
        </p:nvSpPr>
        <p:spPr>
          <a:xfrm>
            <a:off x="317520" y="365040"/>
            <a:ext cx="60120" cy="37764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791" name="Text 1"/>
          <p:cNvSpPr/>
          <p:nvPr/>
        </p:nvSpPr>
        <p:spPr>
          <a:xfrm>
            <a:off x="507960" y="317520"/>
            <a:ext cx="332244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ddff00"/>
                </a:solidFill>
                <a:latin typeface="Liter"/>
                <a:ea typeface="Liter"/>
              </a:rPr>
              <a:t>CHAPTER 08</a:t>
            </a:r>
            <a:endParaRPr b="0" lang="en-HK" sz="880" spc="-1" strike="noStrike">
              <a:latin typeface="Arial"/>
            </a:endParaRPr>
          </a:p>
        </p:txBody>
      </p:sp>
      <p:sp>
        <p:nvSpPr>
          <p:cNvPr id="792" name="Text 2"/>
          <p:cNvSpPr/>
          <p:nvPr/>
        </p:nvSpPr>
        <p:spPr>
          <a:xfrm>
            <a:off x="507960" y="476280"/>
            <a:ext cx="340992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Rock's Cultural Revolution</a:t>
            </a:r>
            <a:endParaRPr b="0" lang="en-HK" sz="2250" spc="-1" strike="noStrike">
              <a:latin typeface="Arial"/>
            </a:endParaRPr>
          </a:p>
        </p:txBody>
      </p:sp>
      <p:sp>
        <p:nvSpPr>
          <p:cNvPr id="793" name="Shape 3"/>
          <p:cNvSpPr/>
          <p:nvPr/>
        </p:nvSpPr>
        <p:spPr>
          <a:xfrm>
            <a:off x="317520" y="1047600"/>
            <a:ext cx="6815160" cy="1854000"/>
          </a:xfrm>
          <a:custGeom>
            <a:avLst/>
            <a:gdLst/>
            <a:ahLst/>
            <a:rect l="l" t="t" r="r" b="b"/>
            <a:pathLst>
              <a:path w="6818313" h="1857375">
                <a:moveTo>
                  <a:pt x="0" y="0"/>
                </a:moveTo>
                <a:lnTo>
                  <a:pt x="6818313" y="0"/>
                </a:lnTo>
                <a:lnTo>
                  <a:pt x="6818313" y="1857375"/>
                </a:lnTo>
                <a:lnTo>
                  <a:pt x="0" y="1857375"/>
                </a:lnTo>
                <a:lnTo>
                  <a:pt x="0" y="0"/>
                </a:lnTo>
                <a:close/>
              </a:path>
            </a:pathLst>
          </a:custGeom>
          <a:solidFill>
            <a:srgbClr val="ddff00"/>
          </a:solidFill>
          <a:ln w="0">
            <a:noFill/>
          </a:ln>
        </p:spPr>
        <p:style>
          <a:lnRef idx="0"/>
          <a:fillRef idx="0"/>
          <a:effectRef idx="0"/>
          <a:fontRef idx="minor"/>
        </p:style>
      </p:sp>
      <p:sp>
        <p:nvSpPr>
          <p:cNvPr id="794" name="Text 4"/>
          <p:cNvSpPr/>
          <p:nvPr/>
        </p:nvSpPr>
        <p:spPr>
          <a:xfrm>
            <a:off x="507960" y="1238400"/>
            <a:ext cx="6529320" cy="250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More Than Music</a:t>
            </a:r>
            <a:endParaRPr b="0" lang="en-HK" sz="1500" spc="-1" strike="noStrike">
              <a:latin typeface="Arial"/>
            </a:endParaRPr>
          </a:p>
        </p:txBody>
      </p:sp>
      <p:sp>
        <p:nvSpPr>
          <p:cNvPr id="795" name="Text 5"/>
          <p:cNvSpPr/>
          <p:nvPr/>
        </p:nvSpPr>
        <p:spPr>
          <a:xfrm>
            <a:off x="507960" y="1587600"/>
            <a:ext cx="649764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has been far more than just a genre—it's been a cultural force that shaped fashion, youth identity, social movements, and global culture.</a:t>
            </a:r>
            <a:r>
              <a:rPr b="0" lang="en-US" sz="1000" spc="-1" strike="noStrike">
                <a:solidFill>
                  <a:srgbClr val="000000"/>
                </a:solidFill>
                <a:latin typeface="Liter"/>
                <a:ea typeface="Liter"/>
              </a:rPr>
              <a:t> From the rebellious spirit of the 1950s to the grunge revolution of the 1990s, rock has consistently challenged norms and given voice to generations seeking change.</a:t>
            </a:r>
            <a:endParaRPr b="0" lang="en-HK" sz="1000" spc="-1" strike="noStrike">
              <a:latin typeface="Arial"/>
            </a:endParaRPr>
          </a:p>
        </p:txBody>
      </p:sp>
      <p:sp>
        <p:nvSpPr>
          <p:cNvPr id="796" name="Text 6"/>
          <p:cNvSpPr/>
          <p:nvPr/>
        </p:nvSpPr>
        <p:spPr>
          <a:xfrm>
            <a:off x="507960" y="2301840"/>
            <a:ext cx="6497640" cy="409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Rock became a symbol of freedom, rebellion, and self-expression. It broke down racial barriers, fueled countercultural movements, and provided the soundtrack for social revolution.</a:t>
            </a:r>
            <a:endParaRPr b="0" lang="en-HK" sz="1000" spc="-1" strike="noStrike">
              <a:latin typeface="Arial"/>
            </a:endParaRPr>
          </a:p>
        </p:txBody>
      </p:sp>
      <p:sp>
        <p:nvSpPr>
          <p:cNvPr id="797" name="Shape 7"/>
          <p:cNvSpPr/>
          <p:nvPr/>
        </p:nvSpPr>
        <p:spPr>
          <a:xfrm>
            <a:off x="325440" y="3040200"/>
            <a:ext cx="6799320" cy="3060720"/>
          </a:xfrm>
          <a:custGeom>
            <a:avLst/>
            <a:gdLst/>
            <a:ahLst/>
            <a:rect l="l" t="t" r="r" b="b"/>
            <a:pathLst>
              <a:path w="6802438" h="3063875">
                <a:moveTo>
                  <a:pt x="0" y="0"/>
                </a:moveTo>
                <a:lnTo>
                  <a:pt x="6802438" y="0"/>
                </a:lnTo>
                <a:lnTo>
                  <a:pt x="6802438" y="3063875"/>
                </a:lnTo>
                <a:lnTo>
                  <a:pt x="0" y="3063875"/>
                </a:lnTo>
                <a:lnTo>
                  <a:pt x="0" y="0"/>
                </a:lnTo>
                <a:close/>
              </a:path>
            </a:pathLst>
          </a:custGeom>
          <a:noFill/>
          <a:ln w="25400">
            <a:solidFill>
              <a:srgbClr val="ddff00"/>
            </a:solidFill>
            <a:round/>
          </a:ln>
        </p:spPr>
        <p:style>
          <a:lnRef idx="0"/>
          <a:fillRef idx="0"/>
          <a:effectRef idx="0"/>
          <a:fontRef idx="minor"/>
        </p:style>
      </p:sp>
      <p:sp>
        <p:nvSpPr>
          <p:cNvPr id="798" name="Text 8"/>
          <p:cNvSpPr/>
          <p:nvPr/>
        </p:nvSpPr>
        <p:spPr>
          <a:xfrm>
            <a:off x="492120" y="3206880"/>
            <a:ext cx="654516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Cultural Impact Areas</a:t>
            </a:r>
            <a:endParaRPr b="0" lang="en-HK" sz="1250" spc="-1" strike="noStrike">
              <a:latin typeface="Arial"/>
            </a:endParaRPr>
          </a:p>
        </p:txBody>
      </p:sp>
      <p:sp>
        <p:nvSpPr>
          <p:cNvPr id="799" name="Shape 9"/>
          <p:cNvSpPr/>
          <p:nvPr/>
        </p:nvSpPr>
        <p:spPr>
          <a:xfrm>
            <a:off x="496080" y="3560040"/>
            <a:ext cx="3163680" cy="111600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0" name="Shape 10"/>
          <p:cNvSpPr/>
          <p:nvPr/>
        </p:nvSpPr>
        <p:spPr>
          <a:xfrm>
            <a:off x="628920" y="3730680"/>
            <a:ext cx="175320" cy="139680"/>
          </a:xfrm>
          <a:custGeom>
            <a:avLst/>
            <a:gdLst/>
            <a:ah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w="0">
            <a:noFill/>
          </a:ln>
        </p:spPr>
        <p:style>
          <a:lnRef idx="0"/>
          <a:fillRef idx="0"/>
          <a:effectRef idx="0"/>
          <a:fontRef idx="minor"/>
        </p:style>
      </p:sp>
      <p:sp>
        <p:nvSpPr>
          <p:cNvPr id="801" name="Text 11"/>
          <p:cNvSpPr/>
          <p:nvPr/>
        </p:nvSpPr>
        <p:spPr>
          <a:xfrm>
            <a:off x="809640" y="3691080"/>
            <a:ext cx="27907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Fashion</a:t>
            </a:r>
            <a:endParaRPr b="0" lang="en-HK" sz="1130" spc="-1" strike="noStrike">
              <a:latin typeface="Arial"/>
            </a:endParaRPr>
          </a:p>
        </p:txBody>
      </p:sp>
      <p:sp>
        <p:nvSpPr>
          <p:cNvPr id="802" name="Text 12"/>
          <p:cNvSpPr/>
          <p:nvPr/>
        </p:nvSpPr>
        <p:spPr>
          <a:xfrm>
            <a:off x="627120" y="3976560"/>
            <a:ext cx="2965320" cy="56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From leather jackets and blue jeans to flannel shirts and ripped jeans, rock fashion became a universal language of rebellion and identity</a:t>
            </a:r>
            <a:endParaRPr b="0" lang="en-HK" sz="1000" spc="-1" strike="noStrike">
              <a:latin typeface="Arial"/>
            </a:endParaRPr>
          </a:p>
        </p:txBody>
      </p:sp>
      <p:sp>
        <p:nvSpPr>
          <p:cNvPr id="803" name="Shape 13"/>
          <p:cNvSpPr/>
          <p:nvPr/>
        </p:nvSpPr>
        <p:spPr>
          <a:xfrm>
            <a:off x="3794760" y="3560040"/>
            <a:ext cx="3163680" cy="111600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4" name="Shape 14"/>
          <p:cNvSpPr/>
          <p:nvPr/>
        </p:nvSpPr>
        <p:spPr>
          <a:xfrm>
            <a:off x="3927960" y="3730680"/>
            <a:ext cx="175320" cy="139680"/>
          </a:xfrm>
          <a:custGeom>
            <a:avLst/>
            <a:gdLst/>
            <a:ah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w="0">
            <a:noFill/>
          </a:ln>
        </p:spPr>
        <p:style>
          <a:lnRef idx="0"/>
          <a:fillRef idx="0"/>
          <a:effectRef idx="0"/>
          <a:fontRef idx="minor"/>
        </p:style>
      </p:sp>
      <p:sp>
        <p:nvSpPr>
          <p:cNvPr id="805" name="Text 15"/>
          <p:cNvSpPr/>
          <p:nvPr/>
        </p:nvSpPr>
        <p:spPr>
          <a:xfrm>
            <a:off x="4108320" y="3691080"/>
            <a:ext cx="27907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Youth Culture</a:t>
            </a:r>
            <a:endParaRPr b="0" lang="en-HK" sz="1130" spc="-1" strike="noStrike">
              <a:latin typeface="Arial"/>
            </a:endParaRPr>
          </a:p>
        </p:txBody>
      </p:sp>
      <p:sp>
        <p:nvSpPr>
          <p:cNvPr id="806" name="Text 16"/>
          <p:cNvSpPr/>
          <p:nvPr/>
        </p:nvSpPr>
        <p:spPr>
          <a:xfrm>
            <a:off x="3925800" y="3976560"/>
            <a:ext cx="2965320" cy="56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gave teenagers a voice and identity, creating generational bonds and empowering youth to challenge authority</a:t>
            </a:r>
            <a:endParaRPr b="0" lang="en-HK" sz="1000" spc="-1" strike="noStrike">
              <a:latin typeface="Arial"/>
            </a:endParaRPr>
          </a:p>
        </p:txBody>
      </p:sp>
      <p:sp>
        <p:nvSpPr>
          <p:cNvPr id="807" name="Shape 17"/>
          <p:cNvSpPr/>
          <p:nvPr/>
        </p:nvSpPr>
        <p:spPr>
          <a:xfrm>
            <a:off x="496080" y="4813920"/>
            <a:ext cx="3163680" cy="111600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8" name="Shape 18"/>
          <p:cNvSpPr/>
          <p:nvPr/>
        </p:nvSpPr>
        <p:spPr>
          <a:xfrm>
            <a:off x="664920" y="4984920"/>
            <a:ext cx="104040" cy="139680"/>
          </a:xfrm>
          <a:custGeom>
            <a:avLst/>
            <a:gdLst/>
            <a:ah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w="0">
            <a:noFill/>
          </a:ln>
        </p:spPr>
        <p:style>
          <a:lnRef idx="0"/>
          <a:fillRef idx="0"/>
          <a:effectRef idx="0"/>
          <a:fontRef idx="minor"/>
        </p:style>
      </p:sp>
      <p:sp>
        <p:nvSpPr>
          <p:cNvPr id="809" name="Text 19"/>
          <p:cNvSpPr/>
          <p:nvPr/>
        </p:nvSpPr>
        <p:spPr>
          <a:xfrm>
            <a:off x="809640" y="4944960"/>
            <a:ext cx="27907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Social Movements</a:t>
            </a:r>
            <a:endParaRPr b="0" lang="en-HK" sz="1130" spc="-1" strike="noStrike">
              <a:latin typeface="Arial"/>
            </a:endParaRPr>
          </a:p>
        </p:txBody>
      </p:sp>
      <p:sp>
        <p:nvSpPr>
          <p:cNvPr id="810" name="Text 20"/>
          <p:cNvSpPr/>
          <p:nvPr/>
        </p:nvSpPr>
        <p:spPr>
          <a:xfrm>
            <a:off x="627120" y="5230800"/>
            <a:ext cx="2965320" cy="56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Civil rights, anti-war protests, feminism—rock provided the soundtrack for social change and political activism</a:t>
            </a:r>
            <a:endParaRPr b="0" lang="en-HK" sz="1000" spc="-1" strike="noStrike">
              <a:latin typeface="Arial"/>
            </a:endParaRPr>
          </a:p>
        </p:txBody>
      </p:sp>
      <p:sp>
        <p:nvSpPr>
          <p:cNvPr id="811" name="Shape 21"/>
          <p:cNvSpPr/>
          <p:nvPr/>
        </p:nvSpPr>
        <p:spPr>
          <a:xfrm>
            <a:off x="3794760" y="4813920"/>
            <a:ext cx="3163680" cy="111600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2" name="Shape 22"/>
          <p:cNvSpPr/>
          <p:nvPr/>
        </p:nvSpPr>
        <p:spPr>
          <a:xfrm>
            <a:off x="3945600" y="4984920"/>
            <a:ext cx="139680" cy="139680"/>
          </a:xfrm>
          <a:custGeom>
            <a:avLst/>
            <a:gdLst/>
            <a:ah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w="0">
            <a:noFill/>
          </a:ln>
        </p:spPr>
        <p:style>
          <a:lnRef idx="0"/>
          <a:fillRef idx="0"/>
          <a:effectRef idx="0"/>
          <a:fontRef idx="minor"/>
        </p:style>
      </p:sp>
      <p:sp>
        <p:nvSpPr>
          <p:cNvPr id="813" name="Text 23"/>
          <p:cNvSpPr/>
          <p:nvPr/>
        </p:nvSpPr>
        <p:spPr>
          <a:xfrm>
            <a:off x="4108320" y="4944960"/>
            <a:ext cx="27907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Global Influence</a:t>
            </a:r>
            <a:endParaRPr b="0" lang="en-HK" sz="1130" spc="-1" strike="noStrike">
              <a:latin typeface="Arial"/>
            </a:endParaRPr>
          </a:p>
        </p:txBody>
      </p:sp>
      <p:sp>
        <p:nvSpPr>
          <p:cNvPr id="814" name="Text 24"/>
          <p:cNvSpPr/>
          <p:nvPr/>
        </p:nvSpPr>
        <p:spPr>
          <a:xfrm>
            <a:off x="3925800" y="5230800"/>
            <a:ext cx="2965320" cy="56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transcended borders, creating a universal language that connected people across cultures and continents</a:t>
            </a:r>
            <a:endParaRPr b="0" lang="en-HK" sz="1000" spc="-1" strike="noStrike">
              <a:latin typeface="Arial"/>
            </a:endParaRPr>
          </a:p>
        </p:txBody>
      </p:sp>
      <p:sp>
        <p:nvSpPr>
          <p:cNvPr id="815" name="Shape 25"/>
          <p:cNvSpPr/>
          <p:nvPr/>
        </p:nvSpPr>
        <p:spPr>
          <a:xfrm>
            <a:off x="321480" y="6242760"/>
            <a:ext cx="1623960" cy="60804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6" name="Shape 26"/>
          <p:cNvSpPr/>
          <p:nvPr/>
        </p:nvSpPr>
        <p:spPr>
          <a:xfrm>
            <a:off x="1038960" y="6342120"/>
            <a:ext cx="187200" cy="187200"/>
          </a:xfrm>
          <a:custGeom>
            <a:avLst/>
            <a:gdLst/>
            <a:ah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w="0">
            <a:noFill/>
          </a:ln>
        </p:spPr>
        <p:style>
          <a:lnRef idx="0"/>
          <a:fillRef idx="0"/>
          <a:effectRef idx="0"/>
          <a:fontRef idx="minor"/>
        </p:style>
      </p:sp>
      <p:sp>
        <p:nvSpPr>
          <p:cNvPr id="817" name="Text 27"/>
          <p:cNvSpPr/>
          <p:nvPr/>
        </p:nvSpPr>
        <p:spPr>
          <a:xfrm>
            <a:off x="392760" y="6595920"/>
            <a:ext cx="148104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Influenced All Genres</a:t>
            </a:r>
            <a:endParaRPr b="0" lang="en-HK" sz="880" spc="-1" strike="noStrike">
              <a:latin typeface="Arial"/>
            </a:endParaRPr>
          </a:p>
        </p:txBody>
      </p:sp>
      <p:sp>
        <p:nvSpPr>
          <p:cNvPr id="818" name="Shape 28"/>
          <p:cNvSpPr/>
          <p:nvPr/>
        </p:nvSpPr>
        <p:spPr>
          <a:xfrm>
            <a:off x="2050200" y="6242760"/>
            <a:ext cx="1623960" cy="60804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9" name="Shape 29"/>
          <p:cNvSpPr/>
          <p:nvPr/>
        </p:nvSpPr>
        <p:spPr>
          <a:xfrm>
            <a:off x="2779560" y="6342120"/>
            <a:ext cx="163440" cy="187200"/>
          </a:xfrm>
          <a:custGeom>
            <a:avLst/>
            <a:gdLst/>
            <a:ah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w="0">
            <a:noFill/>
          </a:ln>
        </p:spPr>
        <p:style>
          <a:lnRef idx="0"/>
          <a:fillRef idx="0"/>
          <a:effectRef idx="0"/>
          <a:fontRef idx="minor"/>
        </p:style>
      </p:sp>
      <p:sp>
        <p:nvSpPr>
          <p:cNvPr id="820" name="Text 30"/>
          <p:cNvSpPr/>
          <p:nvPr/>
        </p:nvSpPr>
        <p:spPr>
          <a:xfrm>
            <a:off x="2121840" y="6595920"/>
            <a:ext cx="148104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Symbol of Freedom</a:t>
            </a:r>
            <a:endParaRPr b="0" lang="en-HK" sz="880" spc="-1" strike="noStrike">
              <a:latin typeface="Arial"/>
            </a:endParaRPr>
          </a:p>
        </p:txBody>
      </p:sp>
      <p:sp>
        <p:nvSpPr>
          <p:cNvPr id="821" name="Shape 31"/>
          <p:cNvSpPr/>
          <p:nvPr/>
        </p:nvSpPr>
        <p:spPr>
          <a:xfrm>
            <a:off x="3778920" y="6242760"/>
            <a:ext cx="1623960" cy="60804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2" name="Shape 32"/>
          <p:cNvSpPr/>
          <p:nvPr/>
        </p:nvSpPr>
        <p:spPr>
          <a:xfrm>
            <a:off x="4496760" y="6342120"/>
            <a:ext cx="187200" cy="187200"/>
          </a:xfrm>
          <a:custGeom>
            <a:avLst/>
            <a:gdLst/>
            <a:ah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w="0">
            <a:noFill/>
          </a:ln>
        </p:spPr>
        <p:style>
          <a:lnRef idx="0"/>
          <a:fillRef idx="0"/>
          <a:effectRef idx="0"/>
          <a:fontRef idx="minor"/>
        </p:style>
      </p:sp>
      <p:sp>
        <p:nvSpPr>
          <p:cNvPr id="823" name="Text 33"/>
          <p:cNvSpPr/>
          <p:nvPr/>
        </p:nvSpPr>
        <p:spPr>
          <a:xfrm>
            <a:off x="3850560" y="6595920"/>
            <a:ext cx="148104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Emotional Connection</a:t>
            </a:r>
            <a:endParaRPr b="0" lang="en-HK" sz="880" spc="-1" strike="noStrike">
              <a:latin typeface="Arial"/>
            </a:endParaRPr>
          </a:p>
        </p:txBody>
      </p:sp>
      <p:sp>
        <p:nvSpPr>
          <p:cNvPr id="824" name="Shape 34"/>
          <p:cNvSpPr/>
          <p:nvPr/>
        </p:nvSpPr>
        <p:spPr>
          <a:xfrm>
            <a:off x="5507640" y="6242760"/>
            <a:ext cx="1623960" cy="60804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5" name="Shape 35"/>
          <p:cNvSpPr/>
          <p:nvPr/>
        </p:nvSpPr>
        <p:spPr>
          <a:xfrm>
            <a:off x="6201720" y="6342120"/>
            <a:ext cx="234720" cy="187200"/>
          </a:xfrm>
          <a:custGeom>
            <a:avLst/>
            <a:gdLst/>
            <a:ah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w="0">
            <a:noFill/>
          </a:ln>
        </p:spPr>
        <p:style>
          <a:lnRef idx="0"/>
          <a:fillRef idx="0"/>
          <a:effectRef idx="0"/>
          <a:fontRef idx="minor"/>
        </p:style>
      </p:sp>
      <p:sp>
        <p:nvSpPr>
          <p:cNvPr id="826" name="Text 36"/>
          <p:cNvSpPr/>
          <p:nvPr/>
        </p:nvSpPr>
        <p:spPr>
          <a:xfrm>
            <a:off x="5579280" y="6595920"/>
            <a:ext cx="1481040" cy="15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Timeless Legacy</a:t>
            </a:r>
            <a:endParaRPr b="0" lang="en-HK" sz="880" spc="-1" strike="noStrike">
              <a:latin typeface="Arial"/>
            </a:endParaRPr>
          </a:p>
        </p:txBody>
      </p:sp>
      <p:sp>
        <p:nvSpPr>
          <p:cNvPr id="827" name="Image 0"/>
          <p:cNvSpPr/>
          <p:nvPr/>
        </p:nvSpPr>
        <p:spPr>
          <a:xfrm>
            <a:off x="7327800" y="1047600"/>
            <a:ext cx="4545000" cy="3298680"/>
          </a:xfrm>
          <a:prstGeom prst="roundRect">
            <a:avLst>
              <a:gd name="adj" fmla="val 0"/>
            </a:avLst>
          </a:prstGeom>
          <a:blipFill rotWithShape="0">
            <a:blip r:embed="rId1"/>
            <a:srcRect/>
            <a:stretch/>
          </a:blipFill>
          <a:ln w="0">
            <a:noFill/>
          </a:ln>
        </p:spPr>
        <p:style>
          <a:lnRef idx="0"/>
          <a:fillRef idx="0"/>
          <a:effectRef idx="0"/>
          <a:fontRef idx="minor"/>
        </p:style>
      </p:sp>
      <p:sp>
        <p:nvSpPr>
          <p:cNvPr id="828" name="Shape 37"/>
          <p:cNvSpPr/>
          <p:nvPr/>
        </p:nvSpPr>
        <p:spPr>
          <a:xfrm>
            <a:off x="7327800" y="1047600"/>
            <a:ext cx="4545000" cy="3298680"/>
          </a:xfrm>
          <a:custGeom>
            <a:avLst/>
            <a:gdLst/>
            <a:ahLst/>
            <a:rect l="l" t="t" r="r" b="b"/>
            <a:pathLst>
              <a:path w="4548188" h="3302000">
                <a:moveTo>
                  <a:pt x="0" y="0"/>
                </a:moveTo>
                <a:lnTo>
                  <a:pt x="4548188" y="0"/>
                </a:lnTo>
                <a:lnTo>
                  <a:pt x="4548188" y="3302000"/>
                </a:lnTo>
                <a:lnTo>
                  <a:pt x="0" y="3302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829" name="Text 38"/>
          <p:cNvSpPr/>
          <p:nvPr/>
        </p:nvSpPr>
        <p:spPr>
          <a:xfrm>
            <a:off x="7454880" y="3809880"/>
            <a:ext cx="434664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ROCK FOREVER</a:t>
            </a:r>
            <a:endParaRPr b="0" lang="en-HK" sz="880" spc="-1" strike="noStrike">
              <a:latin typeface="Arial"/>
            </a:endParaRPr>
          </a:p>
        </p:txBody>
      </p:sp>
      <p:sp>
        <p:nvSpPr>
          <p:cNvPr id="830" name="Text 39"/>
          <p:cNvSpPr/>
          <p:nvPr/>
        </p:nvSpPr>
        <p:spPr>
          <a:xfrm>
            <a:off x="7454880" y="4000680"/>
            <a:ext cx="43624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Crowd Unites</a:t>
            </a:r>
            <a:endParaRPr b="0" lang="en-HK" sz="1130" spc="-1" strike="noStrike">
              <a:latin typeface="Arial"/>
            </a:endParaRPr>
          </a:p>
        </p:txBody>
      </p:sp>
      <p:sp>
        <p:nvSpPr>
          <p:cNvPr id="831" name="Shape 40"/>
          <p:cNvSpPr/>
          <p:nvPr/>
        </p:nvSpPr>
        <p:spPr>
          <a:xfrm>
            <a:off x="7335720" y="4484520"/>
            <a:ext cx="4529160" cy="1600200"/>
          </a:xfrm>
          <a:custGeom>
            <a:avLst/>
            <a:gdLst/>
            <a:ahLst/>
            <a:rect l="l" t="t" r="r" b="b"/>
            <a:pathLst>
              <a:path w="4532313" h="1603375">
                <a:moveTo>
                  <a:pt x="0" y="0"/>
                </a:moveTo>
                <a:lnTo>
                  <a:pt x="4532313" y="0"/>
                </a:lnTo>
                <a:lnTo>
                  <a:pt x="4532313" y="1603375"/>
                </a:lnTo>
                <a:lnTo>
                  <a:pt x="0" y="1603375"/>
                </a:lnTo>
                <a:lnTo>
                  <a:pt x="0" y="0"/>
                </a:lnTo>
                <a:close/>
              </a:path>
            </a:pathLst>
          </a:custGeom>
          <a:noFill/>
          <a:ln w="25400">
            <a:solidFill>
              <a:srgbClr val="ddff00"/>
            </a:solidFill>
            <a:round/>
          </a:ln>
        </p:spPr>
        <p:style>
          <a:lnRef idx="0"/>
          <a:fillRef idx="0"/>
          <a:effectRef idx="0"/>
          <a:fontRef idx="minor"/>
        </p:style>
      </p:sp>
      <p:sp>
        <p:nvSpPr>
          <p:cNvPr id="832" name="Text 41"/>
          <p:cNvSpPr/>
          <p:nvPr/>
        </p:nvSpPr>
        <p:spPr>
          <a:xfrm>
            <a:off x="7502400" y="4651200"/>
            <a:ext cx="426708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Influence on Other Genres</a:t>
            </a:r>
            <a:endParaRPr b="0" lang="en-HK" sz="1130" spc="-1" strike="noStrike">
              <a:latin typeface="Arial"/>
            </a:endParaRPr>
          </a:p>
        </p:txBody>
      </p:sp>
      <p:sp>
        <p:nvSpPr>
          <p:cNvPr id="833" name="Shape 42"/>
          <p:cNvSpPr/>
          <p:nvPr/>
        </p:nvSpPr>
        <p:spPr>
          <a:xfrm>
            <a:off x="7502400" y="5032440"/>
            <a:ext cx="60120" cy="6012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4" name="Text 43"/>
          <p:cNvSpPr/>
          <p:nvPr/>
        </p:nvSpPr>
        <p:spPr>
          <a:xfrm>
            <a:off x="7629480" y="4968720"/>
            <a:ext cx="30844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Hip-Hop:</a:t>
            </a:r>
            <a:r>
              <a:rPr b="0" lang="en-US" sz="1000" spc="-1" strike="noStrike">
                <a:solidFill>
                  <a:srgbClr val="ffffff">
                    <a:alpha val="80000"/>
                  </a:srgbClr>
                </a:solidFill>
                <a:latin typeface="Liter"/>
                <a:ea typeface="Liter"/>
              </a:rPr>
              <a:t> Sampling rock tracks, shared rebellious spirit</a:t>
            </a:r>
            <a:endParaRPr b="0" lang="en-HK" sz="1000" spc="-1" strike="noStrike">
              <a:latin typeface="Arial"/>
            </a:endParaRPr>
          </a:p>
        </p:txBody>
      </p:sp>
      <p:sp>
        <p:nvSpPr>
          <p:cNvPr id="835" name="Shape 44"/>
          <p:cNvSpPr/>
          <p:nvPr/>
        </p:nvSpPr>
        <p:spPr>
          <a:xfrm>
            <a:off x="7502400" y="5286240"/>
            <a:ext cx="60120" cy="6012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6" name="Text 45"/>
          <p:cNvSpPr/>
          <p:nvPr/>
        </p:nvSpPr>
        <p:spPr>
          <a:xfrm>
            <a:off x="7629480" y="5222880"/>
            <a:ext cx="30448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Pop Music:</a:t>
            </a:r>
            <a:r>
              <a:rPr b="0" lang="en-US" sz="1000" spc="-1" strike="noStrike">
                <a:solidFill>
                  <a:srgbClr val="ffffff">
                    <a:alpha val="80000"/>
                  </a:srgbClr>
                </a:solidFill>
                <a:latin typeface="Liter"/>
                <a:ea typeface="Liter"/>
              </a:rPr>
              <a:t> Rock's emotive power and stage presence</a:t>
            </a:r>
            <a:endParaRPr b="0" lang="en-HK" sz="1000" spc="-1" strike="noStrike">
              <a:latin typeface="Arial"/>
            </a:endParaRPr>
          </a:p>
        </p:txBody>
      </p:sp>
      <p:sp>
        <p:nvSpPr>
          <p:cNvPr id="837" name="Shape 46"/>
          <p:cNvSpPr/>
          <p:nvPr/>
        </p:nvSpPr>
        <p:spPr>
          <a:xfrm>
            <a:off x="7502400" y="5540400"/>
            <a:ext cx="60120" cy="6012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8" name="Text 47"/>
          <p:cNvSpPr/>
          <p:nvPr/>
        </p:nvSpPr>
        <p:spPr>
          <a:xfrm>
            <a:off x="7629480" y="5477040"/>
            <a:ext cx="28544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Electronic:</a:t>
            </a:r>
            <a:r>
              <a:rPr b="0" lang="en-US" sz="1000" spc="-1" strike="noStrike">
                <a:solidFill>
                  <a:srgbClr val="ffffff">
                    <a:alpha val="80000"/>
                  </a:srgbClr>
                </a:solidFill>
                <a:latin typeface="Liter"/>
                <a:ea typeface="Liter"/>
              </a:rPr>
              <a:t> Rock's energy in EDM and dance music</a:t>
            </a:r>
            <a:endParaRPr b="0" lang="en-HK" sz="1000" spc="-1" strike="noStrike">
              <a:latin typeface="Arial"/>
            </a:endParaRPr>
          </a:p>
        </p:txBody>
      </p:sp>
      <p:sp>
        <p:nvSpPr>
          <p:cNvPr id="839" name="Shape 48"/>
          <p:cNvSpPr/>
          <p:nvPr/>
        </p:nvSpPr>
        <p:spPr>
          <a:xfrm>
            <a:off x="7502400" y="5794200"/>
            <a:ext cx="60120" cy="6012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40" name="Text 49"/>
          <p:cNvSpPr/>
          <p:nvPr/>
        </p:nvSpPr>
        <p:spPr>
          <a:xfrm>
            <a:off x="7629480" y="5730840"/>
            <a:ext cx="30924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Country:</a:t>
            </a:r>
            <a:r>
              <a:rPr b="0" lang="en-US" sz="1000" spc="-1" strike="noStrike">
                <a:solidFill>
                  <a:srgbClr val="ffffff">
                    <a:alpha val="80000"/>
                  </a:srgbClr>
                </a:solidFill>
                <a:latin typeface="Liter"/>
                <a:ea typeface="Liter"/>
              </a:rPr>
              <a:t> Rock-influenced country rock and alt-country</a:t>
            </a:r>
            <a:endParaRPr b="0" lang="en-HK" sz="1000" spc="-1" strike="noStrike">
              <a:latin typeface="Arial"/>
            </a:endParaRPr>
          </a:p>
        </p:txBody>
      </p:sp>
      <p:sp>
        <p:nvSpPr>
          <p:cNvPr id="841" name="Shape 50"/>
          <p:cNvSpPr/>
          <p:nvPr/>
        </p:nvSpPr>
        <p:spPr>
          <a:xfrm>
            <a:off x="7327800" y="6222960"/>
            <a:ext cx="4545000" cy="631800"/>
          </a:xfrm>
          <a:custGeom>
            <a:avLst/>
            <a:gdLst/>
            <a:ahLst/>
            <a:rect l="l" t="t" r="r" b="b"/>
            <a:pathLst>
              <a:path w="4548188" h="635000">
                <a:moveTo>
                  <a:pt x="0" y="0"/>
                </a:moveTo>
                <a:lnTo>
                  <a:pt x="4548188" y="0"/>
                </a:lnTo>
                <a:lnTo>
                  <a:pt x="4548188" y="635000"/>
                </a:lnTo>
                <a:lnTo>
                  <a:pt x="0" y="635000"/>
                </a:lnTo>
                <a:lnTo>
                  <a:pt x="0" y="0"/>
                </a:lnTo>
                <a:close/>
              </a:path>
            </a:pathLst>
          </a:custGeom>
          <a:solidFill>
            <a:srgbClr val="ddff00"/>
          </a:solidFill>
          <a:ln w="0">
            <a:noFill/>
          </a:ln>
        </p:spPr>
        <p:style>
          <a:lnRef idx="0"/>
          <a:fillRef idx="0"/>
          <a:effectRef idx="0"/>
          <a:fontRef idx="minor"/>
        </p:style>
      </p:sp>
      <p:sp>
        <p:nvSpPr>
          <p:cNvPr id="842" name="Text 51"/>
          <p:cNvSpPr/>
          <p:nvPr/>
        </p:nvSpPr>
        <p:spPr>
          <a:xfrm>
            <a:off x="7423200" y="6350040"/>
            <a:ext cx="4354560" cy="377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000000"/>
                </a:solidFill>
                <a:latin typeface="Liter"/>
                <a:ea typeface="Liter"/>
              </a:rPr>
              <a:t>"Rock and roll is here to stay."</a:t>
            </a:r>
            <a:endParaRPr b="0" lang="en-HK" sz="1000" spc="-1" strike="noStrike">
              <a:latin typeface="Arial"/>
            </a:endParaRPr>
          </a:p>
          <a:p>
            <a:pPr algn="ctr">
              <a:lnSpc>
                <a:spcPct val="130000"/>
              </a:lnSpc>
              <a:buNone/>
            </a:pPr>
            <a:r>
              <a:rPr b="0" lang="en-US" sz="880" spc="-1" strike="noStrike">
                <a:solidFill>
                  <a:srgbClr val="000000"/>
                </a:solidFill>
                <a:latin typeface="Liter"/>
                <a:ea typeface="Liter"/>
              </a:rPr>
              <a:t>— </a:t>
            </a:r>
            <a:r>
              <a:rPr b="0" lang="en-US" sz="880" spc="-1" strike="noStrike">
                <a:solidFill>
                  <a:srgbClr val="000000"/>
                </a:solidFill>
                <a:latin typeface="Liter"/>
                <a:ea typeface="Liter"/>
              </a:rPr>
              <a:t>Danny &amp; the Juniors, 1958</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843"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844"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2700000"/>
          </a:gradFill>
          <a:ln w="0">
            <a:noFill/>
          </a:ln>
        </p:spPr>
        <p:style>
          <a:lnRef idx="0"/>
          <a:fillRef idx="0"/>
          <a:effectRef idx="0"/>
          <a:fontRef idx="minor"/>
        </p:style>
      </p:sp>
      <p:sp>
        <p:nvSpPr>
          <p:cNvPr id="845" name="Shape 1"/>
          <p:cNvSpPr/>
          <p:nvPr/>
        </p:nvSpPr>
        <p:spPr>
          <a:xfrm>
            <a:off x="4773960" y="153720"/>
            <a:ext cx="878040" cy="3348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6" name="Shape 2"/>
          <p:cNvSpPr/>
          <p:nvPr/>
        </p:nvSpPr>
        <p:spPr>
          <a:xfrm rot="2700000">
            <a:off x="5700240" y="-223560"/>
            <a:ext cx="547560" cy="547560"/>
          </a:xfrm>
          <a:custGeom>
            <a:avLst/>
            <a:gdLst/>
            <a:ahLst/>
            <a:rect l="l" t="t" r="r" b="b"/>
            <a:pathLst>
              <a:path w="550843" h="550843">
                <a:moveTo>
                  <a:pt x="0" y="0"/>
                </a:moveTo>
                <a:lnTo>
                  <a:pt x="550843" y="0"/>
                </a:lnTo>
                <a:lnTo>
                  <a:pt x="550843" y="550843"/>
                </a:lnTo>
                <a:lnTo>
                  <a:pt x="0" y="550843"/>
                </a:lnTo>
                <a:lnTo>
                  <a:pt x="0" y="0"/>
                </a:lnTo>
                <a:close/>
              </a:path>
            </a:pathLst>
          </a:custGeom>
          <a:noFill/>
          <a:ln w="50800">
            <a:solidFill>
              <a:srgbClr val="ddff00"/>
            </a:solidFill>
            <a:round/>
          </a:ln>
          <a:effectLst>
            <a:outerShdw algn="bl" blurRad="275400" dir="2700000" dist="49893" kx="0" ky="0" rotWithShape="0" sx="100000" sy="100000">
              <a:srgbClr val="ddff00">
                <a:alpha val="30000"/>
              </a:srgbClr>
            </a:outerShdw>
          </a:effectLst>
        </p:spPr>
        <p:style>
          <a:lnRef idx="0"/>
          <a:fillRef idx="0"/>
          <a:effectRef idx="0"/>
          <a:fontRef idx="minor"/>
        </p:style>
      </p:sp>
      <p:sp>
        <p:nvSpPr>
          <p:cNvPr id="847" name="Shape 3"/>
          <p:cNvSpPr/>
          <p:nvPr/>
        </p:nvSpPr>
        <p:spPr>
          <a:xfrm>
            <a:off x="5985720" y="61920"/>
            <a:ext cx="217080" cy="217080"/>
          </a:xfrm>
          <a:custGeom>
            <a:avLst/>
            <a:gdLst/>
            <a:ah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w="0">
            <a:noFill/>
          </a:ln>
        </p:spPr>
        <p:style>
          <a:lnRef idx="0"/>
          <a:fillRef idx="0"/>
          <a:effectRef idx="0"/>
          <a:fontRef idx="minor"/>
        </p:style>
      </p:sp>
      <p:sp>
        <p:nvSpPr>
          <p:cNvPr id="848" name="Shape 4"/>
          <p:cNvSpPr/>
          <p:nvPr/>
        </p:nvSpPr>
        <p:spPr>
          <a:xfrm>
            <a:off x="6536520" y="153720"/>
            <a:ext cx="878040" cy="3348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9" name="Text 5"/>
          <p:cNvSpPr/>
          <p:nvPr/>
        </p:nvSpPr>
        <p:spPr>
          <a:xfrm>
            <a:off x="3582360" y="979920"/>
            <a:ext cx="5027760" cy="17593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6940" spc="-1" strike="noStrike">
                <a:solidFill>
                  <a:srgbClr val="ffffff"/>
                </a:solidFill>
                <a:latin typeface="Liter"/>
                <a:ea typeface="Liter"/>
              </a:rPr>
              <a:t>ROCK WILL</a:t>
            </a:r>
            <a:endParaRPr b="0" lang="en-HK" sz="6940" spc="-1" strike="noStrike">
              <a:latin typeface="Arial"/>
            </a:endParaRPr>
          </a:p>
          <a:p>
            <a:pPr algn="ctr">
              <a:lnSpc>
                <a:spcPct val="80000"/>
              </a:lnSpc>
              <a:buNone/>
            </a:pPr>
            <a:r>
              <a:rPr b="1" lang="en-US" sz="6940" spc="-1" strike="noStrike">
                <a:solidFill>
                  <a:srgbClr val="ddff00"/>
                </a:solidFill>
                <a:latin typeface="Liter"/>
                <a:ea typeface="Liter"/>
              </a:rPr>
              <a:t>NEVER DIE</a:t>
            </a:r>
            <a:endParaRPr b="0" lang="en-HK" sz="6940" spc="-1" strike="noStrike">
              <a:latin typeface="Arial"/>
            </a:endParaRPr>
          </a:p>
        </p:txBody>
      </p:sp>
      <p:sp>
        <p:nvSpPr>
          <p:cNvPr id="850" name="Text 6"/>
          <p:cNvSpPr/>
          <p:nvPr/>
        </p:nvSpPr>
        <p:spPr>
          <a:xfrm>
            <a:off x="2515680" y="3036600"/>
            <a:ext cx="7157880" cy="14288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1" lang="en-US" sz="1729" spc="-1" strike="noStrike">
                <a:solidFill>
                  <a:srgbClr val="ffffff"/>
                </a:solidFill>
                <a:latin typeface="Liter"/>
                <a:ea typeface="Liter"/>
              </a:rPr>
              <a:t>From blues roots to global phenomenon,</a:t>
            </a:r>
            <a:r>
              <a:rPr b="0" lang="en-US" sz="1729" spc="-1" strike="noStrike">
                <a:solidFill>
                  <a:srgbClr val="ffffff"/>
                </a:solidFill>
                <a:latin typeface="Liter"/>
                <a:ea typeface="Liter"/>
              </a:rPr>
              <a:t> rock music has constantly evolved while maintaining its rebellious spirit. Its influence echoes through every genre that followed, proving that authentic, passionate music transcends time.</a:t>
            </a:r>
            <a:endParaRPr b="0" lang="en-HK" sz="1729" spc="-1" strike="noStrike">
              <a:latin typeface="Arial"/>
            </a:endParaRPr>
          </a:p>
        </p:txBody>
      </p:sp>
      <p:sp>
        <p:nvSpPr>
          <p:cNvPr id="851" name="Text 7"/>
          <p:cNvSpPr/>
          <p:nvPr/>
        </p:nvSpPr>
        <p:spPr>
          <a:xfrm>
            <a:off x="2524680" y="4689000"/>
            <a:ext cx="7139520" cy="8964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ffffff">
                    <a:alpha val="80000"/>
                  </a:srgbClr>
                </a:solidFill>
                <a:latin typeface="Liter"/>
                <a:ea typeface="Liter"/>
              </a:rPr>
              <a:t>From Chuck Berry's guitar riffs to Kurt Cobain's raw emotion, from The Beatles' revolution to Arctic Monkeys' revival—rock continues to inspire, challenge, and unite generations.</a:t>
            </a:r>
            <a:endParaRPr b="0" lang="en-HK" sz="1450" spc="-1" strike="noStrike">
              <a:latin typeface="Arial"/>
            </a:endParaRPr>
          </a:p>
        </p:txBody>
      </p:sp>
      <p:sp>
        <p:nvSpPr>
          <p:cNvPr id="852" name="Shape 8"/>
          <p:cNvSpPr/>
          <p:nvPr/>
        </p:nvSpPr>
        <p:spPr>
          <a:xfrm>
            <a:off x="5232960" y="5878080"/>
            <a:ext cx="731160" cy="33480"/>
          </a:xfrm>
          <a:custGeom>
            <a:avLst/>
            <a:gdLst/>
            <a:ahLst/>
            <a:rect l="l" t="t" r="r" b="b"/>
            <a:pathLst>
              <a:path w="734458" h="36723">
                <a:moveTo>
                  <a:pt x="0" y="0"/>
                </a:moveTo>
                <a:lnTo>
                  <a:pt x="734458" y="0"/>
                </a:lnTo>
                <a:lnTo>
                  <a:pt x="734458" y="36723"/>
                </a:lnTo>
                <a:lnTo>
                  <a:pt x="0" y="36723"/>
                </a:lnTo>
                <a:lnTo>
                  <a:pt x="0" y="0"/>
                </a:lnTo>
                <a:close/>
              </a:path>
            </a:pathLst>
          </a:custGeom>
          <a:solidFill>
            <a:srgbClr val="ddff00"/>
          </a:solidFill>
          <a:ln w="0">
            <a:noFill/>
          </a:ln>
        </p:spPr>
        <p:style>
          <a:lnRef idx="0"/>
          <a:fillRef idx="0"/>
          <a:effectRef idx="0"/>
          <a:fontRef idx="minor"/>
        </p:style>
      </p:sp>
      <p:sp>
        <p:nvSpPr>
          <p:cNvPr id="853" name="Shape 9"/>
          <p:cNvSpPr/>
          <p:nvPr/>
        </p:nvSpPr>
        <p:spPr>
          <a:xfrm>
            <a:off x="6187680" y="5878080"/>
            <a:ext cx="363960" cy="33480"/>
          </a:xfrm>
          <a:custGeom>
            <a:avLst/>
            <a:gdLst/>
            <a:ahLst/>
            <a:rect l="l" t="t" r="r" b="b"/>
            <a:pathLst>
              <a:path w="367229" h="36723">
                <a:moveTo>
                  <a:pt x="0" y="0"/>
                </a:moveTo>
                <a:lnTo>
                  <a:pt x="367229" y="0"/>
                </a:lnTo>
                <a:lnTo>
                  <a:pt x="367229" y="36723"/>
                </a:lnTo>
                <a:lnTo>
                  <a:pt x="0" y="36723"/>
                </a:lnTo>
                <a:lnTo>
                  <a:pt x="0" y="0"/>
                </a:lnTo>
                <a:close/>
              </a:path>
            </a:pathLst>
          </a:custGeom>
          <a:solidFill>
            <a:srgbClr val="ddff00"/>
          </a:solidFill>
          <a:ln w="0">
            <a:noFill/>
          </a:ln>
        </p:spPr>
        <p:style>
          <a:lnRef idx="0"/>
          <a:fillRef idx="0"/>
          <a:effectRef idx="0"/>
          <a:fontRef idx="minor"/>
        </p:style>
      </p:sp>
      <p:sp>
        <p:nvSpPr>
          <p:cNvPr id="854" name="Shape 10"/>
          <p:cNvSpPr/>
          <p:nvPr/>
        </p:nvSpPr>
        <p:spPr>
          <a:xfrm>
            <a:off x="6775200" y="5878080"/>
            <a:ext cx="180360" cy="33480"/>
          </a:xfrm>
          <a:custGeom>
            <a:avLst/>
            <a:gdLst/>
            <a:ahLst/>
            <a:rect l="l" t="t" r="r" b="b"/>
            <a:pathLst>
              <a:path w="183614" h="36723">
                <a:moveTo>
                  <a:pt x="0" y="0"/>
                </a:moveTo>
                <a:lnTo>
                  <a:pt x="183614" y="0"/>
                </a:lnTo>
                <a:lnTo>
                  <a:pt x="183614" y="36723"/>
                </a:lnTo>
                <a:lnTo>
                  <a:pt x="0" y="36723"/>
                </a:lnTo>
                <a:lnTo>
                  <a:pt x="0" y="0"/>
                </a:lnTo>
                <a:close/>
              </a:path>
            </a:pathLst>
          </a:custGeom>
          <a:solidFill>
            <a:srgbClr val="ddff00"/>
          </a:solidFill>
          <a:ln w="0">
            <a:noFill/>
          </a:ln>
        </p:spPr>
        <p:style>
          <a:lnRef idx="0"/>
          <a:fillRef idx="0"/>
          <a:effectRef idx="0"/>
          <a:fontRef idx="minor"/>
        </p:style>
      </p:sp>
      <p:sp>
        <p:nvSpPr>
          <p:cNvPr id="855" name="Text 11"/>
          <p:cNvSpPr/>
          <p:nvPr/>
        </p:nvSpPr>
        <p:spPr>
          <a:xfrm>
            <a:off x="2564280" y="6208560"/>
            <a:ext cx="1704240" cy="43740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70+</a:t>
            </a:r>
            <a:endParaRPr b="0" lang="en-HK" sz="3470" spc="-1" strike="noStrike">
              <a:latin typeface="Arial"/>
            </a:endParaRPr>
          </a:p>
        </p:txBody>
      </p:sp>
      <p:sp>
        <p:nvSpPr>
          <p:cNvPr id="856" name="Text 12"/>
          <p:cNvSpPr/>
          <p:nvPr/>
        </p:nvSpPr>
        <p:spPr>
          <a:xfrm>
            <a:off x="2633040" y="6722640"/>
            <a:ext cx="1566720" cy="253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Years of Rock</a:t>
            </a:r>
            <a:endParaRPr b="0" lang="en-HK" sz="1300" spc="-1" strike="noStrike">
              <a:latin typeface="Arial"/>
            </a:endParaRPr>
          </a:p>
        </p:txBody>
      </p:sp>
      <p:sp>
        <p:nvSpPr>
          <p:cNvPr id="857" name="Text 13"/>
          <p:cNvSpPr/>
          <p:nvPr/>
        </p:nvSpPr>
        <p:spPr>
          <a:xfrm>
            <a:off x="4348440" y="6208560"/>
            <a:ext cx="1704240" cy="43740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a:t>
            </a:r>
            <a:endParaRPr b="0" lang="en-HK" sz="3470" spc="-1" strike="noStrike">
              <a:latin typeface="Arial"/>
            </a:endParaRPr>
          </a:p>
        </p:txBody>
      </p:sp>
      <p:sp>
        <p:nvSpPr>
          <p:cNvPr id="858" name="Text 14"/>
          <p:cNvSpPr/>
          <p:nvPr/>
        </p:nvSpPr>
        <p:spPr>
          <a:xfrm>
            <a:off x="4417200" y="6722640"/>
            <a:ext cx="1566720" cy="253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Influence</a:t>
            </a:r>
            <a:endParaRPr b="0" lang="en-HK" sz="1300" spc="-1" strike="noStrike">
              <a:latin typeface="Arial"/>
            </a:endParaRPr>
          </a:p>
        </p:txBody>
      </p:sp>
      <p:sp>
        <p:nvSpPr>
          <p:cNvPr id="859" name="Text 15"/>
          <p:cNvSpPr/>
          <p:nvPr/>
        </p:nvSpPr>
        <p:spPr>
          <a:xfrm>
            <a:off x="6132600" y="6208560"/>
            <a:ext cx="1704240" cy="43740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Billions</a:t>
            </a:r>
            <a:endParaRPr b="0" lang="en-HK" sz="3470" spc="-1" strike="noStrike">
              <a:latin typeface="Arial"/>
            </a:endParaRPr>
          </a:p>
        </p:txBody>
      </p:sp>
      <p:sp>
        <p:nvSpPr>
          <p:cNvPr id="860" name="Text 16"/>
          <p:cNvSpPr/>
          <p:nvPr/>
        </p:nvSpPr>
        <p:spPr>
          <a:xfrm>
            <a:off x="6201720" y="6722640"/>
            <a:ext cx="1566720" cy="253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of Fans</a:t>
            </a:r>
            <a:endParaRPr b="0" lang="en-HK" sz="1300" spc="-1" strike="noStrike">
              <a:latin typeface="Arial"/>
            </a:endParaRPr>
          </a:p>
        </p:txBody>
      </p:sp>
      <p:sp>
        <p:nvSpPr>
          <p:cNvPr id="861" name="Text 17"/>
          <p:cNvSpPr/>
          <p:nvPr/>
        </p:nvSpPr>
        <p:spPr>
          <a:xfrm>
            <a:off x="7916760" y="6208560"/>
            <a:ext cx="1704240" cy="43740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Forever</a:t>
            </a:r>
            <a:endParaRPr b="0" lang="en-HK" sz="3470" spc="-1" strike="noStrike">
              <a:latin typeface="Arial"/>
            </a:endParaRPr>
          </a:p>
        </p:txBody>
      </p:sp>
      <p:sp>
        <p:nvSpPr>
          <p:cNvPr id="862" name="Text 18"/>
          <p:cNvSpPr/>
          <p:nvPr/>
        </p:nvSpPr>
        <p:spPr>
          <a:xfrm>
            <a:off x="7985880" y="6722640"/>
            <a:ext cx="1566720" cy="253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 Our Hearts</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54</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2026-04-19T08:03:33Z</dcterms:modified>
  <cp:revision>10</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