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7.png" ContentType="image/png"/>
  <Override PartName="/ppt/media/image12.jpeg" ContentType="image/jpeg"/>
  <Override PartName="/ppt/media/image11.png" ContentType="image/png"/>
  <Override PartName="/ppt/media/image16.png" ContentType="image/png"/>
  <Override PartName="/ppt/media/image15.png" ContentType="image/png"/>
  <Override PartName="/ppt/media/image5.jpeg" ContentType="image/jpeg"/>
  <Override PartName="/ppt/media/image14.jpeg" ContentType="image/jpeg"/>
  <Override PartName="/ppt/media/image2.png" ContentType="image/png"/>
  <Override PartName="/ppt/media/image9.jpeg" ContentType="image/jpeg"/>
  <Override PartName="/ppt/media/image1.png" ContentType="image/png"/>
  <Override PartName="/ppt/media/image3.png" ContentType="image/png"/>
  <Override PartName="/ppt/media/image4.png" ContentType="image/png"/>
  <Override PartName="/ppt/media/image13.jpeg" ContentType="image/jpeg"/>
  <Override PartName="/ppt/media/image10.jpeg" ContentType="image/jpeg"/>
  <Override PartName="/ppt/media/image8.jpeg" ContentType="image/jpe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3848FE8-8F19-47ED-B979-F07763039F1F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0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6E44B7-8E1F-4D46-9556-EF54BB90A2B1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0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9628B32-A986-4636-998E-E70C5748B65E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0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03C2C6-046B-46FE-A0AE-AF3775188B2C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0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ED80F4-0484-40EE-99FD-CDA57D236AEC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0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3CEBC4-40CA-4BA7-8BF9-1D1BB8586C6A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0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0AD2530-87EC-40E5-A462-24F25E9DA81A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0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DDE145-13C4-4CD5-BF9F-F449CC4CCACE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1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B14BF7B-4768-4949-8097-312B83F8BBD4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1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F00437-D16B-4767-A26C-129445348FBD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1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4E0C90-1670-417C-B6BF-CFEFE40620C6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1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8224E3-FF76-47B6-98E0-168D45C96E25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1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971C597-4E1B-494E-B975-E15392CCB4A5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1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B5339F-48D9-4A97-9533-A21958AEADF6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1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E1D317-F7B0-400D-90E2-03785DA80B2D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1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5568E9A-53EB-445D-8FA4-465966257E70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1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0A8F083-3091-4C57-AC67-6973910FF412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1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8CA784-5D32-4775-B927-E16FA3540387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080" cy="3427200"/>
          </a:xfrm>
          <a:prstGeom prst="rect">
            <a:avLst/>
          </a:prstGeom>
          <a:ln w="0">
            <a:noFill/>
          </a:ln>
        </p:spPr>
      </p:sp>
      <p:sp>
        <p:nvSpPr>
          <p:cNvPr id="11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3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968AC6-765C-4765-BD85-DEFA5E616735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ebecf0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矩形 1"/>
          <p:cNvSpPr/>
          <p:nvPr/>
        </p:nvSpPr>
        <p:spPr>
          <a:xfrm>
            <a:off x="0" y="0"/>
            <a:ext cx="9142200" cy="5141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1"/>
          <p:cNvSpPr/>
          <p:nvPr/>
        </p:nvSpPr>
        <p:spPr>
          <a:xfrm>
            <a:off x="0" y="0"/>
            <a:ext cx="9142200" cy="51418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图片 8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9142200" cy="2570040"/>
          </a:xfrm>
          <a:prstGeom prst="rect">
            <a:avLst/>
          </a:prstGeom>
          <a:ln w="0">
            <a:noFill/>
          </a:ln>
        </p:spPr>
      </p:pic>
      <p:sp>
        <p:nvSpPr>
          <p:cNvPr id="85" name="矩形: 圆角 11"/>
          <p:cNvSpPr/>
          <p:nvPr/>
        </p:nvSpPr>
        <p:spPr>
          <a:xfrm>
            <a:off x="467640" y="411480"/>
            <a:ext cx="8207280" cy="431856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 w="3175">
            <a:solidFill>
              <a:srgbClr val="808080"/>
            </a:solidFill>
            <a:round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86" name="组合 16"/>
          <p:cNvGrpSpPr/>
          <p:nvPr/>
        </p:nvGrpSpPr>
        <p:grpSpPr>
          <a:xfrm>
            <a:off x="7884360" y="627480"/>
            <a:ext cx="504000" cy="360000"/>
            <a:chOff x="7884360" y="627480"/>
            <a:chExt cx="504000" cy="360000"/>
          </a:xfrm>
        </p:grpSpPr>
        <p:sp>
          <p:nvSpPr>
            <p:cNvPr id="87" name="直接连接符 13"/>
            <p:cNvSpPr/>
            <p:nvPr/>
          </p:nvSpPr>
          <p:spPr>
            <a:xfrm>
              <a:off x="7884360" y="802440"/>
              <a:ext cx="504000" cy="36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8" name="直接连接符 15"/>
            <p:cNvSpPr/>
            <p:nvPr/>
          </p:nvSpPr>
          <p:spPr>
            <a:xfrm flipV="1">
              <a:off x="8244360" y="627480"/>
              <a:ext cx="360" cy="36000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89" name="文本框 17"/>
          <p:cNvSpPr/>
          <p:nvPr/>
        </p:nvSpPr>
        <p:spPr>
          <a:xfrm>
            <a:off x="683640" y="3170880"/>
            <a:ext cx="244440" cy="17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" rot="5400000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808080"/>
                </a:solidFill>
                <a:latin typeface="Calibri Light"/>
                <a:ea typeface="微软雅黑"/>
              </a:rPr>
              <a:t>LIVE AND LEARN</a:t>
            </a:r>
            <a:endParaRPr b="1" lang="en-HK" sz="1600" spc="-1" strike="noStrike">
              <a:latin typeface="Arial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1979640" y="1890720"/>
            <a:ext cx="655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Minimal Elegant Work Report Template</a:t>
            </a:r>
            <a:endParaRPr b="1" lang="en-HK" sz="1800" spc="-1" strike="noStrike">
              <a:latin typeface="Arial"/>
            </a:endParaRPr>
          </a:p>
        </p:txBody>
      </p:sp>
      <p:sp>
        <p:nvSpPr>
          <p:cNvPr id="91" name="文本框 19"/>
          <p:cNvSpPr/>
          <p:nvPr/>
        </p:nvSpPr>
        <p:spPr>
          <a:xfrm>
            <a:off x="2843640" y="2571840"/>
            <a:ext cx="48225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808080"/>
                </a:solidFill>
                <a:latin typeface="Calibri"/>
                <a:ea typeface="微软雅黑"/>
              </a:rPr>
              <a:t>BLACK CONCISE TEMPLATE</a:t>
            </a:r>
            <a:endParaRPr b="1" lang="en-HK" sz="1600" spc="-1" strike="noStrike">
              <a:latin typeface="Arial"/>
            </a:endParaRPr>
          </a:p>
        </p:txBody>
      </p:sp>
      <p:sp>
        <p:nvSpPr>
          <p:cNvPr id="92" name="直接连接符 21"/>
          <p:cNvSpPr/>
          <p:nvPr/>
        </p:nvSpPr>
        <p:spPr>
          <a:xfrm>
            <a:off x="6444000" y="3075480"/>
            <a:ext cx="122400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文本框 22"/>
          <p:cNvSpPr/>
          <p:nvPr/>
        </p:nvSpPr>
        <p:spPr>
          <a:xfrm>
            <a:off x="4788000" y="3302640"/>
            <a:ext cx="2878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微软雅黑"/>
              </a:rPr>
              <a:t>Lorem ipsum dolor sit amet, consectetuer adipiscing elit. Maecenas porttitor congue</a:t>
            </a:r>
            <a:endParaRPr b="1" lang="en-HK" sz="1400" spc="-1" strike="noStrike">
              <a:latin typeface="Arial"/>
            </a:endParaRPr>
          </a:p>
        </p:txBody>
      </p:sp>
      <p:sp>
        <p:nvSpPr>
          <p:cNvPr id="94" name="文本框 23"/>
          <p:cNvSpPr/>
          <p:nvPr/>
        </p:nvSpPr>
        <p:spPr>
          <a:xfrm>
            <a:off x="6444360" y="1236240"/>
            <a:ext cx="237456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272f42"/>
                </a:solidFill>
                <a:latin typeface="微软雅黑"/>
                <a:ea typeface="微软雅黑"/>
              </a:rPr>
              <a:t>2019</a:t>
            </a:r>
            <a:endParaRPr b="1" lang="en-HK" sz="3200" spc="-1" strike="noStrike">
              <a:latin typeface="Arial"/>
            </a:endParaRPr>
          </a:p>
        </p:txBody>
      </p:sp>
      <p:sp>
        <p:nvSpPr>
          <p:cNvPr id="95" name="矩形: 圆角 24"/>
          <p:cNvSpPr/>
          <p:nvPr/>
        </p:nvSpPr>
        <p:spPr>
          <a:xfrm>
            <a:off x="6876360" y="4011840"/>
            <a:ext cx="790200" cy="286200"/>
          </a:xfrm>
          <a:prstGeom prst="roundRect">
            <a:avLst>
              <a:gd name="adj" fmla="val 16667"/>
            </a:avLst>
          </a:prstGeom>
          <a:noFill/>
          <a:ln w="3175">
            <a:solidFill>
              <a:srgbClr val="80808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" name="文本框 25"/>
          <p:cNvSpPr/>
          <p:nvPr/>
        </p:nvSpPr>
        <p:spPr>
          <a:xfrm>
            <a:off x="6876360" y="4065840"/>
            <a:ext cx="79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   </a:t>
            </a: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YPPPT</a:t>
            </a:r>
            <a:endParaRPr b="1" lang="en-HK" sz="1800" spc="-1" strike="noStrike">
              <a:latin typeface="Arial"/>
            </a:endParaRPr>
          </a:p>
        </p:txBody>
      </p:sp>
    </p:spTree>
  </p:cSld>
  <p:transition spd="med">
    <p:pull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0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2200" cy="2570040"/>
          </a:xfrm>
          <a:prstGeom prst="rect">
            <a:avLst/>
          </a:prstGeom>
          <a:ln w="0">
            <a:noFill/>
          </a:ln>
        </p:spPr>
      </p:pic>
      <p:sp>
        <p:nvSpPr>
          <p:cNvPr id="98" name="矩形: 圆角 2"/>
          <p:cNvSpPr/>
          <p:nvPr/>
        </p:nvSpPr>
        <p:spPr>
          <a:xfrm>
            <a:off x="467640" y="411480"/>
            <a:ext cx="8207280" cy="431856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矩形 3"/>
          <p:cNvSpPr/>
          <p:nvPr/>
        </p:nvSpPr>
        <p:spPr>
          <a:xfrm>
            <a:off x="1277280" y="339480"/>
            <a:ext cx="1366200" cy="430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文本框 4"/>
          <p:cNvSpPr/>
          <p:nvPr/>
        </p:nvSpPr>
        <p:spPr>
          <a:xfrm>
            <a:off x="2051640" y="1041120"/>
            <a:ext cx="66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C</a:t>
            </a:r>
            <a:endParaRPr b="1" lang="en-HK" sz="1800" spc="-1" strike="noStrike">
              <a:latin typeface="Arial"/>
            </a:endParaRPr>
          </a:p>
        </p:txBody>
      </p:sp>
      <p:sp>
        <p:nvSpPr>
          <p:cNvPr id="101" name="文本框 7"/>
          <p:cNvSpPr/>
          <p:nvPr/>
        </p:nvSpPr>
        <p:spPr>
          <a:xfrm>
            <a:off x="2051640" y="1839240"/>
            <a:ext cx="66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ONTENTS</a:t>
            </a:r>
            <a:endParaRPr b="1" lang="en-HK" sz="1800" spc="-1" strike="noStrike">
              <a:latin typeface="Arial"/>
            </a:endParaRPr>
          </a:p>
        </p:txBody>
      </p:sp>
      <p:sp>
        <p:nvSpPr>
          <p:cNvPr id="102" name="直接连接符 9"/>
          <p:cNvSpPr/>
          <p:nvPr/>
        </p:nvSpPr>
        <p:spPr>
          <a:xfrm>
            <a:off x="1835640" y="1131480"/>
            <a:ext cx="360" cy="36000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" name="文本框 10"/>
          <p:cNvSpPr/>
          <p:nvPr/>
        </p:nvSpPr>
        <p:spPr>
          <a:xfrm>
            <a:off x="1311840" y="1134000"/>
            <a:ext cx="306000" cy="182628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" rot="5400000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99990" spc="-1" strike="noStrike">
                <a:solidFill>
                  <a:srgbClr val="272f42"/>
                </a:solidFill>
                <a:latin typeface="微软雅黑"/>
                <a:ea typeface="微软雅黑"/>
              </a:rPr>
              <a:t>CONTENTS</a:t>
            </a:r>
            <a:endParaRPr b="1" lang="en-HK" sz="99990" spc="-1" strike="noStrike">
              <a:latin typeface="Arial"/>
            </a:endParaRPr>
          </a:p>
        </p:txBody>
      </p:sp>
      <p:sp>
        <p:nvSpPr>
          <p:cNvPr id="104" name="直角三角形 11"/>
          <p:cNvSpPr/>
          <p:nvPr/>
        </p:nvSpPr>
        <p:spPr>
          <a:xfrm flipH="1">
            <a:off x="1006200" y="339480"/>
            <a:ext cx="267840" cy="74880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5" name="组合 18"/>
          <p:cNvGrpSpPr/>
          <p:nvPr/>
        </p:nvGrpSpPr>
        <p:grpSpPr>
          <a:xfrm>
            <a:off x="4500000" y="1131480"/>
            <a:ext cx="2590560" cy="786600"/>
            <a:chOff x="4500000" y="1131480"/>
            <a:chExt cx="2590560" cy="786600"/>
          </a:xfrm>
        </p:grpSpPr>
        <p:sp>
          <p:nvSpPr>
            <p:cNvPr id="106" name="矩形: 圆角 14"/>
            <p:cNvSpPr/>
            <p:nvPr/>
          </p:nvSpPr>
          <p:spPr>
            <a:xfrm>
              <a:off x="4500000" y="1131480"/>
              <a:ext cx="502200" cy="50220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7" name="文本框 15"/>
            <p:cNvSpPr/>
            <p:nvPr/>
          </p:nvSpPr>
          <p:spPr>
            <a:xfrm>
              <a:off x="4644000" y="1137240"/>
              <a:ext cx="21420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1</a:t>
              </a:r>
              <a:endParaRPr b="1" lang="en-HK" sz="3200" spc="-1" strike="noStrike">
                <a:latin typeface="Arial"/>
              </a:endParaRPr>
            </a:p>
          </p:txBody>
        </p:sp>
        <p:sp>
          <p:nvSpPr>
            <p:cNvPr id="108" name="文本框 16"/>
            <p:cNvSpPr/>
            <p:nvPr/>
          </p:nvSpPr>
          <p:spPr>
            <a:xfrm>
              <a:off x="5292000" y="1131480"/>
              <a:ext cx="165456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年度工作总结</a:t>
              </a:r>
              <a:endParaRPr b="1" lang="en-HK" sz="2000" spc="-1" strike="noStrike">
                <a:latin typeface="Arial"/>
              </a:endParaRPr>
            </a:p>
          </p:txBody>
        </p:sp>
        <p:sp>
          <p:nvSpPr>
            <p:cNvPr id="109" name="文本框 17"/>
            <p:cNvSpPr/>
            <p:nvPr/>
          </p:nvSpPr>
          <p:spPr>
            <a:xfrm>
              <a:off x="5292000" y="1492200"/>
              <a:ext cx="179856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1" lang="en-HK" sz="1400" spc="-1" strike="noStrike">
                <a:latin typeface="Arial"/>
              </a:endParaRPr>
            </a:p>
          </p:txBody>
        </p:sp>
      </p:grpSp>
      <p:grpSp>
        <p:nvGrpSpPr>
          <p:cNvPr id="110" name="组合 19"/>
          <p:cNvGrpSpPr/>
          <p:nvPr/>
        </p:nvGrpSpPr>
        <p:grpSpPr>
          <a:xfrm>
            <a:off x="4500000" y="1841040"/>
            <a:ext cx="2590560" cy="786240"/>
            <a:chOff x="4500000" y="1841040"/>
            <a:chExt cx="2590560" cy="786240"/>
          </a:xfrm>
        </p:grpSpPr>
        <p:sp>
          <p:nvSpPr>
            <p:cNvPr id="111" name="矩形: 圆角 20"/>
            <p:cNvSpPr/>
            <p:nvPr/>
          </p:nvSpPr>
          <p:spPr>
            <a:xfrm>
              <a:off x="4500000" y="1841040"/>
              <a:ext cx="502200" cy="50220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2" name="文本框 21"/>
            <p:cNvSpPr/>
            <p:nvPr/>
          </p:nvSpPr>
          <p:spPr>
            <a:xfrm>
              <a:off x="4644000" y="1846800"/>
              <a:ext cx="21420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2</a:t>
              </a:r>
              <a:endParaRPr b="1" lang="en-HK" sz="3200" spc="-1" strike="noStrike">
                <a:latin typeface="Arial"/>
              </a:endParaRPr>
            </a:p>
          </p:txBody>
        </p:sp>
        <p:sp>
          <p:nvSpPr>
            <p:cNvPr id="113" name="文本框 22"/>
            <p:cNvSpPr/>
            <p:nvPr/>
          </p:nvSpPr>
          <p:spPr>
            <a:xfrm>
              <a:off x="5292000" y="1841040"/>
              <a:ext cx="165456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工作完成情况</a:t>
              </a:r>
              <a:endParaRPr b="1" lang="en-HK" sz="2000" spc="-1" strike="noStrike">
                <a:latin typeface="Arial"/>
              </a:endParaRPr>
            </a:p>
          </p:txBody>
        </p:sp>
        <p:sp>
          <p:nvSpPr>
            <p:cNvPr id="114" name="文本框 23"/>
            <p:cNvSpPr/>
            <p:nvPr/>
          </p:nvSpPr>
          <p:spPr>
            <a:xfrm>
              <a:off x="5292000" y="2201400"/>
              <a:ext cx="179856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1" lang="en-HK" sz="1400" spc="-1" strike="noStrike">
                <a:latin typeface="Arial"/>
              </a:endParaRPr>
            </a:p>
          </p:txBody>
        </p:sp>
      </p:grpSp>
      <p:grpSp>
        <p:nvGrpSpPr>
          <p:cNvPr id="115" name="组合 24"/>
          <p:cNvGrpSpPr/>
          <p:nvPr/>
        </p:nvGrpSpPr>
        <p:grpSpPr>
          <a:xfrm>
            <a:off x="4500000" y="2550240"/>
            <a:ext cx="2590560" cy="786240"/>
            <a:chOff x="4500000" y="2550240"/>
            <a:chExt cx="2590560" cy="786240"/>
          </a:xfrm>
        </p:grpSpPr>
        <p:sp>
          <p:nvSpPr>
            <p:cNvPr id="116" name="矩形: 圆角 25"/>
            <p:cNvSpPr/>
            <p:nvPr/>
          </p:nvSpPr>
          <p:spPr>
            <a:xfrm>
              <a:off x="4500000" y="2550240"/>
              <a:ext cx="502200" cy="50220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" name="文本框 26"/>
            <p:cNvSpPr/>
            <p:nvPr/>
          </p:nvSpPr>
          <p:spPr>
            <a:xfrm>
              <a:off x="4644000" y="2556000"/>
              <a:ext cx="21420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3</a:t>
              </a:r>
              <a:endParaRPr b="1" lang="en-HK" sz="3200" spc="-1" strike="noStrike">
                <a:latin typeface="Arial"/>
              </a:endParaRPr>
            </a:p>
          </p:txBody>
        </p:sp>
        <p:sp>
          <p:nvSpPr>
            <p:cNvPr id="118" name="文本框 27"/>
            <p:cNvSpPr/>
            <p:nvPr/>
          </p:nvSpPr>
          <p:spPr>
            <a:xfrm>
              <a:off x="5292000" y="2550240"/>
              <a:ext cx="165456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项目成功展示</a:t>
              </a:r>
              <a:endParaRPr b="1" lang="en-HK" sz="2000" spc="-1" strike="noStrike">
                <a:latin typeface="Arial"/>
              </a:endParaRPr>
            </a:p>
          </p:txBody>
        </p:sp>
        <p:sp>
          <p:nvSpPr>
            <p:cNvPr id="119" name="文本框 28"/>
            <p:cNvSpPr/>
            <p:nvPr/>
          </p:nvSpPr>
          <p:spPr>
            <a:xfrm>
              <a:off x="5292000" y="2910600"/>
              <a:ext cx="179856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1" lang="en-HK" sz="1400" spc="-1" strike="noStrike">
                <a:latin typeface="Arial"/>
              </a:endParaRPr>
            </a:p>
          </p:txBody>
        </p:sp>
      </p:grpSp>
      <p:grpSp>
        <p:nvGrpSpPr>
          <p:cNvPr id="120" name="组合 29"/>
          <p:cNvGrpSpPr/>
          <p:nvPr/>
        </p:nvGrpSpPr>
        <p:grpSpPr>
          <a:xfrm>
            <a:off x="4500000" y="3259440"/>
            <a:ext cx="2590560" cy="786600"/>
            <a:chOff x="4500000" y="3259440"/>
            <a:chExt cx="2590560" cy="786600"/>
          </a:xfrm>
        </p:grpSpPr>
        <p:sp>
          <p:nvSpPr>
            <p:cNvPr id="121" name="矩形: 圆角 30"/>
            <p:cNvSpPr/>
            <p:nvPr/>
          </p:nvSpPr>
          <p:spPr>
            <a:xfrm>
              <a:off x="4500000" y="3259440"/>
              <a:ext cx="502200" cy="50220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2" name="文本框 31"/>
            <p:cNvSpPr/>
            <p:nvPr/>
          </p:nvSpPr>
          <p:spPr>
            <a:xfrm>
              <a:off x="4644000" y="3265200"/>
              <a:ext cx="21420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4</a:t>
              </a:r>
              <a:endParaRPr b="1" lang="en-HK" sz="3200" spc="-1" strike="noStrike">
                <a:latin typeface="Arial"/>
              </a:endParaRPr>
            </a:p>
          </p:txBody>
        </p:sp>
        <p:sp>
          <p:nvSpPr>
            <p:cNvPr id="123" name="文本框 32"/>
            <p:cNvSpPr/>
            <p:nvPr/>
          </p:nvSpPr>
          <p:spPr>
            <a:xfrm>
              <a:off x="5292000" y="3259440"/>
              <a:ext cx="165456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明年工作计划</a:t>
              </a:r>
              <a:endParaRPr b="1" lang="en-HK" sz="2000" spc="-1" strike="noStrike">
                <a:latin typeface="Arial"/>
              </a:endParaRPr>
            </a:p>
          </p:txBody>
        </p:sp>
        <p:sp>
          <p:nvSpPr>
            <p:cNvPr id="124" name="文本框 33"/>
            <p:cNvSpPr/>
            <p:nvPr/>
          </p:nvSpPr>
          <p:spPr>
            <a:xfrm>
              <a:off x="5292000" y="3620160"/>
              <a:ext cx="179856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1" lang="en-HK" sz="1400" spc="-1" strike="noStrike">
                <a:latin typeface="Arial"/>
              </a:endParaRPr>
            </a:p>
          </p:txBody>
        </p:sp>
      </p:grpSp>
    </p:spTree>
  </p:cSld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2200" cy="2570040"/>
          </a:xfrm>
          <a:prstGeom prst="rect">
            <a:avLst/>
          </a:prstGeom>
          <a:ln w="0">
            <a:noFill/>
          </a:ln>
        </p:spPr>
      </p:pic>
      <p:sp>
        <p:nvSpPr>
          <p:cNvPr id="126" name="矩形: 圆角 2"/>
          <p:cNvSpPr/>
          <p:nvPr/>
        </p:nvSpPr>
        <p:spPr>
          <a:xfrm>
            <a:off x="467640" y="411480"/>
            <a:ext cx="8207280" cy="431856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27" name="组合 8"/>
          <p:cNvGrpSpPr/>
          <p:nvPr/>
        </p:nvGrpSpPr>
        <p:grpSpPr>
          <a:xfrm>
            <a:off x="1727640" y="1420920"/>
            <a:ext cx="1186200" cy="2121840"/>
            <a:chOff x="1727640" y="1420920"/>
            <a:chExt cx="1186200" cy="2121840"/>
          </a:xfrm>
        </p:grpSpPr>
        <p:sp>
          <p:nvSpPr>
            <p:cNvPr id="128" name="矩形: 圆角 4"/>
            <p:cNvSpPr/>
            <p:nvPr/>
          </p:nvSpPr>
          <p:spPr>
            <a:xfrm>
              <a:off x="1727640" y="1492200"/>
              <a:ext cx="1150200" cy="205056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9" name="文本框 5"/>
            <p:cNvSpPr/>
            <p:nvPr/>
          </p:nvSpPr>
          <p:spPr>
            <a:xfrm>
              <a:off x="1840680" y="1420920"/>
              <a:ext cx="107316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1</a:t>
              </a:r>
              <a:endParaRPr b="1" lang="en-HK" sz="13800" spc="-1" strike="noStrike">
                <a:latin typeface="Arial"/>
              </a:endParaRPr>
            </a:p>
          </p:txBody>
        </p:sp>
      </p:grpSp>
      <p:sp>
        <p:nvSpPr>
          <p:cNvPr id="130" name="文本框 6"/>
          <p:cNvSpPr/>
          <p:nvPr/>
        </p:nvSpPr>
        <p:spPr>
          <a:xfrm>
            <a:off x="3388320" y="2179800"/>
            <a:ext cx="3562920" cy="9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HK" sz="3200" spc="-1" strike="noStrike">
                <a:solidFill>
                  <a:srgbClr val="000000"/>
                </a:solidFill>
                <a:latin typeface="Calibri"/>
                <a:ea typeface="宋体"/>
              </a:rPr>
              <a:t>Annual Work Summary</a:t>
            </a:r>
            <a:endParaRPr b="1" lang="en-HK" sz="3200" spc="-1" strike="noStrike">
              <a:latin typeface="Arial"/>
            </a:endParaRPr>
          </a:p>
        </p:txBody>
      </p:sp>
      <p:sp>
        <p:nvSpPr>
          <p:cNvPr id="131" name="文本框 7"/>
          <p:cNvSpPr/>
          <p:nvPr/>
        </p:nvSpPr>
        <p:spPr>
          <a:xfrm>
            <a:off x="3383280" y="3003840"/>
            <a:ext cx="35629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1" lang="en-HK" sz="1400" spc="-1" strike="noStrike">
              <a:latin typeface="Arial"/>
            </a:endParaRPr>
          </a:p>
        </p:txBody>
      </p:sp>
    </p:spTree>
  </p:cSld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组合 3"/>
          <p:cNvGrpSpPr/>
          <p:nvPr/>
        </p:nvGrpSpPr>
        <p:grpSpPr>
          <a:xfrm>
            <a:off x="221400" y="1336680"/>
            <a:ext cx="4311000" cy="2460240"/>
            <a:chOff x="221400" y="1336680"/>
            <a:chExt cx="4311000" cy="2460240"/>
          </a:xfrm>
        </p:grpSpPr>
        <p:grpSp>
          <p:nvGrpSpPr>
            <p:cNvPr id="133" name="组合 16"/>
            <p:cNvGrpSpPr/>
            <p:nvPr/>
          </p:nvGrpSpPr>
          <p:grpSpPr>
            <a:xfrm>
              <a:off x="221400" y="1336680"/>
              <a:ext cx="4311000" cy="2460240"/>
              <a:chOff x="221400" y="1336680"/>
              <a:chExt cx="4311000" cy="2460240"/>
            </a:xfrm>
          </p:grpSpPr>
          <p:sp>
            <p:nvSpPr>
              <p:cNvPr id="134" name="任意多边形: 形状 18"/>
              <p:cNvSpPr/>
              <p:nvPr/>
            </p:nvSpPr>
            <p:spPr>
              <a:xfrm>
                <a:off x="641520" y="1336680"/>
                <a:ext cx="3486600" cy="2383560"/>
              </a:xfrm>
              <a:custGeom>
                <a:avLst/>
                <a:gdLst/>
                <a:ahLst/>
                <a:rect l="l" t="t" r="r" b="b"/>
                <a:pathLst>
                  <a:path w="18000" h="12281">
                    <a:moveTo>
                      <a:pt x="17508" y="12280"/>
                    </a:moveTo>
                    <a:lnTo>
                      <a:pt x="491" y="12280"/>
                    </a:lnTo>
                    <a:cubicBezTo>
                      <a:pt x="220" y="12280"/>
                      <a:pt x="0" y="12061"/>
                      <a:pt x="0" y="11792"/>
                    </a:cubicBezTo>
                    <a:lnTo>
                      <a:pt x="0" y="488"/>
                    </a:lnTo>
                    <a:cubicBezTo>
                      <a:pt x="0" y="219"/>
                      <a:pt x="220" y="0"/>
                      <a:pt x="491" y="0"/>
                    </a:cubicBezTo>
                    <a:lnTo>
                      <a:pt x="17508" y="0"/>
                    </a:lnTo>
                    <a:cubicBezTo>
                      <a:pt x="17779" y="0"/>
                      <a:pt x="17999" y="219"/>
                      <a:pt x="17999" y="488"/>
                    </a:cubicBezTo>
                    <a:lnTo>
                      <a:pt x="17999" y="11792"/>
                    </a:lnTo>
                    <a:cubicBezTo>
                      <a:pt x="17999" y="12061"/>
                      <a:pt x="17779" y="12280"/>
                      <a:pt x="17508" y="12280"/>
                    </a:cubicBezTo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5" name="任意多边形: 形状 19"/>
              <p:cNvSpPr/>
              <p:nvPr/>
            </p:nvSpPr>
            <p:spPr>
              <a:xfrm>
                <a:off x="222120" y="3670920"/>
                <a:ext cx="4309200" cy="75240"/>
              </a:xfrm>
              <a:custGeom>
                <a:avLst/>
                <a:gdLst/>
                <a:ahLst/>
                <a:rect l="l" t="t" r="r" b="b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6" name="任意多边形: 形状 20"/>
              <p:cNvSpPr/>
              <p:nvPr/>
            </p:nvSpPr>
            <p:spPr>
              <a:xfrm>
                <a:off x="222120" y="3670920"/>
                <a:ext cx="4309200" cy="126000"/>
              </a:xfrm>
              <a:custGeom>
                <a:avLst/>
                <a:gdLst/>
                <a:ahLst/>
                <a:rect l="l" t="t" r="r" b="b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noFill/>
              <a:ln w="1008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7" name="任意多边形: 形状 21"/>
              <p:cNvSpPr/>
              <p:nvPr/>
            </p:nvSpPr>
            <p:spPr>
              <a:xfrm>
                <a:off x="221400" y="3747960"/>
                <a:ext cx="4311000" cy="48600"/>
              </a:xfrm>
              <a:custGeom>
                <a:avLst/>
                <a:gdLst/>
                <a:ahLst/>
                <a:rect l="l" t="t" r="r" b="b"/>
                <a:pathLst>
                  <a:path w="22256" h="262">
                    <a:moveTo>
                      <a:pt x="0" y="0"/>
                    </a:moveTo>
                    <a:cubicBezTo>
                      <a:pt x="0" y="0"/>
                      <a:pt x="462" y="261"/>
                      <a:pt x="870" y="261"/>
                    </a:cubicBezTo>
                    <a:lnTo>
                      <a:pt x="21418" y="261"/>
                    </a:lnTo>
                    <a:cubicBezTo>
                      <a:pt x="21898" y="261"/>
                      <a:pt x="22255" y="0"/>
                      <a:pt x="22255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8" name="任意多边形: 形状 22"/>
              <p:cNvSpPr/>
              <p:nvPr/>
            </p:nvSpPr>
            <p:spPr>
              <a:xfrm>
                <a:off x="2072160" y="3669840"/>
                <a:ext cx="612720" cy="46080"/>
              </a:xfrm>
              <a:custGeom>
                <a:avLst/>
                <a:gdLst/>
                <a:ahLst/>
                <a:rect l="l" t="t" r="r" b="b"/>
                <a:pathLst>
                  <a:path w="3171" h="249">
                    <a:moveTo>
                      <a:pt x="0" y="0"/>
                    </a:moveTo>
                    <a:cubicBezTo>
                      <a:pt x="49" y="144"/>
                      <a:pt x="187" y="248"/>
                      <a:pt x="349" y="248"/>
                    </a:cubicBezTo>
                    <a:lnTo>
                      <a:pt x="2821" y="248"/>
                    </a:lnTo>
                    <a:cubicBezTo>
                      <a:pt x="2983" y="248"/>
                      <a:pt x="3120" y="144"/>
                      <a:pt x="3170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9" name="任意多边形: 形状 23"/>
              <p:cNvSpPr/>
              <p:nvPr/>
            </p:nvSpPr>
            <p:spPr>
              <a:xfrm>
                <a:off x="2390760" y="1387440"/>
                <a:ext cx="18720" cy="18000"/>
              </a:xfrm>
              <a:custGeom>
                <a:avLst/>
                <a:gdLst/>
                <a:ahLst/>
                <a:rect l="l" t="t" r="r" b="b"/>
                <a:pathLst>
                  <a:path w="104" h="103">
                    <a:moveTo>
                      <a:pt x="51" y="102"/>
                    </a:moveTo>
                    <a:cubicBezTo>
                      <a:pt x="23" y="102"/>
                      <a:pt x="0" y="79"/>
                      <a:pt x="0" y="51"/>
                    </a:cubicBezTo>
                    <a:cubicBezTo>
                      <a:pt x="0" y="22"/>
                      <a:pt x="23" y="0"/>
                      <a:pt x="51" y="0"/>
                    </a:cubicBezTo>
                    <a:cubicBezTo>
                      <a:pt x="80" y="0"/>
                      <a:pt x="103" y="22"/>
                      <a:pt x="103" y="51"/>
                    </a:cubicBezTo>
                    <a:cubicBezTo>
                      <a:pt x="103" y="79"/>
                      <a:pt x="80" y="102"/>
                      <a:pt x="51" y="102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40" name="矩形 17"/>
            <p:cNvSpPr/>
            <p:nvPr/>
          </p:nvSpPr>
          <p:spPr>
            <a:xfrm>
              <a:off x="776160" y="1527120"/>
              <a:ext cx="3201480" cy="202356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1" name="组合 1"/>
          <p:cNvGrpSpPr/>
          <p:nvPr/>
        </p:nvGrpSpPr>
        <p:grpSpPr>
          <a:xfrm>
            <a:off x="4584240" y="1336680"/>
            <a:ext cx="4336920" cy="1207800"/>
            <a:chOff x="4584240" y="1336680"/>
            <a:chExt cx="4336920" cy="1207800"/>
          </a:xfrm>
        </p:grpSpPr>
        <p:sp>
          <p:nvSpPr>
            <p:cNvPr id="142" name="矩形 4"/>
            <p:cNvSpPr/>
            <p:nvPr/>
          </p:nvSpPr>
          <p:spPr>
            <a:xfrm>
              <a:off x="4584240" y="1336680"/>
              <a:ext cx="4336920" cy="120780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椭圆 6"/>
            <p:cNvSpPr/>
            <p:nvPr/>
          </p:nvSpPr>
          <p:spPr>
            <a:xfrm>
              <a:off x="4750200" y="1603800"/>
              <a:ext cx="673200" cy="6732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任意多边形: 形状 8"/>
            <p:cNvSpPr/>
            <p:nvPr/>
          </p:nvSpPr>
          <p:spPr>
            <a:xfrm>
              <a:off x="4886280" y="1745640"/>
              <a:ext cx="401040" cy="389520"/>
            </a:xfrm>
            <a:custGeom>
              <a:avLst/>
              <a:gdLst/>
              <a:ahLst/>
              <a:rect l="l" t="t" r="r" b="b"/>
              <a:pathLst>
                <a:path w="338138" h="328613">
                  <a:moveTo>
                    <a:pt x="279778" y="231775"/>
                  </a:moveTo>
                  <a:cubicBezTo>
                    <a:pt x="279778" y="231775"/>
                    <a:pt x="279778" y="231775"/>
                    <a:pt x="289126" y="271719"/>
                  </a:cubicBezTo>
                  <a:cubicBezTo>
                    <a:pt x="290462" y="275713"/>
                    <a:pt x="287791" y="278376"/>
                    <a:pt x="283784" y="279708"/>
                  </a:cubicBezTo>
                  <a:cubicBezTo>
                    <a:pt x="283784" y="279708"/>
                    <a:pt x="282449" y="279708"/>
                    <a:pt x="282449" y="279708"/>
                  </a:cubicBezTo>
                  <a:cubicBezTo>
                    <a:pt x="279778" y="279708"/>
                    <a:pt x="275771" y="278376"/>
                    <a:pt x="275771" y="274382"/>
                  </a:cubicBezTo>
                  <a:cubicBezTo>
                    <a:pt x="275771" y="274382"/>
                    <a:pt x="275771" y="274382"/>
                    <a:pt x="265087" y="234438"/>
                  </a:cubicBezTo>
                  <a:cubicBezTo>
                    <a:pt x="250396" y="241095"/>
                    <a:pt x="239712" y="255741"/>
                    <a:pt x="239712" y="273050"/>
                  </a:cubicBezTo>
                  <a:cubicBezTo>
                    <a:pt x="239712" y="295685"/>
                    <a:pt x="259745" y="314325"/>
                    <a:pt x="282449" y="314325"/>
                  </a:cubicBezTo>
                  <a:cubicBezTo>
                    <a:pt x="305153" y="314325"/>
                    <a:pt x="323850" y="295685"/>
                    <a:pt x="323850" y="273050"/>
                  </a:cubicBezTo>
                  <a:cubicBezTo>
                    <a:pt x="323850" y="250416"/>
                    <a:pt x="305153" y="231775"/>
                    <a:pt x="282449" y="231775"/>
                  </a:cubicBezTo>
                  <a:cubicBezTo>
                    <a:pt x="281113" y="231775"/>
                    <a:pt x="279778" y="231775"/>
                    <a:pt x="279778" y="231775"/>
                  </a:cubicBezTo>
                  <a:close/>
                  <a:moveTo>
                    <a:pt x="55688" y="231775"/>
                  </a:moveTo>
                  <a:cubicBezTo>
                    <a:pt x="32984" y="231775"/>
                    <a:pt x="14287" y="250416"/>
                    <a:pt x="14287" y="273050"/>
                  </a:cubicBezTo>
                  <a:cubicBezTo>
                    <a:pt x="14287" y="295685"/>
                    <a:pt x="32984" y="314325"/>
                    <a:pt x="55688" y="314325"/>
                  </a:cubicBezTo>
                  <a:cubicBezTo>
                    <a:pt x="78392" y="314325"/>
                    <a:pt x="98425" y="295685"/>
                    <a:pt x="98425" y="273050"/>
                  </a:cubicBezTo>
                  <a:cubicBezTo>
                    <a:pt x="98425" y="270387"/>
                    <a:pt x="97089" y="267724"/>
                    <a:pt x="97089" y="265062"/>
                  </a:cubicBezTo>
                  <a:cubicBezTo>
                    <a:pt x="97089" y="265062"/>
                    <a:pt x="97089" y="265062"/>
                    <a:pt x="58359" y="279708"/>
                  </a:cubicBezTo>
                  <a:cubicBezTo>
                    <a:pt x="57024" y="279708"/>
                    <a:pt x="57024" y="279708"/>
                    <a:pt x="55688" y="279708"/>
                  </a:cubicBezTo>
                  <a:cubicBezTo>
                    <a:pt x="53017" y="279708"/>
                    <a:pt x="50346" y="278376"/>
                    <a:pt x="49011" y="275713"/>
                  </a:cubicBezTo>
                  <a:cubicBezTo>
                    <a:pt x="47675" y="271719"/>
                    <a:pt x="49011" y="267724"/>
                    <a:pt x="53017" y="266393"/>
                  </a:cubicBezTo>
                  <a:cubicBezTo>
                    <a:pt x="53017" y="266393"/>
                    <a:pt x="53017" y="266393"/>
                    <a:pt x="91747" y="251747"/>
                  </a:cubicBezTo>
                  <a:cubicBezTo>
                    <a:pt x="83734" y="239764"/>
                    <a:pt x="70379" y="231775"/>
                    <a:pt x="55688" y="231775"/>
                  </a:cubicBezTo>
                  <a:close/>
                  <a:moveTo>
                    <a:pt x="39613" y="195263"/>
                  </a:moveTo>
                  <a:cubicBezTo>
                    <a:pt x="39613" y="195263"/>
                    <a:pt x="39613" y="195263"/>
                    <a:pt x="92431" y="195263"/>
                  </a:cubicBezTo>
                  <a:cubicBezTo>
                    <a:pt x="95072" y="195263"/>
                    <a:pt x="96393" y="195263"/>
                    <a:pt x="97713" y="196583"/>
                  </a:cubicBezTo>
                  <a:cubicBezTo>
                    <a:pt x="97713" y="196583"/>
                    <a:pt x="97713" y="196583"/>
                    <a:pt x="138647" y="237513"/>
                  </a:cubicBezTo>
                  <a:cubicBezTo>
                    <a:pt x="139967" y="238833"/>
                    <a:pt x="141288" y="241474"/>
                    <a:pt x="139967" y="244114"/>
                  </a:cubicBezTo>
                  <a:cubicBezTo>
                    <a:pt x="139967" y="246755"/>
                    <a:pt x="138647" y="248075"/>
                    <a:pt x="136006" y="249395"/>
                  </a:cubicBezTo>
                  <a:cubicBezTo>
                    <a:pt x="136006" y="249395"/>
                    <a:pt x="136006" y="249395"/>
                    <a:pt x="109597" y="259958"/>
                  </a:cubicBezTo>
                  <a:cubicBezTo>
                    <a:pt x="110918" y="263919"/>
                    <a:pt x="110918" y="267880"/>
                    <a:pt x="110918" y="273161"/>
                  </a:cubicBezTo>
                  <a:cubicBezTo>
                    <a:pt x="110918" y="303528"/>
                    <a:pt x="85829" y="328613"/>
                    <a:pt x="55459" y="328613"/>
                  </a:cubicBezTo>
                  <a:cubicBezTo>
                    <a:pt x="25088" y="328613"/>
                    <a:pt x="0" y="303528"/>
                    <a:pt x="0" y="273161"/>
                  </a:cubicBezTo>
                  <a:cubicBezTo>
                    <a:pt x="0" y="242794"/>
                    <a:pt x="25088" y="217708"/>
                    <a:pt x="55459" y="217708"/>
                  </a:cubicBezTo>
                  <a:cubicBezTo>
                    <a:pt x="76586" y="217708"/>
                    <a:pt x="95072" y="229590"/>
                    <a:pt x="104315" y="246755"/>
                  </a:cubicBezTo>
                  <a:cubicBezTo>
                    <a:pt x="104315" y="246755"/>
                    <a:pt x="104315" y="246755"/>
                    <a:pt x="121481" y="240153"/>
                  </a:cubicBezTo>
                  <a:cubicBezTo>
                    <a:pt x="121481" y="240153"/>
                    <a:pt x="121481" y="240153"/>
                    <a:pt x="89790" y="208466"/>
                  </a:cubicBezTo>
                  <a:cubicBezTo>
                    <a:pt x="89790" y="208466"/>
                    <a:pt x="89790" y="208466"/>
                    <a:pt x="39613" y="208466"/>
                  </a:cubicBezTo>
                  <a:cubicBezTo>
                    <a:pt x="35652" y="208466"/>
                    <a:pt x="33011" y="205825"/>
                    <a:pt x="33011" y="201864"/>
                  </a:cubicBezTo>
                  <a:cubicBezTo>
                    <a:pt x="33011" y="197903"/>
                    <a:pt x="35652" y="195263"/>
                    <a:pt x="39613" y="195263"/>
                  </a:cubicBezTo>
                  <a:close/>
                  <a:moveTo>
                    <a:pt x="155575" y="0"/>
                  </a:moveTo>
                  <a:cubicBezTo>
                    <a:pt x="175419" y="0"/>
                    <a:pt x="191294" y="15773"/>
                    <a:pt x="191294" y="35490"/>
                  </a:cubicBezTo>
                  <a:cubicBezTo>
                    <a:pt x="191294" y="53892"/>
                    <a:pt x="175419" y="69666"/>
                    <a:pt x="156898" y="70980"/>
                  </a:cubicBezTo>
                  <a:cubicBezTo>
                    <a:pt x="160867" y="72295"/>
                    <a:pt x="164835" y="76238"/>
                    <a:pt x="167481" y="80181"/>
                  </a:cubicBezTo>
                  <a:cubicBezTo>
                    <a:pt x="168804" y="80181"/>
                    <a:pt x="168804" y="80181"/>
                    <a:pt x="168804" y="81496"/>
                  </a:cubicBezTo>
                  <a:cubicBezTo>
                    <a:pt x="168804" y="81496"/>
                    <a:pt x="168804" y="81496"/>
                    <a:pt x="196586" y="126187"/>
                  </a:cubicBezTo>
                  <a:cubicBezTo>
                    <a:pt x="196586" y="126187"/>
                    <a:pt x="196586" y="126187"/>
                    <a:pt x="225690" y="130131"/>
                  </a:cubicBezTo>
                  <a:cubicBezTo>
                    <a:pt x="230981" y="130131"/>
                    <a:pt x="234950" y="134074"/>
                    <a:pt x="234950" y="138017"/>
                  </a:cubicBezTo>
                  <a:cubicBezTo>
                    <a:pt x="234950" y="138017"/>
                    <a:pt x="234950" y="138017"/>
                    <a:pt x="257440" y="149847"/>
                  </a:cubicBezTo>
                  <a:cubicBezTo>
                    <a:pt x="258763" y="151162"/>
                    <a:pt x="260086" y="152476"/>
                    <a:pt x="260086" y="155105"/>
                  </a:cubicBezTo>
                  <a:cubicBezTo>
                    <a:pt x="260086" y="155105"/>
                    <a:pt x="260086" y="155105"/>
                    <a:pt x="270669" y="197168"/>
                  </a:cubicBezTo>
                  <a:cubicBezTo>
                    <a:pt x="273315" y="197168"/>
                    <a:pt x="275961" y="197168"/>
                    <a:pt x="278607" y="197168"/>
                  </a:cubicBezTo>
                  <a:cubicBezTo>
                    <a:pt x="291836" y="195853"/>
                    <a:pt x="303742" y="198482"/>
                    <a:pt x="315648" y="205054"/>
                  </a:cubicBezTo>
                  <a:cubicBezTo>
                    <a:pt x="319617" y="206369"/>
                    <a:pt x="320940" y="210312"/>
                    <a:pt x="319617" y="214255"/>
                  </a:cubicBezTo>
                  <a:cubicBezTo>
                    <a:pt x="316971" y="216884"/>
                    <a:pt x="313003" y="219513"/>
                    <a:pt x="310357" y="216884"/>
                  </a:cubicBezTo>
                  <a:cubicBezTo>
                    <a:pt x="299773" y="211627"/>
                    <a:pt x="289190" y="210312"/>
                    <a:pt x="278607" y="210312"/>
                  </a:cubicBezTo>
                  <a:cubicBezTo>
                    <a:pt x="277284" y="210312"/>
                    <a:pt x="275961" y="210312"/>
                    <a:pt x="274638" y="211627"/>
                  </a:cubicBezTo>
                  <a:cubicBezTo>
                    <a:pt x="274638" y="211627"/>
                    <a:pt x="274638" y="211627"/>
                    <a:pt x="275961" y="218199"/>
                  </a:cubicBezTo>
                  <a:cubicBezTo>
                    <a:pt x="278607" y="218199"/>
                    <a:pt x="279930" y="218199"/>
                    <a:pt x="282575" y="218199"/>
                  </a:cubicBezTo>
                  <a:cubicBezTo>
                    <a:pt x="313003" y="218199"/>
                    <a:pt x="338138" y="243174"/>
                    <a:pt x="338138" y="273406"/>
                  </a:cubicBezTo>
                  <a:cubicBezTo>
                    <a:pt x="338138" y="303639"/>
                    <a:pt x="313003" y="328613"/>
                    <a:pt x="282575" y="328613"/>
                  </a:cubicBezTo>
                  <a:cubicBezTo>
                    <a:pt x="257440" y="328613"/>
                    <a:pt x="236273" y="312840"/>
                    <a:pt x="229659" y="289180"/>
                  </a:cubicBezTo>
                  <a:cubicBezTo>
                    <a:pt x="229659" y="289180"/>
                    <a:pt x="229659" y="289180"/>
                    <a:pt x="183356" y="289180"/>
                  </a:cubicBezTo>
                  <a:cubicBezTo>
                    <a:pt x="179388" y="289180"/>
                    <a:pt x="175419" y="286551"/>
                    <a:pt x="175419" y="282607"/>
                  </a:cubicBezTo>
                  <a:cubicBezTo>
                    <a:pt x="175419" y="278664"/>
                    <a:pt x="179388" y="276035"/>
                    <a:pt x="183356" y="276035"/>
                  </a:cubicBezTo>
                  <a:cubicBezTo>
                    <a:pt x="183356" y="276035"/>
                    <a:pt x="183356" y="276035"/>
                    <a:pt x="227013" y="276035"/>
                  </a:cubicBezTo>
                  <a:cubicBezTo>
                    <a:pt x="227013" y="274721"/>
                    <a:pt x="227013" y="274721"/>
                    <a:pt x="227013" y="273406"/>
                  </a:cubicBezTo>
                  <a:cubicBezTo>
                    <a:pt x="227013" y="249746"/>
                    <a:pt x="241565" y="230029"/>
                    <a:pt x="262732" y="222142"/>
                  </a:cubicBezTo>
                  <a:cubicBezTo>
                    <a:pt x="262732" y="222142"/>
                    <a:pt x="262732" y="222142"/>
                    <a:pt x="261409" y="214255"/>
                  </a:cubicBezTo>
                  <a:cubicBezTo>
                    <a:pt x="248180" y="219513"/>
                    <a:pt x="237596" y="228714"/>
                    <a:pt x="230981" y="239231"/>
                  </a:cubicBezTo>
                  <a:cubicBezTo>
                    <a:pt x="229659" y="241859"/>
                    <a:pt x="227013" y="243174"/>
                    <a:pt x="224367" y="243174"/>
                  </a:cubicBezTo>
                  <a:cubicBezTo>
                    <a:pt x="224367" y="243174"/>
                    <a:pt x="223044" y="243174"/>
                    <a:pt x="221721" y="241859"/>
                  </a:cubicBezTo>
                  <a:cubicBezTo>
                    <a:pt x="217752" y="240545"/>
                    <a:pt x="216429" y="235287"/>
                    <a:pt x="219075" y="232658"/>
                  </a:cubicBezTo>
                  <a:cubicBezTo>
                    <a:pt x="228336" y="218199"/>
                    <a:pt x="241565" y="206369"/>
                    <a:pt x="257440" y="201111"/>
                  </a:cubicBezTo>
                  <a:cubicBezTo>
                    <a:pt x="257440" y="201111"/>
                    <a:pt x="257440" y="201111"/>
                    <a:pt x="248180" y="160363"/>
                  </a:cubicBezTo>
                  <a:cubicBezTo>
                    <a:pt x="248180" y="160363"/>
                    <a:pt x="248180" y="160363"/>
                    <a:pt x="228336" y="151162"/>
                  </a:cubicBezTo>
                  <a:cubicBezTo>
                    <a:pt x="228336" y="151162"/>
                    <a:pt x="228336" y="149847"/>
                    <a:pt x="227013" y="149847"/>
                  </a:cubicBezTo>
                  <a:cubicBezTo>
                    <a:pt x="227013" y="149847"/>
                    <a:pt x="225690" y="149847"/>
                    <a:pt x="224367" y="149847"/>
                  </a:cubicBezTo>
                  <a:cubicBezTo>
                    <a:pt x="224367" y="149847"/>
                    <a:pt x="224367" y="149847"/>
                    <a:pt x="188648" y="149847"/>
                  </a:cubicBezTo>
                  <a:cubicBezTo>
                    <a:pt x="184679" y="149847"/>
                    <a:pt x="180711" y="148533"/>
                    <a:pt x="179388" y="145904"/>
                  </a:cubicBezTo>
                  <a:cubicBezTo>
                    <a:pt x="179388" y="145904"/>
                    <a:pt x="179388" y="145904"/>
                    <a:pt x="178065" y="144589"/>
                  </a:cubicBezTo>
                  <a:cubicBezTo>
                    <a:pt x="178065" y="144589"/>
                    <a:pt x="178065" y="144589"/>
                    <a:pt x="170127" y="134074"/>
                  </a:cubicBezTo>
                  <a:cubicBezTo>
                    <a:pt x="170127" y="136703"/>
                    <a:pt x="170127" y="138017"/>
                    <a:pt x="168804" y="140646"/>
                  </a:cubicBezTo>
                  <a:cubicBezTo>
                    <a:pt x="168804" y="143275"/>
                    <a:pt x="167481" y="145904"/>
                    <a:pt x="167481" y="148533"/>
                  </a:cubicBezTo>
                  <a:cubicBezTo>
                    <a:pt x="167481" y="149847"/>
                    <a:pt x="167481" y="151162"/>
                    <a:pt x="166158" y="152476"/>
                  </a:cubicBezTo>
                  <a:cubicBezTo>
                    <a:pt x="166158" y="153791"/>
                    <a:pt x="166158" y="155105"/>
                    <a:pt x="166158" y="156420"/>
                  </a:cubicBezTo>
                  <a:cubicBezTo>
                    <a:pt x="164835" y="159048"/>
                    <a:pt x="164835" y="161677"/>
                    <a:pt x="163513" y="164306"/>
                  </a:cubicBezTo>
                  <a:cubicBezTo>
                    <a:pt x="163513" y="166935"/>
                    <a:pt x="162190" y="168250"/>
                    <a:pt x="162190" y="170879"/>
                  </a:cubicBezTo>
                  <a:cubicBezTo>
                    <a:pt x="160867" y="172193"/>
                    <a:pt x="160867" y="172193"/>
                    <a:pt x="160867" y="173507"/>
                  </a:cubicBezTo>
                  <a:cubicBezTo>
                    <a:pt x="160867" y="173507"/>
                    <a:pt x="160867" y="173507"/>
                    <a:pt x="200554" y="182709"/>
                  </a:cubicBezTo>
                  <a:cubicBezTo>
                    <a:pt x="200554" y="182709"/>
                    <a:pt x="200554" y="182709"/>
                    <a:pt x="201877" y="182709"/>
                  </a:cubicBezTo>
                  <a:cubicBezTo>
                    <a:pt x="211138" y="185337"/>
                    <a:pt x="217752" y="195853"/>
                    <a:pt x="215106" y="205054"/>
                  </a:cubicBezTo>
                  <a:cubicBezTo>
                    <a:pt x="215106" y="206369"/>
                    <a:pt x="213784" y="208998"/>
                    <a:pt x="212461" y="210312"/>
                  </a:cubicBezTo>
                  <a:cubicBezTo>
                    <a:pt x="212461" y="210312"/>
                    <a:pt x="212461" y="210312"/>
                    <a:pt x="163513" y="289180"/>
                  </a:cubicBezTo>
                  <a:cubicBezTo>
                    <a:pt x="159544" y="294437"/>
                    <a:pt x="151606" y="297066"/>
                    <a:pt x="144992" y="293123"/>
                  </a:cubicBezTo>
                  <a:cubicBezTo>
                    <a:pt x="138377" y="289180"/>
                    <a:pt x="137054" y="281293"/>
                    <a:pt x="139700" y="276035"/>
                  </a:cubicBezTo>
                  <a:cubicBezTo>
                    <a:pt x="139700" y="276035"/>
                    <a:pt x="139700" y="276035"/>
                    <a:pt x="168804" y="214255"/>
                  </a:cubicBezTo>
                  <a:cubicBezTo>
                    <a:pt x="168804" y="214255"/>
                    <a:pt x="168804" y="214255"/>
                    <a:pt x="125148" y="206369"/>
                  </a:cubicBezTo>
                  <a:cubicBezTo>
                    <a:pt x="115887" y="203740"/>
                    <a:pt x="107950" y="201111"/>
                    <a:pt x="103981" y="195853"/>
                  </a:cubicBezTo>
                  <a:cubicBezTo>
                    <a:pt x="96044" y="186652"/>
                    <a:pt x="92075" y="176136"/>
                    <a:pt x="97367" y="164306"/>
                  </a:cubicBezTo>
                  <a:cubicBezTo>
                    <a:pt x="115887" y="124873"/>
                    <a:pt x="121179" y="95955"/>
                    <a:pt x="121179" y="95955"/>
                  </a:cubicBezTo>
                  <a:cubicBezTo>
                    <a:pt x="121179" y="95955"/>
                    <a:pt x="121179" y="95955"/>
                    <a:pt x="121179" y="90697"/>
                  </a:cubicBezTo>
                  <a:cubicBezTo>
                    <a:pt x="122502" y="78867"/>
                    <a:pt x="131763" y="69666"/>
                    <a:pt x="143669" y="68351"/>
                  </a:cubicBezTo>
                  <a:cubicBezTo>
                    <a:pt x="130440" y="63093"/>
                    <a:pt x="119856" y="49949"/>
                    <a:pt x="119856" y="35490"/>
                  </a:cubicBezTo>
                  <a:cubicBezTo>
                    <a:pt x="119856" y="15773"/>
                    <a:pt x="135731" y="0"/>
                    <a:pt x="155575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45" name="组合 10"/>
            <p:cNvGrpSpPr/>
            <p:nvPr/>
          </p:nvGrpSpPr>
          <p:grpSpPr>
            <a:xfrm>
              <a:off x="5591160" y="1569600"/>
              <a:ext cx="3153600" cy="741960"/>
              <a:chOff x="5591160" y="1569600"/>
              <a:chExt cx="3153600" cy="741960"/>
            </a:xfrm>
          </p:grpSpPr>
          <p:sp>
            <p:nvSpPr>
              <p:cNvPr id="146" name="文本框 20"/>
              <p:cNvSpPr/>
              <p:nvPr/>
            </p:nvSpPr>
            <p:spPr>
              <a:xfrm>
                <a:off x="5591160" y="1569600"/>
                <a:ext cx="3153600" cy="315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72000" rIns="72000" tIns="72000" bIns="72000" anchor="b">
                <a:normAutofit fontScale="62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8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单击添加标题</a:t>
                </a:r>
                <a:endParaRPr b="1" lang="en-HK" sz="1800" spc="-1" strike="noStrike">
                  <a:latin typeface="Arial"/>
                </a:endParaRPr>
              </a:p>
            </p:txBody>
          </p:sp>
          <p:sp>
            <p:nvSpPr>
              <p:cNvPr id="147" name="文本框 21"/>
              <p:cNvSpPr/>
              <p:nvPr/>
            </p:nvSpPr>
            <p:spPr>
              <a:xfrm>
                <a:off x="5591160" y="1886400"/>
                <a:ext cx="3153600" cy="425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72000" tIns="72000" bIns="72000" anchor="t">
                <a:normAutofit fontScale="6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此部分内容作为文字排版占位显示（建议使用主题字体）</a:t>
                </a:r>
                <a:br>
                  <a:rPr sz="1200"/>
                </a:b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如需更改请在（设置形状格式）菜单下（文本选项）中调整</a:t>
                </a:r>
                <a:endParaRPr b="1" lang="en-HK" sz="1200" spc="-1" strike="noStrike">
                  <a:latin typeface="Arial"/>
                </a:endParaRPr>
              </a:p>
            </p:txBody>
          </p:sp>
        </p:grpSp>
      </p:grpSp>
      <p:grpSp>
        <p:nvGrpSpPr>
          <p:cNvPr id="148" name="组合 25"/>
          <p:cNvGrpSpPr/>
          <p:nvPr/>
        </p:nvGrpSpPr>
        <p:grpSpPr>
          <a:xfrm>
            <a:off x="4584240" y="2597400"/>
            <a:ext cx="4336920" cy="1207800"/>
            <a:chOff x="4584240" y="2597400"/>
            <a:chExt cx="4336920" cy="1207800"/>
          </a:xfrm>
        </p:grpSpPr>
        <p:sp>
          <p:nvSpPr>
            <p:cNvPr id="149" name="矩形 5"/>
            <p:cNvSpPr/>
            <p:nvPr/>
          </p:nvSpPr>
          <p:spPr>
            <a:xfrm>
              <a:off x="4584240" y="2597400"/>
              <a:ext cx="4336920" cy="1207800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0" name="椭圆 7"/>
            <p:cNvSpPr/>
            <p:nvPr/>
          </p:nvSpPr>
          <p:spPr>
            <a:xfrm>
              <a:off x="4750200" y="2864520"/>
              <a:ext cx="673200" cy="6732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任意多边形: 形状 9"/>
            <p:cNvSpPr/>
            <p:nvPr/>
          </p:nvSpPr>
          <p:spPr>
            <a:xfrm>
              <a:off x="4886280" y="3037680"/>
              <a:ext cx="401040" cy="326520"/>
            </a:xfrm>
            <a:custGeom>
              <a:avLst/>
              <a:gdLst/>
              <a:ahLst/>
              <a:rect l="l" t="t" r="r" b="b"/>
              <a:pathLst>
                <a:path w="338667" h="276225">
                  <a:moveTo>
                    <a:pt x="39952" y="252412"/>
                  </a:moveTo>
                  <a:lnTo>
                    <a:pt x="297127" y="252412"/>
                  </a:lnTo>
                  <a:lnTo>
                    <a:pt x="297127" y="276225"/>
                  </a:lnTo>
                  <a:lnTo>
                    <a:pt x="39952" y="276225"/>
                  </a:lnTo>
                  <a:close/>
                  <a:moveTo>
                    <a:pt x="169334" y="98425"/>
                  </a:moveTo>
                  <a:cubicBezTo>
                    <a:pt x="200788" y="98425"/>
                    <a:pt x="225690" y="124701"/>
                    <a:pt x="225690" y="154918"/>
                  </a:cubicBezTo>
                  <a:cubicBezTo>
                    <a:pt x="225690" y="162801"/>
                    <a:pt x="224380" y="170684"/>
                    <a:pt x="221758" y="177253"/>
                  </a:cubicBezTo>
                  <a:cubicBezTo>
                    <a:pt x="221758" y="177253"/>
                    <a:pt x="221758" y="177253"/>
                    <a:pt x="206031" y="169370"/>
                  </a:cubicBezTo>
                  <a:cubicBezTo>
                    <a:pt x="206031" y="169370"/>
                    <a:pt x="206031" y="168056"/>
                    <a:pt x="206031" y="168056"/>
                  </a:cubicBezTo>
                  <a:cubicBezTo>
                    <a:pt x="207342" y="164115"/>
                    <a:pt x="208652" y="160173"/>
                    <a:pt x="208652" y="154918"/>
                  </a:cubicBezTo>
                  <a:cubicBezTo>
                    <a:pt x="208652" y="133897"/>
                    <a:pt x="190303" y="116818"/>
                    <a:pt x="169334" y="116818"/>
                  </a:cubicBezTo>
                  <a:cubicBezTo>
                    <a:pt x="148364" y="116818"/>
                    <a:pt x="130015" y="133897"/>
                    <a:pt x="130015" y="154918"/>
                  </a:cubicBezTo>
                  <a:cubicBezTo>
                    <a:pt x="130015" y="177253"/>
                    <a:pt x="148364" y="194332"/>
                    <a:pt x="169334" y="194332"/>
                  </a:cubicBezTo>
                  <a:cubicBezTo>
                    <a:pt x="181129" y="194332"/>
                    <a:pt x="191614" y="189077"/>
                    <a:pt x="198167" y="181194"/>
                  </a:cubicBezTo>
                  <a:cubicBezTo>
                    <a:pt x="199478" y="181194"/>
                    <a:pt x="199478" y="181194"/>
                    <a:pt x="199478" y="181194"/>
                  </a:cubicBezTo>
                  <a:cubicBezTo>
                    <a:pt x="199478" y="181194"/>
                    <a:pt x="199478" y="181194"/>
                    <a:pt x="213895" y="190391"/>
                  </a:cubicBezTo>
                  <a:cubicBezTo>
                    <a:pt x="203410" y="203528"/>
                    <a:pt x="187682" y="212725"/>
                    <a:pt x="169334" y="212725"/>
                  </a:cubicBezTo>
                  <a:cubicBezTo>
                    <a:pt x="137879" y="212725"/>
                    <a:pt x="112977" y="186449"/>
                    <a:pt x="112977" y="156232"/>
                  </a:cubicBezTo>
                  <a:cubicBezTo>
                    <a:pt x="112977" y="124701"/>
                    <a:pt x="137879" y="98425"/>
                    <a:pt x="169334" y="98425"/>
                  </a:cubicBezTo>
                  <a:close/>
                  <a:moveTo>
                    <a:pt x="169740" y="84137"/>
                  </a:moveTo>
                  <a:cubicBezTo>
                    <a:pt x="130268" y="84137"/>
                    <a:pt x="98689" y="117271"/>
                    <a:pt x="98689" y="157031"/>
                  </a:cubicBezTo>
                  <a:cubicBezTo>
                    <a:pt x="98689" y="195466"/>
                    <a:pt x="130268" y="228600"/>
                    <a:pt x="169740" y="228600"/>
                  </a:cubicBezTo>
                  <a:cubicBezTo>
                    <a:pt x="193424" y="228600"/>
                    <a:pt x="214477" y="216672"/>
                    <a:pt x="227634" y="198117"/>
                  </a:cubicBezTo>
                  <a:cubicBezTo>
                    <a:pt x="227634" y="198117"/>
                    <a:pt x="232897" y="203418"/>
                    <a:pt x="236845" y="203418"/>
                  </a:cubicBezTo>
                  <a:cubicBezTo>
                    <a:pt x="238160" y="203418"/>
                    <a:pt x="240792" y="200768"/>
                    <a:pt x="242108" y="199442"/>
                  </a:cubicBezTo>
                  <a:cubicBezTo>
                    <a:pt x="244739" y="195466"/>
                    <a:pt x="243423" y="191490"/>
                    <a:pt x="239476" y="190165"/>
                  </a:cubicBezTo>
                  <a:cubicBezTo>
                    <a:pt x="239476" y="190165"/>
                    <a:pt x="239476" y="190165"/>
                    <a:pt x="234213" y="186189"/>
                  </a:cubicBezTo>
                  <a:cubicBezTo>
                    <a:pt x="238160" y="176911"/>
                    <a:pt x="240792" y="167634"/>
                    <a:pt x="240792" y="157031"/>
                  </a:cubicBezTo>
                  <a:cubicBezTo>
                    <a:pt x="240792" y="117271"/>
                    <a:pt x="209213" y="84137"/>
                    <a:pt x="169740" y="84137"/>
                  </a:cubicBezTo>
                  <a:close/>
                  <a:moveTo>
                    <a:pt x="280981" y="82550"/>
                  </a:moveTo>
                  <a:cubicBezTo>
                    <a:pt x="333639" y="82550"/>
                    <a:pt x="333639" y="82550"/>
                    <a:pt x="333639" y="82550"/>
                  </a:cubicBezTo>
                  <a:cubicBezTo>
                    <a:pt x="332323" y="87313"/>
                    <a:pt x="332323" y="89694"/>
                    <a:pt x="331006" y="92075"/>
                  </a:cubicBezTo>
                  <a:cubicBezTo>
                    <a:pt x="279664" y="92075"/>
                    <a:pt x="279664" y="92075"/>
                    <a:pt x="279664" y="92075"/>
                  </a:cubicBezTo>
                  <a:cubicBezTo>
                    <a:pt x="279664" y="89694"/>
                    <a:pt x="279664" y="86122"/>
                    <a:pt x="280981" y="82550"/>
                  </a:cubicBezTo>
                  <a:close/>
                  <a:moveTo>
                    <a:pt x="5027" y="82550"/>
                  </a:moveTo>
                  <a:cubicBezTo>
                    <a:pt x="5027" y="82550"/>
                    <a:pt x="5027" y="82550"/>
                    <a:pt x="57685" y="82550"/>
                  </a:cubicBezTo>
                  <a:cubicBezTo>
                    <a:pt x="59002" y="86122"/>
                    <a:pt x="59002" y="89694"/>
                    <a:pt x="59002" y="92075"/>
                  </a:cubicBezTo>
                  <a:cubicBezTo>
                    <a:pt x="59002" y="92075"/>
                    <a:pt x="59002" y="92075"/>
                    <a:pt x="7660" y="92075"/>
                  </a:cubicBezTo>
                  <a:cubicBezTo>
                    <a:pt x="6343" y="89694"/>
                    <a:pt x="6343" y="87313"/>
                    <a:pt x="5027" y="82550"/>
                  </a:cubicBezTo>
                  <a:close/>
                  <a:moveTo>
                    <a:pt x="106627" y="47625"/>
                  </a:moveTo>
                  <a:lnTo>
                    <a:pt x="128852" y="47625"/>
                  </a:lnTo>
                  <a:lnTo>
                    <a:pt x="128852" y="66675"/>
                  </a:lnTo>
                  <a:lnTo>
                    <a:pt x="209815" y="66675"/>
                  </a:lnTo>
                  <a:lnTo>
                    <a:pt x="209815" y="47625"/>
                  </a:lnTo>
                  <a:lnTo>
                    <a:pt x="232040" y="47625"/>
                  </a:lnTo>
                  <a:lnTo>
                    <a:pt x="232040" y="66675"/>
                  </a:lnTo>
                  <a:lnTo>
                    <a:pt x="254265" y="66675"/>
                  </a:lnTo>
                  <a:lnTo>
                    <a:pt x="295540" y="238125"/>
                  </a:lnTo>
                  <a:lnTo>
                    <a:pt x="43127" y="238125"/>
                  </a:lnTo>
                  <a:lnTo>
                    <a:pt x="84402" y="66675"/>
                  </a:lnTo>
                  <a:lnTo>
                    <a:pt x="106627" y="66675"/>
                  </a:lnTo>
                  <a:close/>
                  <a:moveTo>
                    <a:pt x="169334" y="0"/>
                  </a:moveTo>
                  <a:cubicBezTo>
                    <a:pt x="244740" y="0"/>
                    <a:pt x="309563" y="11815"/>
                    <a:pt x="333376" y="30193"/>
                  </a:cubicBezTo>
                  <a:cubicBezTo>
                    <a:pt x="338667" y="34132"/>
                    <a:pt x="339990" y="48572"/>
                    <a:pt x="337344" y="68263"/>
                  </a:cubicBezTo>
                  <a:cubicBezTo>
                    <a:pt x="281782" y="68263"/>
                    <a:pt x="281782" y="68263"/>
                    <a:pt x="281782" y="68263"/>
                  </a:cubicBezTo>
                  <a:cubicBezTo>
                    <a:pt x="281782" y="57761"/>
                    <a:pt x="279136" y="49884"/>
                    <a:pt x="275167" y="45946"/>
                  </a:cubicBezTo>
                  <a:cubicBezTo>
                    <a:pt x="256646" y="26255"/>
                    <a:pt x="207698" y="19691"/>
                    <a:pt x="169334" y="19691"/>
                  </a:cubicBezTo>
                  <a:cubicBezTo>
                    <a:pt x="130969" y="19691"/>
                    <a:pt x="82021" y="26255"/>
                    <a:pt x="63500" y="45946"/>
                  </a:cubicBezTo>
                  <a:cubicBezTo>
                    <a:pt x="59531" y="49884"/>
                    <a:pt x="56885" y="57761"/>
                    <a:pt x="56885" y="68263"/>
                  </a:cubicBezTo>
                  <a:cubicBezTo>
                    <a:pt x="1323" y="68263"/>
                    <a:pt x="1323" y="68263"/>
                    <a:pt x="1323" y="68263"/>
                  </a:cubicBezTo>
                  <a:cubicBezTo>
                    <a:pt x="-1323" y="48572"/>
                    <a:pt x="0" y="35444"/>
                    <a:pt x="5291" y="30193"/>
                  </a:cubicBezTo>
                  <a:cubicBezTo>
                    <a:pt x="29104" y="11815"/>
                    <a:pt x="93927" y="0"/>
                    <a:pt x="169334" y="0"/>
                  </a:cubicBezTo>
                  <a:close/>
                </a:path>
              </a:pathLst>
            </a:custGeom>
            <a:solidFill>
              <a:schemeClr val="accent2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52" name="组合 11"/>
            <p:cNvGrpSpPr/>
            <p:nvPr/>
          </p:nvGrpSpPr>
          <p:grpSpPr>
            <a:xfrm>
              <a:off x="5591160" y="2832480"/>
              <a:ext cx="3153600" cy="741960"/>
              <a:chOff x="5591160" y="2832480"/>
              <a:chExt cx="3153600" cy="741960"/>
            </a:xfrm>
          </p:grpSpPr>
          <p:sp>
            <p:nvSpPr>
              <p:cNvPr id="153" name="文本框 25"/>
              <p:cNvSpPr/>
              <p:nvPr/>
            </p:nvSpPr>
            <p:spPr>
              <a:xfrm>
                <a:off x="5591160" y="2832480"/>
                <a:ext cx="3153600" cy="315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72000" rIns="72000" tIns="72000" bIns="72000" anchor="b">
                <a:normAutofit fontScale="62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8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单击添加标题</a:t>
                </a:r>
                <a:endParaRPr b="1" lang="en-HK" sz="1800" spc="-1" strike="noStrike">
                  <a:latin typeface="Arial"/>
                </a:endParaRPr>
              </a:p>
            </p:txBody>
          </p:sp>
          <p:sp>
            <p:nvSpPr>
              <p:cNvPr id="154" name="文本框 26"/>
              <p:cNvSpPr/>
              <p:nvPr/>
            </p:nvSpPr>
            <p:spPr>
              <a:xfrm>
                <a:off x="5591160" y="3149280"/>
                <a:ext cx="3153600" cy="425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72000" tIns="72000" bIns="72000" anchor="t">
                <a:normAutofit fontScale="6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此部分内容作为文字排版占位显示（建议使用主题字体）</a:t>
                </a:r>
                <a:br>
                  <a:rPr sz="1200"/>
                </a:b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如需更改请在（设置形状格式）菜单下（文本选项）中调整</a:t>
                </a:r>
                <a:endParaRPr b="1" lang="en-HK" sz="1200" spc="-1" strike="noStrike">
                  <a:latin typeface="Arial"/>
                </a:endParaRPr>
              </a:p>
            </p:txBody>
          </p:sp>
        </p:grpSp>
      </p:grpSp>
      <p:grpSp>
        <p:nvGrpSpPr>
          <p:cNvPr id="155" name="组合 26"/>
          <p:cNvGrpSpPr/>
          <p:nvPr/>
        </p:nvGrpSpPr>
        <p:grpSpPr>
          <a:xfrm>
            <a:off x="323640" y="0"/>
            <a:ext cx="2086200" cy="1001160"/>
            <a:chOff x="323640" y="0"/>
            <a:chExt cx="2086200" cy="1001160"/>
          </a:xfrm>
        </p:grpSpPr>
        <p:sp>
          <p:nvSpPr>
            <p:cNvPr id="156" name="TextBox 86"/>
            <p:cNvSpPr/>
            <p:nvPr/>
          </p:nvSpPr>
          <p:spPr>
            <a:xfrm>
              <a:off x="576360" y="58320"/>
              <a:ext cx="1833480" cy="94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</a:t>
              </a:r>
              <a:r>
                <a:rPr b="1" lang="zh-CN" sz="32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输入</a:t>
              </a: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157" name="矩形 2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组合 3"/>
          <p:cNvGrpSpPr/>
          <p:nvPr/>
        </p:nvGrpSpPr>
        <p:grpSpPr>
          <a:xfrm>
            <a:off x="2899080" y="901800"/>
            <a:ext cx="3344040" cy="3338280"/>
            <a:chOff x="2899080" y="901800"/>
            <a:chExt cx="3344040" cy="3338280"/>
          </a:xfrm>
        </p:grpSpPr>
        <p:sp>
          <p:nvSpPr>
            <p:cNvPr id="159" name="椭圆 16"/>
            <p:cNvSpPr/>
            <p:nvPr/>
          </p:nvSpPr>
          <p:spPr>
            <a:xfrm>
              <a:off x="3573000" y="1575000"/>
              <a:ext cx="1996200" cy="19926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任意多边形: 形状 17"/>
            <p:cNvSpPr/>
            <p:nvPr/>
          </p:nvSpPr>
          <p:spPr>
            <a:xfrm>
              <a:off x="3030840" y="2170800"/>
              <a:ext cx="1941120" cy="193716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114" y="104"/>
                  </a:moveTo>
                  <a:cubicBezTo>
                    <a:pt x="1101" y="92"/>
                    <a:pt x="1088" y="80"/>
                    <a:pt x="1073" y="69"/>
                  </a:cubicBezTo>
                  <a:cubicBezTo>
                    <a:pt x="1058" y="59"/>
                    <a:pt x="1044" y="50"/>
                    <a:pt x="1028" y="41"/>
                  </a:cubicBezTo>
                  <a:cubicBezTo>
                    <a:pt x="1012" y="33"/>
                    <a:pt x="996" y="26"/>
                    <a:pt x="980" y="20"/>
                  </a:cubicBezTo>
                  <a:cubicBezTo>
                    <a:pt x="963" y="15"/>
                    <a:pt x="947" y="10"/>
                    <a:pt x="930" y="7"/>
                  </a:cubicBezTo>
                  <a:cubicBezTo>
                    <a:pt x="913" y="4"/>
                    <a:pt x="896" y="2"/>
                    <a:pt x="879" y="0"/>
                  </a:cubicBezTo>
                  <a:cubicBezTo>
                    <a:pt x="861" y="0"/>
                    <a:pt x="845" y="0"/>
                    <a:pt x="827" y="2"/>
                  </a:cubicBezTo>
                  <a:cubicBezTo>
                    <a:pt x="810" y="4"/>
                    <a:pt x="794" y="7"/>
                    <a:pt x="776" y="10"/>
                  </a:cubicBezTo>
                  <a:cubicBezTo>
                    <a:pt x="760" y="15"/>
                    <a:pt x="743" y="20"/>
                    <a:pt x="727" y="26"/>
                  </a:cubicBezTo>
                  <a:cubicBezTo>
                    <a:pt x="711" y="33"/>
                    <a:pt x="695" y="41"/>
                    <a:pt x="680" y="49"/>
                  </a:cubicBezTo>
                  <a:cubicBezTo>
                    <a:pt x="650" y="69"/>
                    <a:pt x="650" y="69"/>
                    <a:pt x="650" y="69"/>
                  </a:cubicBezTo>
                  <a:cubicBezTo>
                    <a:pt x="636" y="80"/>
                    <a:pt x="623" y="91"/>
                    <a:pt x="610" y="104"/>
                  </a:cubicBezTo>
                  <a:cubicBezTo>
                    <a:pt x="92" y="622"/>
                    <a:pt x="92" y="622"/>
                    <a:pt x="92" y="622"/>
                  </a:cubicBezTo>
                  <a:cubicBezTo>
                    <a:pt x="80" y="636"/>
                    <a:pt x="69" y="650"/>
                    <a:pt x="59" y="665"/>
                  </a:cubicBezTo>
                  <a:cubicBezTo>
                    <a:pt x="49" y="680"/>
                    <a:pt x="41" y="695"/>
                    <a:pt x="33" y="711"/>
                  </a:cubicBezTo>
                  <a:cubicBezTo>
                    <a:pt x="26" y="727"/>
                    <a:pt x="20" y="743"/>
                    <a:pt x="14" y="760"/>
                  </a:cubicBezTo>
                  <a:cubicBezTo>
                    <a:pt x="10" y="777"/>
                    <a:pt x="6" y="793"/>
                    <a:pt x="3" y="810"/>
                  </a:cubicBezTo>
                  <a:cubicBezTo>
                    <a:pt x="1" y="828"/>
                    <a:pt x="0" y="844"/>
                    <a:pt x="0" y="862"/>
                  </a:cubicBezTo>
                  <a:cubicBezTo>
                    <a:pt x="0" y="879"/>
                    <a:pt x="1" y="896"/>
                    <a:pt x="3" y="913"/>
                  </a:cubicBezTo>
                  <a:cubicBezTo>
                    <a:pt x="6" y="930"/>
                    <a:pt x="10" y="947"/>
                    <a:pt x="14" y="963"/>
                  </a:cubicBezTo>
                  <a:cubicBezTo>
                    <a:pt x="20" y="980"/>
                    <a:pt x="26" y="996"/>
                    <a:pt x="33" y="1012"/>
                  </a:cubicBezTo>
                  <a:cubicBezTo>
                    <a:pt x="41" y="1028"/>
                    <a:pt x="49" y="1043"/>
                    <a:pt x="59" y="1059"/>
                  </a:cubicBezTo>
                  <a:cubicBezTo>
                    <a:pt x="69" y="1074"/>
                    <a:pt x="80" y="1087"/>
                    <a:pt x="92" y="1101"/>
                  </a:cubicBezTo>
                  <a:cubicBezTo>
                    <a:pt x="104" y="1115"/>
                    <a:pt x="117" y="1127"/>
                    <a:pt x="131" y="1139"/>
                  </a:cubicBezTo>
                  <a:cubicBezTo>
                    <a:pt x="146" y="1150"/>
                    <a:pt x="160" y="1160"/>
                    <a:pt x="175" y="1170"/>
                  </a:cubicBezTo>
                  <a:cubicBezTo>
                    <a:pt x="191" y="1178"/>
                    <a:pt x="206" y="1186"/>
                    <a:pt x="223" y="1193"/>
                  </a:cubicBezTo>
                  <a:cubicBezTo>
                    <a:pt x="239" y="1199"/>
                    <a:pt x="255" y="1204"/>
                    <a:pt x="272" y="1209"/>
                  </a:cubicBezTo>
                  <a:cubicBezTo>
                    <a:pt x="289" y="1212"/>
                    <a:pt x="305" y="1215"/>
                    <a:pt x="323" y="1217"/>
                  </a:cubicBezTo>
                  <a:cubicBezTo>
                    <a:pt x="340" y="1218"/>
                    <a:pt x="357" y="1219"/>
                    <a:pt x="374" y="1218"/>
                  </a:cubicBezTo>
                  <a:cubicBezTo>
                    <a:pt x="391" y="1217"/>
                    <a:pt x="408" y="1215"/>
                    <a:pt x="425" y="1212"/>
                  </a:cubicBezTo>
                  <a:cubicBezTo>
                    <a:pt x="442" y="1209"/>
                    <a:pt x="459" y="1204"/>
                    <a:pt x="475" y="1199"/>
                  </a:cubicBezTo>
                  <a:cubicBezTo>
                    <a:pt x="492" y="1193"/>
                    <a:pt x="507" y="1186"/>
                    <a:pt x="523" y="1178"/>
                  </a:cubicBezTo>
                  <a:cubicBezTo>
                    <a:pt x="539" y="1169"/>
                    <a:pt x="554" y="1160"/>
                    <a:pt x="568" y="1150"/>
                  </a:cubicBezTo>
                  <a:cubicBezTo>
                    <a:pt x="583" y="1139"/>
                    <a:pt x="596" y="1128"/>
                    <a:pt x="609" y="1115"/>
                  </a:cubicBezTo>
                  <a:cubicBezTo>
                    <a:pt x="1127" y="597"/>
                    <a:pt x="1127" y="597"/>
                    <a:pt x="1127" y="597"/>
                  </a:cubicBezTo>
                  <a:cubicBezTo>
                    <a:pt x="1139" y="583"/>
                    <a:pt x="1149" y="569"/>
                    <a:pt x="1160" y="554"/>
                  </a:cubicBezTo>
                  <a:cubicBezTo>
                    <a:pt x="1169" y="539"/>
                    <a:pt x="1178" y="524"/>
                    <a:pt x="1186" y="508"/>
                  </a:cubicBezTo>
                  <a:cubicBezTo>
                    <a:pt x="1193" y="492"/>
                    <a:pt x="1199" y="476"/>
                    <a:pt x="1204" y="459"/>
                  </a:cubicBezTo>
                  <a:cubicBezTo>
                    <a:pt x="1209" y="442"/>
                    <a:pt x="1212" y="426"/>
                    <a:pt x="1215" y="408"/>
                  </a:cubicBezTo>
                  <a:cubicBezTo>
                    <a:pt x="1217" y="391"/>
                    <a:pt x="1218" y="375"/>
                    <a:pt x="1219" y="357"/>
                  </a:cubicBezTo>
                  <a:cubicBezTo>
                    <a:pt x="1218" y="340"/>
                    <a:pt x="1217" y="323"/>
                    <a:pt x="1215" y="306"/>
                  </a:cubicBezTo>
                  <a:cubicBezTo>
                    <a:pt x="1212" y="289"/>
                    <a:pt x="1209" y="272"/>
                    <a:pt x="1204" y="255"/>
                  </a:cubicBezTo>
                  <a:cubicBezTo>
                    <a:pt x="1199" y="239"/>
                    <a:pt x="1193" y="223"/>
                    <a:pt x="1186" y="207"/>
                  </a:cubicBezTo>
                  <a:cubicBezTo>
                    <a:pt x="1178" y="191"/>
                    <a:pt x="1169" y="176"/>
                    <a:pt x="1160" y="160"/>
                  </a:cubicBezTo>
                  <a:cubicBezTo>
                    <a:pt x="1149" y="145"/>
                    <a:pt x="1139" y="132"/>
                    <a:pt x="1127" y="118"/>
                  </a:cubicBezTo>
                  <a:cubicBezTo>
                    <a:pt x="1114" y="104"/>
                    <a:pt x="1114" y="104"/>
                    <a:pt x="111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任意多边形: 形状 18"/>
            <p:cNvSpPr/>
            <p:nvPr/>
          </p:nvSpPr>
          <p:spPr>
            <a:xfrm>
              <a:off x="3098520" y="2238120"/>
              <a:ext cx="1806120" cy="1801440"/>
            </a:xfrm>
            <a:custGeom>
              <a:avLst/>
              <a:gdLst/>
              <a:ahLst/>
              <a:rect l="l" t="t" r="r" b="b"/>
              <a:pathLst>
                <a:path w="1135" h="1134">
                  <a:moveTo>
                    <a:pt x="1042" y="92"/>
                  </a:moveTo>
                  <a:cubicBezTo>
                    <a:pt x="1031" y="81"/>
                    <a:pt x="1019" y="71"/>
                    <a:pt x="1006" y="61"/>
                  </a:cubicBezTo>
                  <a:cubicBezTo>
                    <a:pt x="993" y="52"/>
                    <a:pt x="980" y="44"/>
                    <a:pt x="966" y="36"/>
                  </a:cubicBezTo>
                  <a:cubicBezTo>
                    <a:pt x="942" y="25"/>
                    <a:pt x="920" y="16"/>
                    <a:pt x="895" y="9"/>
                  </a:cubicBezTo>
                  <a:cubicBezTo>
                    <a:pt x="880" y="6"/>
                    <a:pt x="865" y="4"/>
                    <a:pt x="850" y="2"/>
                  </a:cubicBezTo>
                  <a:cubicBezTo>
                    <a:pt x="824" y="0"/>
                    <a:pt x="800" y="1"/>
                    <a:pt x="774" y="4"/>
                  </a:cubicBezTo>
                  <a:cubicBezTo>
                    <a:pt x="759" y="6"/>
                    <a:pt x="745" y="9"/>
                    <a:pt x="730" y="13"/>
                  </a:cubicBezTo>
                  <a:cubicBezTo>
                    <a:pt x="705" y="21"/>
                    <a:pt x="682" y="31"/>
                    <a:pt x="659" y="44"/>
                  </a:cubicBezTo>
                  <a:cubicBezTo>
                    <a:pt x="633" y="61"/>
                    <a:pt x="633" y="61"/>
                    <a:pt x="633" y="61"/>
                  </a:cubicBezTo>
                  <a:cubicBezTo>
                    <a:pt x="620" y="71"/>
                    <a:pt x="609" y="81"/>
                    <a:pt x="597" y="92"/>
                  </a:cubicBezTo>
                  <a:cubicBezTo>
                    <a:pt x="81" y="609"/>
                    <a:pt x="81" y="609"/>
                    <a:pt x="81" y="609"/>
                  </a:cubicBezTo>
                  <a:cubicBezTo>
                    <a:pt x="71" y="621"/>
                    <a:pt x="61" y="633"/>
                    <a:pt x="52" y="646"/>
                  </a:cubicBezTo>
                  <a:cubicBezTo>
                    <a:pt x="44" y="660"/>
                    <a:pt x="36" y="673"/>
                    <a:pt x="29" y="687"/>
                  </a:cubicBezTo>
                  <a:cubicBezTo>
                    <a:pt x="19" y="711"/>
                    <a:pt x="12" y="734"/>
                    <a:pt x="6" y="760"/>
                  </a:cubicBezTo>
                  <a:cubicBezTo>
                    <a:pt x="3" y="775"/>
                    <a:pt x="2" y="789"/>
                    <a:pt x="1" y="805"/>
                  </a:cubicBezTo>
                  <a:cubicBezTo>
                    <a:pt x="0" y="831"/>
                    <a:pt x="2" y="854"/>
                    <a:pt x="6" y="880"/>
                  </a:cubicBezTo>
                  <a:cubicBezTo>
                    <a:pt x="9" y="895"/>
                    <a:pt x="13" y="909"/>
                    <a:pt x="18" y="924"/>
                  </a:cubicBezTo>
                  <a:cubicBezTo>
                    <a:pt x="27" y="949"/>
                    <a:pt x="38" y="971"/>
                    <a:pt x="52" y="993"/>
                  </a:cubicBezTo>
                  <a:cubicBezTo>
                    <a:pt x="61" y="1006"/>
                    <a:pt x="71" y="1019"/>
                    <a:pt x="81" y="1031"/>
                  </a:cubicBezTo>
                  <a:cubicBezTo>
                    <a:pt x="92" y="1043"/>
                    <a:pt x="104" y="1053"/>
                    <a:pt x="116" y="1064"/>
                  </a:cubicBezTo>
                  <a:cubicBezTo>
                    <a:pt x="129" y="1074"/>
                    <a:pt x="141" y="1083"/>
                    <a:pt x="155" y="1091"/>
                  </a:cubicBezTo>
                  <a:cubicBezTo>
                    <a:pt x="169" y="1099"/>
                    <a:pt x="182" y="1105"/>
                    <a:pt x="196" y="1112"/>
                  </a:cubicBezTo>
                  <a:cubicBezTo>
                    <a:pt x="221" y="1121"/>
                    <a:pt x="244" y="1127"/>
                    <a:pt x="270" y="1131"/>
                  </a:cubicBezTo>
                  <a:cubicBezTo>
                    <a:pt x="285" y="1133"/>
                    <a:pt x="300" y="1134"/>
                    <a:pt x="315" y="1134"/>
                  </a:cubicBezTo>
                  <a:cubicBezTo>
                    <a:pt x="341" y="1134"/>
                    <a:pt x="365" y="1131"/>
                    <a:pt x="390" y="1126"/>
                  </a:cubicBezTo>
                  <a:cubicBezTo>
                    <a:pt x="405" y="1121"/>
                    <a:pt x="419" y="1117"/>
                    <a:pt x="434" y="1112"/>
                  </a:cubicBezTo>
                  <a:cubicBezTo>
                    <a:pt x="458" y="1101"/>
                    <a:pt x="479" y="1089"/>
                    <a:pt x="501" y="1074"/>
                  </a:cubicBezTo>
                  <a:cubicBezTo>
                    <a:pt x="514" y="1064"/>
                    <a:pt x="526" y="1054"/>
                    <a:pt x="537" y="1043"/>
                  </a:cubicBezTo>
                  <a:cubicBezTo>
                    <a:pt x="1053" y="526"/>
                    <a:pt x="1053" y="526"/>
                    <a:pt x="1053" y="526"/>
                  </a:cubicBezTo>
                  <a:cubicBezTo>
                    <a:pt x="1064" y="514"/>
                    <a:pt x="1073" y="502"/>
                    <a:pt x="1083" y="489"/>
                  </a:cubicBezTo>
                  <a:cubicBezTo>
                    <a:pt x="1091" y="475"/>
                    <a:pt x="1098" y="462"/>
                    <a:pt x="1105" y="448"/>
                  </a:cubicBezTo>
                  <a:cubicBezTo>
                    <a:pt x="1116" y="424"/>
                    <a:pt x="1123" y="401"/>
                    <a:pt x="1129" y="375"/>
                  </a:cubicBezTo>
                  <a:cubicBezTo>
                    <a:pt x="1131" y="360"/>
                    <a:pt x="1133" y="346"/>
                    <a:pt x="1134" y="330"/>
                  </a:cubicBezTo>
                  <a:cubicBezTo>
                    <a:pt x="1135" y="304"/>
                    <a:pt x="1133" y="281"/>
                    <a:pt x="1129" y="255"/>
                  </a:cubicBezTo>
                  <a:cubicBezTo>
                    <a:pt x="1125" y="240"/>
                    <a:pt x="1121" y="226"/>
                    <a:pt x="1117" y="211"/>
                  </a:cubicBezTo>
                  <a:cubicBezTo>
                    <a:pt x="1107" y="186"/>
                    <a:pt x="1097" y="164"/>
                    <a:pt x="1083" y="142"/>
                  </a:cubicBezTo>
                  <a:cubicBezTo>
                    <a:pt x="1073" y="128"/>
                    <a:pt x="1064" y="116"/>
                    <a:pt x="1053" y="104"/>
                  </a:cubicBezTo>
                  <a:cubicBezTo>
                    <a:pt x="1042" y="92"/>
                    <a:pt x="1042" y="92"/>
                    <a:pt x="1042" y="9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任意多边形: 形状 19"/>
            <p:cNvSpPr/>
            <p:nvPr/>
          </p:nvSpPr>
          <p:spPr>
            <a:xfrm>
              <a:off x="3123720" y="2263680"/>
              <a:ext cx="1753920" cy="1752480"/>
            </a:xfrm>
            <a:custGeom>
              <a:avLst/>
              <a:gdLst/>
              <a:ahLst/>
              <a:rect l="l" t="t" r="r" b="b"/>
              <a:pathLst>
                <a:path w="1102" h="1103">
                  <a:moveTo>
                    <a:pt x="996" y="106"/>
                  </a:moveTo>
                  <a:cubicBezTo>
                    <a:pt x="996" y="106"/>
                    <a:pt x="996" y="106"/>
                    <a:pt x="996" y="106"/>
                  </a:cubicBezTo>
                  <a:cubicBezTo>
                    <a:pt x="890" y="0"/>
                    <a:pt x="717" y="0"/>
                    <a:pt x="611" y="106"/>
                  </a:cubicBezTo>
                  <a:cubicBezTo>
                    <a:pt x="106" y="611"/>
                    <a:pt x="106" y="611"/>
                    <a:pt x="106" y="611"/>
                  </a:cubicBezTo>
                  <a:cubicBezTo>
                    <a:pt x="0" y="717"/>
                    <a:pt x="0" y="890"/>
                    <a:pt x="106" y="997"/>
                  </a:cubicBezTo>
                  <a:cubicBezTo>
                    <a:pt x="106" y="997"/>
                    <a:pt x="106" y="997"/>
                    <a:pt x="106" y="997"/>
                  </a:cubicBezTo>
                  <a:cubicBezTo>
                    <a:pt x="212" y="1103"/>
                    <a:pt x="386" y="1103"/>
                    <a:pt x="492" y="997"/>
                  </a:cubicBezTo>
                  <a:cubicBezTo>
                    <a:pt x="996" y="492"/>
                    <a:pt x="996" y="492"/>
                    <a:pt x="996" y="492"/>
                  </a:cubicBezTo>
                  <a:cubicBezTo>
                    <a:pt x="1102" y="386"/>
                    <a:pt x="1102" y="212"/>
                    <a:pt x="996" y="10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任意多边形: 形状 20"/>
            <p:cNvSpPr/>
            <p:nvPr/>
          </p:nvSpPr>
          <p:spPr>
            <a:xfrm>
              <a:off x="3244680" y="3187440"/>
              <a:ext cx="708840" cy="705960"/>
            </a:xfrm>
            <a:custGeom>
              <a:avLst/>
              <a:gdLst/>
              <a:ahLst/>
              <a:rect l="l" t="t" r="r" b="b"/>
              <a:pathLst>
                <a:path w="446" h="445">
                  <a:moveTo>
                    <a:pt x="79" y="79"/>
                  </a:moveTo>
                  <a:cubicBezTo>
                    <a:pt x="159" y="0"/>
                    <a:pt x="287" y="0"/>
                    <a:pt x="367" y="79"/>
                  </a:cubicBezTo>
                  <a:cubicBezTo>
                    <a:pt x="446" y="158"/>
                    <a:pt x="446" y="287"/>
                    <a:pt x="367" y="366"/>
                  </a:cubicBezTo>
                  <a:cubicBezTo>
                    <a:pt x="287" y="445"/>
                    <a:pt x="159" y="445"/>
                    <a:pt x="79" y="366"/>
                  </a:cubicBezTo>
                  <a:cubicBezTo>
                    <a:pt x="0" y="287"/>
                    <a:pt x="0" y="158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任意多边形: 形状 21"/>
            <p:cNvSpPr/>
            <p:nvPr/>
          </p:nvSpPr>
          <p:spPr>
            <a:xfrm>
              <a:off x="4170240" y="1033560"/>
              <a:ext cx="1941120" cy="193716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04" y="1114"/>
                  </a:moveTo>
                  <a:cubicBezTo>
                    <a:pt x="92" y="1101"/>
                    <a:pt x="80" y="1088"/>
                    <a:pt x="69" y="1073"/>
                  </a:cubicBezTo>
                  <a:cubicBezTo>
                    <a:pt x="59" y="1058"/>
                    <a:pt x="50" y="1044"/>
                    <a:pt x="41" y="1028"/>
                  </a:cubicBezTo>
                  <a:cubicBezTo>
                    <a:pt x="33" y="1012"/>
                    <a:pt x="26" y="996"/>
                    <a:pt x="20" y="980"/>
                  </a:cubicBezTo>
                  <a:cubicBezTo>
                    <a:pt x="15" y="963"/>
                    <a:pt x="10" y="947"/>
                    <a:pt x="7" y="930"/>
                  </a:cubicBezTo>
                  <a:cubicBezTo>
                    <a:pt x="4" y="913"/>
                    <a:pt x="2" y="896"/>
                    <a:pt x="0" y="879"/>
                  </a:cubicBezTo>
                  <a:cubicBezTo>
                    <a:pt x="0" y="861"/>
                    <a:pt x="0" y="845"/>
                    <a:pt x="2" y="827"/>
                  </a:cubicBezTo>
                  <a:cubicBezTo>
                    <a:pt x="4" y="810"/>
                    <a:pt x="7" y="794"/>
                    <a:pt x="10" y="776"/>
                  </a:cubicBezTo>
                  <a:cubicBezTo>
                    <a:pt x="15" y="760"/>
                    <a:pt x="20" y="743"/>
                    <a:pt x="26" y="727"/>
                  </a:cubicBezTo>
                  <a:cubicBezTo>
                    <a:pt x="33" y="711"/>
                    <a:pt x="41" y="695"/>
                    <a:pt x="49" y="680"/>
                  </a:cubicBezTo>
                  <a:cubicBezTo>
                    <a:pt x="69" y="650"/>
                    <a:pt x="69" y="650"/>
                    <a:pt x="69" y="650"/>
                  </a:cubicBezTo>
                  <a:cubicBezTo>
                    <a:pt x="80" y="636"/>
                    <a:pt x="91" y="623"/>
                    <a:pt x="104" y="610"/>
                  </a:cubicBezTo>
                  <a:cubicBezTo>
                    <a:pt x="622" y="92"/>
                    <a:pt x="622" y="92"/>
                    <a:pt x="622" y="92"/>
                  </a:cubicBezTo>
                  <a:cubicBezTo>
                    <a:pt x="636" y="80"/>
                    <a:pt x="650" y="69"/>
                    <a:pt x="665" y="59"/>
                  </a:cubicBezTo>
                  <a:cubicBezTo>
                    <a:pt x="680" y="49"/>
                    <a:pt x="695" y="41"/>
                    <a:pt x="711" y="33"/>
                  </a:cubicBezTo>
                  <a:cubicBezTo>
                    <a:pt x="727" y="26"/>
                    <a:pt x="743" y="20"/>
                    <a:pt x="760" y="14"/>
                  </a:cubicBezTo>
                  <a:cubicBezTo>
                    <a:pt x="777" y="10"/>
                    <a:pt x="793" y="6"/>
                    <a:pt x="810" y="3"/>
                  </a:cubicBezTo>
                  <a:cubicBezTo>
                    <a:pt x="828" y="1"/>
                    <a:pt x="844" y="0"/>
                    <a:pt x="862" y="0"/>
                  </a:cubicBezTo>
                  <a:cubicBezTo>
                    <a:pt x="879" y="0"/>
                    <a:pt x="896" y="1"/>
                    <a:pt x="913" y="3"/>
                  </a:cubicBezTo>
                  <a:cubicBezTo>
                    <a:pt x="930" y="6"/>
                    <a:pt x="947" y="10"/>
                    <a:pt x="963" y="14"/>
                  </a:cubicBezTo>
                  <a:cubicBezTo>
                    <a:pt x="980" y="20"/>
                    <a:pt x="996" y="26"/>
                    <a:pt x="1012" y="33"/>
                  </a:cubicBezTo>
                  <a:cubicBezTo>
                    <a:pt x="1028" y="41"/>
                    <a:pt x="1043" y="49"/>
                    <a:pt x="1059" y="59"/>
                  </a:cubicBezTo>
                  <a:cubicBezTo>
                    <a:pt x="1074" y="69"/>
                    <a:pt x="1087" y="80"/>
                    <a:pt x="1101" y="92"/>
                  </a:cubicBezTo>
                  <a:cubicBezTo>
                    <a:pt x="1115" y="104"/>
                    <a:pt x="1127" y="117"/>
                    <a:pt x="1139" y="131"/>
                  </a:cubicBezTo>
                  <a:cubicBezTo>
                    <a:pt x="1150" y="146"/>
                    <a:pt x="1160" y="160"/>
                    <a:pt x="1170" y="175"/>
                  </a:cubicBezTo>
                  <a:cubicBezTo>
                    <a:pt x="1178" y="191"/>
                    <a:pt x="1186" y="206"/>
                    <a:pt x="1193" y="223"/>
                  </a:cubicBezTo>
                  <a:cubicBezTo>
                    <a:pt x="1199" y="239"/>
                    <a:pt x="1204" y="255"/>
                    <a:pt x="1209" y="272"/>
                  </a:cubicBezTo>
                  <a:cubicBezTo>
                    <a:pt x="1212" y="289"/>
                    <a:pt x="1215" y="305"/>
                    <a:pt x="1217" y="323"/>
                  </a:cubicBezTo>
                  <a:cubicBezTo>
                    <a:pt x="1218" y="340"/>
                    <a:pt x="1219" y="357"/>
                    <a:pt x="1218" y="374"/>
                  </a:cubicBezTo>
                  <a:cubicBezTo>
                    <a:pt x="1217" y="391"/>
                    <a:pt x="1215" y="408"/>
                    <a:pt x="1212" y="425"/>
                  </a:cubicBezTo>
                  <a:cubicBezTo>
                    <a:pt x="1209" y="442"/>
                    <a:pt x="1204" y="459"/>
                    <a:pt x="1199" y="475"/>
                  </a:cubicBezTo>
                  <a:cubicBezTo>
                    <a:pt x="1193" y="492"/>
                    <a:pt x="1186" y="507"/>
                    <a:pt x="1178" y="523"/>
                  </a:cubicBezTo>
                  <a:cubicBezTo>
                    <a:pt x="1169" y="539"/>
                    <a:pt x="1160" y="554"/>
                    <a:pt x="1150" y="568"/>
                  </a:cubicBezTo>
                  <a:cubicBezTo>
                    <a:pt x="1139" y="583"/>
                    <a:pt x="1128" y="596"/>
                    <a:pt x="1115" y="609"/>
                  </a:cubicBezTo>
                  <a:cubicBezTo>
                    <a:pt x="597" y="1127"/>
                    <a:pt x="597" y="1127"/>
                    <a:pt x="597" y="1127"/>
                  </a:cubicBezTo>
                  <a:cubicBezTo>
                    <a:pt x="583" y="1139"/>
                    <a:pt x="569" y="1149"/>
                    <a:pt x="554" y="1160"/>
                  </a:cubicBezTo>
                  <a:cubicBezTo>
                    <a:pt x="539" y="1169"/>
                    <a:pt x="524" y="1178"/>
                    <a:pt x="508" y="1186"/>
                  </a:cubicBezTo>
                  <a:cubicBezTo>
                    <a:pt x="492" y="1193"/>
                    <a:pt x="476" y="1199"/>
                    <a:pt x="459" y="1204"/>
                  </a:cubicBezTo>
                  <a:cubicBezTo>
                    <a:pt x="442" y="1209"/>
                    <a:pt x="426" y="1212"/>
                    <a:pt x="408" y="1215"/>
                  </a:cubicBezTo>
                  <a:cubicBezTo>
                    <a:pt x="391" y="1217"/>
                    <a:pt x="375" y="1218"/>
                    <a:pt x="357" y="1219"/>
                  </a:cubicBezTo>
                  <a:cubicBezTo>
                    <a:pt x="340" y="1218"/>
                    <a:pt x="323" y="1217"/>
                    <a:pt x="306" y="1215"/>
                  </a:cubicBezTo>
                  <a:cubicBezTo>
                    <a:pt x="289" y="1212"/>
                    <a:pt x="272" y="1209"/>
                    <a:pt x="255" y="1204"/>
                  </a:cubicBezTo>
                  <a:cubicBezTo>
                    <a:pt x="239" y="1199"/>
                    <a:pt x="223" y="1193"/>
                    <a:pt x="207" y="1186"/>
                  </a:cubicBezTo>
                  <a:cubicBezTo>
                    <a:pt x="191" y="1178"/>
                    <a:pt x="176" y="1169"/>
                    <a:pt x="160" y="1160"/>
                  </a:cubicBezTo>
                  <a:cubicBezTo>
                    <a:pt x="145" y="1149"/>
                    <a:pt x="132" y="1139"/>
                    <a:pt x="118" y="1127"/>
                  </a:cubicBezTo>
                  <a:cubicBezTo>
                    <a:pt x="104" y="1114"/>
                    <a:pt x="104" y="1114"/>
                    <a:pt x="10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" name="任意多边形: 形状 22"/>
            <p:cNvSpPr/>
            <p:nvPr/>
          </p:nvSpPr>
          <p:spPr>
            <a:xfrm>
              <a:off x="4237560" y="1100520"/>
              <a:ext cx="1804680" cy="1803960"/>
            </a:xfrm>
            <a:custGeom>
              <a:avLst/>
              <a:gdLst/>
              <a:ahLst/>
              <a:rect l="l" t="t" r="r" b="b"/>
              <a:pathLst>
                <a:path w="1134" h="1135">
                  <a:moveTo>
                    <a:pt x="92" y="1042"/>
                  </a:moveTo>
                  <a:cubicBezTo>
                    <a:pt x="81" y="1031"/>
                    <a:pt x="71" y="1019"/>
                    <a:pt x="61" y="1006"/>
                  </a:cubicBezTo>
                  <a:cubicBezTo>
                    <a:pt x="52" y="993"/>
                    <a:pt x="44" y="980"/>
                    <a:pt x="36" y="966"/>
                  </a:cubicBezTo>
                  <a:cubicBezTo>
                    <a:pt x="25" y="942"/>
                    <a:pt x="16" y="920"/>
                    <a:pt x="9" y="895"/>
                  </a:cubicBezTo>
                  <a:cubicBezTo>
                    <a:pt x="6" y="880"/>
                    <a:pt x="4" y="865"/>
                    <a:pt x="2" y="850"/>
                  </a:cubicBezTo>
                  <a:cubicBezTo>
                    <a:pt x="0" y="824"/>
                    <a:pt x="1" y="800"/>
                    <a:pt x="4" y="774"/>
                  </a:cubicBezTo>
                  <a:cubicBezTo>
                    <a:pt x="6" y="759"/>
                    <a:pt x="9" y="745"/>
                    <a:pt x="13" y="730"/>
                  </a:cubicBezTo>
                  <a:cubicBezTo>
                    <a:pt x="21" y="705"/>
                    <a:pt x="31" y="682"/>
                    <a:pt x="44" y="659"/>
                  </a:cubicBezTo>
                  <a:cubicBezTo>
                    <a:pt x="61" y="633"/>
                    <a:pt x="61" y="633"/>
                    <a:pt x="61" y="633"/>
                  </a:cubicBezTo>
                  <a:cubicBezTo>
                    <a:pt x="71" y="620"/>
                    <a:pt x="81" y="609"/>
                    <a:pt x="92" y="597"/>
                  </a:cubicBezTo>
                  <a:cubicBezTo>
                    <a:pt x="609" y="81"/>
                    <a:pt x="609" y="81"/>
                    <a:pt x="609" y="81"/>
                  </a:cubicBezTo>
                  <a:cubicBezTo>
                    <a:pt x="621" y="71"/>
                    <a:pt x="633" y="61"/>
                    <a:pt x="646" y="52"/>
                  </a:cubicBezTo>
                  <a:cubicBezTo>
                    <a:pt x="660" y="44"/>
                    <a:pt x="673" y="36"/>
                    <a:pt x="687" y="29"/>
                  </a:cubicBezTo>
                  <a:cubicBezTo>
                    <a:pt x="711" y="19"/>
                    <a:pt x="734" y="12"/>
                    <a:pt x="760" y="6"/>
                  </a:cubicBezTo>
                  <a:cubicBezTo>
                    <a:pt x="775" y="3"/>
                    <a:pt x="789" y="2"/>
                    <a:pt x="805" y="1"/>
                  </a:cubicBezTo>
                  <a:cubicBezTo>
                    <a:pt x="831" y="0"/>
                    <a:pt x="854" y="2"/>
                    <a:pt x="880" y="6"/>
                  </a:cubicBezTo>
                  <a:cubicBezTo>
                    <a:pt x="895" y="9"/>
                    <a:pt x="909" y="13"/>
                    <a:pt x="924" y="18"/>
                  </a:cubicBezTo>
                  <a:cubicBezTo>
                    <a:pt x="949" y="27"/>
                    <a:pt x="971" y="38"/>
                    <a:pt x="993" y="52"/>
                  </a:cubicBezTo>
                  <a:cubicBezTo>
                    <a:pt x="1006" y="61"/>
                    <a:pt x="1019" y="71"/>
                    <a:pt x="1031" y="81"/>
                  </a:cubicBezTo>
                  <a:cubicBezTo>
                    <a:pt x="1043" y="92"/>
                    <a:pt x="1053" y="104"/>
                    <a:pt x="1064" y="116"/>
                  </a:cubicBezTo>
                  <a:cubicBezTo>
                    <a:pt x="1074" y="129"/>
                    <a:pt x="1083" y="141"/>
                    <a:pt x="1091" y="155"/>
                  </a:cubicBezTo>
                  <a:cubicBezTo>
                    <a:pt x="1099" y="169"/>
                    <a:pt x="1105" y="182"/>
                    <a:pt x="1112" y="196"/>
                  </a:cubicBezTo>
                  <a:cubicBezTo>
                    <a:pt x="1121" y="221"/>
                    <a:pt x="1127" y="244"/>
                    <a:pt x="1131" y="270"/>
                  </a:cubicBezTo>
                  <a:cubicBezTo>
                    <a:pt x="1133" y="285"/>
                    <a:pt x="1134" y="300"/>
                    <a:pt x="1134" y="315"/>
                  </a:cubicBezTo>
                  <a:cubicBezTo>
                    <a:pt x="1134" y="341"/>
                    <a:pt x="1131" y="365"/>
                    <a:pt x="1126" y="390"/>
                  </a:cubicBezTo>
                  <a:cubicBezTo>
                    <a:pt x="1121" y="405"/>
                    <a:pt x="1117" y="419"/>
                    <a:pt x="1112" y="434"/>
                  </a:cubicBezTo>
                  <a:cubicBezTo>
                    <a:pt x="1101" y="458"/>
                    <a:pt x="1089" y="479"/>
                    <a:pt x="1074" y="501"/>
                  </a:cubicBezTo>
                  <a:cubicBezTo>
                    <a:pt x="1064" y="514"/>
                    <a:pt x="1054" y="526"/>
                    <a:pt x="1043" y="537"/>
                  </a:cubicBezTo>
                  <a:cubicBezTo>
                    <a:pt x="526" y="1053"/>
                    <a:pt x="526" y="1053"/>
                    <a:pt x="526" y="1053"/>
                  </a:cubicBezTo>
                  <a:cubicBezTo>
                    <a:pt x="514" y="1064"/>
                    <a:pt x="502" y="1073"/>
                    <a:pt x="489" y="1083"/>
                  </a:cubicBezTo>
                  <a:cubicBezTo>
                    <a:pt x="475" y="1091"/>
                    <a:pt x="462" y="1098"/>
                    <a:pt x="448" y="1105"/>
                  </a:cubicBezTo>
                  <a:cubicBezTo>
                    <a:pt x="424" y="1116"/>
                    <a:pt x="401" y="1123"/>
                    <a:pt x="375" y="1129"/>
                  </a:cubicBezTo>
                  <a:cubicBezTo>
                    <a:pt x="360" y="1131"/>
                    <a:pt x="346" y="1133"/>
                    <a:pt x="330" y="1134"/>
                  </a:cubicBezTo>
                  <a:cubicBezTo>
                    <a:pt x="304" y="1135"/>
                    <a:pt x="281" y="1133"/>
                    <a:pt x="255" y="1129"/>
                  </a:cubicBezTo>
                  <a:cubicBezTo>
                    <a:pt x="240" y="1125"/>
                    <a:pt x="226" y="1121"/>
                    <a:pt x="211" y="1117"/>
                  </a:cubicBezTo>
                  <a:cubicBezTo>
                    <a:pt x="186" y="1107"/>
                    <a:pt x="164" y="1097"/>
                    <a:pt x="142" y="1083"/>
                  </a:cubicBezTo>
                  <a:cubicBezTo>
                    <a:pt x="128" y="1073"/>
                    <a:pt x="116" y="1064"/>
                    <a:pt x="104" y="1053"/>
                  </a:cubicBezTo>
                  <a:cubicBezTo>
                    <a:pt x="92" y="1042"/>
                    <a:pt x="92" y="1042"/>
                    <a:pt x="92" y="104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" name="任意多边形: 形状 23"/>
            <p:cNvSpPr/>
            <p:nvPr/>
          </p:nvSpPr>
          <p:spPr>
            <a:xfrm>
              <a:off x="4263120" y="1126440"/>
              <a:ext cx="1755360" cy="1750320"/>
            </a:xfrm>
            <a:custGeom>
              <a:avLst/>
              <a:gdLst/>
              <a:ahLst/>
              <a:rect l="l" t="t" r="r" b="b"/>
              <a:pathLst>
                <a:path w="1103" h="1102">
                  <a:moveTo>
                    <a:pt x="106" y="996"/>
                  </a:moveTo>
                  <a:cubicBezTo>
                    <a:pt x="106" y="996"/>
                    <a:pt x="106" y="996"/>
                    <a:pt x="106" y="996"/>
                  </a:cubicBezTo>
                  <a:cubicBezTo>
                    <a:pt x="0" y="890"/>
                    <a:pt x="0" y="717"/>
                    <a:pt x="106" y="611"/>
                  </a:cubicBezTo>
                  <a:cubicBezTo>
                    <a:pt x="611" y="106"/>
                    <a:pt x="611" y="106"/>
                    <a:pt x="611" y="106"/>
                  </a:cubicBezTo>
                  <a:cubicBezTo>
                    <a:pt x="717" y="0"/>
                    <a:pt x="890" y="0"/>
                    <a:pt x="997" y="106"/>
                  </a:cubicBezTo>
                  <a:cubicBezTo>
                    <a:pt x="997" y="106"/>
                    <a:pt x="997" y="106"/>
                    <a:pt x="997" y="106"/>
                  </a:cubicBezTo>
                  <a:cubicBezTo>
                    <a:pt x="1103" y="212"/>
                    <a:pt x="1103" y="386"/>
                    <a:pt x="997" y="492"/>
                  </a:cubicBezTo>
                  <a:cubicBezTo>
                    <a:pt x="492" y="996"/>
                    <a:pt x="492" y="996"/>
                    <a:pt x="492" y="996"/>
                  </a:cubicBezTo>
                  <a:cubicBezTo>
                    <a:pt x="386" y="1102"/>
                    <a:pt x="212" y="1102"/>
                    <a:pt x="106" y="99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" name="任意多边形: 形状 24"/>
            <p:cNvSpPr/>
            <p:nvPr/>
          </p:nvSpPr>
          <p:spPr>
            <a:xfrm>
              <a:off x="5188320" y="1246680"/>
              <a:ext cx="707400" cy="707400"/>
            </a:xfrm>
            <a:custGeom>
              <a:avLst/>
              <a:gdLst/>
              <a:ahLst/>
              <a:rect l="l" t="t" r="r" b="b"/>
              <a:pathLst>
                <a:path w="445" h="446">
                  <a:moveTo>
                    <a:pt x="79" y="79"/>
                  </a:moveTo>
                  <a:cubicBezTo>
                    <a:pt x="0" y="159"/>
                    <a:pt x="0" y="287"/>
                    <a:pt x="79" y="367"/>
                  </a:cubicBezTo>
                  <a:cubicBezTo>
                    <a:pt x="158" y="446"/>
                    <a:pt x="287" y="446"/>
                    <a:pt x="366" y="367"/>
                  </a:cubicBezTo>
                  <a:cubicBezTo>
                    <a:pt x="445" y="287"/>
                    <a:pt x="445" y="159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" name="任意多边形: 形状 25"/>
            <p:cNvSpPr/>
            <p:nvPr/>
          </p:nvSpPr>
          <p:spPr>
            <a:xfrm>
              <a:off x="4170240" y="2170800"/>
              <a:ext cx="1941120" cy="193716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04" y="104"/>
                  </a:moveTo>
                  <a:cubicBezTo>
                    <a:pt x="118" y="92"/>
                    <a:pt x="131" y="80"/>
                    <a:pt x="146" y="69"/>
                  </a:cubicBezTo>
                  <a:cubicBezTo>
                    <a:pt x="161" y="59"/>
                    <a:pt x="175" y="50"/>
                    <a:pt x="191" y="41"/>
                  </a:cubicBezTo>
                  <a:cubicBezTo>
                    <a:pt x="207" y="33"/>
                    <a:pt x="222" y="26"/>
                    <a:pt x="239" y="20"/>
                  </a:cubicBezTo>
                  <a:cubicBezTo>
                    <a:pt x="256" y="15"/>
                    <a:pt x="272" y="10"/>
                    <a:pt x="289" y="7"/>
                  </a:cubicBezTo>
                  <a:cubicBezTo>
                    <a:pt x="306" y="4"/>
                    <a:pt x="323" y="2"/>
                    <a:pt x="340" y="0"/>
                  </a:cubicBezTo>
                  <a:cubicBezTo>
                    <a:pt x="357" y="0"/>
                    <a:pt x="374" y="0"/>
                    <a:pt x="391" y="2"/>
                  </a:cubicBezTo>
                  <a:cubicBezTo>
                    <a:pt x="409" y="4"/>
                    <a:pt x="425" y="7"/>
                    <a:pt x="442" y="10"/>
                  </a:cubicBezTo>
                  <a:cubicBezTo>
                    <a:pt x="459" y="15"/>
                    <a:pt x="475" y="20"/>
                    <a:pt x="492" y="26"/>
                  </a:cubicBezTo>
                  <a:cubicBezTo>
                    <a:pt x="508" y="33"/>
                    <a:pt x="523" y="41"/>
                    <a:pt x="539" y="49"/>
                  </a:cubicBezTo>
                  <a:cubicBezTo>
                    <a:pt x="569" y="69"/>
                    <a:pt x="569" y="69"/>
                    <a:pt x="569" y="69"/>
                  </a:cubicBezTo>
                  <a:cubicBezTo>
                    <a:pt x="583" y="80"/>
                    <a:pt x="596" y="91"/>
                    <a:pt x="609" y="104"/>
                  </a:cubicBezTo>
                  <a:cubicBezTo>
                    <a:pt x="1127" y="622"/>
                    <a:pt x="1127" y="622"/>
                    <a:pt x="1127" y="622"/>
                  </a:cubicBezTo>
                  <a:cubicBezTo>
                    <a:pt x="1139" y="636"/>
                    <a:pt x="1150" y="650"/>
                    <a:pt x="1160" y="665"/>
                  </a:cubicBezTo>
                  <a:cubicBezTo>
                    <a:pt x="1170" y="680"/>
                    <a:pt x="1178" y="695"/>
                    <a:pt x="1186" y="711"/>
                  </a:cubicBezTo>
                  <a:cubicBezTo>
                    <a:pt x="1193" y="727"/>
                    <a:pt x="1199" y="743"/>
                    <a:pt x="1204" y="760"/>
                  </a:cubicBezTo>
                  <a:cubicBezTo>
                    <a:pt x="1209" y="777"/>
                    <a:pt x="1212" y="793"/>
                    <a:pt x="1215" y="810"/>
                  </a:cubicBezTo>
                  <a:cubicBezTo>
                    <a:pt x="1217" y="828"/>
                    <a:pt x="1218" y="844"/>
                    <a:pt x="1219" y="862"/>
                  </a:cubicBezTo>
                  <a:cubicBezTo>
                    <a:pt x="1218" y="879"/>
                    <a:pt x="1217" y="896"/>
                    <a:pt x="1215" y="913"/>
                  </a:cubicBezTo>
                  <a:cubicBezTo>
                    <a:pt x="1212" y="930"/>
                    <a:pt x="1209" y="947"/>
                    <a:pt x="1204" y="963"/>
                  </a:cubicBezTo>
                  <a:cubicBezTo>
                    <a:pt x="1199" y="980"/>
                    <a:pt x="1193" y="996"/>
                    <a:pt x="1186" y="1012"/>
                  </a:cubicBezTo>
                  <a:cubicBezTo>
                    <a:pt x="1178" y="1028"/>
                    <a:pt x="1170" y="1043"/>
                    <a:pt x="1160" y="1059"/>
                  </a:cubicBezTo>
                  <a:cubicBezTo>
                    <a:pt x="1150" y="1074"/>
                    <a:pt x="1139" y="1087"/>
                    <a:pt x="1127" y="1101"/>
                  </a:cubicBezTo>
                  <a:cubicBezTo>
                    <a:pt x="1114" y="1115"/>
                    <a:pt x="1102" y="1127"/>
                    <a:pt x="1087" y="1139"/>
                  </a:cubicBezTo>
                  <a:cubicBezTo>
                    <a:pt x="1073" y="1150"/>
                    <a:pt x="1059" y="1160"/>
                    <a:pt x="1043" y="1170"/>
                  </a:cubicBezTo>
                  <a:cubicBezTo>
                    <a:pt x="1028" y="1178"/>
                    <a:pt x="1013" y="1186"/>
                    <a:pt x="996" y="1193"/>
                  </a:cubicBezTo>
                  <a:cubicBezTo>
                    <a:pt x="980" y="1199"/>
                    <a:pt x="964" y="1204"/>
                    <a:pt x="947" y="1209"/>
                  </a:cubicBezTo>
                  <a:cubicBezTo>
                    <a:pt x="930" y="1212"/>
                    <a:pt x="913" y="1215"/>
                    <a:pt x="896" y="1217"/>
                  </a:cubicBezTo>
                  <a:cubicBezTo>
                    <a:pt x="879" y="1218"/>
                    <a:pt x="862" y="1219"/>
                    <a:pt x="845" y="1218"/>
                  </a:cubicBezTo>
                  <a:cubicBezTo>
                    <a:pt x="827" y="1217"/>
                    <a:pt x="811" y="1215"/>
                    <a:pt x="794" y="1212"/>
                  </a:cubicBezTo>
                  <a:cubicBezTo>
                    <a:pt x="776" y="1209"/>
                    <a:pt x="760" y="1204"/>
                    <a:pt x="744" y="1199"/>
                  </a:cubicBezTo>
                  <a:cubicBezTo>
                    <a:pt x="727" y="1193"/>
                    <a:pt x="711" y="1186"/>
                    <a:pt x="695" y="1178"/>
                  </a:cubicBezTo>
                  <a:cubicBezTo>
                    <a:pt x="680" y="1169"/>
                    <a:pt x="665" y="1160"/>
                    <a:pt x="650" y="1150"/>
                  </a:cubicBezTo>
                  <a:cubicBezTo>
                    <a:pt x="636" y="1139"/>
                    <a:pt x="623" y="1128"/>
                    <a:pt x="610" y="1115"/>
                  </a:cubicBezTo>
                  <a:cubicBezTo>
                    <a:pt x="92" y="597"/>
                    <a:pt x="92" y="597"/>
                    <a:pt x="92" y="597"/>
                  </a:cubicBezTo>
                  <a:cubicBezTo>
                    <a:pt x="80" y="583"/>
                    <a:pt x="69" y="569"/>
                    <a:pt x="59" y="554"/>
                  </a:cubicBezTo>
                  <a:cubicBezTo>
                    <a:pt x="49" y="539"/>
                    <a:pt x="41" y="524"/>
                    <a:pt x="33" y="508"/>
                  </a:cubicBezTo>
                  <a:cubicBezTo>
                    <a:pt x="26" y="492"/>
                    <a:pt x="20" y="476"/>
                    <a:pt x="15" y="459"/>
                  </a:cubicBezTo>
                  <a:cubicBezTo>
                    <a:pt x="10" y="442"/>
                    <a:pt x="7" y="426"/>
                    <a:pt x="4" y="408"/>
                  </a:cubicBezTo>
                  <a:cubicBezTo>
                    <a:pt x="2" y="391"/>
                    <a:pt x="0" y="375"/>
                    <a:pt x="0" y="357"/>
                  </a:cubicBezTo>
                  <a:cubicBezTo>
                    <a:pt x="0" y="340"/>
                    <a:pt x="2" y="323"/>
                    <a:pt x="4" y="306"/>
                  </a:cubicBezTo>
                  <a:cubicBezTo>
                    <a:pt x="7" y="289"/>
                    <a:pt x="10" y="272"/>
                    <a:pt x="15" y="255"/>
                  </a:cubicBezTo>
                  <a:cubicBezTo>
                    <a:pt x="20" y="239"/>
                    <a:pt x="26" y="223"/>
                    <a:pt x="33" y="207"/>
                  </a:cubicBezTo>
                  <a:cubicBezTo>
                    <a:pt x="41" y="191"/>
                    <a:pt x="49" y="176"/>
                    <a:pt x="59" y="160"/>
                  </a:cubicBezTo>
                  <a:cubicBezTo>
                    <a:pt x="69" y="145"/>
                    <a:pt x="80" y="132"/>
                    <a:pt x="92" y="118"/>
                  </a:cubicBezTo>
                  <a:cubicBezTo>
                    <a:pt x="104" y="104"/>
                    <a:pt x="104" y="104"/>
                    <a:pt x="10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任意多边形: 形状 26"/>
            <p:cNvSpPr/>
            <p:nvPr/>
          </p:nvSpPr>
          <p:spPr>
            <a:xfrm>
              <a:off x="4237560" y="2238120"/>
              <a:ext cx="1806120" cy="1801440"/>
            </a:xfrm>
            <a:custGeom>
              <a:avLst/>
              <a:gdLst/>
              <a:ahLst/>
              <a:rect l="l" t="t" r="r" b="b"/>
              <a:pathLst>
                <a:path w="1135" h="1134">
                  <a:moveTo>
                    <a:pt x="92" y="92"/>
                  </a:moveTo>
                  <a:cubicBezTo>
                    <a:pt x="104" y="81"/>
                    <a:pt x="116" y="71"/>
                    <a:pt x="129" y="61"/>
                  </a:cubicBezTo>
                  <a:cubicBezTo>
                    <a:pt x="142" y="52"/>
                    <a:pt x="155" y="44"/>
                    <a:pt x="169" y="36"/>
                  </a:cubicBezTo>
                  <a:cubicBezTo>
                    <a:pt x="192" y="25"/>
                    <a:pt x="215" y="16"/>
                    <a:pt x="240" y="9"/>
                  </a:cubicBezTo>
                  <a:cubicBezTo>
                    <a:pt x="255" y="6"/>
                    <a:pt x="270" y="4"/>
                    <a:pt x="285" y="2"/>
                  </a:cubicBezTo>
                  <a:cubicBezTo>
                    <a:pt x="311" y="0"/>
                    <a:pt x="335" y="1"/>
                    <a:pt x="360" y="4"/>
                  </a:cubicBezTo>
                  <a:cubicBezTo>
                    <a:pt x="376" y="6"/>
                    <a:pt x="390" y="9"/>
                    <a:pt x="405" y="13"/>
                  </a:cubicBezTo>
                  <a:cubicBezTo>
                    <a:pt x="430" y="21"/>
                    <a:pt x="452" y="31"/>
                    <a:pt x="475" y="44"/>
                  </a:cubicBezTo>
                  <a:cubicBezTo>
                    <a:pt x="502" y="61"/>
                    <a:pt x="502" y="61"/>
                    <a:pt x="502" y="61"/>
                  </a:cubicBezTo>
                  <a:cubicBezTo>
                    <a:pt x="514" y="71"/>
                    <a:pt x="526" y="81"/>
                    <a:pt x="538" y="92"/>
                  </a:cubicBezTo>
                  <a:cubicBezTo>
                    <a:pt x="1054" y="609"/>
                    <a:pt x="1054" y="609"/>
                    <a:pt x="1054" y="609"/>
                  </a:cubicBezTo>
                  <a:cubicBezTo>
                    <a:pt x="1064" y="621"/>
                    <a:pt x="1074" y="633"/>
                    <a:pt x="1083" y="646"/>
                  </a:cubicBezTo>
                  <a:cubicBezTo>
                    <a:pt x="1091" y="660"/>
                    <a:pt x="1098" y="673"/>
                    <a:pt x="1105" y="687"/>
                  </a:cubicBezTo>
                  <a:cubicBezTo>
                    <a:pt x="1116" y="711"/>
                    <a:pt x="1123" y="734"/>
                    <a:pt x="1129" y="760"/>
                  </a:cubicBezTo>
                  <a:cubicBezTo>
                    <a:pt x="1131" y="775"/>
                    <a:pt x="1133" y="789"/>
                    <a:pt x="1134" y="805"/>
                  </a:cubicBezTo>
                  <a:cubicBezTo>
                    <a:pt x="1135" y="831"/>
                    <a:pt x="1133" y="854"/>
                    <a:pt x="1129" y="880"/>
                  </a:cubicBezTo>
                  <a:cubicBezTo>
                    <a:pt x="1125" y="895"/>
                    <a:pt x="1122" y="909"/>
                    <a:pt x="1117" y="924"/>
                  </a:cubicBezTo>
                  <a:cubicBezTo>
                    <a:pt x="1108" y="949"/>
                    <a:pt x="1097" y="971"/>
                    <a:pt x="1083" y="993"/>
                  </a:cubicBezTo>
                  <a:cubicBezTo>
                    <a:pt x="1074" y="1006"/>
                    <a:pt x="1064" y="1019"/>
                    <a:pt x="1054" y="1031"/>
                  </a:cubicBezTo>
                  <a:cubicBezTo>
                    <a:pt x="1042" y="1043"/>
                    <a:pt x="1031" y="1053"/>
                    <a:pt x="1019" y="1064"/>
                  </a:cubicBezTo>
                  <a:cubicBezTo>
                    <a:pt x="1006" y="1074"/>
                    <a:pt x="993" y="1083"/>
                    <a:pt x="980" y="1091"/>
                  </a:cubicBezTo>
                  <a:cubicBezTo>
                    <a:pt x="966" y="1099"/>
                    <a:pt x="953" y="1105"/>
                    <a:pt x="938" y="1112"/>
                  </a:cubicBezTo>
                  <a:cubicBezTo>
                    <a:pt x="914" y="1121"/>
                    <a:pt x="891" y="1127"/>
                    <a:pt x="865" y="1131"/>
                  </a:cubicBezTo>
                  <a:cubicBezTo>
                    <a:pt x="850" y="1133"/>
                    <a:pt x="835" y="1134"/>
                    <a:pt x="820" y="1134"/>
                  </a:cubicBezTo>
                  <a:cubicBezTo>
                    <a:pt x="794" y="1134"/>
                    <a:pt x="770" y="1131"/>
                    <a:pt x="745" y="1126"/>
                  </a:cubicBezTo>
                  <a:cubicBezTo>
                    <a:pt x="730" y="1121"/>
                    <a:pt x="716" y="1117"/>
                    <a:pt x="701" y="1112"/>
                  </a:cubicBezTo>
                  <a:cubicBezTo>
                    <a:pt x="677" y="1101"/>
                    <a:pt x="655" y="1089"/>
                    <a:pt x="633" y="1074"/>
                  </a:cubicBezTo>
                  <a:cubicBezTo>
                    <a:pt x="621" y="1064"/>
                    <a:pt x="609" y="1054"/>
                    <a:pt x="597" y="1043"/>
                  </a:cubicBezTo>
                  <a:cubicBezTo>
                    <a:pt x="81" y="526"/>
                    <a:pt x="81" y="526"/>
                    <a:pt x="81" y="526"/>
                  </a:cubicBezTo>
                  <a:cubicBezTo>
                    <a:pt x="71" y="514"/>
                    <a:pt x="61" y="502"/>
                    <a:pt x="52" y="489"/>
                  </a:cubicBezTo>
                  <a:cubicBezTo>
                    <a:pt x="44" y="475"/>
                    <a:pt x="37" y="462"/>
                    <a:pt x="30" y="448"/>
                  </a:cubicBezTo>
                  <a:cubicBezTo>
                    <a:pt x="19" y="424"/>
                    <a:pt x="12" y="401"/>
                    <a:pt x="6" y="375"/>
                  </a:cubicBezTo>
                  <a:cubicBezTo>
                    <a:pt x="4" y="360"/>
                    <a:pt x="2" y="346"/>
                    <a:pt x="1" y="330"/>
                  </a:cubicBezTo>
                  <a:cubicBezTo>
                    <a:pt x="0" y="304"/>
                    <a:pt x="2" y="281"/>
                    <a:pt x="6" y="255"/>
                  </a:cubicBezTo>
                  <a:cubicBezTo>
                    <a:pt x="9" y="240"/>
                    <a:pt x="13" y="226"/>
                    <a:pt x="18" y="211"/>
                  </a:cubicBezTo>
                  <a:cubicBezTo>
                    <a:pt x="27" y="186"/>
                    <a:pt x="38" y="164"/>
                    <a:pt x="52" y="142"/>
                  </a:cubicBezTo>
                  <a:cubicBezTo>
                    <a:pt x="61" y="128"/>
                    <a:pt x="71" y="116"/>
                    <a:pt x="81" y="104"/>
                  </a:cubicBezTo>
                  <a:cubicBezTo>
                    <a:pt x="92" y="92"/>
                    <a:pt x="92" y="92"/>
                    <a:pt x="92" y="9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任意多边形: 形状 27"/>
            <p:cNvSpPr/>
            <p:nvPr/>
          </p:nvSpPr>
          <p:spPr>
            <a:xfrm>
              <a:off x="4263120" y="2263680"/>
              <a:ext cx="1755360" cy="1752480"/>
            </a:xfrm>
            <a:custGeom>
              <a:avLst/>
              <a:gdLst/>
              <a:ahLst/>
              <a:rect l="l" t="t" r="r" b="b"/>
              <a:pathLst>
                <a:path w="1103" h="1103">
                  <a:moveTo>
                    <a:pt x="106" y="106"/>
                  </a:moveTo>
                  <a:cubicBezTo>
                    <a:pt x="106" y="106"/>
                    <a:pt x="106" y="106"/>
                    <a:pt x="106" y="106"/>
                  </a:cubicBezTo>
                  <a:cubicBezTo>
                    <a:pt x="212" y="0"/>
                    <a:pt x="386" y="0"/>
                    <a:pt x="492" y="106"/>
                  </a:cubicBezTo>
                  <a:cubicBezTo>
                    <a:pt x="997" y="611"/>
                    <a:pt x="997" y="611"/>
                    <a:pt x="997" y="611"/>
                  </a:cubicBezTo>
                  <a:cubicBezTo>
                    <a:pt x="1103" y="717"/>
                    <a:pt x="1103" y="890"/>
                    <a:pt x="997" y="997"/>
                  </a:cubicBezTo>
                  <a:cubicBezTo>
                    <a:pt x="997" y="997"/>
                    <a:pt x="997" y="997"/>
                    <a:pt x="997" y="997"/>
                  </a:cubicBezTo>
                  <a:cubicBezTo>
                    <a:pt x="890" y="1103"/>
                    <a:pt x="717" y="1103"/>
                    <a:pt x="611" y="997"/>
                  </a:cubicBezTo>
                  <a:cubicBezTo>
                    <a:pt x="106" y="492"/>
                    <a:pt x="106" y="492"/>
                    <a:pt x="106" y="492"/>
                  </a:cubicBezTo>
                  <a:cubicBezTo>
                    <a:pt x="0" y="386"/>
                    <a:pt x="0" y="212"/>
                    <a:pt x="106" y="10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任意多边形: 形状 28"/>
            <p:cNvSpPr/>
            <p:nvPr/>
          </p:nvSpPr>
          <p:spPr>
            <a:xfrm>
              <a:off x="5188320" y="3187440"/>
              <a:ext cx="707400" cy="705960"/>
            </a:xfrm>
            <a:custGeom>
              <a:avLst/>
              <a:gdLst/>
              <a:ahLst/>
              <a:rect l="l" t="t" r="r" b="b"/>
              <a:pathLst>
                <a:path w="445" h="445">
                  <a:moveTo>
                    <a:pt x="366" y="79"/>
                  </a:moveTo>
                  <a:cubicBezTo>
                    <a:pt x="287" y="0"/>
                    <a:pt x="158" y="0"/>
                    <a:pt x="79" y="79"/>
                  </a:cubicBez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" name="任意多边形: 形状 29"/>
            <p:cNvSpPr/>
            <p:nvPr/>
          </p:nvSpPr>
          <p:spPr>
            <a:xfrm>
              <a:off x="3030840" y="1033560"/>
              <a:ext cx="1941120" cy="193716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114" y="1114"/>
                  </a:moveTo>
                  <a:cubicBezTo>
                    <a:pt x="1127" y="1101"/>
                    <a:pt x="1138" y="1088"/>
                    <a:pt x="1150" y="1073"/>
                  </a:cubicBezTo>
                  <a:cubicBezTo>
                    <a:pt x="1160" y="1058"/>
                    <a:pt x="1169" y="1044"/>
                    <a:pt x="1178" y="1028"/>
                  </a:cubicBezTo>
                  <a:cubicBezTo>
                    <a:pt x="1186" y="1012"/>
                    <a:pt x="1192" y="996"/>
                    <a:pt x="1199" y="980"/>
                  </a:cubicBezTo>
                  <a:cubicBezTo>
                    <a:pt x="1204" y="963"/>
                    <a:pt x="1208" y="947"/>
                    <a:pt x="1212" y="930"/>
                  </a:cubicBezTo>
                  <a:cubicBezTo>
                    <a:pt x="1215" y="913"/>
                    <a:pt x="1217" y="896"/>
                    <a:pt x="1218" y="879"/>
                  </a:cubicBezTo>
                  <a:cubicBezTo>
                    <a:pt x="1219" y="861"/>
                    <a:pt x="1218" y="845"/>
                    <a:pt x="1217" y="827"/>
                  </a:cubicBezTo>
                  <a:cubicBezTo>
                    <a:pt x="1215" y="810"/>
                    <a:pt x="1212" y="794"/>
                    <a:pt x="1209" y="776"/>
                  </a:cubicBezTo>
                  <a:cubicBezTo>
                    <a:pt x="1204" y="760"/>
                    <a:pt x="1199" y="743"/>
                    <a:pt x="1193" y="727"/>
                  </a:cubicBezTo>
                  <a:cubicBezTo>
                    <a:pt x="1186" y="711"/>
                    <a:pt x="1178" y="695"/>
                    <a:pt x="1169" y="680"/>
                  </a:cubicBezTo>
                  <a:cubicBezTo>
                    <a:pt x="1150" y="650"/>
                    <a:pt x="1150" y="650"/>
                    <a:pt x="1150" y="650"/>
                  </a:cubicBezTo>
                  <a:cubicBezTo>
                    <a:pt x="1139" y="636"/>
                    <a:pt x="1127" y="623"/>
                    <a:pt x="1115" y="610"/>
                  </a:cubicBezTo>
                  <a:cubicBezTo>
                    <a:pt x="596" y="92"/>
                    <a:pt x="596" y="92"/>
                    <a:pt x="596" y="92"/>
                  </a:cubicBezTo>
                  <a:cubicBezTo>
                    <a:pt x="583" y="80"/>
                    <a:pt x="569" y="69"/>
                    <a:pt x="554" y="59"/>
                  </a:cubicBezTo>
                  <a:cubicBezTo>
                    <a:pt x="539" y="49"/>
                    <a:pt x="524" y="41"/>
                    <a:pt x="508" y="33"/>
                  </a:cubicBezTo>
                  <a:cubicBezTo>
                    <a:pt x="491" y="26"/>
                    <a:pt x="476" y="20"/>
                    <a:pt x="459" y="14"/>
                  </a:cubicBezTo>
                  <a:cubicBezTo>
                    <a:pt x="442" y="10"/>
                    <a:pt x="425" y="6"/>
                    <a:pt x="408" y="3"/>
                  </a:cubicBezTo>
                  <a:cubicBezTo>
                    <a:pt x="391" y="1"/>
                    <a:pt x="374" y="0"/>
                    <a:pt x="357" y="0"/>
                  </a:cubicBezTo>
                  <a:cubicBezTo>
                    <a:pt x="340" y="0"/>
                    <a:pt x="323" y="1"/>
                    <a:pt x="306" y="3"/>
                  </a:cubicBezTo>
                  <a:cubicBezTo>
                    <a:pt x="289" y="6"/>
                    <a:pt x="272" y="10"/>
                    <a:pt x="255" y="14"/>
                  </a:cubicBezTo>
                  <a:cubicBezTo>
                    <a:pt x="238" y="20"/>
                    <a:pt x="223" y="26"/>
                    <a:pt x="206" y="33"/>
                  </a:cubicBezTo>
                  <a:cubicBezTo>
                    <a:pt x="190" y="41"/>
                    <a:pt x="175" y="49"/>
                    <a:pt x="160" y="59"/>
                  </a:cubicBezTo>
                  <a:cubicBezTo>
                    <a:pt x="145" y="69"/>
                    <a:pt x="131" y="80"/>
                    <a:pt x="117" y="92"/>
                  </a:cubicBezTo>
                  <a:cubicBezTo>
                    <a:pt x="104" y="104"/>
                    <a:pt x="92" y="117"/>
                    <a:pt x="80" y="131"/>
                  </a:cubicBezTo>
                  <a:cubicBezTo>
                    <a:pt x="69" y="146"/>
                    <a:pt x="59" y="160"/>
                    <a:pt x="49" y="175"/>
                  </a:cubicBezTo>
                  <a:cubicBezTo>
                    <a:pt x="40" y="191"/>
                    <a:pt x="33" y="206"/>
                    <a:pt x="26" y="223"/>
                  </a:cubicBezTo>
                  <a:cubicBezTo>
                    <a:pt x="20" y="239"/>
                    <a:pt x="15" y="255"/>
                    <a:pt x="10" y="272"/>
                  </a:cubicBezTo>
                  <a:cubicBezTo>
                    <a:pt x="6" y="289"/>
                    <a:pt x="4" y="305"/>
                    <a:pt x="1" y="323"/>
                  </a:cubicBezTo>
                  <a:cubicBezTo>
                    <a:pt x="0" y="340"/>
                    <a:pt x="0" y="357"/>
                    <a:pt x="0" y="374"/>
                  </a:cubicBezTo>
                  <a:cubicBezTo>
                    <a:pt x="1" y="391"/>
                    <a:pt x="3" y="408"/>
                    <a:pt x="6" y="425"/>
                  </a:cubicBezTo>
                  <a:cubicBezTo>
                    <a:pt x="10" y="442"/>
                    <a:pt x="14" y="458"/>
                    <a:pt x="20" y="475"/>
                  </a:cubicBezTo>
                  <a:cubicBezTo>
                    <a:pt x="26" y="492"/>
                    <a:pt x="33" y="507"/>
                    <a:pt x="41" y="523"/>
                  </a:cubicBezTo>
                  <a:cubicBezTo>
                    <a:pt x="49" y="539"/>
                    <a:pt x="58" y="554"/>
                    <a:pt x="69" y="568"/>
                  </a:cubicBezTo>
                  <a:cubicBezTo>
                    <a:pt x="80" y="583"/>
                    <a:pt x="91" y="596"/>
                    <a:pt x="103" y="609"/>
                  </a:cubicBezTo>
                  <a:cubicBezTo>
                    <a:pt x="622" y="1127"/>
                    <a:pt x="622" y="1127"/>
                    <a:pt x="622" y="1127"/>
                  </a:cubicBezTo>
                  <a:cubicBezTo>
                    <a:pt x="636" y="1139"/>
                    <a:pt x="650" y="1149"/>
                    <a:pt x="665" y="1160"/>
                  </a:cubicBezTo>
                  <a:cubicBezTo>
                    <a:pt x="680" y="1169"/>
                    <a:pt x="695" y="1178"/>
                    <a:pt x="711" y="1186"/>
                  </a:cubicBezTo>
                  <a:cubicBezTo>
                    <a:pt x="727" y="1193"/>
                    <a:pt x="743" y="1199"/>
                    <a:pt x="760" y="1204"/>
                  </a:cubicBezTo>
                  <a:cubicBezTo>
                    <a:pt x="777" y="1209"/>
                    <a:pt x="793" y="1212"/>
                    <a:pt x="810" y="1215"/>
                  </a:cubicBezTo>
                  <a:cubicBezTo>
                    <a:pt x="828" y="1217"/>
                    <a:pt x="844" y="1218"/>
                    <a:pt x="862" y="1219"/>
                  </a:cubicBezTo>
                  <a:cubicBezTo>
                    <a:pt x="879" y="1218"/>
                    <a:pt x="896" y="1217"/>
                    <a:pt x="913" y="1215"/>
                  </a:cubicBezTo>
                  <a:cubicBezTo>
                    <a:pt x="930" y="1212"/>
                    <a:pt x="946" y="1209"/>
                    <a:pt x="963" y="1204"/>
                  </a:cubicBezTo>
                  <a:cubicBezTo>
                    <a:pt x="980" y="1199"/>
                    <a:pt x="996" y="1193"/>
                    <a:pt x="1012" y="1186"/>
                  </a:cubicBezTo>
                  <a:cubicBezTo>
                    <a:pt x="1028" y="1178"/>
                    <a:pt x="1043" y="1169"/>
                    <a:pt x="1058" y="1160"/>
                  </a:cubicBezTo>
                  <a:cubicBezTo>
                    <a:pt x="1073" y="1149"/>
                    <a:pt x="1087" y="1139"/>
                    <a:pt x="1101" y="1127"/>
                  </a:cubicBezTo>
                  <a:cubicBezTo>
                    <a:pt x="1114" y="1114"/>
                    <a:pt x="1114" y="1114"/>
                    <a:pt x="111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" name="任意多边形: 形状 30"/>
            <p:cNvSpPr/>
            <p:nvPr/>
          </p:nvSpPr>
          <p:spPr>
            <a:xfrm>
              <a:off x="3098520" y="1100520"/>
              <a:ext cx="1806120" cy="1803960"/>
            </a:xfrm>
            <a:custGeom>
              <a:avLst/>
              <a:gdLst/>
              <a:ahLst/>
              <a:rect l="l" t="t" r="r" b="b"/>
              <a:pathLst>
                <a:path w="1135" h="1135">
                  <a:moveTo>
                    <a:pt x="1042" y="1042"/>
                  </a:moveTo>
                  <a:cubicBezTo>
                    <a:pt x="1054" y="1031"/>
                    <a:pt x="1064" y="1019"/>
                    <a:pt x="1074" y="1006"/>
                  </a:cubicBezTo>
                  <a:cubicBezTo>
                    <a:pt x="1083" y="993"/>
                    <a:pt x="1091" y="980"/>
                    <a:pt x="1098" y="966"/>
                  </a:cubicBezTo>
                  <a:cubicBezTo>
                    <a:pt x="1110" y="942"/>
                    <a:pt x="1118" y="920"/>
                    <a:pt x="1125" y="895"/>
                  </a:cubicBezTo>
                  <a:cubicBezTo>
                    <a:pt x="1129" y="880"/>
                    <a:pt x="1131" y="865"/>
                    <a:pt x="1133" y="850"/>
                  </a:cubicBezTo>
                  <a:cubicBezTo>
                    <a:pt x="1135" y="824"/>
                    <a:pt x="1134" y="800"/>
                    <a:pt x="1131" y="774"/>
                  </a:cubicBezTo>
                  <a:cubicBezTo>
                    <a:pt x="1128" y="759"/>
                    <a:pt x="1125" y="745"/>
                    <a:pt x="1121" y="730"/>
                  </a:cubicBezTo>
                  <a:cubicBezTo>
                    <a:pt x="1113" y="705"/>
                    <a:pt x="1104" y="682"/>
                    <a:pt x="1091" y="659"/>
                  </a:cubicBezTo>
                  <a:cubicBezTo>
                    <a:pt x="1074" y="633"/>
                    <a:pt x="1074" y="633"/>
                    <a:pt x="1074" y="633"/>
                  </a:cubicBezTo>
                  <a:cubicBezTo>
                    <a:pt x="1064" y="620"/>
                    <a:pt x="1054" y="609"/>
                    <a:pt x="1043" y="597"/>
                  </a:cubicBezTo>
                  <a:cubicBezTo>
                    <a:pt x="526" y="81"/>
                    <a:pt x="526" y="81"/>
                    <a:pt x="526" y="81"/>
                  </a:cubicBezTo>
                  <a:cubicBezTo>
                    <a:pt x="514" y="71"/>
                    <a:pt x="502" y="61"/>
                    <a:pt x="488" y="52"/>
                  </a:cubicBezTo>
                  <a:cubicBezTo>
                    <a:pt x="475" y="44"/>
                    <a:pt x="462" y="36"/>
                    <a:pt x="448" y="29"/>
                  </a:cubicBezTo>
                  <a:cubicBezTo>
                    <a:pt x="424" y="19"/>
                    <a:pt x="401" y="12"/>
                    <a:pt x="375" y="6"/>
                  </a:cubicBezTo>
                  <a:cubicBezTo>
                    <a:pt x="360" y="3"/>
                    <a:pt x="345" y="2"/>
                    <a:pt x="330" y="1"/>
                  </a:cubicBezTo>
                  <a:cubicBezTo>
                    <a:pt x="304" y="0"/>
                    <a:pt x="280" y="2"/>
                    <a:pt x="255" y="6"/>
                  </a:cubicBezTo>
                  <a:cubicBezTo>
                    <a:pt x="240" y="9"/>
                    <a:pt x="225" y="13"/>
                    <a:pt x="211" y="18"/>
                  </a:cubicBezTo>
                  <a:cubicBezTo>
                    <a:pt x="186" y="27"/>
                    <a:pt x="164" y="38"/>
                    <a:pt x="142" y="52"/>
                  </a:cubicBezTo>
                  <a:cubicBezTo>
                    <a:pt x="128" y="61"/>
                    <a:pt x="116" y="71"/>
                    <a:pt x="104" y="81"/>
                  </a:cubicBezTo>
                  <a:cubicBezTo>
                    <a:pt x="92" y="92"/>
                    <a:pt x="81" y="104"/>
                    <a:pt x="71" y="116"/>
                  </a:cubicBezTo>
                  <a:cubicBezTo>
                    <a:pt x="61" y="129"/>
                    <a:pt x="52" y="141"/>
                    <a:pt x="44" y="155"/>
                  </a:cubicBezTo>
                  <a:cubicBezTo>
                    <a:pt x="36" y="169"/>
                    <a:pt x="29" y="182"/>
                    <a:pt x="23" y="196"/>
                  </a:cubicBezTo>
                  <a:cubicBezTo>
                    <a:pt x="14" y="221"/>
                    <a:pt x="8" y="244"/>
                    <a:pt x="3" y="270"/>
                  </a:cubicBezTo>
                  <a:cubicBezTo>
                    <a:pt x="2" y="285"/>
                    <a:pt x="1" y="300"/>
                    <a:pt x="0" y="315"/>
                  </a:cubicBezTo>
                  <a:cubicBezTo>
                    <a:pt x="1" y="341"/>
                    <a:pt x="4" y="365"/>
                    <a:pt x="9" y="390"/>
                  </a:cubicBezTo>
                  <a:cubicBezTo>
                    <a:pt x="13" y="405"/>
                    <a:pt x="18" y="419"/>
                    <a:pt x="23" y="434"/>
                  </a:cubicBezTo>
                  <a:cubicBezTo>
                    <a:pt x="34" y="458"/>
                    <a:pt x="46" y="479"/>
                    <a:pt x="61" y="501"/>
                  </a:cubicBezTo>
                  <a:cubicBezTo>
                    <a:pt x="71" y="514"/>
                    <a:pt x="81" y="526"/>
                    <a:pt x="92" y="537"/>
                  </a:cubicBezTo>
                  <a:cubicBezTo>
                    <a:pt x="608" y="1053"/>
                    <a:pt x="608" y="1053"/>
                    <a:pt x="608" y="1053"/>
                  </a:cubicBezTo>
                  <a:cubicBezTo>
                    <a:pt x="621" y="1064"/>
                    <a:pt x="633" y="1073"/>
                    <a:pt x="646" y="1083"/>
                  </a:cubicBezTo>
                  <a:cubicBezTo>
                    <a:pt x="659" y="1091"/>
                    <a:pt x="673" y="1098"/>
                    <a:pt x="687" y="1105"/>
                  </a:cubicBezTo>
                  <a:cubicBezTo>
                    <a:pt x="711" y="1116"/>
                    <a:pt x="734" y="1123"/>
                    <a:pt x="759" y="1129"/>
                  </a:cubicBezTo>
                  <a:cubicBezTo>
                    <a:pt x="774" y="1131"/>
                    <a:pt x="789" y="1133"/>
                    <a:pt x="804" y="1134"/>
                  </a:cubicBezTo>
                  <a:cubicBezTo>
                    <a:pt x="830" y="1135"/>
                    <a:pt x="854" y="1133"/>
                    <a:pt x="880" y="1129"/>
                  </a:cubicBezTo>
                  <a:cubicBezTo>
                    <a:pt x="895" y="1125"/>
                    <a:pt x="909" y="1121"/>
                    <a:pt x="924" y="1117"/>
                  </a:cubicBezTo>
                  <a:cubicBezTo>
                    <a:pt x="949" y="1107"/>
                    <a:pt x="970" y="1097"/>
                    <a:pt x="993" y="1083"/>
                  </a:cubicBezTo>
                  <a:cubicBezTo>
                    <a:pt x="1006" y="1073"/>
                    <a:pt x="1018" y="1064"/>
                    <a:pt x="1031" y="1053"/>
                  </a:cubicBezTo>
                  <a:cubicBezTo>
                    <a:pt x="1042" y="1042"/>
                    <a:pt x="1042" y="1042"/>
                    <a:pt x="1042" y="104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" name="任意多边形: 形状 31"/>
            <p:cNvSpPr/>
            <p:nvPr/>
          </p:nvSpPr>
          <p:spPr>
            <a:xfrm>
              <a:off x="3123720" y="1126440"/>
              <a:ext cx="1753920" cy="1750320"/>
            </a:xfrm>
            <a:custGeom>
              <a:avLst/>
              <a:gdLst/>
              <a:ahLst/>
              <a:rect l="l" t="t" r="r" b="b"/>
              <a:pathLst>
                <a:path w="1102" h="1102">
                  <a:moveTo>
                    <a:pt x="996" y="996"/>
                  </a:moveTo>
                  <a:cubicBezTo>
                    <a:pt x="996" y="996"/>
                    <a:pt x="996" y="996"/>
                    <a:pt x="996" y="996"/>
                  </a:cubicBezTo>
                  <a:cubicBezTo>
                    <a:pt x="1102" y="890"/>
                    <a:pt x="1102" y="717"/>
                    <a:pt x="996" y="611"/>
                  </a:cubicBezTo>
                  <a:cubicBezTo>
                    <a:pt x="492" y="106"/>
                    <a:pt x="492" y="106"/>
                    <a:pt x="492" y="106"/>
                  </a:cubicBezTo>
                  <a:cubicBezTo>
                    <a:pt x="386" y="0"/>
                    <a:pt x="212" y="0"/>
                    <a:pt x="106" y="106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0" y="212"/>
                    <a:pt x="0" y="386"/>
                    <a:pt x="106" y="492"/>
                  </a:cubicBezTo>
                  <a:cubicBezTo>
                    <a:pt x="611" y="996"/>
                    <a:pt x="611" y="996"/>
                    <a:pt x="611" y="996"/>
                  </a:cubicBezTo>
                  <a:cubicBezTo>
                    <a:pt x="717" y="1102"/>
                    <a:pt x="890" y="1102"/>
                    <a:pt x="996" y="99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椭圆 32"/>
            <p:cNvSpPr/>
            <p:nvPr/>
          </p:nvSpPr>
          <p:spPr>
            <a:xfrm>
              <a:off x="3639600" y="1641600"/>
              <a:ext cx="1863000" cy="18590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任意多边形: 形状 33"/>
            <p:cNvSpPr/>
            <p:nvPr/>
          </p:nvSpPr>
          <p:spPr>
            <a:xfrm>
              <a:off x="3244680" y="1246680"/>
              <a:ext cx="708840" cy="707400"/>
            </a:xfrm>
            <a:custGeom>
              <a:avLst/>
              <a:gdLst/>
              <a:ahLst/>
              <a:rect l="l" t="t" r="r" b="b"/>
              <a:pathLst>
                <a:path w="446" h="446">
                  <a:moveTo>
                    <a:pt x="367" y="79"/>
                  </a:moveTo>
                  <a:cubicBezTo>
                    <a:pt x="446" y="159"/>
                    <a:pt x="446" y="287"/>
                    <a:pt x="367" y="367"/>
                  </a:cubicBezTo>
                  <a:cubicBezTo>
                    <a:pt x="287" y="446"/>
                    <a:pt x="159" y="446"/>
                    <a:pt x="79" y="367"/>
                  </a:cubicBezTo>
                  <a:cubicBezTo>
                    <a:pt x="0" y="287"/>
                    <a:pt x="0" y="159"/>
                    <a:pt x="79" y="79"/>
                  </a:cubicBezTo>
                  <a:cubicBezTo>
                    <a:pt x="159" y="0"/>
                    <a:pt x="287" y="0"/>
                    <a:pt x="367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任意多边形: 形状 34"/>
            <p:cNvSpPr/>
            <p:nvPr/>
          </p:nvSpPr>
          <p:spPr>
            <a:xfrm>
              <a:off x="3299400" y="1301400"/>
              <a:ext cx="600120" cy="599400"/>
            </a:xfrm>
            <a:custGeom>
              <a:avLst/>
              <a:gdLst/>
              <a:ahLst/>
              <a:rect l="l" t="t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任意多边形: 形状 35"/>
            <p:cNvSpPr/>
            <p:nvPr/>
          </p:nvSpPr>
          <p:spPr>
            <a:xfrm>
              <a:off x="3299400" y="3241080"/>
              <a:ext cx="600120" cy="597600"/>
            </a:xfrm>
            <a:custGeom>
              <a:avLst/>
              <a:gdLst/>
              <a:ahLst/>
              <a:rect l="l" t="t" r="r" b="b"/>
              <a:pathLst>
                <a:path w="378" h="377">
                  <a:moveTo>
                    <a:pt x="311" y="67"/>
                  </a:moveTo>
                  <a:cubicBezTo>
                    <a:pt x="378" y="134"/>
                    <a:pt x="378" y="243"/>
                    <a:pt x="311" y="310"/>
                  </a:cubicBezTo>
                  <a:cubicBezTo>
                    <a:pt x="244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6"/>
                    <a:pt x="295" y="295"/>
                  </a:cubicBezTo>
                  <a:cubicBezTo>
                    <a:pt x="237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任意多边形: 形状 36"/>
            <p:cNvSpPr/>
            <p:nvPr/>
          </p:nvSpPr>
          <p:spPr>
            <a:xfrm>
              <a:off x="5243040" y="1301400"/>
              <a:ext cx="598680" cy="599400"/>
            </a:xfrm>
            <a:custGeom>
              <a:avLst/>
              <a:gdLst/>
              <a:ahLst/>
              <a:rect l="l" t="t" r="r" b="b"/>
              <a:pathLst>
                <a:path w="377" h="378">
                  <a:moveTo>
                    <a:pt x="310" y="67"/>
                  </a:moveTo>
                  <a:cubicBezTo>
                    <a:pt x="377" y="134"/>
                    <a:pt x="377" y="244"/>
                    <a:pt x="310" y="311"/>
                  </a:cubicBezTo>
                  <a:cubicBezTo>
                    <a:pt x="243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7"/>
                    <a:pt x="295" y="295"/>
                  </a:cubicBezTo>
                  <a:cubicBezTo>
                    <a:pt x="236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任意多边形: 形状 37"/>
            <p:cNvSpPr/>
            <p:nvPr/>
          </p:nvSpPr>
          <p:spPr>
            <a:xfrm>
              <a:off x="5243040" y="3241080"/>
              <a:ext cx="598680" cy="597600"/>
            </a:xfrm>
            <a:custGeom>
              <a:avLst/>
              <a:gdLst/>
              <a:ahLst/>
              <a:rect l="l" t="t" r="r" b="b"/>
              <a:pathLst>
                <a:path w="377" h="377">
                  <a:moveTo>
                    <a:pt x="310" y="67"/>
                  </a:moveTo>
                  <a:cubicBezTo>
                    <a:pt x="377" y="134"/>
                    <a:pt x="377" y="243"/>
                    <a:pt x="310" y="310"/>
                  </a:cubicBezTo>
                  <a:cubicBezTo>
                    <a:pt x="243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6"/>
                    <a:pt x="295" y="295"/>
                  </a:cubicBezTo>
                  <a:cubicBezTo>
                    <a:pt x="236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任意多边形: 形状 38"/>
            <p:cNvSpPr/>
            <p:nvPr/>
          </p:nvSpPr>
          <p:spPr>
            <a:xfrm>
              <a:off x="3472560" y="3409920"/>
              <a:ext cx="253440" cy="288000"/>
            </a:xfrm>
            <a:custGeom>
              <a:avLst/>
              <a:gdLst/>
              <a:ahLst/>
              <a:rect l="l" t="t" r="r" b="b"/>
              <a:pathLst>
                <a:path w="160" h="182">
                  <a:moveTo>
                    <a:pt x="80" y="182"/>
                  </a:moveTo>
                  <a:cubicBezTo>
                    <a:pt x="64" y="153"/>
                    <a:pt x="8" y="149"/>
                    <a:pt x="6" y="12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8" y="34"/>
                    <a:pt x="39" y="20"/>
                    <a:pt x="39" y="2"/>
                  </a:cubicBezTo>
                  <a:cubicBezTo>
                    <a:pt x="39" y="1"/>
                    <a:pt x="39" y="1"/>
                    <a:pt x="39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1"/>
                    <a:pt x="121" y="1"/>
                    <a:pt x="121" y="2"/>
                  </a:cubicBezTo>
                  <a:cubicBezTo>
                    <a:pt x="121" y="20"/>
                    <a:pt x="142" y="34"/>
                    <a:pt x="160" y="36"/>
                  </a:cubicBezTo>
                  <a:cubicBezTo>
                    <a:pt x="154" y="120"/>
                    <a:pt x="154" y="120"/>
                    <a:pt x="154" y="120"/>
                  </a:cubicBezTo>
                  <a:cubicBezTo>
                    <a:pt x="152" y="149"/>
                    <a:pt x="97" y="153"/>
                    <a:pt x="80" y="182"/>
                  </a:cubicBezTo>
                  <a:cubicBezTo>
                    <a:pt x="80" y="182"/>
                    <a:pt x="80" y="182"/>
                    <a:pt x="80" y="182"/>
                  </a:cubicBezTo>
                  <a:close/>
                  <a:moveTo>
                    <a:pt x="112" y="11"/>
                  </a:moveTo>
                  <a:cubicBezTo>
                    <a:pt x="113" y="14"/>
                    <a:pt x="115" y="18"/>
                    <a:pt x="117" y="21"/>
                  </a:cubicBezTo>
                  <a:cubicBezTo>
                    <a:pt x="125" y="33"/>
                    <a:pt x="136" y="41"/>
                    <a:pt x="149" y="44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142" y="127"/>
                    <a:pt x="136" y="131"/>
                    <a:pt x="131" y="135"/>
                  </a:cubicBezTo>
                  <a:cubicBezTo>
                    <a:pt x="123" y="140"/>
                    <a:pt x="114" y="144"/>
                    <a:pt x="105" y="148"/>
                  </a:cubicBezTo>
                  <a:cubicBezTo>
                    <a:pt x="97" y="153"/>
                    <a:pt x="87" y="158"/>
                    <a:pt x="80" y="165"/>
                  </a:cubicBezTo>
                  <a:cubicBezTo>
                    <a:pt x="71" y="157"/>
                    <a:pt x="59" y="151"/>
                    <a:pt x="49" y="145"/>
                  </a:cubicBezTo>
                  <a:cubicBezTo>
                    <a:pt x="44" y="143"/>
                    <a:pt x="39" y="140"/>
                    <a:pt x="34" y="137"/>
                  </a:cubicBezTo>
                  <a:cubicBezTo>
                    <a:pt x="27" y="133"/>
                    <a:pt x="19" y="129"/>
                    <a:pt x="16" y="12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23" y="41"/>
                    <a:pt x="34" y="33"/>
                    <a:pt x="42" y="23"/>
                  </a:cubicBezTo>
                  <a:cubicBezTo>
                    <a:pt x="45" y="19"/>
                    <a:pt x="47" y="15"/>
                    <a:pt x="48" y="11"/>
                  </a:cubicBezTo>
                  <a:cubicBezTo>
                    <a:pt x="112" y="11"/>
                    <a:pt x="112" y="11"/>
                    <a:pt x="112" y="11"/>
                  </a:cubicBezTo>
                  <a:close/>
                  <a:moveTo>
                    <a:pt x="116" y="131"/>
                  </a:moveTo>
                  <a:cubicBezTo>
                    <a:pt x="104" y="138"/>
                    <a:pt x="91" y="144"/>
                    <a:pt x="80" y="152"/>
                  </a:cubicBezTo>
                  <a:cubicBezTo>
                    <a:pt x="67" y="143"/>
                    <a:pt x="53" y="136"/>
                    <a:pt x="39" y="129"/>
                  </a:cubicBezTo>
                  <a:cubicBezTo>
                    <a:pt x="37" y="127"/>
                    <a:pt x="35" y="126"/>
                    <a:pt x="33" y="125"/>
                  </a:cubicBezTo>
                  <a:cubicBezTo>
                    <a:pt x="27" y="118"/>
                    <a:pt x="27" y="118"/>
                    <a:pt x="27" y="118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2" y="51"/>
                    <a:pt x="23" y="50"/>
                    <a:pt x="24" y="50"/>
                  </a:cubicBezTo>
                  <a:cubicBezTo>
                    <a:pt x="35" y="45"/>
                    <a:pt x="46" y="36"/>
                    <a:pt x="52" y="25"/>
                  </a:cubicBezTo>
                  <a:cubicBezTo>
                    <a:pt x="53" y="24"/>
                    <a:pt x="54" y="22"/>
                    <a:pt x="55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12" y="34"/>
                    <a:pt x="125" y="45"/>
                    <a:pt x="139" y="51"/>
                  </a:cubicBezTo>
                  <a:cubicBezTo>
                    <a:pt x="133" y="119"/>
                    <a:pt x="133" y="119"/>
                    <a:pt x="133" y="119"/>
                  </a:cubicBezTo>
                  <a:cubicBezTo>
                    <a:pt x="132" y="122"/>
                    <a:pt x="128" y="124"/>
                    <a:pt x="126" y="126"/>
                  </a:cubicBezTo>
                  <a:cubicBezTo>
                    <a:pt x="123" y="128"/>
                    <a:pt x="119" y="130"/>
                    <a:pt x="116" y="131"/>
                  </a:cubicBezTo>
                  <a:cubicBezTo>
                    <a:pt x="116" y="131"/>
                    <a:pt x="116" y="131"/>
                    <a:pt x="116" y="131"/>
                  </a:cubicBezTo>
                  <a:close/>
                  <a:moveTo>
                    <a:pt x="96" y="64"/>
                  </a:moveTo>
                  <a:cubicBezTo>
                    <a:pt x="80" y="80"/>
                    <a:pt x="80" y="80"/>
                    <a:pt x="80" y="80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54" y="75"/>
                    <a:pt x="54" y="75"/>
                    <a:pt x="54" y="75"/>
                  </a:cubicBezTo>
                  <a:cubicBezTo>
                    <a:pt x="59" y="69"/>
                    <a:pt x="59" y="69"/>
                    <a:pt x="59" y="69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0" y="114"/>
                    <a:pt x="50" y="114"/>
                    <a:pt x="50" y="114"/>
                  </a:cubicBezTo>
                  <a:cubicBezTo>
                    <a:pt x="53" y="127"/>
                    <a:pt x="53" y="127"/>
                    <a:pt x="53" y="127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92" y="102"/>
                    <a:pt x="92" y="102"/>
                    <a:pt x="92" y="102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22" y="113"/>
                    <a:pt x="122" y="113"/>
                    <a:pt x="122" y="113"/>
                  </a:cubicBezTo>
                  <a:cubicBezTo>
                    <a:pt x="105" y="96"/>
                    <a:pt x="105" y="96"/>
                    <a:pt x="105" y="96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7" y="75"/>
                    <a:pt x="107" y="75"/>
                    <a:pt x="107" y="75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89" y="58"/>
                    <a:pt x="89" y="58"/>
                    <a:pt x="89" y="58"/>
                  </a:cubicBezTo>
                  <a:cubicBezTo>
                    <a:pt x="96" y="64"/>
                    <a:pt x="96" y="64"/>
                    <a:pt x="96" y="64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" name="任意多边形: 形状 39"/>
            <p:cNvSpPr/>
            <p:nvPr/>
          </p:nvSpPr>
          <p:spPr>
            <a:xfrm>
              <a:off x="5392440" y="3368520"/>
              <a:ext cx="321840" cy="321120"/>
            </a:xfrm>
            <a:custGeom>
              <a:avLst/>
              <a:gdLst/>
              <a:ahLst/>
              <a:rect l="l" t="t" r="r" b="b"/>
              <a:pathLst>
                <a:path w="203" h="203">
                  <a:moveTo>
                    <a:pt x="99" y="57"/>
                  </a:moveTo>
                  <a:cubicBezTo>
                    <a:pt x="107" y="57"/>
                    <a:pt x="113" y="59"/>
                    <a:pt x="119" y="63"/>
                  </a:cubicBezTo>
                  <a:cubicBezTo>
                    <a:pt x="112" y="70"/>
                    <a:pt x="112" y="70"/>
                    <a:pt x="112" y="70"/>
                  </a:cubicBezTo>
                  <a:cubicBezTo>
                    <a:pt x="108" y="68"/>
                    <a:pt x="104" y="67"/>
                    <a:pt x="99" y="66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102" y="87"/>
                    <a:pt x="104" y="88"/>
                    <a:pt x="107" y="89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7" y="26"/>
                    <a:pt x="177" y="26"/>
                    <a:pt x="177" y="26"/>
                  </a:cubicBezTo>
                  <a:cubicBezTo>
                    <a:pt x="203" y="29"/>
                    <a:pt x="203" y="29"/>
                    <a:pt x="203" y="29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14" y="96"/>
                    <a:pt x="114" y="96"/>
                    <a:pt x="114" y="96"/>
                  </a:cubicBezTo>
                  <a:cubicBezTo>
                    <a:pt x="115" y="98"/>
                    <a:pt x="116" y="101"/>
                    <a:pt x="117" y="104"/>
                  </a:cubicBezTo>
                  <a:cubicBezTo>
                    <a:pt x="137" y="104"/>
                    <a:pt x="137" y="104"/>
                    <a:pt x="137" y="104"/>
                  </a:cubicBezTo>
                  <a:cubicBezTo>
                    <a:pt x="136" y="99"/>
                    <a:pt x="135" y="95"/>
                    <a:pt x="133" y="91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44" y="90"/>
                    <a:pt x="146" y="96"/>
                    <a:pt x="147" y="104"/>
                  </a:cubicBezTo>
                  <a:cubicBezTo>
                    <a:pt x="166" y="104"/>
                    <a:pt x="166" y="104"/>
                    <a:pt x="166" y="104"/>
                  </a:cubicBezTo>
                  <a:cubicBezTo>
                    <a:pt x="165" y="91"/>
                    <a:pt x="161" y="79"/>
                    <a:pt x="155" y="69"/>
                  </a:cubicBezTo>
                  <a:cubicBezTo>
                    <a:pt x="161" y="62"/>
                    <a:pt x="161" y="62"/>
                    <a:pt x="161" y="62"/>
                  </a:cubicBezTo>
                  <a:cubicBezTo>
                    <a:pt x="162" y="62"/>
                    <a:pt x="162" y="62"/>
                    <a:pt x="162" y="62"/>
                  </a:cubicBezTo>
                  <a:cubicBezTo>
                    <a:pt x="170" y="74"/>
                    <a:pt x="175" y="88"/>
                    <a:pt x="176" y="104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14"/>
                    <a:pt x="189" y="114"/>
                    <a:pt x="189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4" y="155"/>
                    <a:pt x="141" y="188"/>
                    <a:pt x="99" y="190"/>
                  </a:cubicBezTo>
                  <a:cubicBezTo>
                    <a:pt x="99" y="203"/>
                    <a:pt x="99" y="203"/>
                    <a:pt x="99" y="203"/>
                  </a:cubicBezTo>
                  <a:cubicBezTo>
                    <a:pt x="90" y="203"/>
                    <a:pt x="90" y="203"/>
                    <a:pt x="90" y="203"/>
                  </a:cubicBezTo>
                  <a:cubicBezTo>
                    <a:pt x="90" y="190"/>
                    <a:pt x="90" y="190"/>
                    <a:pt x="90" y="190"/>
                  </a:cubicBezTo>
                  <a:cubicBezTo>
                    <a:pt x="49" y="188"/>
                    <a:pt x="15" y="155"/>
                    <a:pt x="1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5" y="63"/>
                    <a:pt x="49" y="30"/>
                    <a:pt x="90" y="27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115" y="28"/>
                    <a:pt x="129" y="33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34" y="48"/>
                    <a:pt x="134" y="48"/>
                    <a:pt x="134" y="48"/>
                  </a:cubicBezTo>
                  <a:cubicBezTo>
                    <a:pt x="124" y="42"/>
                    <a:pt x="112" y="38"/>
                    <a:pt x="99" y="37"/>
                  </a:cubicBezTo>
                  <a:cubicBezTo>
                    <a:pt x="99" y="57"/>
                    <a:pt x="99" y="57"/>
                    <a:pt x="99" y="57"/>
                  </a:cubicBezTo>
                  <a:close/>
                  <a:moveTo>
                    <a:pt x="117" y="114"/>
                  </a:moveTo>
                  <a:cubicBezTo>
                    <a:pt x="115" y="122"/>
                    <a:pt x="108" y="129"/>
                    <a:pt x="99" y="13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119" y="149"/>
                    <a:pt x="134" y="133"/>
                    <a:pt x="137" y="114"/>
                  </a:cubicBezTo>
                  <a:cubicBezTo>
                    <a:pt x="117" y="114"/>
                    <a:pt x="117" y="114"/>
                    <a:pt x="117" y="114"/>
                  </a:cubicBezTo>
                  <a:close/>
                  <a:moveTo>
                    <a:pt x="90" y="131"/>
                  </a:moveTo>
                  <a:cubicBezTo>
                    <a:pt x="81" y="129"/>
                    <a:pt x="74" y="122"/>
                    <a:pt x="72" y="114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5" y="133"/>
                    <a:pt x="70" y="149"/>
                    <a:pt x="90" y="151"/>
                  </a:cubicBezTo>
                  <a:cubicBezTo>
                    <a:pt x="90" y="131"/>
                    <a:pt x="90" y="131"/>
                    <a:pt x="90" y="131"/>
                  </a:cubicBezTo>
                  <a:close/>
                  <a:moveTo>
                    <a:pt x="72" y="104"/>
                  </a:moveTo>
                  <a:cubicBezTo>
                    <a:pt x="74" y="95"/>
                    <a:pt x="81" y="88"/>
                    <a:pt x="90" y="86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70" y="69"/>
                    <a:pt x="55" y="84"/>
                    <a:pt x="52" y="104"/>
                  </a:cubicBezTo>
                  <a:cubicBezTo>
                    <a:pt x="72" y="104"/>
                    <a:pt x="72" y="104"/>
                    <a:pt x="72" y="104"/>
                  </a:cubicBezTo>
                  <a:close/>
                  <a:moveTo>
                    <a:pt x="90" y="37"/>
                  </a:moveTo>
                  <a:cubicBezTo>
                    <a:pt x="54" y="39"/>
                    <a:pt x="25" y="68"/>
                    <a:pt x="23" y="10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5" y="79"/>
                    <a:pt x="65" y="59"/>
                    <a:pt x="90" y="57"/>
                  </a:cubicBezTo>
                  <a:cubicBezTo>
                    <a:pt x="90" y="37"/>
                    <a:pt x="90" y="37"/>
                    <a:pt x="90" y="37"/>
                  </a:cubicBezTo>
                  <a:close/>
                  <a:moveTo>
                    <a:pt x="90" y="180"/>
                  </a:moveTo>
                  <a:cubicBezTo>
                    <a:pt x="90" y="161"/>
                    <a:pt x="90" y="161"/>
                    <a:pt x="90" y="161"/>
                  </a:cubicBezTo>
                  <a:cubicBezTo>
                    <a:pt x="65" y="158"/>
                    <a:pt x="45" y="138"/>
                    <a:pt x="42" y="114"/>
                  </a:cubicBezTo>
                  <a:cubicBezTo>
                    <a:pt x="23" y="114"/>
                    <a:pt x="23" y="114"/>
                    <a:pt x="23" y="114"/>
                  </a:cubicBezTo>
                  <a:cubicBezTo>
                    <a:pt x="25" y="149"/>
                    <a:pt x="54" y="178"/>
                    <a:pt x="90" y="180"/>
                  </a:cubicBezTo>
                  <a:close/>
                  <a:moveTo>
                    <a:pt x="99" y="161"/>
                  </a:moveTo>
                  <a:cubicBezTo>
                    <a:pt x="99" y="180"/>
                    <a:pt x="99" y="180"/>
                    <a:pt x="99" y="180"/>
                  </a:cubicBezTo>
                  <a:cubicBezTo>
                    <a:pt x="135" y="178"/>
                    <a:pt x="164" y="149"/>
                    <a:pt x="166" y="114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4" y="138"/>
                    <a:pt x="124" y="158"/>
                    <a:pt x="99" y="161"/>
                  </a:cubicBez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任意多边形: 形状 40"/>
            <p:cNvSpPr/>
            <p:nvPr/>
          </p:nvSpPr>
          <p:spPr>
            <a:xfrm>
              <a:off x="5421600" y="1460160"/>
              <a:ext cx="241920" cy="281160"/>
            </a:xfrm>
            <a:custGeom>
              <a:avLst/>
              <a:gdLst/>
              <a:ahLst/>
              <a:rect l="l" t="t" r="r" b="b"/>
              <a:pathLst>
                <a:path w="153" h="178">
                  <a:moveTo>
                    <a:pt x="56" y="153"/>
                  </a:moveTo>
                  <a:cubicBezTo>
                    <a:pt x="97" y="153"/>
                    <a:pt x="97" y="153"/>
                    <a:pt x="97" y="153"/>
                  </a:cubicBezTo>
                  <a:cubicBezTo>
                    <a:pt x="99" y="153"/>
                    <a:pt x="100" y="154"/>
                    <a:pt x="100" y="156"/>
                  </a:cubicBezTo>
                  <a:cubicBezTo>
                    <a:pt x="100" y="160"/>
                    <a:pt x="100" y="160"/>
                    <a:pt x="100" y="160"/>
                  </a:cubicBezTo>
                  <a:cubicBezTo>
                    <a:pt x="100" y="161"/>
                    <a:pt x="99" y="163"/>
                    <a:pt x="97" y="163"/>
                  </a:cubicBezTo>
                  <a:cubicBezTo>
                    <a:pt x="56" y="163"/>
                    <a:pt x="56" y="163"/>
                    <a:pt x="56" y="163"/>
                  </a:cubicBezTo>
                  <a:cubicBezTo>
                    <a:pt x="54" y="163"/>
                    <a:pt x="53" y="161"/>
                    <a:pt x="53" y="160"/>
                  </a:cubicBezTo>
                  <a:cubicBezTo>
                    <a:pt x="53" y="156"/>
                    <a:pt x="53" y="156"/>
                    <a:pt x="53" y="156"/>
                  </a:cubicBezTo>
                  <a:cubicBezTo>
                    <a:pt x="53" y="154"/>
                    <a:pt x="54" y="153"/>
                    <a:pt x="56" y="153"/>
                  </a:cubicBezTo>
                  <a:close/>
                  <a:moveTo>
                    <a:pt x="92" y="168"/>
                  </a:moveTo>
                  <a:cubicBezTo>
                    <a:pt x="92" y="173"/>
                    <a:pt x="92" y="173"/>
                    <a:pt x="92" y="173"/>
                  </a:cubicBezTo>
                  <a:cubicBezTo>
                    <a:pt x="92" y="176"/>
                    <a:pt x="89" y="178"/>
                    <a:pt x="87" y="178"/>
                  </a:cubicBezTo>
                  <a:cubicBezTo>
                    <a:pt x="66" y="178"/>
                    <a:pt x="66" y="178"/>
                    <a:pt x="66" y="178"/>
                  </a:cubicBezTo>
                  <a:cubicBezTo>
                    <a:pt x="63" y="178"/>
                    <a:pt x="61" y="176"/>
                    <a:pt x="61" y="173"/>
                  </a:cubicBezTo>
                  <a:cubicBezTo>
                    <a:pt x="61" y="168"/>
                    <a:pt x="61" y="168"/>
                    <a:pt x="61" y="168"/>
                  </a:cubicBezTo>
                  <a:cubicBezTo>
                    <a:pt x="92" y="168"/>
                    <a:pt x="92" y="168"/>
                    <a:pt x="92" y="168"/>
                  </a:cubicBezTo>
                  <a:close/>
                  <a:moveTo>
                    <a:pt x="76" y="41"/>
                  </a:moveTo>
                  <a:cubicBezTo>
                    <a:pt x="98" y="41"/>
                    <a:pt x="116" y="59"/>
                    <a:pt x="116" y="80"/>
                  </a:cubicBezTo>
                  <a:cubicBezTo>
                    <a:pt x="116" y="105"/>
                    <a:pt x="96" y="111"/>
                    <a:pt x="96" y="147"/>
                  </a:cubicBezTo>
                  <a:cubicBezTo>
                    <a:pt x="57" y="147"/>
                    <a:pt x="57" y="147"/>
                    <a:pt x="57" y="147"/>
                  </a:cubicBezTo>
                  <a:cubicBezTo>
                    <a:pt x="57" y="111"/>
                    <a:pt x="37" y="105"/>
                    <a:pt x="37" y="80"/>
                  </a:cubicBezTo>
                  <a:cubicBezTo>
                    <a:pt x="37" y="59"/>
                    <a:pt x="54" y="41"/>
                    <a:pt x="76" y="41"/>
                  </a:cubicBezTo>
                  <a:close/>
                  <a:moveTo>
                    <a:pt x="81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9" y="50"/>
                    <a:pt x="93" y="52"/>
                    <a:pt x="97" y="55"/>
                  </a:cubicBezTo>
                  <a:cubicBezTo>
                    <a:pt x="96" y="54"/>
                    <a:pt x="94" y="53"/>
                    <a:pt x="92" y="53"/>
                  </a:cubicBezTo>
                  <a:cubicBezTo>
                    <a:pt x="89" y="52"/>
                    <a:pt x="89" y="52"/>
                    <a:pt x="89" y="52"/>
                  </a:cubicBezTo>
                  <a:cubicBezTo>
                    <a:pt x="87" y="52"/>
                    <a:pt x="85" y="52"/>
                    <a:pt x="83" y="52"/>
                  </a:cubicBezTo>
                  <a:cubicBezTo>
                    <a:pt x="80" y="52"/>
                    <a:pt x="77" y="52"/>
                    <a:pt x="74" y="53"/>
                  </a:cubicBezTo>
                  <a:cubicBezTo>
                    <a:pt x="68" y="55"/>
                    <a:pt x="64" y="58"/>
                    <a:pt x="59" y="63"/>
                  </a:cubicBezTo>
                  <a:cubicBezTo>
                    <a:pt x="56" y="65"/>
                    <a:pt x="56" y="65"/>
                    <a:pt x="56" y="65"/>
                  </a:cubicBezTo>
                  <a:cubicBezTo>
                    <a:pt x="53" y="70"/>
                    <a:pt x="50" y="75"/>
                    <a:pt x="49" y="81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7" y="89"/>
                    <a:pt x="47" y="92"/>
                    <a:pt x="47" y="96"/>
                  </a:cubicBezTo>
                  <a:cubicBezTo>
                    <a:pt x="46" y="94"/>
                    <a:pt x="46" y="92"/>
                    <a:pt x="45" y="91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3" y="83"/>
                    <a:pt x="43" y="79"/>
                    <a:pt x="44" y="74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6" y="66"/>
                    <a:pt x="49" y="62"/>
                    <a:pt x="52" y="58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2"/>
                    <a:pt x="63" y="50"/>
                    <a:pt x="68" y="48"/>
                  </a:cubicBezTo>
                  <a:cubicBezTo>
                    <a:pt x="71" y="48"/>
                    <a:pt x="74" y="47"/>
                    <a:pt x="76" y="47"/>
                  </a:cubicBezTo>
                  <a:cubicBezTo>
                    <a:pt x="78" y="47"/>
                    <a:pt x="80" y="48"/>
                    <a:pt x="81" y="48"/>
                  </a:cubicBezTo>
                  <a:close/>
                  <a:moveTo>
                    <a:pt x="7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8" y="27"/>
                    <a:pt x="77" y="27"/>
                  </a:cubicBezTo>
                  <a:cubicBezTo>
                    <a:pt x="75" y="27"/>
                    <a:pt x="74" y="27"/>
                    <a:pt x="72" y="27"/>
                  </a:cubicBezTo>
                  <a:cubicBezTo>
                    <a:pt x="72" y="0"/>
                    <a:pt x="72" y="0"/>
                    <a:pt x="72" y="0"/>
                  </a:cubicBezTo>
                  <a:close/>
                  <a:moveTo>
                    <a:pt x="128" y="19"/>
                  </a:moveTo>
                  <a:cubicBezTo>
                    <a:pt x="134" y="26"/>
                    <a:pt x="134" y="26"/>
                    <a:pt x="134" y="26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4" y="42"/>
                    <a:pt x="112" y="40"/>
                    <a:pt x="109" y="38"/>
                  </a:cubicBezTo>
                  <a:cubicBezTo>
                    <a:pt x="128" y="19"/>
                    <a:pt x="128" y="19"/>
                    <a:pt x="128" y="19"/>
                  </a:cubicBezTo>
                  <a:close/>
                  <a:moveTo>
                    <a:pt x="40" y="120"/>
                  </a:moveTo>
                  <a:cubicBezTo>
                    <a:pt x="26" y="134"/>
                    <a:pt x="26" y="134"/>
                    <a:pt x="26" y="134"/>
                  </a:cubicBezTo>
                  <a:cubicBezTo>
                    <a:pt x="19" y="128"/>
                    <a:pt x="19" y="128"/>
                    <a:pt x="19" y="128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36" y="116"/>
                    <a:pt x="38" y="118"/>
                    <a:pt x="40" y="120"/>
                  </a:cubicBezTo>
                  <a:close/>
                  <a:moveTo>
                    <a:pt x="26" y="19"/>
                  </a:moveTo>
                  <a:cubicBezTo>
                    <a:pt x="19" y="26"/>
                    <a:pt x="19" y="26"/>
                    <a:pt x="19" y="26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40" y="42"/>
                    <a:pt x="42" y="40"/>
                    <a:pt x="44" y="38"/>
                  </a:cubicBezTo>
                  <a:cubicBezTo>
                    <a:pt x="26" y="19"/>
                    <a:pt x="26" y="19"/>
                    <a:pt x="26" y="19"/>
                  </a:cubicBezTo>
                  <a:close/>
                  <a:moveTo>
                    <a:pt x="113" y="120"/>
                  </a:moveTo>
                  <a:cubicBezTo>
                    <a:pt x="128" y="134"/>
                    <a:pt x="128" y="134"/>
                    <a:pt x="128" y="134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18" y="116"/>
                    <a:pt x="116" y="118"/>
                    <a:pt x="113" y="120"/>
                  </a:cubicBezTo>
                  <a:close/>
                  <a:moveTo>
                    <a:pt x="153" y="72"/>
                  </a:moveTo>
                  <a:cubicBezTo>
                    <a:pt x="153" y="81"/>
                    <a:pt x="153" y="81"/>
                    <a:pt x="153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78"/>
                    <a:pt x="130" y="75"/>
                    <a:pt x="130" y="72"/>
                  </a:cubicBezTo>
                  <a:cubicBezTo>
                    <a:pt x="153" y="72"/>
                    <a:pt x="153" y="72"/>
                    <a:pt x="153" y="72"/>
                  </a:cubicBezTo>
                  <a:close/>
                  <a:moveTo>
                    <a:pt x="23" y="81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3" y="75"/>
                    <a:pt x="23" y="78"/>
                    <a:pt x="23" y="81"/>
                  </a:cubicBezTo>
                  <a:cubicBezTo>
                    <a:pt x="23" y="81"/>
                    <a:pt x="23" y="81"/>
                    <a:pt x="23" y="81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任意多边形: 形状 41"/>
            <p:cNvSpPr/>
            <p:nvPr/>
          </p:nvSpPr>
          <p:spPr>
            <a:xfrm>
              <a:off x="3708720" y="1710000"/>
              <a:ext cx="827640" cy="826920"/>
            </a:xfrm>
            <a:custGeom>
              <a:avLst/>
              <a:gdLst/>
              <a:ahLst/>
              <a:rect l="l" t="t" r="r" b="b"/>
              <a:pathLst>
                <a:path w="521" h="521">
                  <a:moveTo>
                    <a:pt x="0" y="521"/>
                  </a:moveTo>
                  <a:cubicBezTo>
                    <a:pt x="11" y="239"/>
                    <a:pt x="239" y="11"/>
                    <a:pt x="521" y="0"/>
                  </a:cubicBezTo>
                  <a:cubicBezTo>
                    <a:pt x="521" y="521"/>
                    <a:pt x="521" y="521"/>
                    <a:pt x="521" y="521"/>
                  </a:cubicBezTo>
                  <a:cubicBezTo>
                    <a:pt x="0" y="521"/>
                    <a:pt x="0" y="521"/>
                    <a:pt x="0" y="52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185" name="任意多边形: 形状 42"/>
            <p:cNvSpPr/>
            <p:nvPr/>
          </p:nvSpPr>
          <p:spPr>
            <a:xfrm>
              <a:off x="3708720" y="2603880"/>
              <a:ext cx="827640" cy="827640"/>
            </a:xfrm>
            <a:custGeom>
              <a:avLst/>
              <a:gdLst/>
              <a:ahLst/>
              <a:rect l="l" t="t" r="r" b="b"/>
              <a:pathLst>
                <a:path w="521" h="522">
                  <a:moveTo>
                    <a:pt x="521" y="522"/>
                  </a:moveTo>
                  <a:cubicBezTo>
                    <a:pt x="239" y="511"/>
                    <a:pt x="11" y="283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522"/>
                    <a:pt x="521" y="522"/>
                    <a:pt x="521" y="52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186" name="任意多边形: 形状 43"/>
            <p:cNvSpPr/>
            <p:nvPr/>
          </p:nvSpPr>
          <p:spPr>
            <a:xfrm>
              <a:off x="4604040" y="2603880"/>
              <a:ext cx="829440" cy="827640"/>
            </a:xfrm>
            <a:custGeom>
              <a:avLst/>
              <a:gdLst/>
              <a:ahLst/>
              <a:rect l="l" t="t" r="r" b="b"/>
              <a:pathLst>
                <a:path w="522" h="522">
                  <a:moveTo>
                    <a:pt x="522" y="0"/>
                  </a:moveTo>
                  <a:cubicBezTo>
                    <a:pt x="511" y="283"/>
                    <a:pt x="283" y="511"/>
                    <a:pt x="0" y="5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22" y="0"/>
                    <a:pt x="522" y="0"/>
                    <a:pt x="522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187" name="任意多边形: 形状 44"/>
            <p:cNvSpPr/>
            <p:nvPr/>
          </p:nvSpPr>
          <p:spPr>
            <a:xfrm>
              <a:off x="4604040" y="1710000"/>
              <a:ext cx="829440" cy="826920"/>
            </a:xfrm>
            <a:custGeom>
              <a:avLst/>
              <a:gdLst/>
              <a:ahLst/>
              <a:rect l="l" t="t" r="r" b="b"/>
              <a:pathLst>
                <a:path w="522" h="521">
                  <a:moveTo>
                    <a:pt x="0" y="0"/>
                  </a:moveTo>
                  <a:cubicBezTo>
                    <a:pt x="283" y="11"/>
                    <a:pt x="511" y="239"/>
                    <a:pt x="522" y="521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188" name="任意多边形: 形状 45"/>
            <p:cNvSpPr/>
            <p:nvPr/>
          </p:nvSpPr>
          <p:spPr>
            <a:xfrm>
              <a:off x="3459600" y="1473120"/>
              <a:ext cx="279000" cy="255960"/>
            </a:xfrm>
            <a:custGeom>
              <a:avLst/>
              <a:gdLst/>
              <a:ahLst/>
              <a:rect l="l" t="t" r="r" b="b"/>
              <a:pathLst>
                <a:path w="176" h="162">
                  <a:moveTo>
                    <a:pt x="130" y="63"/>
                  </a:moveTo>
                  <a:cubicBezTo>
                    <a:pt x="148" y="63"/>
                    <a:pt x="148" y="63"/>
                    <a:pt x="148" y="63"/>
                  </a:cubicBezTo>
                  <a:cubicBezTo>
                    <a:pt x="152" y="54"/>
                    <a:pt x="152" y="54"/>
                    <a:pt x="152" y="54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30" y="63"/>
                    <a:pt x="130" y="63"/>
                    <a:pt x="130" y="63"/>
                  </a:cubicBezTo>
                  <a:close/>
                  <a:moveTo>
                    <a:pt x="130" y="68"/>
                  </a:moveTo>
                  <a:cubicBezTo>
                    <a:pt x="148" y="68"/>
                    <a:pt x="148" y="68"/>
                    <a:pt x="148" y="68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0" y="68"/>
                    <a:pt x="130" y="68"/>
                    <a:pt x="130" y="68"/>
                  </a:cubicBezTo>
                  <a:close/>
                  <a:moveTo>
                    <a:pt x="79" y="63"/>
                  </a:moveTo>
                  <a:cubicBezTo>
                    <a:pt x="85" y="63"/>
                    <a:pt x="91" y="63"/>
                    <a:pt x="97" y="63"/>
                  </a:cubicBezTo>
                  <a:cubicBezTo>
                    <a:pt x="98" y="60"/>
                    <a:pt x="100" y="57"/>
                    <a:pt x="101" y="54"/>
                  </a:cubicBezTo>
                  <a:cubicBezTo>
                    <a:pt x="92" y="54"/>
                    <a:pt x="83" y="54"/>
                    <a:pt x="75" y="54"/>
                  </a:cubicBezTo>
                  <a:cubicBezTo>
                    <a:pt x="76" y="57"/>
                    <a:pt x="78" y="60"/>
                    <a:pt x="79" y="63"/>
                  </a:cubicBezTo>
                  <a:cubicBezTo>
                    <a:pt x="79" y="63"/>
                    <a:pt x="79" y="63"/>
                    <a:pt x="79" y="63"/>
                  </a:cubicBezTo>
                  <a:close/>
                  <a:moveTo>
                    <a:pt x="79" y="68"/>
                  </a:moveTo>
                  <a:cubicBezTo>
                    <a:pt x="85" y="68"/>
                    <a:pt x="91" y="68"/>
                    <a:pt x="97" y="68"/>
                  </a:cubicBezTo>
                  <a:cubicBezTo>
                    <a:pt x="97" y="90"/>
                    <a:pt x="98" y="112"/>
                    <a:pt x="99" y="134"/>
                  </a:cubicBezTo>
                  <a:cubicBezTo>
                    <a:pt x="92" y="134"/>
                    <a:pt x="84" y="134"/>
                    <a:pt x="76" y="134"/>
                  </a:cubicBezTo>
                  <a:cubicBezTo>
                    <a:pt x="77" y="112"/>
                    <a:pt x="78" y="90"/>
                    <a:pt x="79" y="68"/>
                  </a:cubicBezTo>
                  <a:cubicBezTo>
                    <a:pt x="79" y="68"/>
                    <a:pt x="79" y="68"/>
                    <a:pt x="79" y="68"/>
                  </a:cubicBezTo>
                  <a:close/>
                  <a:moveTo>
                    <a:pt x="28" y="63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8" y="63"/>
                    <a:pt x="28" y="63"/>
                    <a:pt x="28" y="63"/>
                  </a:cubicBezTo>
                  <a:close/>
                  <a:moveTo>
                    <a:pt x="28" y="68"/>
                  </a:moveTo>
                  <a:cubicBezTo>
                    <a:pt x="46" y="68"/>
                    <a:pt x="46" y="68"/>
                    <a:pt x="46" y="68"/>
                  </a:cubicBezTo>
                  <a:cubicBezTo>
                    <a:pt x="49" y="134"/>
                    <a:pt x="49" y="134"/>
                    <a:pt x="49" y="134"/>
                  </a:cubicBezTo>
                  <a:cubicBezTo>
                    <a:pt x="26" y="134"/>
                    <a:pt x="26" y="134"/>
                    <a:pt x="26" y="134"/>
                  </a:cubicBezTo>
                  <a:cubicBezTo>
                    <a:pt x="28" y="68"/>
                    <a:pt x="28" y="68"/>
                    <a:pt x="28" y="68"/>
                  </a:cubicBezTo>
                  <a:close/>
                  <a:moveTo>
                    <a:pt x="9" y="148"/>
                  </a:moveTo>
                  <a:cubicBezTo>
                    <a:pt x="62" y="148"/>
                    <a:pt x="114" y="148"/>
                    <a:pt x="166" y="148"/>
                  </a:cubicBezTo>
                  <a:cubicBezTo>
                    <a:pt x="166" y="150"/>
                    <a:pt x="166" y="151"/>
                    <a:pt x="166" y="153"/>
                  </a:cubicBezTo>
                  <a:cubicBezTo>
                    <a:pt x="114" y="153"/>
                    <a:pt x="62" y="153"/>
                    <a:pt x="9" y="153"/>
                  </a:cubicBezTo>
                  <a:cubicBezTo>
                    <a:pt x="9" y="151"/>
                    <a:pt x="9" y="150"/>
                    <a:pt x="9" y="148"/>
                  </a:cubicBezTo>
                  <a:cubicBezTo>
                    <a:pt x="9" y="148"/>
                    <a:pt x="9" y="148"/>
                    <a:pt x="9" y="148"/>
                  </a:cubicBezTo>
                  <a:close/>
                  <a:moveTo>
                    <a:pt x="0" y="156"/>
                  </a:moveTo>
                  <a:cubicBezTo>
                    <a:pt x="59" y="156"/>
                    <a:pt x="117" y="156"/>
                    <a:pt x="176" y="156"/>
                  </a:cubicBezTo>
                  <a:cubicBezTo>
                    <a:pt x="176" y="158"/>
                    <a:pt x="176" y="160"/>
                    <a:pt x="176" y="162"/>
                  </a:cubicBezTo>
                  <a:cubicBezTo>
                    <a:pt x="117" y="162"/>
                    <a:pt x="59" y="162"/>
                    <a:pt x="0" y="162"/>
                  </a:cubicBezTo>
                  <a:cubicBezTo>
                    <a:pt x="0" y="160"/>
                    <a:pt x="0" y="158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lose/>
                  <a:moveTo>
                    <a:pt x="149" y="37"/>
                  </a:moveTo>
                  <a:cubicBezTo>
                    <a:pt x="88" y="14"/>
                    <a:pt x="88" y="14"/>
                    <a:pt x="88" y="14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9" y="37"/>
                    <a:pt x="149" y="37"/>
                    <a:pt x="149" y="37"/>
                  </a:cubicBezTo>
                  <a:close/>
                  <a:moveTo>
                    <a:pt x="11" y="50"/>
                  </a:moveTo>
                  <a:cubicBezTo>
                    <a:pt x="165" y="50"/>
                    <a:pt x="165" y="50"/>
                    <a:pt x="165" y="50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21" y="139"/>
                  </a:moveTo>
                  <a:cubicBezTo>
                    <a:pt x="66" y="139"/>
                    <a:pt x="110" y="139"/>
                    <a:pt x="155" y="139"/>
                  </a:cubicBezTo>
                  <a:cubicBezTo>
                    <a:pt x="155" y="141"/>
                    <a:pt x="155" y="142"/>
                    <a:pt x="155" y="144"/>
                  </a:cubicBezTo>
                  <a:cubicBezTo>
                    <a:pt x="110" y="144"/>
                    <a:pt x="66" y="144"/>
                    <a:pt x="21" y="144"/>
                  </a:cubicBezTo>
                  <a:cubicBezTo>
                    <a:pt x="21" y="142"/>
                    <a:pt x="21" y="141"/>
                    <a:pt x="21" y="139"/>
                  </a:cubicBezTo>
                  <a:cubicBezTo>
                    <a:pt x="21" y="139"/>
                    <a:pt x="21" y="139"/>
                    <a:pt x="21" y="139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任意多边形: 形状 46"/>
            <p:cNvSpPr/>
            <p:nvPr/>
          </p:nvSpPr>
          <p:spPr>
            <a:xfrm>
              <a:off x="2899080" y="2337840"/>
              <a:ext cx="465120" cy="46440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52" y="241"/>
                  </a:move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ubicBezTo>
                    <a:pt x="0" y="104"/>
                    <a:pt x="0" y="189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" name="任意多边形: 形状 47"/>
            <p:cNvSpPr/>
            <p:nvPr/>
          </p:nvSpPr>
          <p:spPr>
            <a:xfrm>
              <a:off x="2934360" y="2374560"/>
              <a:ext cx="394560" cy="392400"/>
            </a:xfrm>
            <a:custGeom>
              <a:avLst/>
              <a:gdLst/>
              <a:ahLst/>
              <a:rect l="l" t="t" r="r" b="b"/>
              <a:pathLst>
                <a:path w="249" h="248">
                  <a:moveTo>
                    <a:pt x="44" y="44"/>
                  </a:moveTo>
                  <a:cubicBezTo>
                    <a:pt x="88" y="0"/>
                    <a:pt x="160" y="0"/>
                    <a:pt x="205" y="44"/>
                  </a:cubicBezTo>
                  <a:cubicBezTo>
                    <a:pt x="249" y="88"/>
                    <a:pt x="249" y="160"/>
                    <a:pt x="205" y="204"/>
                  </a:cubicBezTo>
                  <a:cubicBezTo>
                    <a:pt x="160" y="248"/>
                    <a:pt x="88" y="248"/>
                    <a:pt x="44" y="204"/>
                  </a:cubicBezTo>
                  <a:cubicBezTo>
                    <a:pt x="0" y="160"/>
                    <a:pt x="0" y="88"/>
                    <a:pt x="44" y="44"/>
                  </a:cubicBezTo>
                  <a:close/>
                  <a:moveTo>
                    <a:pt x="55" y="54"/>
                  </a:moveTo>
                  <a:cubicBezTo>
                    <a:pt x="93" y="15"/>
                    <a:pt x="156" y="15"/>
                    <a:pt x="194" y="54"/>
                  </a:cubicBezTo>
                  <a:cubicBezTo>
                    <a:pt x="233" y="92"/>
                    <a:pt x="233" y="155"/>
                    <a:pt x="194" y="194"/>
                  </a:cubicBezTo>
                  <a:cubicBezTo>
                    <a:pt x="156" y="232"/>
                    <a:pt x="93" y="232"/>
                    <a:pt x="55" y="194"/>
                  </a:cubicBezTo>
                  <a:cubicBezTo>
                    <a:pt x="16" y="155"/>
                    <a:pt x="16" y="92"/>
                    <a:pt x="55" y="5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" name="任意多边形: 形状 48"/>
            <p:cNvSpPr/>
            <p:nvPr/>
          </p:nvSpPr>
          <p:spPr>
            <a:xfrm>
              <a:off x="3338280" y="2559600"/>
              <a:ext cx="258120" cy="21960"/>
            </a:xfrm>
            <a:custGeom>
              <a:avLst/>
              <a:gdLst/>
              <a:ahLst/>
              <a:rect l="l" t="t" r="r" b="b"/>
              <a:pathLst>
                <a:path w="339" h="31">
                  <a:moveTo>
                    <a:pt x="0" y="31"/>
                  </a:moveTo>
                  <a:lnTo>
                    <a:pt x="0" y="0"/>
                  </a:lnTo>
                  <a:lnTo>
                    <a:pt x="339" y="0"/>
                  </a:lnTo>
                  <a:lnTo>
                    <a:pt x="339" y="31"/>
                  </a:lnTo>
                  <a:lnTo>
                    <a:pt x="0" y="31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任意多边形: 形状 49"/>
            <p:cNvSpPr/>
            <p:nvPr/>
          </p:nvSpPr>
          <p:spPr>
            <a:xfrm>
              <a:off x="5778000" y="2337840"/>
              <a:ext cx="465120" cy="46440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241" y="241"/>
                  </a:moveTo>
                  <a:cubicBezTo>
                    <a:pt x="189" y="293"/>
                    <a:pt x="104" y="293"/>
                    <a:pt x="52" y="241"/>
                  </a:cubicBez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任意多边形: 形状 50"/>
            <p:cNvSpPr/>
            <p:nvPr/>
          </p:nvSpPr>
          <p:spPr>
            <a:xfrm>
              <a:off x="5813280" y="2374560"/>
              <a:ext cx="394560" cy="392400"/>
            </a:xfrm>
            <a:custGeom>
              <a:avLst/>
              <a:gdLst/>
              <a:ahLst/>
              <a:rect l="l" t="t" r="r" b="b"/>
              <a:pathLst>
                <a:path w="249" h="248">
                  <a:moveTo>
                    <a:pt x="204" y="44"/>
                  </a:move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8"/>
                    <a:pt x="160" y="248"/>
                    <a:pt x="204" y="204"/>
                  </a:cubicBezTo>
                  <a:cubicBezTo>
                    <a:pt x="249" y="160"/>
                    <a:pt x="249" y="88"/>
                    <a:pt x="204" y="44"/>
                  </a:cubicBezTo>
                  <a:close/>
                  <a:moveTo>
                    <a:pt x="194" y="54"/>
                  </a:moveTo>
                  <a:cubicBezTo>
                    <a:pt x="156" y="15"/>
                    <a:pt x="93" y="15"/>
                    <a:pt x="54" y="54"/>
                  </a:cubicBezTo>
                  <a:cubicBezTo>
                    <a:pt x="16" y="92"/>
                    <a:pt x="16" y="155"/>
                    <a:pt x="54" y="194"/>
                  </a:cubicBezTo>
                  <a:cubicBezTo>
                    <a:pt x="93" y="232"/>
                    <a:pt x="156" y="232"/>
                    <a:pt x="194" y="194"/>
                  </a:cubicBezTo>
                  <a:cubicBezTo>
                    <a:pt x="233" y="155"/>
                    <a:pt x="233" y="92"/>
                    <a:pt x="194" y="5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任意多边形: 形状 51"/>
            <p:cNvSpPr/>
            <p:nvPr/>
          </p:nvSpPr>
          <p:spPr>
            <a:xfrm>
              <a:off x="5545800" y="2559600"/>
              <a:ext cx="257400" cy="21960"/>
            </a:xfrm>
            <a:custGeom>
              <a:avLst/>
              <a:gdLst/>
              <a:ahLst/>
              <a:rect l="l" t="t" r="r" b="b"/>
              <a:pathLst>
                <a:path w="338" h="31">
                  <a:moveTo>
                    <a:pt x="338" y="31"/>
                  </a:moveTo>
                  <a:lnTo>
                    <a:pt x="338" y="0"/>
                  </a:lnTo>
                  <a:lnTo>
                    <a:pt x="0" y="0"/>
                  </a:lnTo>
                  <a:lnTo>
                    <a:pt x="0" y="31"/>
                  </a:lnTo>
                  <a:lnTo>
                    <a:pt x="338" y="31"/>
                  </a:lnTo>
                  <a:lnTo>
                    <a:pt x="338" y="31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任意多边形: 形状 52"/>
            <p:cNvSpPr/>
            <p:nvPr/>
          </p:nvSpPr>
          <p:spPr>
            <a:xfrm>
              <a:off x="5918400" y="2522520"/>
              <a:ext cx="182880" cy="96480"/>
            </a:xfrm>
            <a:custGeom>
              <a:avLst/>
              <a:gdLst/>
              <a:ahLst/>
              <a:rect l="l" t="t" r="r" b="b"/>
              <a:pathLst>
                <a:path w="116" h="62">
                  <a:moveTo>
                    <a:pt x="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21"/>
                    <a:pt x="116" y="21"/>
                    <a:pt x="116" y="21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71" y="6"/>
                  </a:moveTo>
                  <a:cubicBezTo>
                    <a:pt x="71" y="6"/>
                    <a:pt x="71" y="6"/>
                    <a:pt x="71" y="6"/>
                  </a:cubicBezTo>
                  <a:cubicBezTo>
                    <a:pt x="72" y="7"/>
                    <a:pt x="73" y="8"/>
                    <a:pt x="74" y="9"/>
                  </a:cubicBezTo>
                  <a:cubicBezTo>
                    <a:pt x="76" y="11"/>
                    <a:pt x="77" y="13"/>
                    <a:pt x="78" y="15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81" y="21"/>
                    <a:pt x="82" y="24"/>
                    <a:pt x="82" y="28"/>
                  </a:cubicBezTo>
                  <a:cubicBezTo>
                    <a:pt x="82" y="30"/>
                    <a:pt x="82" y="33"/>
                    <a:pt x="82" y="35"/>
                  </a:cubicBezTo>
                  <a:cubicBezTo>
                    <a:pt x="82" y="37"/>
                    <a:pt x="81" y="39"/>
                    <a:pt x="81" y="41"/>
                  </a:cubicBezTo>
                  <a:cubicBezTo>
                    <a:pt x="80" y="43"/>
                    <a:pt x="79" y="46"/>
                    <a:pt x="78" y="4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4" y="52"/>
                    <a:pt x="73" y="54"/>
                    <a:pt x="71" y="56"/>
                  </a:cubicBezTo>
                  <a:cubicBezTo>
                    <a:pt x="95" y="56"/>
                    <a:pt x="95" y="56"/>
                    <a:pt x="95" y="56"/>
                  </a:cubicBezTo>
                  <a:cubicBezTo>
                    <a:pt x="96" y="48"/>
                    <a:pt x="102" y="42"/>
                    <a:pt x="110" y="41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02" y="19"/>
                    <a:pt x="96" y="13"/>
                    <a:pt x="95" y="6"/>
                  </a:cubicBezTo>
                  <a:cubicBezTo>
                    <a:pt x="71" y="6"/>
                    <a:pt x="71" y="6"/>
                    <a:pt x="71" y="6"/>
                  </a:cubicBezTo>
                  <a:close/>
                  <a:moveTo>
                    <a:pt x="46" y="56"/>
                  </a:moveTo>
                  <a:cubicBezTo>
                    <a:pt x="45" y="55"/>
                    <a:pt x="44" y="55"/>
                    <a:pt x="44" y="54"/>
                  </a:cubicBezTo>
                  <a:cubicBezTo>
                    <a:pt x="43" y="53"/>
                    <a:pt x="42" y="52"/>
                    <a:pt x="41" y="51"/>
                  </a:cubicBezTo>
                  <a:cubicBezTo>
                    <a:pt x="39" y="49"/>
                    <a:pt x="38" y="47"/>
                    <a:pt x="37" y="44"/>
                  </a:cubicBezTo>
                  <a:cubicBezTo>
                    <a:pt x="36" y="43"/>
                    <a:pt x="36" y="41"/>
                    <a:pt x="35" y="39"/>
                  </a:cubicBezTo>
                  <a:cubicBezTo>
                    <a:pt x="35" y="37"/>
                    <a:pt x="35" y="35"/>
                    <a:pt x="34" y="32"/>
                  </a:cubicBezTo>
                  <a:cubicBezTo>
                    <a:pt x="34" y="30"/>
                    <a:pt x="35" y="28"/>
                    <a:pt x="35" y="25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6" y="19"/>
                    <a:pt x="38" y="16"/>
                    <a:pt x="40" y="13"/>
                  </a:cubicBezTo>
                  <a:cubicBezTo>
                    <a:pt x="41" y="11"/>
                    <a:pt x="42" y="10"/>
                    <a:pt x="43" y="9"/>
                  </a:cubicBezTo>
                  <a:cubicBezTo>
                    <a:pt x="44" y="8"/>
                    <a:pt x="45" y="7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0" y="13"/>
                    <a:pt x="14" y="19"/>
                    <a:pt x="6" y="2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4" y="42"/>
                    <a:pt x="20" y="48"/>
                    <a:pt x="22" y="56"/>
                  </a:cubicBezTo>
                  <a:cubicBezTo>
                    <a:pt x="46" y="56"/>
                    <a:pt x="46" y="56"/>
                    <a:pt x="46" y="56"/>
                  </a:cubicBezTo>
                  <a:close/>
                  <a:moveTo>
                    <a:pt x="58" y="6"/>
                  </a:moveTo>
                  <a:cubicBezTo>
                    <a:pt x="69" y="6"/>
                    <a:pt x="78" y="17"/>
                    <a:pt x="78" y="31"/>
                  </a:cubicBezTo>
                  <a:cubicBezTo>
                    <a:pt x="78" y="44"/>
                    <a:pt x="69" y="55"/>
                    <a:pt x="59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47" y="55"/>
                    <a:pt x="39" y="44"/>
                    <a:pt x="39" y="31"/>
                  </a:cubicBezTo>
                  <a:cubicBezTo>
                    <a:pt x="39" y="17"/>
                    <a:pt x="47" y="6"/>
                    <a:pt x="58" y="6"/>
                  </a:cubicBezTo>
                  <a:close/>
                  <a:moveTo>
                    <a:pt x="110" y="45"/>
                  </a:moveTo>
                  <a:cubicBezTo>
                    <a:pt x="105" y="47"/>
                    <a:pt x="101" y="51"/>
                    <a:pt x="99" y="56"/>
                  </a:cubicBezTo>
                  <a:cubicBezTo>
                    <a:pt x="110" y="56"/>
                    <a:pt x="110" y="56"/>
                    <a:pt x="110" y="56"/>
                  </a:cubicBezTo>
                  <a:cubicBezTo>
                    <a:pt x="110" y="45"/>
                    <a:pt x="110" y="45"/>
                    <a:pt x="110" y="45"/>
                  </a:cubicBezTo>
                  <a:close/>
                  <a:moveTo>
                    <a:pt x="6" y="45"/>
                  </a:moveTo>
                  <a:cubicBezTo>
                    <a:pt x="12" y="47"/>
                    <a:pt x="16" y="51"/>
                    <a:pt x="18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6" y="45"/>
                    <a:pt x="6" y="45"/>
                    <a:pt x="6" y="45"/>
                  </a:cubicBezTo>
                  <a:close/>
                  <a:moveTo>
                    <a:pt x="110" y="17"/>
                  </a:moveTo>
                  <a:cubicBezTo>
                    <a:pt x="105" y="15"/>
                    <a:pt x="101" y="11"/>
                    <a:pt x="99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17"/>
                    <a:pt x="110" y="17"/>
                    <a:pt x="110" y="17"/>
                  </a:cubicBezTo>
                  <a:close/>
                  <a:moveTo>
                    <a:pt x="6" y="17"/>
                  </a:moveTo>
                  <a:cubicBezTo>
                    <a:pt x="12" y="15"/>
                    <a:pt x="16" y="11"/>
                    <a:pt x="18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17"/>
                    <a:pt x="6" y="17"/>
                    <a:pt x="6" y="17"/>
                  </a:cubicBezTo>
                  <a:close/>
                  <a:moveTo>
                    <a:pt x="50" y="43"/>
                  </a:moveTo>
                  <a:cubicBezTo>
                    <a:pt x="52" y="44"/>
                    <a:pt x="53" y="44"/>
                    <a:pt x="57" y="44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61" y="44"/>
                    <a:pt x="63" y="43"/>
                    <a:pt x="64" y="42"/>
                  </a:cubicBezTo>
                  <a:cubicBezTo>
                    <a:pt x="66" y="41"/>
                    <a:pt x="67" y="39"/>
                    <a:pt x="67" y="36"/>
                  </a:cubicBezTo>
                  <a:cubicBezTo>
                    <a:pt x="67" y="34"/>
                    <a:pt x="66" y="32"/>
                    <a:pt x="64" y="31"/>
                  </a:cubicBezTo>
                  <a:cubicBezTo>
                    <a:pt x="63" y="30"/>
                    <a:pt x="62" y="29"/>
                    <a:pt x="59" y="28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61" y="22"/>
                    <a:pt x="63" y="22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4" y="18"/>
                    <a:pt x="62" y="18"/>
                    <a:pt x="59" y="18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2" y="18"/>
                    <a:pt x="49" y="21"/>
                    <a:pt x="49" y="25"/>
                  </a:cubicBezTo>
                  <a:cubicBezTo>
                    <a:pt x="49" y="27"/>
                    <a:pt x="50" y="29"/>
                    <a:pt x="52" y="31"/>
                  </a:cubicBezTo>
                  <a:cubicBezTo>
                    <a:pt x="53" y="31"/>
                    <a:pt x="54" y="32"/>
                    <a:pt x="57" y="33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6" y="40"/>
                    <a:pt x="56" y="40"/>
                  </a:cubicBezTo>
                  <a:cubicBezTo>
                    <a:pt x="55" y="40"/>
                    <a:pt x="52" y="39"/>
                    <a:pt x="50" y="38"/>
                  </a:cubicBezTo>
                  <a:cubicBezTo>
                    <a:pt x="50" y="43"/>
                    <a:pt x="50" y="43"/>
                    <a:pt x="50" y="43"/>
                  </a:cubicBezTo>
                  <a:close/>
                  <a:moveTo>
                    <a:pt x="57" y="28"/>
                  </a:moveTo>
                  <a:cubicBezTo>
                    <a:pt x="55" y="27"/>
                    <a:pt x="54" y="26"/>
                    <a:pt x="54" y="25"/>
                  </a:cubicBezTo>
                  <a:cubicBezTo>
                    <a:pt x="54" y="23"/>
                    <a:pt x="55" y="22"/>
                    <a:pt x="57" y="22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9" y="40"/>
                  </a:moveTo>
                  <a:cubicBezTo>
                    <a:pt x="59" y="33"/>
                    <a:pt x="59" y="33"/>
                    <a:pt x="59" y="33"/>
                  </a:cubicBezTo>
                  <a:cubicBezTo>
                    <a:pt x="61" y="34"/>
                    <a:pt x="62" y="35"/>
                    <a:pt x="62" y="37"/>
                  </a:cubicBezTo>
                  <a:cubicBezTo>
                    <a:pt x="62" y="38"/>
                    <a:pt x="61" y="39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任意多边形: 形状 53"/>
            <p:cNvSpPr/>
            <p:nvPr/>
          </p:nvSpPr>
          <p:spPr>
            <a:xfrm>
              <a:off x="3048480" y="2489040"/>
              <a:ext cx="165240" cy="162360"/>
            </a:xfrm>
            <a:custGeom>
              <a:avLst/>
              <a:gdLst/>
              <a:ahLst/>
              <a:rect l="l" t="t" r="r" b="b"/>
              <a:pathLst>
                <a:path w="105" h="103">
                  <a:moveTo>
                    <a:pt x="2" y="8"/>
                  </a:moveTo>
                  <a:cubicBezTo>
                    <a:pt x="50" y="8"/>
                    <a:pt x="50" y="8"/>
                    <a:pt x="50" y="8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4" y="8"/>
                    <a:pt x="105" y="9"/>
                    <a:pt x="105" y="10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5" y="20"/>
                    <a:pt x="104" y="21"/>
                    <a:pt x="103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3" y="78"/>
                    <a:pt x="103" y="78"/>
                    <a:pt x="103" y="78"/>
                  </a:cubicBezTo>
                  <a:cubicBezTo>
                    <a:pt x="103" y="80"/>
                    <a:pt x="101" y="81"/>
                    <a:pt x="100" y="81"/>
                  </a:cubicBezTo>
                  <a:cubicBezTo>
                    <a:pt x="64" y="81"/>
                    <a:pt x="64" y="81"/>
                    <a:pt x="64" y="81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77" y="103"/>
                    <a:pt x="77" y="103"/>
                    <a:pt x="77" y="103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5" y="103"/>
                    <a:pt x="55" y="103"/>
                    <a:pt x="55" y="103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50" y="96"/>
                    <a:pt x="50" y="96"/>
                    <a:pt x="50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4" y="81"/>
                    <a:pt x="2" y="80"/>
                    <a:pt x="2" y="78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21"/>
                    <a:pt x="0" y="20"/>
                    <a:pt x="0" y="1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97" y="21"/>
                  </a:moveTo>
                  <a:cubicBezTo>
                    <a:pt x="8" y="21"/>
                    <a:pt x="8" y="21"/>
                    <a:pt x="8" y="21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8" y="74"/>
                    <a:pt x="9" y="75"/>
                    <a:pt x="11" y="75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6" y="75"/>
                    <a:pt x="97" y="74"/>
                    <a:pt x="97" y="72"/>
                  </a:cubicBezTo>
                  <a:cubicBezTo>
                    <a:pt x="97" y="21"/>
                    <a:pt x="97" y="21"/>
                    <a:pt x="97" y="21"/>
                  </a:cubicBezTo>
                  <a:close/>
                  <a:moveTo>
                    <a:pt x="37" y="94"/>
                  </a:moveTo>
                  <a:cubicBezTo>
                    <a:pt x="50" y="94"/>
                    <a:pt x="50" y="94"/>
                    <a:pt x="50" y="94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37" y="94"/>
                    <a:pt x="37" y="94"/>
                    <a:pt x="37" y="94"/>
                  </a:cubicBezTo>
                  <a:close/>
                  <a:moveTo>
                    <a:pt x="55" y="94"/>
                  </a:moveTo>
                  <a:cubicBezTo>
                    <a:pt x="68" y="94"/>
                    <a:pt x="68" y="94"/>
                    <a:pt x="68" y="94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94"/>
                    <a:pt x="55" y="94"/>
                    <a:pt x="55" y="94"/>
                  </a:cubicBezTo>
                  <a:close/>
                  <a:moveTo>
                    <a:pt x="18" y="55"/>
                  </a:moveTo>
                  <a:cubicBezTo>
                    <a:pt x="20" y="55"/>
                    <a:pt x="21" y="56"/>
                    <a:pt x="22" y="56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5" y="46"/>
                    <a:pt x="35" y="46"/>
                  </a:cubicBezTo>
                  <a:cubicBezTo>
                    <a:pt x="35" y="43"/>
                    <a:pt x="38" y="40"/>
                    <a:pt x="41" y="40"/>
                  </a:cubicBezTo>
                  <a:cubicBezTo>
                    <a:pt x="44" y="40"/>
                    <a:pt x="47" y="43"/>
                    <a:pt x="47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0" y="50"/>
                    <a:pt x="62" y="50"/>
                    <a:pt x="63" y="50"/>
                  </a:cubicBezTo>
                  <a:cubicBezTo>
                    <a:pt x="65" y="50"/>
                    <a:pt x="66" y="50"/>
                    <a:pt x="67" y="50"/>
                  </a:cubicBezTo>
                  <a:cubicBezTo>
                    <a:pt x="81" y="36"/>
                    <a:pt x="81" y="36"/>
                    <a:pt x="81" y="36"/>
                  </a:cubicBezTo>
                  <a:cubicBezTo>
                    <a:pt x="81" y="36"/>
                    <a:pt x="81" y="35"/>
                    <a:pt x="81" y="34"/>
                  </a:cubicBezTo>
                  <a:cubicBezTo>
                    <a:pt x="81" y="31"/>
                    <a:pt x="83" y="29"/>
                    <a:pt x="86" y="29"/>
                  </a:cubicBezTo>
                  <a:cubicBezTo>
                    <a:pt x="89" y="29"/>
                    <a:pt x="92" y="31"/>
                    <a:pt x="92" y="34"/>
                  </a:cubicBezTo>
                  <a:cubicBezTo>
                    <a:pt x="92" y="37"/>
                    <a:pt x="89" y="40"/>
                    <a:pt x="86" y="40"/>
                  </a:cubicBezTo>
                  <a:cubicBezTo>
                    <a:pt x="85" y="40"/>
                    <a:pt x="84" y="40"/>
                    <a:pt x="83" y="39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69" y="54"/>
                    <a:pt x="69" y="54"/>
                    <a:pt x="69" y="55"/>
                  </a:cubicBezTo>
                  <a:cubicBezTo>
                    <a:pt x="69" y="58"/>
                    <a:pt x="67" y="61"/>
                    <a:pt x="63" y="61"/>
                  </a:cubicBezTo>
                  <a:cubicBezTo>
                    <a:pt x="60" y="61"/>
                    <a:pt x="58" y="58"/>
                    <a:pt x="58" y="55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4" y="51"/>
                    <a:pt x="43" y="51"/>
                    <a:pt x="41" y="51"/>
                  </a:cubicBezTo>
                  <a:cubicBezTo>
                    <a:pt x="40" y="51"/>
                    <a:pt x="38" y="51"/>
                    <a:pt x="38" y="5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60"/>
                    <a:pt x="24" y="60"/>
                    <a:pt x="24" y="61"/>
                  </a:cubicBezTo>
                  <a:cubicBezTo>
                    <a:pt x="24" y="64"/>
                    <a:pt x="22" y="66"/>
                    <a:pt x="18" y="66"/>
                  </a:cubicBezTo>
                  <a:cubicBezTo>
                    <a:pt x="15" y="66"/>
                    <a:pt x="13" y="64"/>
                    <a:pt x="13" y="61"/>
                  </a:cubicBezTo>
                  <a:cubicBezTo>
                    <a:pt x="13" y="58"/>
                    <a:pt x="15" y="55"/>
                    <a:pt x="18" y="55"/>
                  </a:cubicBezTo>
                  <a:cubicBezTo>
                    <a:pt x="18" y="55"/>
                    <a:pt x="18" y="55"/>
                    <a:pt x="18" y="55"/>
                  </a:cubicBezTo>
                  <a:close/>
                  <a:moveTo>
                    <a:pt x="86" y="31"/>
                  </a:moveTo>
                  <a:cubicBezTo>
                    <a:pt x="88" y="31"/>
                    <a:pt x="89" y="33"/>
                    <a:pt x="89" y="34"/>
                  </a:cubicBezTo>
                  <a:cubicBezTo>
                    <a:pt x="89" y="36"/>
                    <a:pt x="88" y="37"/>
                    <a:pt x="86" y="37"/>
                  </a:cubicBezTo>
                  <a:cubicBezTo>
                    <a:pt x="84" y="37"/>
                    <a:pt x="83" y="36"/>
                    <a:pt x="83" y="34"/>
                  </a:cubicBezTo>
                  <a:cubicBezTo>
                    <a:pt x="83" y="33"/>
                    <a:pt x="84" y="31"/>
                    <a:pt x="86" y="31"/>
                  </a:cubicBezTo>
                  <a:cubicBezTo>
                    <a:pt x="86" y="31"/>
                    <a:pt x="86" y="31"/>
                    <a:pt x="86" y="31"/>
                  </a:cubicBezTo>
                  <a:close/>
                  <a:moveTo>
                    <a:pt x="63" y="52"/>
                  </a:moveTo>
                  <a:cubicBezTo>
                    <a:pt x="65" y="52"/>
                    <a:pt x="67" y="53"/>
                    <a:pt x="67" y="55"/>
                  </a:cubicBezTo>
                  <a:cubicBezTo>
                    <a:pt x="67" y="57"/>
                    <a:pt x="65" y="58"/>
                    <a:pt x="63" y="58"/>
                  </a:cubicBezTo>
                  <a:cubicBezTo>
                    <a:pt x="62" y="58"/>
                    <a:pt x="61" y="57"/>
                    <a:pt x="61" y="55"/>
                  </a:cubicBezTo>
                  <a:cubicBezTo>
                    <a:pt x="61" y="53"/>
                    <a:pt x="62" y="52"/>
                    <a:pt x="63" y="52"/>
                  </a:cubicBezTo>
                  <a:cubicBezTo>
                    <a:pt x="63" y="52"/>
                    <a:pt x="63" y="52"/>
                    <a:pt x="63" y="52"/>
                  </a:cubicBezTo>
                  <a:close/>
                  <a:moveTo>
                    <a:pt x="41" y="43"/>
                  </a:moveTo>
                  <a:cubicBezTo>
                    <a:pt x="43" y="43"/>
                    <a:pt x="44" y="44"/>
                    <a:pt x="44" y="46"/>
                  </a:cubicBezTo>
                  <a:cubicBezTo>
                    <a:pt x="44" y="48"/>
                    <a:pt x="43" y="49"/>
                    <a:pt x="41" y="49"/>
                  </a:cubicBezTo>
                  <a:cubicBezTo>
                    <a:pt x="39" y="49"/>
                    <a:pt x="38" y="48"/>
                    <a:pt x="38" y="46"/>
                  </a:cubicBezTo>
                  <a:cubicBezTo>
                    <a:pt x="38" y="44"/>
                    <a:pt x="39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lose/>
                  <a:moveTo>
                    <a:pt x="18" y="58"/>
                  </a:moveTo>
                  <a:cubicBezTo>
                    <a:pt x="20" y="58"/>
                    <a:pt x="21" y="59"/>
                    <a:pt x="21" y="61"/>
                  </a:cubicBezTo>
                  <a:cubicBezTo>
                    <a:pt x="21" y="62"/>
                    <a:pt x="20" y="64"/>
                    <a:pt x="18" y="64"/>
                  </a:cubicBezTo>
                  <a:cubicBezTo>
                    <a:pt x="17" y="64"/>
                    <a:pt x="16" y="62"/>
                    <a:pt x="16" y="61"/>
                  </a:cubicBezTo>
                  <a:cubicBezTo>
                    <a:pt x="16" y="59"/>
                    <a:pt x="17" y="58"/>
                    <a:pt x="18" y="58"/>
                  </a:cubicBezTo>
                  <a:cubicBezTo>
                    <a:pt x="18" y="58"/>
                    <a:pt x="18" y="58"/>
                    <a:pt x="18" y="58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任意多边形: 形状 54"/>
            <p:cNvSpPr/>
            <p:nvPr/>
          </p:nvSpPr>
          <p:spPr>
            <a:xfrm>
              <a:off x="4337280" y="901800"/>
              <a:ext cx="465120" cy="46440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52" y="52"/>
                  </a:moveTo>
                  <a:cubicBezTo>
                    <a:pt x="0" y="104"/>
                    <a:pt x="0" y="189"/>
                    <a:pt x="52" y="241"/>
                  </a:cubicBez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任意多边形: 形状 55"/>
            <p:cNvSpPr/>
            <p:nvPr/>
          </p:nvSpPr>
          <p:spPr>
            <a:xfrm>
              <a:off x="4374360" y="937080"/>
              <a:ext cx="393840" cy="393840"/>
            </a:xfrm>
            <a:custGeom>
              <a:avLst/>
              <a:gdLst/>
              <a:ahLst/>
              <a:rect l="l" t="t" r="r" b="b"/>
              <a:pathLst>
                <a:path w="248" h="249">
                  <a:moveTo>
                    <a:pt x="204" y="44"/>
                  </a:moveTo>
                  <a:cubicBezTo>
                    <a:pt x="248" y="88"/>
                    <a:pt x="248" y="160"/>
                    <a:pt x="204" y="205"/>
                  </a:cubicBezTo>
                  <a:cubicBezTo>
                    <a:pt x="160" y="249"/>
                    <a:pt x="88" y="249"/>
                    <a:pt x="44" y="205"/>
                  </a:cubicBezTo>
                  <a:cubicBezTo>
                    <a:pt x="0" y="160"/>
                    <a:pt x="0" y="88"/>
                    <a:pt x="44" y="44"/>
                  </a:cubicBezTo>
                  <a:cubicBezTo>
                    <a:pt x="88" y="0"/>
                    <a:pt x="160" y="0"/>
                    <a:pt x="204" y="44"/>
                  </a:cubicBezTo>
                  <a:close/>
                  <a:moveTo>
                    <a:pt x="194" y="55"/>
                  </a:moveTo>
                  <a:cubicBezTo>
                    <a:pt x="232" y="93"/>
                    <a:pt x="232" y="156"/>
                    <a:pt x="194" y="194"/>
                  </a:cubicBezTo>
                  <a:cubicBezTo>
                    <a:pt x="155" y="233"/>
                    <a:pt x="92" y="233"/>
                    <a:pt x="54" y="194"/>
                  </a:cubicBezTo>
                  <a:cubicBezTo>
                    <a:pt x="15" y="156"/>
                    <a:pt x="15" y="93"/>
                    <a:pt x="54" y="55"/>
                  </a:cubicBezTo>
                  <a:cubicBezTo>
                    <a:pt x="92" y="16"/>
                    <a:pt x="155" y="16"/>
                    <a:pt x="194" y="5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任意多边形: 形状 56"/>
            <p:cNvSpPr/>
            <p:nvPr/>
          </p:nvSpPr>
          <p:spPr>
            <a:xfrm>
              <a:off x="4559040" y="1341000"/>
              <a:ext cx="22680" cy="257400"/>
            </a:xfrm>
            <a:custGeom>
              <a:avLst/>
              <a:gdLst/>
              <a:ahLst/>
              <a:rect l="l" t="t" r="r" b="b"/>
              <a:pathLst>
                <a:path w="32" h="338">
                  <a:moveTo>
                    <a:pt x="0" y="0"/>
                  </a:moveTo>
                  <a:lnTo>
                    <a:pt x="32" y="0"/>
                  </a:lnTo>
                  <a:lnTo>
                    <a:pt x="32" y="338"/>
                  </a:lnTo>
                  <a:lnTo>
                    <a:pt x="0" y="3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任意多边形: 形状 57"/>
            <p:cNvSpPr/>
            <p:nvPr/>
          </p:nvSpPr>
          <p:spPr>
            <a:xfrm>
              <a:off x="4337280" y="3775680"/>
              <a:ext cx="465120" cy="46440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52" y="241"/>
                  </a:move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ubicBezTo>
                    <a:pt x="189" y="293"/>
                    <a:pt x="104" y="293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任意多边形: 形状 58"/>
            <p:cNvSpPr/>
            <p:nvPr/>
          </p:nvSpPr>
          <p:spPr>
            <a:xfrm>
              <a:off x="4374360" y="3810600"/>
              <a:ext cx="393840" cy="393840"/>
            </a:xfrm>
            <a:custGeom>
              <a:avLst/>
              <a:gdLst/>
              <a:ahLst/>
              <a:rect l="l" t="t" r="r" b="b"/>
              <a:pathLst>
                <a:path w="248" h="249">
                  <a:moveTo>
                    <a:pt x="204" y="204"/>
                  </a:moveTo>
                  <a:cubicBezTo>
                    <a:pt x="248" y="160"/>
                    <a:pt x="248" y="88"/>
                    <a:pt x="204" y="44"/>
                  </a:cubicBez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9"/>
                    <a:pt x="160" y="249"/>
                    <a:pt x="204" y="204"/>
                  </a:cubicBezTo>
                  <a:close/>
                  <a:moveTo>
                    <a:pt x="194" y="194"/>
                  </a:moveTo>
                  <a:cubicBezTo>
                    <a:pt x="232" y="156"/>
                    <a:pt x="232" y="93"/>
                    <a:pt x="194" y="54"/>
                  </a:cubicBezTo>
                  <a:cubicBezTo>
                    <a:pt x="155" y="16"/>
                    <a:pt x="92" y="16"/>
                    <a:pt x="54" y="54"/>
                  </a:cubicBezTo>
                  <a:cubicBezTo>
                    <a:pt x="15" y="93"/>
                    <a:pt x="15" y="156"/>
                    <a:pt x="54" y="194"/>
                  </a:cubicBezTo>
                  <a:cubicBezTo>
                    <a:pt x="92" y="233"/>
                    <a:pt x="155" y="233"/>
                    <a:pt x="194" y="19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" name="任意多边形: 形状 59"/>
            <p:cNvSpPr/>
            <p:nvPr/>
          </p:nvSpPr>
          <p:spPr>
            <a:xfrm>
              <a:off x="4559040" y="3543840"/>
              <a:ext cx="22680" cy="257400"/>
            </a:xfrm>
            <a:custGeom>
              <a:avLst/>
              <a:gdLst/>
              <a:ahLst/>
              <a:rect l="l" t="t" r="r" b="b"/>
              <a:pathLst>
                <a:path w="32" h="338">
                  <a:moveTo>
                    <a:pt x="0" y="338"/>
                  </a:moveTo>
                  <a:lnTo>
                    <a:pt x="32" y="338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338"/>
                  </a:lnTo>
                  <a:lnTo>
                    <a:pt x="0" y="338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" name="任意多边形: 形状 60"/>
            <p:cNvSpPr/>
            <p:nvPr/>
          </p:nvSpPr>
          <p:spPr>
            <a:xfrm>
              <a:off x="4484520" y="1059120"/>
              <a:ext cx="171360" cy="135360"/>
            </a:xfrm>
            <a:custGeom>
              <a:avLst/>
              <a:gdLst/>
              <a:ahLst/>
              <a:rect l="l" t="t" r="r" b="b"/>
              <a:pathLst>
                <a:path w="109" h="86">
                  <a:moveTo>
                    <a:pt x="109" y="47"/>
                  </a:moveTo>
                  <a:cubicBezTo>
                    <a:pt x="109" y="80"/>
                    <a:pt x="109" y="80"/>
                    <a:pt x="109" y="80"/>
                  </a:cubicBezTo>
                  <a:cubicBezTo>
                    <a:pt x="109" y="83"/>
                    <a:pt x="107" y="86"/>
                    <a:pt x="104" y="86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3" y="85"/>
                    <a:pt x="0" y="83"/>
                    <a:pt x="0" y="8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49" y="56"/>
                    <a:pt x="50" y="57"/>
                    <a:pt x="52" y="57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60" y="57"/>
                    <a:pt x="61" y="56"/>
                    <a:pt x="61" y="54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109" y="47"/>
                    <a:pt x="109" y="47"/>
                    <a:pt x="109" y="47"/>
                  </a:cubicBezTo>
                  <a:close/>
                  <a:moveTo>
                    <a:pt x="44" y="17"/>
                  </a:moveTo>
                  <a:cubicBezTo>
                    <a:pt x="66" y="17"/>
                    <a:pt x="66" y="17"/>
                    <a:pt x="66" y="17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8"/>
                    <a:pt x="65" y="7"/>
                    <a:pt x="63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5" y="7"/>
                    <a:pt x="44" y="8"/>
                    <a:pt x="44" y="9"/>
                  </a:cubicBezTo>
                  <a:cubicBezTo>
                    <a:pt x="44" y="17"/>
                    <a:pt x="44" y="17"/>
                    <a:pt x="44" y="17"/>
                  </a:cubicBezTo>
                  <a:close/>
                  <a:moveTo>
                    <a:pt x="6" y="17"/>
                  </a:moveTo>
                  <a:cubicBezTo>
                    <a:pt x="38" y="17"/>
                    <a:pt x="38" y="17"/>
                    <a:pt x="38" y="17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5"/>
                    <a:pt x="42" y="0"/>
                    <a:pt x="4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5"/>
                    <a:pt x="72" y="9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7" y="17"/>
                    <a:pt x="109" y="19"/>
                    <a:pt x="109" y="23"/>
                  </a:cubicBezTo>
                  <a:cubicBezTo>
                    <a:pt x="109" y="41"/>
                    <a:pt x="109" y="41"/>
                    <a:pt x="109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9"/>
                    <a:pt x="3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任意多边形: 形状 61"/>
            <p:cNvSpPr/>
            <p:nvPr/>
          </p:nvSpPr>
          <p:spPr>
            <a:xfrm>
              <a:off x="4484520" y="3942720"/>
              <a:ext cx="171360" cy="144720"/>
            </a:xfrm>
            <a:custGeom>
              <a:avLst/>
              <a:gdLst/>
              <a:ahLst/>
              <a:rect l="l" t="t" r="r" b="b"/>
              <a:pathLst>
                <a:path w="109" h="92">
                  <a:moveTo>
                    <a:pt x="17" y="48"/>
                  </a:moveTo>
                  <a:cubicBezTo>
                    <a:pt x="65" y="48"/>
                    <a:pt x="65" y="48"/>
                    <a:pt x="65" y="48"/>
                  </a:cubicBezTo>
                  <a:cubicBezTo>
                    <a:pt x="65" y="48"/>
                    <a:pt x="66" y="49"/>
                    <a:pt x="66" y="49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53"/>
                    <a:pt x="65" y="53"/>
                    <a:pt x="65" y="53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6" y="53"/>
                    <a:pt x="16" y="53"/>
                    <a:pt x="16" y="52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6" y="49"/>
                    <a:pt x="16" y="48"/>
                    <a:pt x="17" y="48"/>
                  </a:cubicBezTo>
                  <a:close/>
                  <a:moveTo>
                    <a:pt x="55" y="64"/>
                  </a:moveTo>
                  <a:cubicBezTo>
                    <a:pt x="57" y="64"/>
                    <a:pt x="58" y="65"/>
                    <a:pt x="58" y="67"/>
                  </a:cubicBezTo>
                  <a:cubicBezTo>
                    <a:pt x="58" y="69"/>
                    <a:pt x="57" y="71"/>
                    <a:pt x="55" y="71"/>
                  </a:cubicBezTo>
                  <a:cubicBezTo>
                    <a:pt x="53" y="71"/>
                    <a:pt x="51" y="69"/>
                    <a:pt x="51" y="67"/>
                  </a:cubicBezTo>
                  <a:cubicBezTo>
                    <a:pt x="51" y="65"/>
                    <a:pt x="53" y="64"/>
                    <a:pt x="55" y="64"/>
                  </a:cubicBezTo>
                  <a:close/>
                  <a:moveTo>
                    <a:pt x="11" y="8"/>
                  </a:moveTo>
                  <a:cubicBezTo>
                    <a:pt x="99" y="8"/>
                    <a:pt x="99" y="8"/>
                    <a:pt x="99" y="8"/>
                  </a:cubicBezTo>
                  <a:cubicBezTo>
                    <a:pt x="100" y="8"/>
                    <a:pt x="101" y="9"/>
                    <a:pt x="101" y="10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9"/>
                    <a:pt x="100" y="60"/>
                    <a:pt x="99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0" y="60"/>
                    <a:pt x="9" y="59"/>
                    <a:pt x="9" y="58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10" y="8"/>
                    <a:pt x="11" y="8"/>
                  </a:cubicBezTo>
                  <a:close/>
                  <a:moveTo>
                    <a:pt x="66" y="75"/>
                  </a:moveTo>
                  <a:cubicBezTo>
                    <a:pt x="66" y="83"/>
                    <a:pt x="66" y="83"/>
                    <a:pt x="66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81" y="83"/>
                    <a:pt x="83" y="85"/>
                    <a:pt x="83" y="87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5"/>
                    <a:pt x="29" y="83"/>
                    <a:pt x="31" y="83"/>
                  </a:cubicBezTo>
                  <a:cubicBezTo>
                    <a:pt x="44" y="83"/>
                    <a:pt x="44" y="83"/>
                    <a:pt x="44" y="83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3" y="75"/>
                    <a:pt x="0" y="73"/>
                    <a:pt x="0" y="69"/>
                  </a:cubicBezTo>
                  <a:cubicBezTo>
                    <a:pt x="0" y="50"/>
                    <a:pt x="0" y="25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7" y="0"/>
                    <a:pt x="109" y="2"/>
                    <a:pt x="109" y="6"/>
                  </a:cubicBezTo>
                  <a:cubicBezTo>
                    <a:pt x="109" y="25"/>
                    <a:pt x="109" y="50"/>
                    <a:pt x="109" y="69"/>
                  </a:cubicBezTo>
                  <a:cubicBezTo>
                    <a:pt x="109" y="73"/>
                    <a:pt x="107" y="75"/>
                    <a:pt x="104" y="75"/>
                  </a:cubicBezTo>
                  <a:cubicBezTo>
                    <a:pt x="66" y="75"/>
                    <a:pt x="66" y="75"/>
                    <a:pt x="66" y="75"/>
                  </a:cubicBezTo>
                  <a:close/>
                  <a:moveTo>
                    <a:pt x="9" y="65"/>
                  </a:move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20" y="65"/>
                    <a:pt x="20" y="66"/>
                  </a:cubicBezTo>
                  <a:cubicBezTo>
                    <a:pt x="20" y="69"/>
                    <a:pt x="20" y="69"/>
                    <a:pt x="20" y="69"/>
                  </a:cubicBezTo>
                  <a:cubicBezTo>
                    <a:pt x="20" y="69"/>
                    <a:pt x="19" y="70"/>
                    <a:pt x="1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0"/>
                    <a:pt x="9" y="69"/>
                    <a:pt x="9" y="69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9" y="65"/>
                    <a:pt x="9" y="65"/>
                    <a:pt x="9" y="65"/>
                  </a:cubicBezTo>
                  <a:close/>
                  <a:moveTo>
                    <a:pt x="25" y="65"/>
                  </a:moveTo>
                  <a:cubicBezTo>
                    <a:pt x="29" y="65"/>
                    <a:pt x="31" y="65"/>
                    <a:pt x="35" y="65"/>
                  </a:cubicBezTo>
                  <a:cubicBezTo>
                    <a:pt x="35" y="65"/>
                    <a:pt x="35" y="65"/>
                    <a:pt x="35" y="66"/>
                  </a:cubicBezTo>
                  <a:cubicBezTo>
                    <a:pt x="35" y="67"/>
                    <a:pt x="35" y="68"/>
                    <a:pt x="35" y="69"/>
                  </a:cubicBezTo>
                  <a:cubicBezTo>
                    <a:pt x="35" y="69"/>
                    <a:pt x="35" y="70"/>
                    <a:pt x="35" y="70"/>
                  </a:cubicBezTo>
                  <a:cubicBezTo>
                    <a:pt x="31" y="70"/>
                    <a:pt x="29" y="70"/>
                    <a:pt x="25" y="70"/>
                  </a:cubicBezTo>
                  <a:cubicBezTo>
                    <a:pt x="25" y="70"/>
                    <a:pt x="24" y="69"/>
                    <a:pt x="24" y="69"/>
                  </a:cubicBezTo>
                  <a:cubicBezTo>
                    <a:pt x="24" y="68"/>
                    <a:pt x="24" y="67"/>
                    <a:pt x="24" y="66"/>
                  </a:cubicBezTo>
                  <a:cubicBezTo>
                    <a:pt x="24" y="65"/>
                    <a:pt x="25" y="65"/>
                    <a:pt x="25" y="65"/>
                  </a:cubicBezTo>
                  <a:close/>
                  <a:moveTo>
                    <a:pt x="17" y="15"/>
                  </a:moveTo>
                  <a:cubicBezTo>
                    <a:pt x="93" y="15"/>
                    <a:pt x="93" y="15"/>
                    <a:pt x="93" y="15"/>
                  </a:cubicBezTo>
                  <a:cubicBezTo>
                    <a:pt x="93" y="15"/>
                    <a:pt x="94" y="16"/>
                    <a:pt x="94" y="16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4" y="20"/>
                    <a:pt x="93" y="20"/>
                    <a:pt x="93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5"/>
                    <a:pt x="17" y="15"/>
                  </a:cubicBezTo>
                  <a:close/>
                  <a:moveTo>
                    <a:pt x="17" y="37"/>
                  </a:moveTo>
                  <a:cubicBezTo>
                    <a:pt x="42" y="37"/>
                    <a:pt x="68" y="37"/>
                    <a:pt x="93" y="37"/>
                  </a:cubicBezTo>
                  <a:cubicBezTo>
                    <a:pt x="93" y="37"/>
                    <a:pt x="94" y="38"/>
                    <a:pt x="94" y="38"/>
                  </a:cubicBezTo>
                  <a:cubicBezTo>
                    <a:pt x="94" y="39"/>
                    <a:pt x="94" y="40"/>
                    <a:pt x="94" y="41"/>
                  </a:cubicBezTo>
                  <a:cubicBezTo>
                    <a:pt x="94" y="42"/>
                    <a:pt x="93" y="42"/>
                    <a:pt x="93" y="42"/>
                  </a:cubicBezTo>
                  <a:cubicBezTo>
                    <a:pt x="68" y="42"/>
                    <a:pt x="42" y="42"/>
                    <a:pt x="17" y="42"/>
                  </a:cubicBezTo>
                  <a:cubicBezTo>
                    <a:pt x="16" y="42"/>
                    <a:pt x="16" y="42"/>
                    <a:pt x="16" y="41"/>
                  </a:cubicBezTo>
                  <a:cubicBezTo>
                    <a:pt x="16" y="40"/>
                    <a:pt x="16" y="39"/>
                    <a:pt x="16" y="38"/>
                  </a:cubicBezTo>
                  <a:cubicBezTo>
                    <a:pt x="16" y="38"/>
                    <a:pt x="16" y="37"/>
                    <a:pt x="17" y="37"/>
                  </a:cubicBezTo>
                  <a:close/>
                  <a:moveTo>
                    <a:pt x="17" y="26"/>
                  </a:moveTo>
                  <a:cubicBezTo>
                    <a:pt x="42" y="26"/>
                    <a:pt x="68" y="26"/>
                    <a:pt x="93" y="26"/>
                  </a:cubicBezTo>
                  <a:cubicBezTo>
                    <a:pt x="93" y="26"/>
                    <a:pt x="94" y="27"/>
                    <a:pt x="94" y="27"/>
                  </a:cubicBezTo>
                  <a:cubicBezTo>
                    <a:pt x="94" y="28"/>
                    <a:pt x="94" y="29"/>
                    <a:pt x="94" y="30"/>
                  </a:cubicBezTo>
                  <a:cubicBezTo>
                    <a:pt x="94" y="31"/>
                    <a:pt x="93" y="31"/>
                    <a:pt x="93" y="31"/>
                  </a:cubicBezTo>
                  <a:cubicBezTo>
                    <a:pt x="68" y="31"/>
                    <a:pt x="42" y="31"/>
                    <a:pt x="17" y="31"/>
                  </a:cubicBezTo>
                  <a:cubicBezTo>
                    <a:pt x="16" y="31"/>
                    <a:pt x="16" y="31"/>
                    <a:pt x="16" y="30"/>
                  </a:cubicBezTo>
                  <a:cubicBezTo>
                    <a:pt x="16" y="29"/>
                    <a:pt x="16" y="28"/>
                    <a:pt x="16" y="27"/>
                  </a:cubicBezTo>
                  <a:cubicBezTo>
                    <a:pt x="16" y="27"/>
                    <a:pt x="16" y="26"/>
                    <a:pt x="17" y="2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" name="任意多边形: 形状 62"/>
            <p:cNvSpPr/>
            <p:nvPr/>
          </p:nvSpPr>
          <p:spPr>
            <a:xfrm>
              <a:off x="4217040" y="2217600"/>
              <a:ext cx="706680" cy="705960"/>
            </a:xfrm>
            <a:custGeom>
              <a:avLst/>
              <a:gdLst/>
              <a:ahLst/>
              <a:rect l="l" t="t" r="r" b="b"/>
              <a:pathLst>
                <a:path w="445" h="445">
                  <a:moveTo>
                    <a:pt x="79" y="79"/>
                  </a:move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任意多边形: 形状 63"/>
            <p:cNvSpPr/>
            <p:nvPr/>
          </p:nvSpPr>
          <p:spPr>
            <a:xfrm>
              <a:off x="4270680" y="2271240"/>
              <a:ext cx="600840" cy="599400"/>
            </a:xfrm>
            <a:custGeom>
              <a:avLst/>
              <a:gdLst/>
              <a:ahLst/>
              <a:rect l="l" t="t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任意多边形: 形状 64"/>
            <p:cNvSpPr/>
            <p:nvPr/>
          </p:nvSpPr>
          <p:spPr>
            <a:xfrm>
              <a:off x="4437720" y="2422080"/>
              <a:ext cx="266400" cy="279720"/>
            </a:xfrm>
            <a:custGeom>
              <a:avLst/>
              <a:gdLst/>
              <a:ahLst/>
              <a:rect l="l" t="t" r="r" b="b"/>
              <a:pathLst>
                <a:path w="168" h="177">
                  <a:moveTo>
                    <a:pt x="84" y="96"/>
                  </a:moveTo>
                  <a:cubicBezTo>
                    <a:pt x="89" y="96"/>
                    <a:pt x="94" y="100"/>
                    <a:pt x="94" y="106"/>
                  </a:cubicBezTo>
                  <a:cubicBezTo>
                    <a:pt x="94" y="110"/>
                    <a:pt x="91" y="113"/>
                    <a:pt x="88" y="115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114" y="94"/>
                    <a:pt x="114" y="94"/>
                    <a:pt x="114" y="94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62" y="111"/>
                    <a:pt x="168" y="120"/>
                    <a:pt x="168" y="133"/>
                  </a:cubicBezTo>
                  <a:cubicBezTo>
                    <a:pt x="168" y="177"/>
                    <a:pt x="168" y="177"/>
                    <a:pt x="168" y="177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20"/>
                    <a:pt x="6" y="111"/>
                    <a:pt x="18" y="107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76" y="113"/>
                    <a:pt x="74" y="110"/>
                    <a:pt x="74" y="106"/>
                  </a:cubicBezTo>
                  <a:cubicBezTo>
                    <a:pt x="74" y="100"/>
                    <a:pt x="78" y="96"/>
                    <a:pt x="84" y="96"/>
                  </a:cubicBezTo>
                  <a:close/>
                  <a:moveTo>
                    <a:pt x="84" y="87"/>
                  </a:moveTo>
                  <a:cubicBezTo>
                    <a:pt x="72" y="87"/>
                    <a:pt x="63" y="78"/>
                    <a:pt x="58" y="69"/>
                  </a:cubicBezTo>
                  <a:cubicBezTo>
                    <a:pt x="50" y="56"/>
                    <a:pt x="46" y="39"/>
                    <a:pt x="50" y="25"/>
                  </a:cubicBezTo>
                  <a:cubicBezTo>
                    <a:pt x="54" y="11"/>
                    <a:pt x="64" y="0"/>
                    <a:pt x="84" y="0"/>
                  </a:cubicBezTo>
                  <a:cubicBezTo>
                    <a:pt x="104" y="0"/>
                    <a:pt x="114" y="11"/>
                    <a:pt x="118" y="25"/>
                  </a:cubicBezTo>
                  <a:cubicBezTo>
                    <a:pt x="121" y="39"/>
                    <a:pt x="118" y="56"/>
                    <a:pt x="110" y="69"/>
                  </a:cubicBezTo>
                  <a:cubicBezTo>
                    <a:pt x="104" y="79"/>
                    <a:pt x="95" y="87"/>
                    <a:pt x="84" y="87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8" name="组合 4"/>
          <p:cNvGrpSpPr/>
          <p:nvPr/>
        </p:nvGrpSpPr>
        <p:grpSpPr>
          <a:xfrm>
            <a:off x="182160" y="1536840"/>
            <a:ext cx="2471400" cy="541080"/>
            <a:chOff x="182160" y="1536840"/>
            <a:chExt cx="2471400" cy="541080"/>
          </a:xfrm>
        </p:grpSpPr>
        <p:sp>
          <p:nvSpPr>
            <p:cNvPr id="209" name="文本框 202"/>
            <p:cNvSpPr/>
            <p:nvPr/>
          </p:nvSpPr>
          <p:spPr>
            <a:xfrm>
              <a:off x="182160" y="1721520"/>
              <a:ext cx="2471400" cy="35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 algn="r"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1100" spc="-1" strike="noStrike">
                <a:latin typeface="Arial"/>
              </a:endParaRPr>
            </a:p>
          </p:txBody>
        </p:sp>
        <p:sp>
          <p:nvSpPr>
            <p:cNvPr id="210" name="矩形 15"/>
            <p:cNvSpPr/>
            <p:nvPr/>
          </p:nvSpPr>
          <p:spPr>
            <a:xfrm>
              <a:off x="182160" y="1536840"/>
              <a:ext cx="2471400" cy="18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5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1" lang="en-HK" sz="1600" spc="-1" strike="noStrike">
                <a:latin typeface="Arial"/>
              </a:endParaRPr>
            </a:p>
          </p:txBody>
        </p:sp>
      </p:grpSp>
      <p:grpSp>
        <p:nvGrpSpPr>
          <p:cNvPr id="211" name="组合 5"/>
          <p:cNvGrpSpPr/>
          <p:nvPr/>
        </p:nvGrpSpPr>
        <p:grpSpPr>
          <a:xfrm>
            <a:off x="6488640" y="1536840"/>
            <a:ext cx="2471400" cy="541080"/>
            <a:chOff x="6488640" y="1536840"/>
            <a:chExt cx="2471400" cy="541080"/>
          </a:xfrm>
        </p:grpSpPr>
        <p:sp>
          <p:nvSpPr>
            <p:cNvPr id="212" name="文本框 205"/>
            <p:cNvSpPr/>
            <p:nvPr/>
          </p:nvSpPr>
          <p:spPr>
            <a:xfrm>
              <a:off x="6488640" y="1721520"/>
              <a:ext cx="2471400" cy="35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1100" spc="-1" strike="noStrike">
                <a:latin typeface="Arial"/>
              </a:endParaRPr>
            </a:p>
          </p:txBody>
        </p:sp>
        <p:sp>
          <p:nvSpPr>
            <p:cNvPr id="213" name="矩形 13"/>
            <p:cNvSpPr/>
            <p:nvPr/>
          </p:nvSpPr>
          <p:spPr>
            <a:xfrm>
              <a:off x="6488640" y="1536840"/>
              <a:ext cx="2471400" cy="18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5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单击添加标题</a:t>
              </a:r>
              <a:endParaRPr b="1" lang="en-HK" sz="1600" spc="-1" strike="noStrike">
                <a:latin typeface="Arial"/>
              </a:endParaRPr>
            </a:p>
          </p:txBody>
        </p:sp>
      </p:grpSp>
      <p:grpSp>
        <p:nvGrpSpPr>
          <p:cNvPr id="214" name="组合 6"/>
          <p:cNvGrpSpPr/>
          <p:nvPr/>
        </p:nvGrpSpPr>
        <p:grpSpPr>
          <a:xfrm>
            <a:off x="182160" y="3393720"/>
            <a:ext cx="2471400" cy="541080"/>
            <a:chOff x="182160" y="3393720"/>
            <a:chExt cx="2471400" cy="541080"/>
          </a:xfrm>
        </p:grpSpPr>
        <p:sp>
          <p:nvSpPr>
            <p:cNvPr id="215" name="文本框 208"/>
            <p:cNvSpPr/>
            <p:nvPr/>
          </p:nvSpPr>
          <p:spPr>
            <a:xfrm>
              <a:off x="182160" y="3578400"/>
              <a:ext cx="2471400" cy="35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 algn="r"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1100" spc="-1" strike="noStrike">
                <a:latin typeface="Arial"/>
              </a:endParaRPr>
            </a:p>
          </p:txBody>
        </p:sp>
        <p:sp>
          <p:nvSpPr>
            <p:cNvPr id="216" name="矩形 11"/>
            <p:cNvSpPr/>
            <p:nvPr/>
          </p:nvSpPr>
          <p:spPr>
            <a:xfrm>
              <a:off x="182160" y="3393720"/>
              <a:ext cx="2471400" cy="18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5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1" lang="en-HK" sz="1600" spc="-1" strike="noStrike">
                <a:latin typeface="Arial"/>
              </a:endParaRPr>
            </a:p>
          </p:txBody>
        </p:sp>
      </p:grpSp>
      <p:grpSp>
        <p:nvGrpSpPr>
          <p:cNvPr id="217" name="组合 7"/>
          <p:cNvGrpSpPr/>
          <p:nvPr/>
        </p:nvGrpSpPr>
        <p:grpSpPr>
          <a:xfrm>
            <a:off x="6488640" y="3393720"/>
            <a:ext cx="2471400" cy="541080"/>
            <a:chOff x="6488640" y="3393720"/>
            <a:chExt cx="2471400" cy="541080"/>
          </a:xfrm>
        </p:grpSpPr>
        <p:sp>
          <p:nvSpPr>
            <p:cNvPr id="218" name="文本框 211"/>
            <p:cNvSpPr/>
            <p:nvPr/>
          </p:nvSpPr>
          <p:spPr>
            <a:xfrm>
              <a:off x="6488640" y="3578400"/>
              <a:ext cx="2471400" cy="35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1100" spc="-1" strike="noStrike">
                <a:latin typeface="Arial"/>
              </a:endParaRPr>
            </a:p>
          </p:txBody>
        </p:sp>
        <p:sp>
          <p:nvSpPr>
            <p:cNvPr id="219" name="矩形 9"/>
            <p:cNvSpPr/>
            <p:nvPr/>
          </p:nvSpPr>
          <p:spPr>
            <a:xfrm>
              <a:off x="6488640" y="3393720"/>
              <a:ext cx="2471400" cy="18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5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单击添加标题</a:t>
              </a:r>
              <a:endParaRPr b="1" lang="en-HK" sz="1600" spc="-1" strike="noStrike">
                <a:latin typeface="Arial"/>
              </a:endParaRPr>
            </a:p>
          </p:txBody>
        </p:sp>
      </p:grpSp>
      <p:grpSp>
        <p:nvGrpSpPr>
          <p:cNvPr id="220" name="组合 66"/>
          <p:cNvGrpSpPr/>
          <p:nvPr/>
        </p:nvGrpSpPr>
        <p:grpSpPr>
          <a:xfrm>
            <a:off x="323640" y="0"/>
            <a:ext cx="2086200" cy="1001160"/>
            <a:chOff x="323640" y="0"/>
            <a:chExt cx="2086200" cy="1001160"/>
          </a:xfrm>
        </p:grpSpPr>
        <p:sp>
          <p:nvSpPr>
            <p:cNvPr id="221" name="TextBox 86"/>
            <p:cNvSpPr/>
            <p:nvPr/>
          </p:nvSpPr>
          <p:spPr>
            <a:xfrm>
              <a:off x="576360" y="58320"/>
              <a:ext cx="1833480" cy="94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</a:t>
              </a:r>
              <a:r>
                <a:rPr b="1" lang="zh-CN" sz="32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输入</a:t>
              </a: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222" name="矩形 68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af7dcf01-6a0f-4fcd-b523-a845d2963cf0"/>
          <p:cNvGrpSpPr/>
          <p:nvPr/>
        </p:nvGrpSpPr>
        <p:grpSpPr>
          <a:xfrm>
            <a:off x="-163800" y="1078920"/>
            <a:ext cx="9322560" cy="3367080"/>
            <a:chOff x="-163800" y="1078920"/>
            <a:chExt cx="9322560" cy="3367080"/>
          </a:xfrm>
        </p:grpSpPr>
        <p:sp>
          <p:nvSpPr>
            <p:cNvPr id="224" name="Straight Connector 4"/>
            <p:cNvSpPr/>
            <p:nvPr/>
          </p:nvSpPr>
          <p:spPr>
            <a:xfrm>
              <a:off x="6211080" y="3305520"/>
              <a:ext cx="360" cy="1140480"/>
            </a:xfrm>
            <a:prstGeom prst="line">
              <a:avLst/>
            </a:prstGeom>
            <a:ln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5" name="Freeform: Shape 5"/>
            <p:cNvSpPr/>
            <p:nvPr/>
          </p:nvSpPr>
          <p:spPr>
            <a:xfrm>
              <a:off x="-163800" y="1815840"/>
              <a:ext cx="9322560" cy="2259360"/>
            </a:xfrm>
            <a:custGeom>
              <a:avLst/>
              <a:gdLst/>
              <a:ahLst/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3118" y="10000"/>
                  </a:lnTo>
                  <a:lnTo>
                    <a:pt x="5230" y="5845"/>
                  </a:lnTo>
                  <a:lnTo>
                    <a:pt x="6915" y="6788"/>
                  </a:lnTo>
                  <a:lnTo>
                    <a:pt x="7725" y="1487"/>
                  </a:lnTo>
                  <a:cubicBezTo>
                    <a:pt x="8308" y="981"/>
                    <a:pt x="9416" y="506"/>
                    <a:pt x="10000" y="0"/>
                  </a:cubicBezTo>
                </a:path>
              </a:pathLst>
            </a:custGeom>
            <a:noFill/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" name="Straight Connector 9"/>
            <p:cNvSpPr/>
            <p:nvPr/>
          </p:nvSpPr>
          <p:spPr>
            <a:xfrm>
              <a:off x="2717640" y="2394720"/>
              <a:ext cx="360" cy="1684080"/>
            </a:xfrm>
            <a:prstGeom prst="line">
              <a:avLst/>
            </a:prstGeom>
            <a:ln>
              <a:solidFill>
                <a:srgbClr val="272f42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7" name="Straight Connector 13"/>
            <p:cNvSpPr/>
            <p:nvPr/>
          </p:nvSpPr>
          <p:spPr>
            <a:xfrm>
              <a:off x="4674240" y="1908720"/>
              <a:ext cx="360" cy="1254600"/>
            </a:xfrm>
            <a:prstGeom prst="line">
              <a:avLst/>
            </a:prstGeom>
            <a:ln>
              <a:solidFill>
                <a:srgbClr val="959595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8" name="Straight Connector 17"/>
            <p:cNvSpPr/>
            <p:nvPr/>
          </p:nvSpPr>
          <p:spPr>
            <a:xfrm>
              <a:off x="6945840" y="1078920"/>
              <a:ext cx="360" cy="1083240"/>
            </a:xfrm>
            <a:prstGeom prst="line">
              <a:avLst/>
            </a:prstGeom>
            <a:ln>
              <a:solidFill>
                <a:srgbClr val="959595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9" name="Freeform: Shape 28"/>
            <p:cNvSpPr/>
            <p:nvPr/>
          </p:nvSpPr>
          <p:spPr>
            <a:xfrm>
              <a:off x="468360" y="1958400"/>
              <a:ext cx="1976040" cy="1972440"/>
            </a:xfrm>
            <a:custGeom>
              <a:avLst/>
              <a:gdLst/>
              <a:ahLst/>
              <a:rect l="l" t="t" r="r" b="b"/>
              <a:pathLst>
                <a:path w="2208" h="2204">
                  <a:moveTo>
                    <a:pt x="2208" y="1170"/>
                  </a:moveTo>
                  <a:lnTo>
                    <a:pt x="2208" y="1170"/>
                  </a:lnTo>
                  <a:lnTo>
                    <a:pt x="2208" y="2204"/>
                  </a:lnTo>
                  <a:lnTo>
                    <a:pt x="2208" y="2204"/>
                  </a:lnTo>
                  <a:lnTo>
                    <a:pt x="2208" y="1170"/>
                  </a:lnTo>
                  <a:moveTo>
                    <a:pt x="971" y="0"/>
                  </a:moveTo>
                  <a:lnTo>
                    <a:pt x="0" y="0"/>
                  </a:lnTo>
                  <a:lnTo>
                    <a:pt x="0" y="2204"/>
                  </a:lnTo>
                  <a:lnTo>
                    <a:pt x="968" y="2204"/>
                  </a:lnTo>
                  <a:lnTo>
                    <a:pt x="968" y="2203"/>
                  </a:lnTo>
                  <a:lnTo>
                    <a:pt x="0" y="2203"/>
                  </a:lnTo>
                  <a:lnTo>
                    <a:pt x="0" y="1029"/>
                  </a:lnTo>
                  <a:lnTo>
                    <a:pt x="3" y="1029"/>
                  </a:lnTo>
                  <a:lnTo>
                    <a:pt x="3" y="1"/>
                  </a:lnTo>
                  <a:lnTo>
                    <a:pt x="971" y="1"/>
                  </a:lnTo>
                  <a:lnTo>
                    <a:pt x="971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230" name="Group 1065"/>
            <p:cNvGrpSpPr/>
            <p:nvPr/>
          </p:nvGrpSpPr>
          <p:grpSpPr>
            <a:xfrm>
              <a:off x="746640" y="2508120"/>
              <a:ext cx="1487520" cy="1510920"/>
              <a:chOff x="746640" y="2508120"/>
              <a:chExt cx="1487520" cy="1510920"/>
            </a:xfrm>
          </p:grpSpPr>
          <p:sp>
            <p:nvSpPr>
              <p:cNvPr id="231" name="Freeform: Shape 29"/>
              <p:cNvSpPr/>
              <p:nvPr/>
            </p:nvSpPr>
            <p:spPr>
              <a:xfrm>
                <a:off x="1994040" y="3087720"/>
                <a:ext cx="185400" cy="162360"/>
              </a:xfrm>
              <a:custGeom>
                <a:avLst/>
                <a:gdLst/>
                <a:ahLst/>
                <a:rect l="l" t="t" r="r" b="b"/>
                <a:pathLst>
                  <a:path w="236" h="209">
                    <a:moveTo>
                      <a:pt x="47" y="209"/>
                    </a:moveTo>
                    <a:cubicBezTo>
                      <a:pt x="47" y="209"/>
                      <a:pt x="211" y="115"/>
                      <a:pt x="223" y="72"/>
                    </a:cubicBezTo>
                    <a:cubicBezTo>
                      <a:pt x="236" y="29"/>
                      <a:pt x="210" y="8"/>
                      <a:pt x="183" y="15"/>
                    </a:cubicBezTo>
                    <a:cubicBezTo>
                      <a:pt x="159" y="21"/>
                      <a:pt x="103" y="65"/>
                      <a:pt x="103" y="65"/>
                    </a:cubicBezTo>
                    <a:cubicBezTo>
                      <a:pt x="103" y="65"/>
                      <a:pt x="165" y="27"/>
                      <a:pt x="113" y="14"/>
                    </a:cubicBezTo>
                    <a:cubicBezTo>
                      <a:pt x="61" y="0"/>
                      <a:pt x="0" y="114"/>
                      <a:pt x="0" y="114"/>
                    </a:cubicBezTo>
                    <a:lnTo>
                      <a:pt x="47" y="209"/>
                    </a:lnTo>
                    <a:close/>
                  </a:path>
                </a:pathLst>
              </a:custGeom>
              <a:solidFill>
                <a:srgbClr val="ebb18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2" name="Freeform: Shape 30"/>
              <p:cNvSpPr/>
              <p:nvPr/>
            </p:nvSpPr>
            <p:spPr>
              <a:xfrm>
                <a:off x="1600200" y="2957040"/>
                <a:ext cx="444600" cy="384840"/>
              </a:xfrm>
              <a:custGeom>
                <a:avLst/>
                <a:gdLst/>
                <a:ahLst/>
                <a:rect l="l" t="t" r="r" b="b"/>
                <a:pathLst>
                  <a:path w="564" h="489">
                    <a:moveTo>
                      <a:pt x="511" y="240"/>
                    </a:moveTo>
                    <a:cubicBezTo>
                      <a:pt x="508" y="241"/>
                      <a:pt x="505" y="242"/>
                      <a:pt x="502" y="243"/>
                    </a:cubicBezTo>
                    <a:cubicBezTo>
                      <a:pt x="266" y="323"/>
                      <a:pt x="266" y="323"/>
                      <a:pt x="266" y="323"/>
                    </a:cubicBezTo>
                    <a:cubicBezTo>
                      <a:pt x="146" y="37"/>
                      <a:pt x="146" y="37"/>
                      <a:pt x="146" y="37"/>
                    </a:cubicBezTo>
                    <a:cubicBezTo>
                      <a:pt x="130" y="0"/>
                      <a:pt x="91" y="7"/>
                      <a:pt x="54" y="23"/>
                    </a:cubicBezTo>
                    <a:cubicBezTo>
                      <a:pt x="17" y="40"/>
                      <a:pt x="0" y="83"/>
                      <a:pt x="16" y="120"/>
                    </a:cubicBezTo>
                    <a:cubicBezTo>
                      <a:pt x="158" y="444"/>
                      <a:pt x="158" y="444"/>
                      <a:pt x="158" y="444"/>
                    </a:cubicBezTo>
                    <a:cubicBezTo>
                      <a:pt x="168" y="467"/>
                      <a:pt x="189" y="482"/>
                      <a:pt x="212" y="486"/>
                    </a:cubicBezTo>
                    <a:cubicBezTo>
                      <a:pt x="224" y="489"/>
                      <a:pt x="237" y="488"/>
                      <a:pt x="249" y="484"/>
                    </a:cubicBezTo>
                    <a:cubicBezTo>
                      <a:pt x="550" y="382"/>
                      <a:pt x="550" y="382"/>
                      <a:pt x="550" y="382"/>
                    </a:cubicBezTo>
                    <a:cubicBezTo>
                      <a:pt x="555" y="380"/>
                      <a:pt x="559" y="378"/>
                      <a:pt x="564" y="376"/>
                    </a:cubicBezTo>
                    <a:cubicBezTo>
                      <a:pt x="543" y="331"/>
                      <a:pt x="519" y="289"/>
                      <a:pt x="511" y="240"/>
                    </a:cubicBezTo>
                    <a:close/>
                  </a:path>
                </a:pathLst>
              </a:custGeom>
              <a:solidFill>
                <a:srgbClr val="e3e5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3" name="Freeform: Shape 1023"/>
              <p:cNvSpPr/>
              <p:nvPr/>
            </p:nvSpPr>
            <p:spPr>
              <a:xfrm>
                <a:off x="1643760" y="2872080"/>
                <a:ext cx="95760" cy="97920"/>
              </a:xfrm>
              <a:custGeom>
                <a:avLst/>
                <a:gdLst/>
                <a:ahLst/>
                <a:rect l="l" t="t" r="r" b="b"/>
                <a:pathLst>
                  <a:path w="85" h="87">
                    <a:moveTo>
                      <a:pt x="33" y="0"/>
                    </a:moveTo>
                    <a:lnTo>
                      <a:pt x="0" y="33"/>
                    </a:lnTo>
                    <a:lnTo>
                      <a:pt x="71" y="87"/>
                    </a:lnTo>
                    <a:lnTo>
                      <a:pt x="85" y="4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e3ae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4" name="Freeform: Shape 1024"/>
              <p:cNvSpPr/>
              <p:nvPr/>
            </p:nvSpPr>
            <p:spPr>
              <a:xfrm>
                <a:off x="894600" y="3821040"/>
                <a:ext cx="207000" cy="198000"/>
              </a:xfrm>
              <a:custGeom>
                <a:avLst/>
                <a:gdLst/>
                <a:ahLst/>
                <a:rect l="l" t="t" r="r" b="b"/>
                <a:pathLst>
                  <a:path w="265" h="252">
                    <a:moveTo>
                      <a:pt x="115" y="0"/>
                    </a:moveTo>
                    <a:cubicBezTo>
                      <a:pt x="115" y="0"/>
                      <a:pt x="106" y="7"/>
                      <a:pt x="85" y="20"/>
                    </a:cubicBezTo>
                    <a:cubicBezTo>
                      <a:pt x="64" y="33"/>
                      <a:pt x="0" y="86"/>
                      <a:pt x="0" y="86"/>
                    </a:cubicBezTo>
                    <a:cubicBezTo>
                      <a:pt x="55" y="141"/>
                      <a:pt x="55" y="141"/>
                      <a:pt x="55" y="141"/>
                    </a:cubicBezTo>
                    <a:cubicBezTo>
                      <a:pt x="90" y="137"/>
                      <a:pt x="90" y="137"/>
                      <a:pt x="90" y="137"/>
                    </a:cubicBezTo>
                    <a:cubicBezTo>
                      <a:pt x="90" y="137"/>
                      <a:pt x="90" y="231"/>
                      <a:pt x="153" y="249"/>
                    </a:cubicBezTo>
                    <a:cubicBezTo>
                      <a:pt x="214" y="249"/>
                      <a:pt x="228" y="252"/>
                      <a:pt x="251" y="252"/>
                    </a:cubicBezTo>
                    <a:cubicBezTo>
                      <a:pt x="265" y="229"/>
                      <a:pt x="221" y="212"/>
                      <a:pt x="204" y="199"/>
                    </a:cubicBezTo>
                    <a:cubicBezTo>
                      <a:pt x="186" y="186"/>
                      <a:pt x="184" y="147"/>
                      <a:pt x="179" y="126"/>
                    </a:cubicBezTo>
                    <a:cubicBezTo>
                      <a:pt x="175" y="106"/>
                      <a:pt x="193" y="68"/>
                      <a:pt x="193" y="68"/>
                    </a:cubicBez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1e1a1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5" name="Freeform: Shape 1025"/>
              <p:cNvSpPr/>
              <p:nvPr/>
            </p:nvSpPr>
            <p:spPr>
              <a:xfrm>
                <a:off x="962280" y="3249720"/>
                <a:ext cx="520200" cy="645480"/>
              </a:xfrm>
              <a:custGeom>
                <a:avLst/>
                <a:gdLst/>
                <a:ahLst/>
                <a:rect l="l" t="t" r="r" b="b"/>
                <a:pathLst>
                  <a:path w="661" h="818">
                    <a:moveTo>
                      <a:pt x="626" y="96"/>
                    </a:moveTo>
                    <a:cubicBezTo>
                      <a:pt x="534" y="20"/>
                      <a:pt x="534" y="20"/>
                      <a:pt x="534" y="20"/>
                    </a:cubicBezTo>
                    <a:cubicBezTo>
                      <a:pt x="515" y="5"/>
                      <a:pt x="490" y="0"/>
                      <a:pt x="467" y="7"/>
                    </a:cubicBezTo>
                    <a:cubicBezTo>
                      <a:pt x="443" y="13"/>
                      <a:pt x="425" y="31"/>
                      <a:pt x="417" y="55"/>
                    </a:cubicBezTo>
                    <a:cubicBezTo>
                      <a:pt x="417" y="55"/>
                      <a:pt x="308" y="407"/>
                      <a:pt x="299" y="422"/>
                    </a:cubicBezTo>
                    <a:cubicBezTo>
                      <a:pt x="290" y="436"/>
                      <a:pt x="8" y="708"/>
                      <a:pt x="8" y="708"/>
                    </a:cubicBezTo>
                    <a:cubicBezTo>
                      <a:pt x="0" y="716"/>
                      <a:pt x="85" y="794"/>
                      <a:pt x="119" y="818"/>
                    </a:cubicBezTo>
                    <a:cubicBezTo>
                      <a:pt x="120" y="818"/>
                      <a:pt x="121" y="817"/>
                      <a:pt x="121" y="816"/>
                    </a:cubicBezTo>
                    <a:cubicBezTo>
                      <a:pt x="121" y="816"/>
                      <a:pt x="402" y="525"/>
                      <a:pt x="417" y="510"/>
                    </a:cubicBezTo>
                    <a:cubicBezTo>
                      <a:pt x="432" y="494"/>
                      <a:pt x="639" y="195"/>
                      <a:pt x="639" y="195"/>
                    </a:cubicBezTo>
                    <a:cubicBezTo>
                      <a:pt x="661" y="163"/>
                      <a:pt x="656" y="120"/>
                      <a:pt x="626" y="96"/>
                    </a:cubicBezTo>
                    <a:close/>
                  </a:path>
                </a:pathLst>
              </a:custGeom>
              <a:solidFill>
                <a:srgbClr val="4c3b2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6" name="Freeform: Shape 1026"/>
              <p:cNvSpPr/>
              <p:nvPr/>
            </p:nvSpPr>
            <p:spPr>
              <a:xfrm>
                <a:off x="2008800" y="2976480"/>
                <a:ext cx="72720" cy="39600"/>
              </a:xfrm>
              <a:custGeom>
                <a:avLst/>
                <a:gdLst/>
                <a:ahLst/>
                <a:rect l="l" t="t" r="r" b="b"/>
                <a:pathLst>
                  <a:path w="94" h="52">
                    <a:moveTo>
                      <a:pt x="93" y="17"/>
                    </a:moveTo>
                    <a:cubicBezTo>
                      <a:pt x="94" y="15"/>
                      <a:pt x="61" y="0"/>
                      <a:pt x="33" y="11"/>
                    </a:cubicBezTo>
                    <a:cubicBezTo>
                      <a:pt x="5" y="22"/>
                      <a:pt x="0" y="26"/>
                      <a:pt x="7" y="39"/>
                    </a:cubicBezTo>
                    <a:cubicBezTo>
                      <a:pt x="14" y="52"/>
                      <a:pt x="76" y="45"/>
                      <a:pt x="93" y="17"/>
                    </a:cubicBezTo>
                    <a:close/>
                  </a:path>
                </a:pathLst>
              </a:custGeom>
              <a:solidFill>
                <a:srgbClr val="b0810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7" name="Freeform: Shape 1027"/>
              <p:cNvSpPr/>
              <p:nvPr/>
            </p:nvSpPr>
            <p:spPr>
              <a:xfrm>
                <a:off x="1940040" y="2970720"/>
                <a:ext cx="294120" cy="543240"/>
              </a:xfrm>
              <a:custGeom>
                <a:avLst/>
                <a:gdLst/>
                <a:ahLst/>
                <a:rect l="l" t="t" r="r" b="b"/>
                <a:pathLst>
                  <a:path w="375" h="689">
                    <a:moveTo>
                      <a:pt x="265" y="165"/>
                    </a:moveTo>
                    <a:cubicBezTo>
                      <a:pt x="266" y="160"/>
                      <a:pt x="313" y="55"/>
                      <a:pt x="313" y="55"/>
                    </a:cubicBezTo>
                    <a:cubicBezTo>
                      <a:pt x="313" y="55"/>
                      <a:pt x="326" y="12"/>
                      <a:pt x="284" y="18"/>
                    </a:cubicBezTo>
                    <a:cubicBezTo>
                      <a:pt x="245" y="23"/>
                      <a:pt x="258" y="0"/>
                      <a:pt x="221" y="4"/>
                    </a:cubicBezTo>
                    <a:cubicBezTo>
                      <a:pt x="184" y="9"/>
                      <a:pt x="194" y="19"/>
                      <a:pt x="168" y="30"/>
                    </a:cubicBezTo>
                    <a:cubicBezTo>
                      <a:pt x="142" y="42"/>
                      <a:pt x="71" y="54"/>
                      <a:pt x="100" y="29"/>
                    </a:cubicBezTo>
                    <a:cubicBezTo>
                      <a:pt x="126" y="8"/>
                      <a:pt x="153" y="17"/>
                      <a:pt x="171" y="19"/>
                    </a:cubicBezTo>
                    <a:cubicBezTo>
                      <a:pt x="125" y="1"/>
                      <a:pt x="72" y="21"/>
                      <a:pt x="93" y="48"/>
                    </a:cubicBezTo>
                    <a:cubicBezTo>
                      <a:pt x="115" y="75"/>
                      <a:pt x="164" y="183"/>
                      <a:pt x="159" y="183"/>
                    </a:cubicBezTo>
                    <a:cubicBezTo>
                      <a:pt x="154" y="183"/>
                      <a:pt x="36" y="344"/>
                      <a:pt x="18" y="417"/>
                    </a:cubicBezTo>
                    <a:cubicBezTo>
                      <a:pt x="0" y="489"/>
                      <a:pt x="38" y="669"/>
                      <a:pt x="188" y="679"/>
                    </a:cubicBezTo>
                    <a:cubicBezTo>
                      <a:pt x="337" y="689"/>
                      <a:pt x="352" y="568"/>
                      <a:pt x="364" y="444"/>
                    </a:cubicBezTo>
                    <a:cubicBezTo>
                      <a:pt x="375" y="321"/>
                      <a:pt x="262" y="194"/>
                      <a:pt x="265" y="16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8" name="Freeform: Shape 1028"/>
              <p:cNvSpPr/>
              <p:nvPr/>
            </p:nvSpPr>
            <p:spPr>
              <a:xfrm>
                <a:off x="2052360" y="3100320"/>
                <a:ext cx="111960" cy="30240"/>
              </a:xfrm>
              <a:custGeom>
                <a:avLst/>
                <a:gdLst/>
                <a:ahLst/>
                <a:rect l="l" t="t" r="r" b="b"/>
                <a:pathLst>
                  <a:path w="143" h="41">
                    <a:moveTo>
                      <a:pt x="15" y="10"/>
                    </a:moveTo>
                    <a:cubicBezTo>
                      <a:pt x="15" y="10"/>
                      <a:pt x="29" y="41"/>
                      <a:pt x="122" y="3"/>
                    </a:cubicBezTo>
                    <a:cubicBezTo>
                      <a:pt x="130" y="0"/>
                      <a:pt x="143" y="32"/>
                      <a:pt x="88" y="37"/>
                    </a:cubicBezTo>
                    <a:cubicBezTo>
                      <a:pt x="33" y="41"/>
                      <a:pt x="20" y="35"/>
                      <a:pt x="10" y="28"/>
                    </a:cubicBezTo>
                    <a:cubicBezTo>
                      <a:pt x="0" y="21"/>
                      <a:pt x="15" y="10"/>
                      <a:pt x="15" y="10"/>
                    </a:cubicBezTo>
                    <a:close/>
                  </a:path>
                </a:pathLst>
              </a:custGeom>
              <a:solidFill>
                <a:srgbClr val="503d2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9" name="Freeform: Shape 1029"/>
              <p:cNvSpPr/>
              <p:nvPr/>
            </p:nvSpPr>
            <p:spPr>
              <a:xfrm>
                <a:off x="2030760" y="3239280"/>
                <a:ext cx="108360" cy="173880"/>
              </a:xfrm>
              <a:custGeom>
                <a:avLst/>
                <a:gdLst/>
                <a:ahLst/>
                <a:rect l="l" t="t" r="r" b="b"/>
                <a:pathLst>
                  <a:path w="139" h="222">
                    <a:moveTo>
                      <a:pt x="139" y="141"/>
                    </a:moveTo>
                    <a:cubicBezTo>
                      <a:pt x="139" y="149"/>
                      <a:pt x="138" y="156"/>
                      <a:pt x="135" y="161"/>
                    </a:cubicBezTo>
                    <a:cubicBezTo>
                      <a:pt x="134" y="163"/>
                      <a:pt x="133" y="165"/>
                      <a:pt x="131" y="168"/>
                    </a:cubicBezTo>
                    <a:cubicBezTo>
                      <a:pt x="129" y="173"/>
                      <a:pt x="124" y="179"/>
                      <a:pt x="116" y="184"/>
                    </a:cubicBezTo>
                    <a:cubicBezTo>
                      <a:pt x="109" y="189"/>
                      <a:pt x="102" y="193"/>
                      <a:pt x="96" y="194"/>
                    </a:cubicBezTo>
                    <a:cubicBezTo>
                      <a:pt x="87" y="196"/>
                      <a:pt x="76" y="197"/>
                      <a:pt x="64" y="195"/>
                    </a:cubicBezTo>
                    <a:cubicBezTo>
                      <a:pt x="57" y="194"/>
                      <a:pt x="50" y="193"/>
                      <a:pt x="43" y="190"/>
                    </a:cubicBezTo>
                    <a:cubicBezTo>
                      <a:pt x="24" y="184"/>
                      <a:pt x="10" y="176"/>
                      <a:pt x="0" y="166"/>
                    </a:cubicBezTo>
                    <a:cubicBezTo>
                      <a:pt x="2" y="157"/>
                      <a:pt x="5" y="147"/>
                      <a:pt x="9" y="135"/>
                    </a:cubicBezTo>
                    <a:cubicBezTo>
                      <a:pt x="10" y="129"/>
                      <a:pt x="12" y="123"/>
                      <a:pt x="12" y="117"/>
                    </a:cubicBezTo>
                    <a:cubicBezTo>
                      <a:pt x="13" y="116"/>
                      <a:pt x="15" y="116"/>
                      <a:pt x="18" y="116"/>
                    </a:cubicBezTo>
                    <a:cubicBezTo>
                      <a:pt x="20" y="116"/>
                      <a:pt x="23" y="117"/>
                      <a:pt x="27" y="119"/>
                    </a:cubicBezTo>
                    <a:cubicBezTo>
                      <a:pt x="32" y="120"/>
                      <a:pt x="35" y="121"/>
                      <a:pt x="37" y="122"/>
                    </a:cubicBezTo>
                    <a:cubicBezTo>
                      <a:pt x="42" y="123"/>
                      <a:pt x="45" y="123"/>
                      <a:pt x="48" y="124"/>
                    </a:cubicBezTo>
                    <a:cubicBezTo>
                      <a:pt x="47" y="124"/>
                      <a:pt x="50" y="123"/>
                      <a:pt x="55" y="122"/>
                    </a:cubicBezTo>
                    <a:cubicBezTo>
                      <a:pt x="56" y="122"/>
                      <a:pt x="57" y="122"/>
                      <a:pt x="58" y="121"/>
                    </a:cubicBezTo>
                    <a:cubicBezTo>
                      <a:pt x="61" y="114"/>
                      <a:pt x="54" y="105"/>
                      <a:pt x="37" y="95"/>
                    </a:cubicBezTo>
                    <a:cubicBezTo>
                      <a:pt x="24" y="87"/>
                      <a:pt x="15" y="79"/>
                      <a:pt x="8" y="70"/>
                    </a:cubicBezTo>
                    <a:cubicBezTo>
                      <a:pt x="6" y="68"/>
                      <a:pt x="4" y="63"/>
                      <a:pt x="3" y="56"/>
                    </a:cubicBezTo>
                    <a:cubicBezTo>
                      <a:pt x="3" y="55"/>
                      <a:pt x="3" y="55"/>
                      <a:pt x="3" y="54"/>
                    </a:cubicBezTo>
                    <a:cubicBezTo>
                      <a:pt x="4" y="52"/>
                      <a:pt x="5" y="48"/>
                      <a:pt x="8" y="42"/>
                    </a:cubicBezTo>
                    <a:cubicBezTo>
                      <a:pt x="14" y="31"/>
                      <a:pt x="24" y="23"/>
                      <a:pt x="37" y="19"/>
                    </a:cubicBezTo>
                    <a:cubicBezTo>
                      <a:pt x="45" y="17"/>
                      <a:pt x="57" y="17"/>
                      <a:pt x="71" y="17"/>
                    </a:cubicBezTo>
                    <a:cubicBezTo>
                      <a:pt x="76" y="18"/>
                      <a:pt x="80" y="18"/>
                      <a:pt x="83" y="19"/>
                    </a:cubicBezTo>
                    <a:cubicBezTo>
                      <a:pt x="95" y="21"/>
                      <a:pt x="105" y="23"/>
                      <a:pt x="114" y="24"/>
                    </a:cubicBezTo>
                    <a:cubicBezTo>
                      <a:pt x="116" y="25"/>
                      <a:pt x="120" y="26"/>
                      <a:pt x="124" y="27"/>
                    </a:cubicBezTo>
                    <a:cubicBezTo>
                      <a:pt x="133" y="31"/>
                      <a:pt x="133" y="31"/>
                      <a:pt x="133" y="31"/>
                    </a:cubicBezTo>
                    <a:cubicBezTo>
                      <a:pt x="135" y="33"/>
                      <a:pt x="137" y="35"/>
                      <a:pt x="139" y="37"/>
                    </a:cubicBezTo>
                    <a:cubicBezTo>
                      <a:pt x="139" y="38"/>
                      <a:pt x="139" y="44"/>
                      <a:pt x="138" y="53"/>
                    </a:cubicBezTo>
                    <a:cubicBezTo>
                      <a:pt x="137" y="69"/>
                      <a:pt x="136" y="78"/>
                      <a:pt x="136" y="78"/>
                    </a:cubicBezTo>
                    <a:cubicBezTo>
                      <a:pt x="136" y="81"/>
                      <a:pt x="136" y="85"/>
                      <a:pt x="134" y="90"/>
                    </a:cubicBezTo>
                    <a:cubicBezTo>
                      <a:pt x="133" y="92"/>
                      <a:pt x="131" y="93"/>
                      <a:pt x="129" y="92"/>
                    </a:cubicBezTo>
                    <a:cubicBezTo>
                      <a:pt x="127" y="92"/>
                      <a:pt x="124" y="91"/>
                      <a:pt x="121" y="90"/>
                    </a:cubicBezTo>
                    <a:cubicBezTo>
                      <a:pt x="119" y="88"/>
                      <a:pt x="116" y="87"/>
                      <a:pt x="114" y="85"/>
                    </a:cubicBezTo>
                    <a:cubicBezTo>
                      <a:pt x="104" y="80"/>
                      <a:pt x="98" y="78"/>
                      <a:pt x="93" y="77"/>
                    </a:cubicBezTo>
                    <a:cubicBezTo>
                      <a:pt x="92" y="78"/>
                      <a:pt x="92" y="78"/>
                      <a:pt x="92" y="78"/>
                    </a:cubicBezTo>
                    <a:cubicBezTo>
                      <a:pt x="98" y="87"/>
                      <a:pt x="108" y="97"/>
                      <a:pt x="122" y="107"/>
                    </a:cubicBezTo>
                    <a:cubicBezTo>
                      <a:pt x="133" y="115"/>
                      <a:pt x="139" y="127"/>
                      <a:pt x="139" y="141"/>
                    </a:cubicBezTo>
                    <a:close/>
                    <a:moveTo>
                      <a:pt x="72" y="0"/>
                    </a:moveTo>
                    <a:cubicBezTo>
                      <a:pt x="101" y="4"/>
                      <a:pt x="101" y="4"/>
                      <a:pt x="101" y="4"/>
                    </a:cubicBezTo>
                    <a:cubicBezTo>
                      <a:pt x="99" y="23"/>
                      <a:pt x="99" y="23"/>
                      <a:pt x="99" y="23"/>
                    </a:cubicBezTo>
                    <a:cubicBezTo>
                      <a:pt x="69" y="23"/>
                      <a:pt x="69" y="23"/>
                      <a:pt x="69" y="23"/>
                    </a:cubicBezTo>
                    <a:lnTo>
                      <a:pt x="72" y="0"/>
                    </a:lnTo>
                    <a:close/>
                    <a:moveTo>
                      <a:pt x="54" y="186"/>
                    </a:moveTo>
                    <a:cubicBezTo>
                      <a:pt x="88" y="191"/>
                      <a:pt x="88" y="191"/>
                      <a:pt x="88" y="191"/>
                    </a:cubicBezTo>
                    <a:cubicBezTo>
                      <a:pt x="84" y="222"/>
                      <a:pt x="84" y="222"/>
                      <a:pt x="84" y="222"/>
                    </a:cubicBezTo>
                    <a:cubicBezTo>
                      <a:pt x="50" y="217"/>
                      <a:pt x="50" y="217"/>
                      <a:pt x="50" y="217"/>
                    </a:cubicBezTo>
                    <a:lnTo>
                      <a:pt x="54" y="186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0" name="Freeform: Shape 1045"/>
              <p:cNvSpPr/>
              <p:nvPr/>
            </p:nvSpPr>
            <p:spPr>
              <a:xfrm>
                <a:off x="2075400" y="3125520"/>
                <a:ext cx="14400" cy="10800"/>
              </a:xfrm>
              <a:custGeom>
                <a:avLst/>
                <a:gdLst/>
                <a:ahLst/>
                <a:rect l="l" t="t" r="r" b="b"/>
                <a:pathLst>
                  <a:path w="20" h="17">
                    <a:moveTo>
                      <a:pt x="0" y="17"/>
                    </a:moveTo>
                    <a:cubicBezTo>
                      <a:pt x="0" y="17"/>
                      <a:pt x="7" y="13"/>
                      <a:pt x="14" y="7"/>
                    </a:cubicBezTo>
                    <a:cubicBezTo>
                      <a:pt x="16" y="5"/>
                      <a:pt x="18" y="3"/>
                      <a:pt x="20" y="0"/>
                    </a:cubicBezTo>
                    <a:cubicBezTo>
                      <a:pt x="8" y="10"/>
                      <a:pt x="0" y="17"/>
                      <a:pt x="0" y="17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1" name="Freeform: Shape 1046"/>
              <p:cNvSpPr/>
              <p:nvPr/>
            </p:nvSpPr>
            <p:spPr>
              <a:xfrm>
                <a:off x="2086920" y="3124440"/>
                <a:ext cx="3960" cy="3960"/>
              </a:xfrm>
              <a:custGeom>
                <a:avLst/>
                <a:gdLst/>
                <a:ahLst/>
                <a:rect l="l" t="t" r="r" b="b"/>
                <a:pathLst>
                  <a:path w="8" h="8">
                    <a:moveTo>
                      <a:pt x="0" y="8"/>
                    </a:moveTo>
                    <a:cubicBezTo>
                      <a:pt x="3" y="6"/>
                      <a:pt x="5" y="3"/>
                      <a:pt x="8" y="0"/>
                    </a:cubicBezTo>
                    <a:cubicBezTo>
                      <a:pt x="7" y="1"/>
                      <a:pt x="7" y="1"/>
                      <a:pt x="6" y="1"/>
                    </a:cubicBezTo>
                    <a:cubicBezTo>
                      <a:pt x="4" y="4"/>
                      <a:pt x="2" y="6"/>
                      <a:pt x="0" y="8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2" name="Freeform: Shape 1047"/>
              <p:cNvSpPr/>
              <p:nvPr/>
            </p:nvSpPr>
            <p:spPr>
              <a:xfrm>
                <a:off x="2091600" y="3119760"/>
                <a:ext cx="3960" cy="3960"/>
              </a:xfrm>
              <a:custGeom>
                <a:avLst/>
                <a:gdLst/>
                <a:ahLst/>
                <a:rect l="l" t="t" r="r" b="b"/>
                <a:pathLst>
                  <a:path w="7" h="7">
                    <a:moveTo>
                      <a:pt x="0" y="7"/>
                    </a:moveTo>
                    <a:cubicBezTo>
                      <a:pt x="1" y="7"/>
                      <a:pt x="1" y="7"/>
                      <a:pt x="2" y="6"/>
                    </a:cubicBezTo>
                    <a:cubicBezTo>
                      <a:pt x="4" y="4"/>
                      <a:pt x="6" y="2"/>
                      <a:pt x="7" y="0"/>
                    </a:cubicBezTo>
                    <a:cubicBezTo>
                      <a:pt x="5" y="2"/>
                      <a:pt x="3" y="5"/>
                      <a:pt x="0" y="7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3" name="Freeform: Shape 1051"/>
              <p:cNvSpPr/>
              <p:nvPr/>
            </p:nvSpPr>
            <p:spPr>
              <a:xfrm>
                <a:off x="2005560" y="3091320"/>
                <a:ext cx="111960" cy="81000"/>
              </a:xfrm>
              <a:custGeom>
                <a:avLst/>
                <a:gdLst/>
                <a:ahLst/>
                <a:rect l="l" t="t" r="r" b="b"/>
                <a:pathLst>
                  <a:path w="143" h="104">
                    <a:moveTo>
                      <a:pt x="137" y="21"/>
                    </a:moveTo>
                    <a:cubicBezTo>
                      <a:pt x="143" y="0"/>
                      <a:pt x="113" y="1"/>
                      <a:pt x="89" y="5"/>
                    </a:cubicBezTo>
                    <a:cubicBezTo>
                      <a:pt x="53" y="10"/>
                      <a:pt x="19" y="55"/>
                      <a:pt x="0" y="84"/>
                    </a:cubicBezTo>
                    <a:cubicBezTo>
                      <a:pt x="2" y="87"/>
                      <a:pt x="6" y="104"/>
                      <a:pt x="6" y="104"/>
                    </a:cubicBezTo>
                    <a:cubicBezTo>
                      <a:pt x="54" y="85"/>
                      <a:pt x="131" y="40"/>
                      <a:pt x="137" y="21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4" name="Freeform: Shape 1052"/>
              <p:cNvSpPr/>
              <p:nvPr/>
            </p:nvSpPr>
            <p:spPr>
              <a:xfrm>
                <a:off x="1313280" y="3670920"/>
                <a:ext cx="133560" cy="208080"/>
              </a:xfrm>
              <a:custGeom>
                <a:avLst/>
                <a:gdLst/>
                <a:ahLst/>
                <a:rect l="l" t="t" r="r" b="b"/>
                <a:pathLst>
                  <a:path w="172" h="266">
                    <a:moveTo>
                      <a:pt x="85" y="0"/>
                    </a:moveTo>
                    <a:cubicBezTo>
                      <a:pt x="0" y="59"/>
                      <a:pt x="0" y="59"/>
                      <a:pt x="0" y="59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1" y="109"/>
                      <a:pt x="59" y="95"/>
                      <a:pt x="62" y="104"/>
                    </a:cubicBezTo>
                    <a:cubicBezTo>
                      <a:pt x="64" y="113"/>
                      <a:pt x="63" y="157"/>
                      <a:pt x="69" y="179"/>
                    </a:cubicBezTo>
                    <a:cubicBezTo>
                      <a:pt x="74" y="200"/>
                      <a:pt x="105" y="240"/>
                      <a:pt x="132" y="253"/>
                    </a:cubicBezTo>
                    <a:cubicBezTo>
                      <a:pt x="159" y="266"/>
                      <a:pt x="160" y="222"/>
                      <a:pt x="151" y="197"/>
                    </a:cubicBezTo>
                    <a:cubicBezTo>
                      <a:pt x="145" y="181"/>
                      <a:pt x="139" y="124"/>
                      <a:pt x="146" y="116"/>
                    </a:cubicBezTo>
                    <a:cubicBezTo>
                      <a:pt x="152" y="108"/>
                      <a:pt x="172" y="81"/>
                      <a:pt x="172" y="81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231f2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5" name="Freeform: Shape 1053"/>
              <p:cNvSpPr/>
              <p:nvPr/>
            </p:nvSpPr>
            <p:spPr>
              <a:xfrm>
                <a:off x="1297440" y="3264480"/>
                <a:ext cx="408960" cy="491760"/>
              </a:xfrm>
              <a:custGeom>
                <a:avLst/>
                <a:gdLst/>
                <a:ahLst/>
                <a:rect l="l" t="t" r="r" b="b"/>
                <a:pathLst>
                  <a:path w="519" h="625">
                    <a:moveTo>
                      <a:pt x="494" y="279"/>
                    </a:moveTo>
                    <a:cubicBezTo>
                      <a:pt x="290" y="90"/>
                      <a:pt x="290" y="90"/>
                      <a:pt x="290" y="90"/>
                    </a:cubicBezTo>
                    <a:cubicBezTo>
                      <a:pt x="290" y="90"/>
                      <a:pt x="189" y="48"/>
                      <a:pt x="96" y="0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11" y="64"/>
                      <a:pt x="0" y="86"/>
                      <a:pt x="1" y="110"/>
                    </a:cubicBezTo>
                    <a:cubicBezTo>
                      <a:pt x="1" y="134"/>
                      <a:pt x="13" y="156"/>
                      <a:pt x="33" y="169"/>
                    </a:cubicBezTo>
                    <a:cubicBezTo>
                      <a:pt x="297" y="351"/>
                      <a:pt x="297" y="351"/>
                      <a:pt x="297" y="351"/>
                    </a:cubicBezTo>
                    <a:cubicBezTo>
                      <a:pt x="97" y="508"/>
                      <a:pt x="97" y="508"/>
                      <a:pt x="97" y="508"/>
                    </a:cubicBezTo>
                    <a:cubicBezTo>
                      <a:pt x="140" y="560"/>
                      <a:pt x="153" y="585"/>
                      <a:pt x="181" y="625"/>
                    </a:cubicBezTo>
                    <a:cubicBezTo>
                      <a:pt x="186" y="623"/>
                      <a:pt x="488" y="393"/>
                      <a:pt x="488" y="393"/>
                    </a:cubicBezTo>
                    <a:cubicBezTo>
                      <a:pt x="506" y="380"/>
                      <a:pt x="517" y="360"/>
                      <a:pt x="518" y="338"/>
                    </a:cubicBezTo>
                    <a:cubicBezTo>
                      <a:pt x="519" y="316"/>
                      <a:pt x="510" y="294"/>
                      <a:pt x="494" y="279"/>
                    </a:cubicBezTo>
                    <a:close/>
                  </a:path>
                </a:pathLst>
              </a:custGeom>
              <a:solidFill>
                <a:srgbClr val="5845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6" name="Freeform: Shape 1054"/>
              <p:cNvSpPr/>
              <p:nvPr/>
            </p:nvSpPr>
            <p:spPr>
              <a:xfrm>
                <a:off x="1251360" y="3213000"/>
                <a:ext cx="263160" cy="266760"/>
              </a:xfrm>
              <a:custGeom>
                <a:avLst/>
                <a:gdLst/>
                <a:ahLst/>
                <a:rect l="l" t="t" r="r" b="b"/>
                <a:pathLst>
                  <a:path w="335" h="339">
                    <a:moveTo>
                      <a:pt x="335" y="159"/>
                    </a:moveTo>
                    <a:cubicBezTo>
                      <a:pt x="335" y="159"/>
                      <a:pt x="308" y="339"/>
                      <a:pt x="237" y="335"/>
                    </a:cubicBezTo>
                    <a:cubicBezTo>
                      <a:pt x="177" y="300"/>
                      <a:pt x="62" y="257"/>
                      <a:pt x="31" y="193"/>
                    </a:cubicBezTo>
                    <a:cubicBezTo>
                      <a:pt x="0" y="129"/>
                      <a:pt x="102" y="0"/>
                      <a:pt x="102" y="0"/>
                    </a:cubicBezTo>
                    <a:lnTo>
                      <a:pt x="335" y="159"/>
                    </a:lnTo>
                    <a:close/>
                  </a:path>
                </a:pathLst>
              </a:custGeom>
              <a:solidFill>
                <a:srgbClr val="5845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7" name="Freeform: Shape 1055"/>
              <p:cNvSpPr/>
              <p:nvPr/>
            </p:nvSpPr>
            <p:spPr>
              <a:xfrm>
                <a:off x="1313280" y="2886840"/>
                <a:ext cx="411480" cy="446760"/>
              </a:xfrm>
              <a:custGeom>
                <a:avLst/>
                <a:gdLst/>
                <a:ahLst/>
                <a:rect l="l" t="t" r="r" b="b"/>
                <a:pathLst>
                  <a:path w="523" h="567">
                    <a:moveTo>
                      <a:pt x="423" y="23"/>
                    </a:moveTo>
                    <a:cubicBezTo>
                      <a:pt x="423" y="23"/>
                      <a:pt x="340" y="0"/>
                      <a:pt x="294" y="38"/>
                    </a:cubicBezTo>
                    <a:cubicBezTo>
                      <a:pt x="214" y="104"/>
                      <a:pt x="16" y="420"/>
                      <a:pt x="0" y="446"/>
                    </a:cubicBezTo>
                    <a:cubicBezTo>
                      <a:pt x="83" y="474"/>
                      <a:pt x="83" y="486"/>
                      <a:pt x="270" y="567"/>
                    </a:cubicBezTo>
                    <a:cubicBezTo>
                      <a:pt x="459" y="353"/>
                      <a:pt x="523" y="101"/>
                      <a:pt x="523" y="101"/>
                    </a:cubicBezTo>
                    <a:lnTo>
                      <a:pt x="423" y="2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8" name="Freeform: Shape 1056"/>
              <p:cNvSpPr/>
              <p:nvPr/>
            </p:nvSpPr>
            <p:spPr>
              <a:xfrm>
                <a:off x="1647360" y="2593080"/>
                <a:ext cx="332280" cy="401040"/>
              </a:xfrm>
              <a:custGeom>
                <a:avLst/>
                <a:gdLst/>
                <a:ahLst/>
                <a:rect l="l" t="t" r="r" b="b"/>
                <a:pathLst>
                  <a:path w="422" h="509">
                    <a:moveTo>
                      <a:pt x="409" y="121"/>
                    </a:moveTo>
                    <a:cubicBezTo>
                      <a:pt x="397" y="170"/>
                      <a:pt x="377" y="334"/>
                      <a:pt x="261" y="422"/>
                    </a:cubicBezTo>
                    <a:cubicBezTo>
                      <a:pt x="145" y="509"/>
                      <a:pt x="4" y="360"/>
                      <a:pt x="2" y="250"/>
                    </a:cubicBezTo>
                    <a:cubicBezTo>
                      <a:pt x="0" y="140"/>
                      <a:pt x="66" y="45"/>
                      <a:pt x="130" y="26"/>
                    </a:cubicBezTo>
                    <a:cubicBezTo>
                      <a:pt x="194" y="6"/>
                      <a:pt x="202" y="0"/>
                      <a:pt x="291" y="26"/>
                    </a:cubicBezTo>
                    <a:cubicBezTo>
                      <a:pt x="380" y="53"/>
                      <a:pt x="422" y="71"/>
                      <a:pt x="409" y="121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" name="Freeform: Shape 1057"/>
              <p:cNvSpPr/>
              <p:nvPr/>
            </p:nvSpPr>
            <p:spPr>
              <a:xfrm>
                <a:off x="1618560" y="2508120"/>
                <a:ext cx="421560" cy="290880"/>
              </a:xfrm>
              <a:custGeom>
                <a:avLst/>
                <a:gdLst/>
                <a:ahLst/>
                <a:rect l="l" t="t" r="r" b="b"/>
                <a:pathLst>
                  <a:path w="535" h="370">
                    <a:moveTo>
                      <a:pt x="422" y="232"/>
                    </a:moveTo>
                    <a:cubicBezTo>
                      <a:pt x="519" y="305"/>
                      <a:pt x="535" y="98"/>
                      <a:pt x="499" y="86"/>
                    </a:cubicBezTo>
                    <a:cubicBezTo>
                      <a:pt x="463" y="75"/>
                      <a:pt x="442" y="117"/>
                      <a:pt x="370" y="73"/>
                    </a:cubicBezTo>
                    <a:cubicBezTo>
                      <a:pt x="322" y="44"/>
                      <a:pt x="301" y="13"/>
                      <a:pt x="238" y="8"/>
                    </a:cubicBezTo>
                    <a:cubicBezTo>
                      <a:pt x="132" y="0"/>
                      <a:pt x="29" y="151"/>
                      <a:pt x="15" y="233"/>
                    </a:cubicBezTo>
                    <a:cubicBezTo>
                      <a:pt x="0" y="316"/>
                      <a:pt x="28" y="370"/>
                      <a:pt x="48" y="366"/>
                    </a:cubicBezTo>
                    <a:cubicBezTo>
                      <a:pt x="69" y="362"/>
                      <a:pt x="101" y="346"/>
                      <a:pt x="110" y="314"/>
                    </a:cubicBezTo>
                    <a:cubicBezTo>
                      <a:pt x="119" y="282"/>
                      <a:pt x="122" y="200"/>
                      <a:pt x="163" y="215"/>
                    </a:cubicBezTo>
                    <a:cubicBezTo>
                      <a:pt x="203" y="229"/>
                      <a:pt x="158" y="315"/>
                      <a:pt x="158" y="315"/>
                    </a:cubicBezTo>
                    <a:cubicBezTo>
                      <a:pt x="158" y="315"/>
                      <a:pt x="192" y="335"/>
                      <a:pt x="202" y="321"/>
                    </a:cubicBezTo>
                    <a:cubicBezTo>
                      <a:pt x="211" y="307"/>
                      <a:pt x="186" y="201"/>
                      <a:pt x="226" y="169"/>
                    </a:cubicBezTo>
                    <a:cubicBezTo>
                      <a:pt x="265" y="138"/>
                      <a:pt x="324" y="160"/>
                      <a:pt x="422" y="232"/>
                    </a:cubicBezTo>
                    <a:close/>
                  </a:path>
                </a:pathLst>
              </a:custGeom>
              <a:solidFill>
                <a:srgbClr val="231f2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0" name="Freeform: Shape 1058"/>
              <p:cNvSpPr/>
              <p:nvPr/>
            </p:nvSpPr>
            <p:spPr>
              <a:xfrm>
                <a:off x="978120" y="3058920"/>
                <a:ext cx="148680" cy="161280"/>
              </a:xfrm>
              <a:custGeom>
                <a:avLst/>
                <a:gdLst/>
                <a:ahLst/>
                <a:rect l="l" t="t" r="r" b="b"/>
                <a:pathLst>
                  <a:path w="190" h="207">
                    <a:moveTo>
                      <a:pt x="142" y="0"/>
                    </a:moveTo>
                    <a:cubicBezTo>
                      <a:pt x="142" y="0"/>
                      <a:pt x="71" y="33"/>
                      <a:pt x="33" y="100"/>
                    </a:cubicBezTo>
                    <a:cubicBezTo>
                      <a:pt x="0" y="159"/>
                      <a:pt x="18" y="169"/>
                      <a:pt x="39" y="176"/>
                    </a:cubicBezTo>
                    <a:cubicBezTo>
                      <a:pt x="96" y="195"/>
                      <a:pt x="116" y="158"/>
                      <a:pt x="116" y="158"/>
                    </a:cubicBezTo>
                    <a:cubicBezTo>
                      <a:pt x="116" y="158"/>
                      <a:pt x="96" y="207"/>
                      <a:pt x="137" y="196"/>
                    </a:cubicBezTo>
                    <a:cubicBezTo>
                      <a:pt x="178" y="186"/>
                      <a:pt x="190" y="86"/>
                      <a:pt x="190" y="86"/>
                    </a:cubicBezTo>
                    <a:lnTo>
                      <a:pt x="142" y="0"/>
                    </a:ln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1" name="Freeform: Shape 1059"/>
              <p:cNvSpPr/>
              <p:nvPr/>
            </p:nvSpPr>
            <p:spPr>
              <a:xfrm>
                <a:off x="1074600" y="2898360"/>
                <a:ext cx="573120" cy="250560"/>
              </a:xfrm>
              <a:custGeom>
                <a:avLst/>
                <a:gdLst/>
                <a:ahLst/>
                <a:rect l="l" t="t" r="r" b="b"/>
                <a:pathLst>
                  <a:path w="726" h="319">
                    <a:moveTo>
                      <a:pt x="677" y="4"/>
                    </a:moveTo>
                    <a:cubicBezTo>
                      <a:pt x="325" y="1"/>
                      <a:pt x="325" y="1"/>
                      <a:pt x="325" y="1"/>
                    </a:cubicBezTo>
                    <a:cubicBezTo>
                      <a:pt x="309" y="0"/>
                      <a:pt x="294" y="5"/>
                      <a:pt x="281" y="13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26" y="239"/>
                      <a:pt x="50" y="281"/>
                      <a:pt x="81" y="319"/>
                    </a:cubicBezTo>
                    <a:cubicBezTo>
                      <a:pt x="341" y="150"/>
                      <a:pt x="341" y="150"/>
                      <a:pt x="341" y="150"/>
                    </a:cubicBezTo>
                    <a:cubicBezTo>
                      <a:pt x="625" y="165"/>
                      <a:pt x="625" y="165"/>
                      <a:pt x="625" y="165"/>
                    </a:cubicBezTo>
                    <a:cubicBezTo>
                      <a:pt x="666" y="167"/>
                      <a:pt x="722" y="138"/>
                      <a:pt x="724" y="97"/>
                    </a:cubicBezTo>
                    <a:cubicBezTo>
                      <a:pt x="726" y="56"/>
                      <a:pt x="717" y="6"/>
                      <a:pt x="677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2" name="Freeform: Shape 1060"/>
              <p:cNvSpPr/>
              <p:nvPr/>
            </p:nvSpPr>
            <p:spPr>
              <a:xfrm>
                <a:off x="961200" y="2988000"/>
                <a:ext cx="84240" cy="41760"/>
              </a:xfrm>
              <a:custGeom>
                <a:avLst/>
                <a:gdLst/>
                <a:ahLst/>
                <a:rect l="l" t="t" r="r" b="b"/>
                <a:pathLst>
                  <a:path w="108" h="54">
                    <a:moveTo>
                      <a:pt x="106" y="29"/>
                    </a:moveTo>
                    <a:cubicBezTo>
                      <a:pt x="108" y="27"/>
                      <a:pt x="76" y="0"/>
                      <a:pt x="41" y="4"/>
                    </a:cubicBezTo>
                    <a:cubicBezTo>
                      <a:pt x="7" y="8"/>
                      <a:pt x="0" y="10"/>
                      <a:pt x="4" y="27"/>
                    </a:cubicBezTo>
                    <a:cubicBezTo>
                      <a:pt x="8" y="43"/>
                      <a:pt x="79" y="54"/>
                      <a:pt x="106" y="29"/>
                    </a:cubicBezTo>
                    <a:close/>
                  </a:path>
                </a:pathLst>
              </a:custGeom>
              <a:solidFill>
                <a:srgbClr val="b8890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3" name="Freeform: Shape 1061"/>
              <p:cNvSpPr/>
              <p:nvPr/>
            </p:nvSpPr>
            <p:spPr>
              <a:xfrm>
                <a:off x="746640" y="2977560"/>
                <a:ext cx="426240" cy="666000"/>
              </a:xfrm>
              <a:custGeom>
                <a:avLst/>
                <a:gdLst/>
                <a:ahLst/>
                <a:rect l="l" t="t" r="r" b="b"/>
                <a:pathLst>
                  <a:path w="542" h="845">
                    <a:moveTo>
                      <a:pt x="430" y="223"/>
                    </a:moveTo>
                    <a:cubicBezTo>
                      <a:pt x="432" y="218"/>
                      <a:pt x="514" y="115"/>
                      <a:pt x="514" y="115"/>
                    </a:cubicBezTo>
                    <a:cubicBezTo>
                      <a:pt x="514" y="115"/>
                      <a:pt x="542" y="72"/>
                      <a:pt x="494" y="66"/>
                    </a:cubicBezTo>
                    <a:cubicBezTo>
                      <a:pt x="449" y="60"/>
                      <a:pt x="470" y="38"/>
                      <a:pt x="428" y="32"/>
                    </a:cubicBezTo>
                    <a:cubicBezTo>
                      <a:pt x="385" y="27"/>
                      <a:pt x="394" y="40"/>
                      <a:pt x="362" y="46"/>
                    </a:cubicBezTo>
                    <a:cubicBezTo>
                      <a:pt x="330" y="51"/>
                      <a:pt x="246" y="43"/>
                      <a:pt x="287" y="24"/>
                    </a:cubicBezTo>
                    <a:cubicBezTo>
                      <a:pt x="321" y="8"/>
                      <a:pt x="348" y="27"/>
                      <a:pt x="368" y="34"/>
                    </a:cubicBezTo>
                    <a:cubicBezTo>
                      <a:pt x="323" y="0"/>
                      <a:pt x="258" y="7"/>
                      <a:pt x="273" y="43"/>
                    </a:cubicBezTo>
                    <a:cubicBezTo>
                      <a:pt x="289" y="79"/>
                      <a:pt x="312" y="213"/>
                      <a:pt x="306" y="212"/>
                    </a:cubicBezTo>
                    <a:cubicBezTo>
                      <a:pt x="301" y="211"/>
                      <a:pt x="200" y="328"/>
                      <a:pt x="119" y="440"/>
                    </a:cubicBezTo>
                    <a:cubicBezTo>
                      <a:pt x="38" y="553"/>
                      <a:pt x="0" y="724"/>
                      <a:pt x="238" y="785"/>
                    </a:cubicBezTo>
                    <a:cubicBezTo>
                      <a:pt x="476" y="845"/>
                      <a:pt x="485" y="601"/>
                      <a:pt x="483" y="506"/>
                    </a:cubicBezTo>
                    <a:cubicBezTo>
                      <a:pt x="481" y="411"/>
                      <a:pt x="418" y="255"/>
                      <a:pt x="430" y="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4" name="Freeform: Shape 1062"/>
              <p:cNvSpPr/>
              <p:nvPr/>
            </p:nvSpPr>
            <p:spPr>
              <a:xfrm>
                <a:off x="973800" y="3137040"/>
                <a:ext cx="120960" cy="47520"/>
              </a:xfrm>
              <a:custGeom>
                <a:avLst/>
                <a:gdLst/>
                <a:ahLst/>
                <a:rect l="l" t="t" r="r" b="b"/>
                <a:pathLst>
                  <a:path w="155" h="62">
                    <a:moveTo>
                      <a:pt x="20" y="0"/>
                    </a:moveTo>
                    <a:cubicBezTo>
                      <a:pt x="20" y="0"/>
                      <a:pt x="26" y="38"/>
                      <a:pt x="141" y="24"/>
                    </a:cubicBezTo>
                    <a:cubicBezTo>
                      <a:pt x="150" y="22"/>
                      <a:pt x="155" y="62"/>
                      <a:pt x="93" y="51"/>
                    </a:cubicBezTo>
                    <a:cubicBezTo>
                      <a:pt x="31" y="40"/>
                      <a:pt x="19" y="29"/>
                      <a:pt x="9" y="18"/>
                    </a:cubicBezTo>
                    <a:cubicBezTo>
                      <a:pt x="0" y="8"/>
                      <a:pt x="20" y="0"/>
                      <a:pt x="20" y="0"/>
                    </a:cubicBezTo>
                    <a:close/>
                  </a:path>
                </a:pathLst>
              </a:custGeom>
              <a:solidFill>
                <a:srgbClr val="5845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Freeform: Shape 1063"/>
              <p:cNvSpPr/>
              <p:nvPr/>
            </p:nvSpPr>
            <p:spPr>
              <a:xfrm>
                <a:off x="901440" y="3305880"/>
                <a:ext cx="136080" cy="193320"/>
              </a:xfrm>
              <a:custGeom>
                <a:avLst/>
                <a:gdLst/>
                <a:ahLst/>
                <a:rect l="l" t="t" r="r" b="b"/>
                <a:pathLst>
                  <a:path w="174" h="246">
                    <a:moveTo>
                      <a:pt x="161" y="165"/>
                    </a:moveTo>
                    <a:cubicBezTo>
                      <a:pt x="160" y="174"/>
                      <a:pt x="158" y="181"/>
                      <a:pt x="154" y="187"/>
                    </a:cubicBezTo>
                    <a:cubicBezTo>
                      <a:pt x="153" y="189"/>
                      <a:pt x="151" y="191"/>
                      <a:pt x="149" y="193"/>
                    </a:cubicBezTo>
                    <a:cubicBezTo>
                      <a:pt x="146" y="200"/>
                      <a:pt x="139" y="205"/>
                      <a:pt x="130" y="210"/>
                    </a:cubicBezTo>
                    <a:cubicBezTo>
                      <a:pt x="121" y="214"/>
                      <a:pt x="113" y="217"/>
                      <a:pt x="105" y="218"/>
                    </a:cubicBezTo>
                    <a:cubicBezTo>
                      <a:pt x="95" y="219"/>
                      <a:pt x="83" y="218"/>
                      <a:pt x="69" y="215"/>
                    </a:cubicBezTo>
                    <a:cubicBezTo>
                      <a:pt x="61" y="212"/>
                      <a:pt x="53" y="210"/>
                      <a:pt x="46" y="206"/>
                    </a:cubicBezTo>
                    <a:cubicBezTo>
                      <a:pt x="25" y="197"/>
                      <a:pt x="9" y="186"/>
                      <a:pt x="0" y="173"/>
                    </a:cubicBezTo>
                    <a:cubicBezTo>
                      <a:pt x="3" y="164"/>
                      <a:pt x="8" y="153"/>
                      <a:pt x="13" y="140"/>
                    </a:cubicBezTo>
                    <a:cubicBezTo>
                      <a:pt x="16" y="134"/>
                      <a:pt x="18" y="127"/>
                      <a:pt x="20" y="121"/>
                    </a:cubicBezTo>
                    <a:cubicBezTo>
                      <a:pt x="21" y="120"/>
                      <a:pt x="23" y="120"/>
                      <a:pt x="26" y="121"/>
                    </a:cubicBezTo>
                    <a:cubicBezTo>
                      <a:pt x="28" y="121"/>
                      <a:pt x="32" y="123"/>
                      <a:pt x="37" y="125"/>
                    </a:cubicBezTo>
                    <a:cubicBezTo>
                      <a:pt x="42" y="127"/>
                      <a:pt x="45" y="129"/>
                      <a:pt x="47" y="129"/>
                    </a:cubicBezTo>
                    <a:cubicBezTo>
                      <a:pt x="53" y="131"/>
                      <a:pt x="57" y="133"/>
                      <a:pt x="59" y="133"/>
                    </a:cubicBezTo>
                    <a:cubicBezTo>
                      <a:pt x="59" y="133"/>
                      <a:pt x="62" y="133"/>
                      <a:pt x="68" y="133"/>
                    </a:cubicBezTo>
                    <a:cubicBezTo>
                      <a:pt x="69" y="133"/>
                      <a:pt x="70" y="132"/>
                      <a:pt x="72" y="132"/>
                    </a:cubicBezTo>
                    <a:cubicBezTo>
                      <a:pt x="75" y="125"/>
                      <a:pt x="68" y="114"/>
                      <a:pt x="50" y="100"/>
                    </a:cubicBezTo>
                    <a:cubicBezTo>
                      <a:pt x="37" y="90"/>
                      <a:pt x="27" y="79"/>
                      <a:pt x="20" y="68"/>
                    </a:cubicBezTo>
                    <a:cubicBezTo>
                      <a:pt x="19" y="66"/>
                      <a:pt x="17" y="60"/>
                      <a:pt x="17" y="52"/>
                    </a:cubicBezTo>
                    <a:cubicBezTo>
                      <a:pt x="17" y="52"/>
                      <a:pt x="17" y="51"/>
                      <a:pt x="17" y="50"/>
                    </a:cubicBezTo>
                    <a:cubicBezTo>
                      <a:pt x="18" y="48"/>
                      <a:pt x="20" y="44"/>
                      <a:pt x="24" y="38"/>
                    </a:cubicBezTo>
                    <a:cubicBezTo>
                      <a:pt x="32" y="26"/>
                      <a:pt x="44" y="19"/>
                      <a:pt x="60" y="17"/>
                    </a:cubicBezTo>
                    <a:cubicBezTo>
                      <a:pt x="70" y="16"/>
                      <a:pt x="83" y="17"/>
                      <a:pt x="100" y="20"/>
                    </a:cubicBezTo>
                    <a:cubicBezTo>
                      <a:pt x="104" y="20"/>
                      <a:pt x="109" y="21"/>
                      <a:pt x="113" y="23"/>
                    </a:cubicBezTo>
                    <a:cubicBezTo>
                      <a:pt x="126" y="26"/>
                      <a:pt x="137" y="30"/>
                      <a:pt x="148" y="33"/>
                    </a:cubicBezTo>
                    <a:cubicBezTo>
                      <a:pt x="150" y="34"/>
                      <a:pt x="154" y="36"/>
                      <a:pt x="158" y="38"/>
                    </a:cubicBezTo>
                    <a:cubicBezTo>
                      <a:pt x="168" y="44"/>
                      <a:pt x="168" y="44"/>
                      <a:pt x="168" y="44"/>
                    </a:cubicBezTo>
                    <a:cubicBezTo>
                      <a:pt x="171" y="46"/>
                      <a:pt x="173" y="48"/>
                      <a:pt x="174" y="51"/>
                    </a:cubicBezTo>
                    <a:cubicBezTo>
                      <a:pt x="174" y="52"/>
                      <a:pt x="173" y="58"/>
                      <a:pt x="171" y="68"/>
                    </a:cubicBezTo>
                    <a:cubicBezTo>
                      <a:pt x="168" y="86"/>
                      <a:pt x="166" y="95"/>
                      <a:pt x="166" y="96"/>
                    </a:cubicBezTo>
                    <a:cubicBezTo>
                      <a:pt x="166" y="99"/>
                      <a:pt x="164" y="103"/>
                      <a:pt x="162" y="108"/>
                    </a:cubicBezTo>
                    <a:cubicBezTo>
                      <a:pt x="161" y="110"/>
                      <a:pt x="159" y="111"/>
                      <a:pt x="156" y="110"/>
                    </a:cubicBezTo>
                    <a:cubicBezTo>
                      <a:pt x="153" y="110"/>
                      <a:pt x="151" y="108"/>
                      <a:pt x="148" y="106"/>
                    </a:cubicBezTo>
                    <a:cubicBezTo>
                      <a:pt x="145" y="104"/>
                      <a:pt x="142" y="102"/>
                      <a:pt x="140" y="100"/>
                    </a:cubicBezTo>
                    <a:cubicBezTo>
                      <a:pt x="130" y="94"/>
                      <a:pt x="122" y="90"/>
                      <a:pt x="117" y="89"/>
                    </a:cubicBezTo>
                    <a:cubicBezTo>
                      <a:pt x="116" y="89"/>
                      <a:pt x="116" y="89"/>
                      <a:pt x="116" y="89"/>
                    </a:cubicBezTo>
                    <a:cubicBezTo>
                      <a:pt x="122" y="101"/>
                      <a:pt x="132" y="112"/>
                      <a:pt x="146" y="125"/>
                    </a:cubicBezTo>
                    <a:cubicBezTo>
                      <a:pt x="158" y="136"/>
                      <a:pt x="163" y="149"/>
                      <a:pt x="161" y="165"/>
                    </a:cubicBezTo>
                    <a:close/>
                    <a:moveTo>
                      <a:pt x="103" y="0"/>
                    </a:moveTo>
                    <a:cubicBezTo>
                      <a:pt x="135" y="9"/>
                      <a:pt x="135" y="9"/>
                      <a:pt x="135" y="9"/>
                    </a:cubicBezTo>
                    <a:cubicBezTo>
                      <a:pt x="131" y="30"/>
                      <a:pt x="131" y="30"/>
                      <a:pt x="131" y="30"/>
                    </a:cubicBezTo>
                    <a:cubicBezTo>
                      <a:pt x="96" y="26"/>
                      <a:pt x="96" y="26"/>
                      <a:pt x="96" y="26"/>
                    </a:cubicBezTo>
                    <a:lnTo>
                      <a:pt x="103" y="0"/>
                    </a:lnTo>
                    <a:close/>
                    <a:moveTo>
                      <a:pt x="59" y="203"/>
                    </a:moveTo>
                    <a:cubicBezTo>
                      <a:pt x="97" y="213"/>
                      <a:pt x="97" y="213"/>
                      <a:pt x="97" y="213"/>
                    </a:cubicBezTo>
                    <a:cubicBezTo>
                      <a:pt x="88" y="246"/>
                      <a:pt x="88" y="246"/>
                      <a:pt x="88" y="246"/>
                    </a:cubicBezTo>
                    <a:cubicBezTo>
                      <a:pt x="50" y="237"/>
                      <a:pt x="50" y="237"/>
                      <a:pt x="50" y="237"/>
                    </a:cubicBezTo>
                    <a:lnTo>
                      <a:pt x="59" y="203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6" name="Freeform: Shape 1064"/>
              <p:cNvSpPr/>
              <p:nvPr/>
            </p:nvSpPr>
            <p:spPr>
              <a:xfrm>
                <a:off x="1053000" y="3125520"/>
                <a:ext cx="72720" cy="104760"/>
              </a:xfrm>
              <a:custGeom>
                <a:avLst/>
                <a:gdLst/>
                <a:ahLst/>
                <a:rect l="l" t="t" r="r" b="b"/>
                <a:pathLst>
                  <a:path w="94" h="134">
                    <a:moveTo>
                      <a:pt x="21" y="85"/>
                    </a:moveTo>
                    <a:cubicBezTo>
                      <a:pt x="21" y="85"/>
                      <a:pt x="0" y="134"/>
                      <a:pt x="41" y="123"/>
                    </a:cubicBezTo>
                    <a:cubicBezTo>
                      <a:pt x="82" y="113"/>
                      <a:pt x="94" y="13"/>
                      <a:pt x="94" y="13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55" y="22"/>
                      <a:pt x="21" y="85"/>
                      <a:pt x="21" y="85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7" name="Group 74"/>
            <p:cNvGrpSpPr/>
            <p:nvPr/>
          </p:nvGrpSpPr>
          <p:grpSpPr>
            <a:xfrm>
              <a:off x="2491200" y="3857040"/>
              <a:ext cx="451440" cy="424080"/>
              <a:chOff x="2491200" y="3857040"/>
              <a:chExt cx="451440" cy="424080"/>
            </a:xfrm>
          </p:grpSpPr>
          <p:sp>
            <p:nvSpPr>
              <p:cNvPr id="258" name="Heptagon 75"/>
              <p:cNvSpPr/>
              <p:nvPr/>
            </p:nvSpPr>
            <p:spPr>
              <a:xfrm>
                <a:off x="2491200" y="3857040"/>
                <a:ext cx="451440" cy="42408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59" name="Freeform: Shape 76"/>
              <p:cNvSpPr/>
              <p:nvPr/>
            </p:nvSpPr>
            <p:spPr>
              <a:xfrm>
                <a:off x="2589840" y="3942360"/>
                <a:ext cx="253800" cy="25380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0" name="Group 77"/>
            <p:cNvGrpSpPr/>
            <p:nvPr/>
          </p:nvGrpSpPr>
          <p:grpSpPr>
            <a:xfrm>
              <a:off x="6708600" y="1953000"/>
              <a:ext cx="485640" cy="456480"/>
              <a:chOff x="6708600" y="1953000"/>
              <a:chExt cx="485640" cy="456480"/>
            </a:xfrm>
          </p:grpSpPr>
          <p:sp>
            <p:nvSpPr>
              <p:cNvPr id="261" name="Heptagon 78"/>
              <p:cNvSpPr/>
              <p:nvPr/>
            </p:nvSpPr>
            <p:spPr>
              <a:xfrm flipH="1">
                <a:off x="6708240" y="1953000"/>
                <a:ext cx="485640" cy="45648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2" name="Freeform: Shape 79"/>
              <p:cNvSpPr/>
              <p:nvPr/>
            </p:nvSpPr>
            <p:spPr>
              <a:xfrm flipH="1">
                <a:off x="6814440" y="2044800"/>
                <a:ext cx="273240" cy="27324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3" name="Group 80"/>
            <p:cNvGrpSpPr/>
            <p:nvPr/>
          </p:nvGrpSpPr>
          <p:grpSpPr>
            <a:xfrm>
              <a:off x="4427640" y="2981880"/>
              <a:ext cx="485640" cy="456480"/>
              <a:chOff x="4427640" y="2981880"/>
              <a:chExt cx="485640" cy="456480"/>
            </a:xfrm>
          </p:grpSpPr>
          <p:sp>
            <p:nvSpPr>
              <p:cNvPr id="264" name="Heptagon 81"/>
              <p:cNvSpPr/>
              <p:nvPr/>
            </p:nvSpPr>
            <p:spPr>
              <a:xfrm flipH="1">
                <a:off x="4427280" y="2981880"/>
                <a:ext cx="485640" cy="45648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5" name="Freeform: Shape 82"/>
              <p:cNvSpPr/>
              <p:nvPr/>
            </p:nvSpPr>
            <p:spPr>
              <a:xfrm flipH="1">
                <a:off x="4533480" y="3073320"/>
                <a:ext cx="273240" cy="273240"/>
              </a:xfrm>
              <a:custGeom>
                <a:avLst/>
                <a:gdLst/>
                <a:ahLst/>
                <a:rect l="l" t="t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6" name="Group 86"/>
            <p:cNvGrpSpPr/>
            <p:nvPr/>
          </p:nvGrpSpPr>
          <p:grpSpPr>
            <a:xfrm>
              <a:off x="5935320" y="3076920"/>
              <a:ext cx="485640" cy="456480"/>
              <a:chOff x="5935320" y="3076920"/>
              <a:chExt cx="485640" cy="456480"/>
            </a:xfrm>
          </p:grpSpPr>
          <p:sp>
            <p:nvSpPr>
              <p:cNvPr id="267" name="Heptagon 87"/>
              <p:cNvSpPr/>
              <p:nvPr/>
            </p:nvSpPr>
            <p:spPr>
              <a:xfrm flipH="1">
                <a:off x="5934960" y="3076920"/>
                <a:ext cx="485640" cy="45648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8" name="Freeform: Shape 88"/>
              <p:cNvSpPr/>
              <p:nvPr/>
            </p:nvSpPr>
            <p:spPr>
              <a:xfrm flipH="1">
                <a:off x="6041160" y="3168720"/>
                <a:ext cx="273240" cy="273240"/>
              </a:xfrm>
              <a:custGeom>
                <a:avLst/>
                <a:gdLst/>
                <a:ahLst/>
                <a:rect l="l" t="t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9" name="Group 55"/>
            <p:cNvGrpSpPr/>
            <p:nvPr/>
          </p:nvGrpSpPr>
          <p:grpSpPr>
            <a:xfrm>
              <a:off x="2718000" y="2605680"/>
              <a:ext cx="1869840" cy="529200"/>
              <a:chOff x="2718000" y="2605680"/>
              <a:chExt cx="1869840" cy="529200"/>
            </a:xfrm>
          </p:grpSpPr>
          <p:sp>
            <p:nvSpPr>
              <p:cNvPr id="270" name="TextBox 56"/>
              <p:cNvSpPr/>
              <p:nvPr/>
            </p:nvSpPr>
            <p:spPr>
              <a:xfrm>
                <a:off x="2718000" y="2605680"/>
                <a:ext cx="1401120" cy="18288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5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272f42"/>
                    </a:solidFill>
                    <a:latin typeface="微软雅黑"/>
                    <a:ea typeface="微软雅黑"/>
                  </a:rPr>
                  <a:t>单击添加标题 </a:t>
                </a:r>
                <a:endParaRPr b="1" lang="en-HK" sz="1600" spc="-1" strike="noStrike">
                  <a:latin typeface="Arial"/>
                </a:endParaRPr>
              </a:p>
            </p:txBody>
          </p:sp>
          <p:sp>
            <p:nvSpPr>
              <p:cNvPr id="271" name="TextBox 57"/>
              <p:cNvSpPr/>
              <p:nvPr/>
            </p:nvSpPr>
            <p:spPr>
              <a:xfrm>
                <a:off x="2718000" y="2790360"/>
                <a:ext cx="1869840" cy="34452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1" lang="en-HK" sz="1000" spc="-1" strike="noStrike">
                  <a:latin typeface="Arial"/>
                </a:endParaRPr>
              </a:p>
            </p:txBody>
          </p:sp>
        </p:grpSp>
        <p:grpSp>
          <p:nvGrpSpPr>
            <p:cNvPr id="272" name="Group 58"/>
            <p:cNvGrpSpPr/>
            <p:nvPr/>
          </p:nvGrpSpPr>
          <p:grpSpPr>
            <a:xfrm>
              <a:off x="4674600" y="2198880"/>
              <a:ext cx="1869840" cy="529200"/>
              <a:chOff x="4674600" y="2198880"/>
              <a:chExt cx="1869840" cy="529200"/>
            </a:xfrm>
          </p:grpSpPr>
          <p:sp>
            <p:nvSpPr>
              <p:cNvPr id="273" name="TextBox 59"/>
              <p:cNvSpPr/>
              <p:nvPr/>
            </p:nvSpPr>
            <p:spPr>
              <a:xfrm>
                <a:off x="4674600" y="2198880"/>
                <a:ext cx="1401120" cy="18288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5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959595"/>
                    </a:solidFill>
                    <a:latin typeface="微软雅黑"/>
                    <a:ea typeface="微软雅黑"/>
                  </a:rPr>
                  <a:t>单击添加标题</a:t>
                </a:r>
                <a:endParaRPr b="1" lang="en-HK" sz="1600" spc="-1" strike="noStrike">
                  <a:latin typeface="Arial"/>
                </a:endParaRPr>
              </a:p>
            </p:txBody>
          </p:sp>
          <p:sp>
            <p:nvSpPr>
              <p:cNvPr id="274" name="TextBox 60"/>
              <p:cNvSpPr/>
              <p:nvPr/>
            </p:nvSpPr>
            <p:spPr>
              <a:xfrm>
                <a:off x="4674600" y="2383560"/>
                <a:ext cx="1869840" cy="34452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1" lang="en-HK" sz="1000" spc="-1" strike="noStrike">
                  <a:latin typeface="Arial"/>
                </a:endParaRPr>
              </a:p>
            </p:txBody>
          </p:sp>
        </p:grpSp>
        <p:grpSp>
          <p:nvGrpSpPr>
            <p:cNvPr id="275" name="Group 61"/>
            <p:cNvGrpSpPr/>
            <p:nvPr/>
          </p:nvGrpSpPr>
          <p:grpSpPr>
            <a:xfrm>
              <a:off x="6946200" y="1268280"/>
              <a:ext cx="1869840" cy="529200"/>
              <a:chOff x="6946200" y="1268280"/>
              <a:chExt cx="1869840" cy="529200"/>
            </a:xfrm>
          </p:grpSpPr>
          <p:sp>
            <p:nvSpPr>
              <p:cNvPr id="276" name="TextBox 62"/>
              <p:cNvSpPr/>
              <p:nvPr/>
            </p:nvSpPr>
            <p:spPr>
              <a:xfrm>
                <a:off x="6946200" y="1268280"/>
                <a:ext cx="1401120" cy="18288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5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959595"/>
                    </a:solidFill>
                    <a:latin typeface="微软雅黑"/>
                    <a:ea typeface="微软雅黑"/>
                  </a:rPr>
                  <a:t>单击添加标题</a:t>
                </a:r>
                <a:endParaRPr b="1" lang="en-HK" sz="1600" spc="-1" strike="noStrike">
                  <a:latin typeface="Arial"/>
                </a:endParaRPr>
              </a:p>
            </p:txBody>
          </p:sp>
          <p:sp>
            <p:nvSpPr>
              <p:cNvPr id="277" name="TextBox 63"/>
              <p:cNvSpPr/>
              <p:nvPr/>
            </p:nvSpPr>
            <p:spPr>
              <a:xfrm>
                <a:off x="6946200" y="1452960"/>
                <a:ext cx="1869840" cy="34452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1" lang="en-HK" sz="1000" spc="-1" strike="noStrike">
                  <a:latin typeface="Arial"/>
                </a:endParaRPr>
              </a:p>
            </p:txBody>
          </p:sp>
        </p:grpSp>
        <p:grpSp>
          <p:nvGrpSpPr>
            <p:cNvPr id="278" name="Group 64"/>
            <p:cNvGrpSpPr/>
            <p:nvPr/>
          </p:nvGrpSpPr>
          <p:grpSpPr>
            <a:xfrm>
              <a:off x="6211080" y="3752280"/>
              <a:ext cx="1869840" cy="529200"/>
              <a:chOff x="6211080" y="3752280"/>
              <a:chExt cx="1869840" cy="529200"/>
            </a:xfrm>
          </p:grpSpPr>
          <p:sp>
            <p:nvSpPr>
              <p:cNvPr id="279" name="TextBox 65"/>
              <p:cNvSpPr/>
              <p:nvPr/>
            </p:nvSpPr>
            <p:spPr>
              <a:xfrm>
                <a:off x="6211080" y="3752280"/>
                <a:ext cx="1401120" cy="18288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5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单击添加标题</a:t>
                </a:r>
                <a:endParaRPr b="1" lang="en-HK" sz="1600" spc="-1" strike="noStrike">
                  <a:latin typeface="Arial"/>
                </a:endParaRPr>
              </a:p>
            </p:txBody>
          </p:sp>
          <p:sp>
            <p:nvSpPr>
              <p:cNvPr id="280" name="TextBox 66"/>
              <p:cNvSpPr/>
              <p:nvPr/>
            </p:nvSpPr>
            <p:spPr>
              <a:xfrm>
                <a:off x="6211080" y="3936960"/>
                <a:ext cx="1869840" cy="34452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1" lang="en-HK" sz="1000" spc="-1" strike="noStrike">
                  <a:latin typeface="Arial"/>
                </a:endParaRPr>
              </a:p>
            </p:txBody>
          </p:sp>
        </p:grpSp>
      </p:grpSp>
      <p:grpSp>
        <p:nvGrpSpPr>
          <p:cNvPr id="281" name="组合 61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282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283" name="矩形 63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2200" cy="2570040"/>
          </a:xfrm>
          <a:prstGeom prst="rect">
            <a:avLst/>
          </a:prstGeom>
          <a:ln w="0">
            <a:noFill/>
          </a:ln>
        </p:spPr>
      </p:pic>
      <p:sp>
        <p:nvSpPr>
          <p:cNvPr id="285" name="矩形: 圆角 2"/>
          <p:cNvSpPr/>
          <p:nvPr/>
        </p:nvSpPr>
        <p:spPr>
          <a:xfrm>
            <a:off x="467640" y="411480"/>
            <a:ext cx="8207280" cy="431856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86" name="组合 8"/>
          <p:cNvGrpSpPr/>
          <p:nvPr/>
        </p:nvGrpSpPr>
        <p:grpSpPr>
          <a:xfrm>
            <a:off x="1727640" y="1420920"/>
            <a:ext cx="1186200" cy="2121840"/>
            <a:chOff x="1727640" y="1420920"/>
            <a:chExt cx="1186200" cy="2121840"/>
          </a:xfrm>
        </p:grpSpPr>
        <p:sp>
          <p:nvSpPr>
            <p:cNvPr id="287" name="矩形: 圆角 4"/>
            <p:cNvSpPr/>
            <p:nvPr/>
          </p:nvSpPr>
          <p:spPr>
            <a:xfrm>
              <a:off x="1727640" y="1492200"/>
              <a:ext cx="1150200" cy="205056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88" name="文本框 5"/>
            <p:cNvSpPr/>
            <p:nvPr/>
          </p:nvSpPr>
          <p:spPr>
            <a:xfrm>
              <a:off x="1840680" y="1420920"/>
              <a:ext cx="107316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2</a:t>
              </a:r>
              <a:endParaRPr b="1" lang="en-HK" sz="13800" spc="-1" strike="noStrike">
                <a:latin typeface="Arial"/>
              </a:endParaRPr>
            </a:p>
          </p:txBody>
        </p:sp>
      </p:grpSp>
      <p:sp>
        <p:nvSpPr>
          <p:cNvPr id="289" name="文本框 6"/>
          <p:cNvSpPr/>
          <p:nvPr/>
        </p:nvSpPr>
        <p:spPr>
          <a:xfrm>
            <a:off x="3388320" y="2179800"/>
            <a:ext cx="356292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HK" sz="3200" spc="-1" strike="noStrike">
                <a:solidFill>
                  <a:srgbClr val="000000"/>
                </a:solidFill>
                <a:latin typeface="Calibri"/>
                <a:ea typeface="宋体"/>
              </a:rPr>
              <a:t>Work Progress</a:t>
            </a:r>
            <a:endParaRPr b="1" lang="en-HK" sz="3200" spc="-1" strike="noStrike">
              <a:latin typeface="Arial"/>
            </a:endParaRPr>
          </a:p>
        </p:txBody>
      </p:sp>
      <p:sp>
        <p:nvSpPr>
          <p:cNvPr id="290" name="文本框 7"/>
          <p:cNvSpPr/>
          <p:nvPr/>
        </p:nvSpPr>
        <p:spPr>
          <a:xfrm>
            <a:off x="3383280" y="3003840"/>
            <a:ext cx="35629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1" lang="en-HK" sz="1400" spc="-1" strike="noStrike">
              <a:latin typeface="Arial"/>
            </a:endParaRPr>
          </a:p>
        </p:txBody>
      </p:sp>
    </p:spTree>
  </p:cSld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组合 3"/>
          <p:cNvGrpSpPr/>
          <p:nvPr/>
        </p:nvGrpSpPr>
        <p:grpSpPr>
          <a:xfrm>
            <a:off x="998280" y="724680"/>
            <a:ext cx="1915200" cy="3780360"/>
            <a:chOff x="998280" y="724680"/>
            <a:chExt cx="1915200" cy="3780360"/>
          </a:xfrm>
        </p:grpSpPr>
        <p:sp>
          <p:nvSpPr>
            <p:cNvPr id="292" name="矩形 20"/>
            <p:cNvSpPr/>
            <p:nvPr/>
          </p:nvSpPr>
          <p:spPr>
            <a:xfrm>
              <a:off x="998280" y="2782080"/>
              <a:ext cx="1915200" cy="416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单击添加标题</a:t>
              </a:r>
              <a:endParaRPr b="1" lang="en-HK" sz="1200" spc="-1" strike="noStrike">
                <a:latin typeface="Arial"/>
              </a:endParaRPr>
            </a:p>
          </p:txBody>
        </p:sp>
        <p:sp>
          <p:nvSpPr>
            <p:cNvPr id="293" name="矩形 21"/>
            <p:cNvSpPr/>
            <p:nvPr/>
          </p:nvSpPr>
          <p:spPr>
            <a:xfrm>
              <a:off x="998280" y="3200400"/>
              <a:ext cx="1915200" cy="1149840"/>
            </a:xfrm>
            <a:prstGeom prst="rect">
              <a:avLst/>
            </a:prstGeom>
            <a:noFill/>
            <a:ln>
              <a:solidFill>
                <a:srgbClr val="272f4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94" name="任意多边形 5"/>
            <p:cNvSpPr/>
            <p:nvPr/>
          </p:nvSpPr>
          <p:spPr>
            <a:xfrm>
              <a:off x="2336040" y="4195800"/>
              <a:ext cx="325080" cy="309240"/>
            </a:xfrm>
            <a:custGeom>
              <a:avLst/>
              <a:gdLst/>
              <a:ahLst/>
              <a:rect l="l" t="t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" name="文本框 6"/>
            <p:cNvSpPr/>
            <p:nvPr/>
          </p:nvSpPr>
          <p:spPr>
            <a:xfrm>
              <a:off x="998280" y="2782080"/>
              <a:ext cx="19152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6" name="文本框 7"/>
            <p:cNvSpPr/>
            <p:nvPr/>
          </p:nvSpPr>
          <p:spPr>
            <a:xfrm>
              <a:off x="2336040" y="4195800"/>
              <a:ext cx="325800" cy="30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1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297" name="矩形 25"/>
            <p:cNvSpPr/>
            <p:nvPr/>
          </p:nvSpPr>
          <p:spPr>
            <a:xfrm>
              <a:off x="998280" y="724680"/>
              <a:ext cx="1915200" cy="205560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98" name="矩形 26"/>
            <p:cNvSpPr/>
            <p:nvPr/>
          </p:nvSpPr>
          <p:spPr>
            <a:xfrm>
              <a:off x="998280" y="3485160"/>
              <a:ext cx="1915200" cy="58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/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900"/>
              </a:b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900" spc="-1" strike="noStrike">
                <a:latin typeface="Arial"/>
              </a:endParaRPr>
            </a:p>
          </p:txBody>
        </p:sp>
      </p:grpSp>
      <p:grpSp>
        <p:nvGrpSpPr>
          <p:cNvPr id="299" name="组合 4"/>
          <p:cNvGrpSpPr/>
          <p:nvPr/>
        </p:nvGrpSpPr>
        <p:grpSpPr>
          <a:xfrm>
            <a:off x="3613320" y="724320"/>
            <a:ext cx="1915200" cy="3781080"/>
            <a:chOff x="3613320" y="724320"/>
            <a:chExt cx="1915200" cy="3781080"/>
          </a:xfrm>
        </p:grpSpPr>
        <p:sp>
          <p:nvSpPr>
            <p:cNvPr id="300" name="矩形 13"/>
            <p:cNvSpPr/>
            <p:nvPr/>
          </p:nvSpPr>
          <p:spPr>
            <a:xfrm>
              <a:off x="3613320" y="2781720"/>
              <a:ext cx="1915200" cy="416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单击添加标题</a:t>
              </a:r>
              <a:endParaRPr b="1" lang="en-HK" sz="1200" spc="-1" strike="noStrike">
                <a:latin typeface="Arial"/>
              </a:endParaRPr>
            </a:p>
          </p:txBody>
        </p:sp>
        <p:sp>
          <p:nvSpPr>
            <p:cNvPr id="301" name="矩形 14"/>
            <p:cNvSpPr/>
            <p:nvPr/>
          </p:nvSpPr>
          <p:spPr>
            <a:xfrm>
              <a:off x="3613320" y="3200040"/>
              <a:ext cx="1915200" cy="1149840"/>
            </a:xfrm>
            <a:prstGeom prst="rect">
              <a:avLst/>
            </a:prstGeom>
            <a:noFill/>
            <a:ln>
              <a:solidFill>
                <a:srgbClr val="272f4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2" name="任意多边形 12"/>
            <p:cNvSpPr/>
            <p:nvPr/>
          </p:nvSpPr>
          <p:spPr>
            <a:xfrm>
              <a:off x="4957920" y="4196160"/>
              <a:ext cx="325080" cy="309240"/>
            </a:xfrm>
            <a:custGeom>
              <a:avLst/>
              <a:gdLst/>
              <a:ahLst/>
              <a:rect l="l" t="t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3" name="文本框 13"/>
            <p:cNvSpPr/>
            <p:nvPr/>
          </p:nvSpPr>
          <p:spPr>
            <a:xfrm>
              <a:off x="3613320" y="2781720"/>
              <a:ext cx="19152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4" name="文本框 14"/>
            <p:cNvSpPr/>
            <p:nvPr/>
          </p:nvSpPr>
          <p:spPr>
            <a:xfrm>
              <a:off x="4957920" y="4196160"/>
              <a:ext cx="325800" cy="30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2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305" name="矩形 18"/>
            <p:cNvSpPr/>
            <p:nvPr/>
          </p:nvSpPr>
          <p:spPr>
            <a:xfrm>
              <a:off x="3613320" y="724320"/>
              <a:ext cx="1915200" cy="205560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6" name="矩形 19"/>
            <p:cNvSpPr/>
            <p:nvPr/>
          </p:nvSpPr>
          <p:spPr>
            <a:xfrm>
              <a:off x="3613320" y="3484800"/>
              <a:ext cx="1915200" cy="58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/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900"/>
              </a:b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900" spc="-1" strike="noStrike">
                <a:latin typeface="Arial"/>
              </a:endParaRPr>
            </a:p>
          </p:txBody>
        </p:sp>
      </p:grpSp>
      <p:grpSp>
        <p:nvGrpSpPr>
          <p:cNvPr id="307" name="组合 5"/>
          <p:cNvGrpSpPr/>
          <p:nvPr/>
        </p:nvGrpSpPr>
        <p:grpSpPr>
          <a:xfrm>
            <a:off x="6228360" y="724680"/>
            <a:ext cx="1915200" cy="3780360"/>
            <a:chOff x="6228360" y="724680"/>
            <a:chExt cx="1915200" cy="3780360"/>
          </a:xfrm>
        </p:grpSpPr>
        <p:sp>
          <p:nvSpPr>
            <p:cNvPr id="308" name="矩形 6"/>
            <p:cNvSpPr/>
            <p:nvPr/>
          </p:nvSpPr>
          <p:spPr>
            <a:xfrm>
              <a:off x="6228360" y="2782080"/>
              <a:ext cx="1915200" cy="416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单击添加标题</a:t>
              </a:r>
              <a:endParaRPr b="1" lang="en-HK" sz="1200" spc="-1" strike="noStrike">
                <a:latin typeface="Arial"/>
              </a:endParaRPr>
            </a:p>
          </p:txBody>
        </p:sp>
        <p:sp>
          <p:nvSpPr>
            <p:cNvPr id="309" name="矩形 7"/>
            <p:cNvSpPr/>
            <p:nvPr/>
          </p:nvSpPr>
          <p:spPr>
            <a:xfrm>
              <a:off x="6228360" y="3200400"/>
              <a:ext cx="1915200" cy="1149840"/>
            </a:xfrm>
            <a:prstGeom prst="rect">
              <a:avLst/>
            </a:prstGeom>
            <a:noFill/>
            <a:ln>
              <a:solidFill>
                <a:srgbClr val="959595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0" name="任意多边形 19"/>
            <p:cNvSpPr/>
            <p:nvPr/>
          </p:nvSpPr>
          <p:spPr>
            <a:xfrm>
              <a:off x="7576560" y="4195800"/>
              <a:ext cx="325080" cy="309240"/>
            </a:xfrm>
            <a:custGeom>
              <a:avLst/>
              <a:gdLst/>
              <a:ahLst/>
              <a:rect l="l" t="t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文本框 20"/>
            <p:cNvSpPr/>
            <p:nvPr/>
          </p:nvSpPr>
          <p:spPr>
            <a:xfrm>
              <a:off x="6228360" y="2782080"/>
              <a:ext cx="19152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" name="文本框 21"/>
            <p:cNvSpPr/>
            <p:nvPr/>
          </p:nvSpPr>
          <p:spPr>
            <a:xfrm>
              <a:off x="7576560" y="4195800"/>
              <a:ext cx="325800" cy="30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3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313" name="矩形 11"/>
            <p:cNvSpPr/>
            <p:nvPr/>
          </p:nvSpPr>
          <p:spPr>
            <a:xfrm>
              <a:off x="6228360" y="724680"/>
              <a:ext cx="1915200" cy="205560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4" name="矩形 12"/>
            <p:cNvSpPr/>
            <p:nvPr/>
          </p:nvSpPr>
          <p:spPr>
            <a:xfrm>
              <a:off x="6228360" y="3485160"/>
              <a:ext cx="1915200" cy="58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/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900"/>
              </a:b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900" spc="-1" strike="noStrike">
                <a:latin typeface="Arial"/>
              </a:endParaRPr>
            </a:p>
          </p:txBody>
        </p:sp>
      </p:grpSp>
      <p:grpSp>
        <p:nvGrpSpPr>
          <p:cNvPr id="315" name="组合 28"/>
          <p:cNvGrpSpPr/>
          <p:nvPr/>
        </p:nvGrpSpPr>
        <p:grpSpPr>
          <a:xfrm>
            <a:off x="323640" y="0"/>
            <a:ext cx="2086200" cy="1001160"/>
            <a:chOff x="323640" y="0"/>
            <a:chExt cx="2086200" cy="1001160"/>
          </a:xfrm>
        </p:grpSpPr>
        <p:sp>
          <p:nvSpPr>
            <p:cNvPr id="316" name="TextBox 86"/>
            <p:cNvSpPr/>
            <p:nvPr/>
          </p:nvSpPr>
          <p:spPr>
            <a:xfrm>
              <a:off x="576360" y="58320"/>
              <a:ext cx="1833480" cy="94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</a:t>
              </a:r>
              <a:r>
                <a:rPr b="1" lang="zh-CN" sz="32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输入</a:t>
              </a: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317" name="矩形 30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roup 1"/>
          <p:cNvGrpSpPr/>
          <p:nvPr/>
        </p:nvGrpSpPr>
        <p:grpSpPr>
          <a:xfrm>
            <a:off x="2962800" y="1750320"/>
            <a:ext cx="3245040" cy="3391560"/>
            <a:chOff x="2962800" y="1750320"/>
            <a:chExt cx="3245040" cy="3391560"/>
          </a:xfrm>
        </p:grpSpPr>
        <p:sp>
          <p:nvSpPr>
            <p:cNvPr id="319" name="Freeform: Shape 2"/>
            <p:cNvSpPr/>
            <p:nvPr/>
          </p:nvSpPr>
          <p:spPr>
            <a:xfrm>
              <a:off x="3662640" y="2707200"/>
              <a:ext cx="1943280" cy="2434680"/>
            </a:xfrm>
            <a:custGeom>
              <a:avLst/>
              <a:gdLst/>
              <a:ahLst/>
              <a:rect l="l" t="t" r="r" b="b"/>
              <a:pathLst>
                <a:path w="454" h="569">
                  <a:moveTo>
                    <a:pt x="197" y="254"/>
                  </a:moveTo>
                  <a:cubicBezTo>
                    <a:pt x="209" y="304"/>
                    <a:pt x="213" y="368"/>
                    <a:pt x="200" y="449"/>
                  </a:cubicBezTo>
                  <a:cubicBezTo>
                    <a:pt x="191" y="518"/>
                    <a:pt x="199" y="559"/>
                    <a:pt x="148" y="559"/>
                  </a:cubicBezTo>
                  <a:cubicBezTo>
                    <a:pt x="148" y="559"/>
                    <a:pt x="138" y="555"/>
                    <a:pt x="122" y="569"/>
                  </a:cubicBezTo>
                  <a:cubicBezTo>
                    <a:pt x="339" y="569"/>
                    <a:pt x="339" y="569"/>
                    <a:pt x="339" y="569"/>
                  </a:cubicBezTo>
                  <a:cubicBezTo>
                    <a:pt x="328" y="564"/>
                    <a:pt x="315" y="559"/>
                    <a:pt x="304" y="557"/>
                  </a:cubicBezTo>
                  <a:cubicBezTo>
                    <a:pt x="292" y="529"/>
                    <a:pt x="279" y="475"/>
                    <a:pt x="277" y="354"/>
                  </a:cubicBezTo>
                  <a:cubicBezTo>
                    <a:pt x="276" y="318"/>
                    <a:pt x="278" y="287"/>
                    <a:pt x="282" y="261"/>
                  </a:cubicBezTo>
                  <a:cubicBezTo>
                    <a:pt x="315" y="247"/>
                    <a:pt x="315" y="247"/>
                    <a:pt x="315" y="247"/>
                  </a:cubicBezTo>
                  <a:cubicBezTo>
                    <a:pt x="404" y="194"/>
                    <a:pt x="433" y="147"/>
                    <a:pt x="454" y="120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28" y="135"/>
                    <a:pt x="407" y="151"/>
                    <a:pt x="389" y="164"/>
                  </a:cubicBezTo>
                  <a:cubicBezTo>
                    <a:pt x="396" y="133"/>
                    <a:pt x="398" y="121"/>
                    <a:pt x="400" y="82"/>
                  </a:cubicBezTo>
                  <a:cubicBezTo>
                    <a:pt x="399" y="82"/>
                    <a:pt x="399" y="82"/>
                    <a:pt x="399" y="82"/>
                  </a:cubicBezTo>
                  <a:cubicBezTo>
                    <a:pt x="399" y="82"/>
                    <a:pt x="398" y="82"/>
                    <a:pt x="398" y="82"/>
                  </a:cubicBezTo>
                  <a:cubicBezTo>
                    <a:pt x="393" y="101"/>
                    <a:pt x="379" y="147"/>
                    <a:pt x="362" y="182"/>
                  </a:cubicBezTo>
                  <a:cubicBezTo>
                    <a:pt x="312" y="215"/>
                    <a:pt x="278" y="228"/>
                    <a:pt x="257" y="234"/>
                  </a:cubicBezTo>
                  <a:cubicBezTo>
                    <a:pt x="251" y="213"/>
                    <a:pt x="245" y="185"/>
                    <a:pt x="241" y="146"/>
                  </a:cubicBezTo>
                  <a:cubicBezTo>
                    <a:pt x="257" y="110"/>
                    <a:pt x="284" y="70"/>
                    <a:pt x="296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2"/>
                    <a:pt x="294" y="52"/>
                    <a:pt x="294" y="52"/>
                  </a:cubicBezTo>
                  <a:cubicBezTo>
                    <a:pt x="265" y="79"/>
                    <a:pt x="258" y="88"/>
                    <a:pt x="238" y="113"/>
                  </a:cubicBezTo>
                  <a:cubicBezTo>
                    <a:pt x="236" y="91"/>
                    <a:pt x="235" y="64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0" y="35"/>
                    <a:pt x="230" y="35"/>
                    <a:pt x="230" y="35"/>
                  </a:cubicBezTo>
                  <a:cubicBezTo>
                    <a:pt x="223" y="69"/>
                    <a:pt x="210" y="143"/>
                    <a:pt x="219" y="223"/>
                  </a:cubicBezTo>
                  <a:cubicBezTo>
                    <a:pt x="219" y="223"/>
                    <a:pt x="175" y="205"/>
                    <a:pt x="122" y="132"/>
                  </a:cubicBezTo>
                  <a:cubicBezTo>
                    <a:pt x="123" y="120"/>
                    <a:pt x="125" y="90"/>
                    <a:pt x="137" y="64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27" y="75"/>
                    <a:pt x="118" y="94"/>
                    <a:pt x="113" y="118"/>
                  </a:cubicBezTo>
                  <a:cubicBezTo>
                    <a:pt x="93" y="88"/>
                    <a:pt x="72" y="50"/>
                    <a:pt x="52" y="1"/>
                  </a:cubicBezTo>
                  <a:cubicBezTo>
                    <a:pt x="51" y="1"/>
                    <a:pt x="51" y="1"/>
                    <a:pt x="50" y="0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9" y="17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91" y="132"/>
                    <a:pt x="115" y="175"/>
                    <a:pt x="149" y="208"/>
                  </a:cubicBezTo>
                  <a:cubicBezTo>
                    <a:pt x="149" y="208"/>
                    <a:pt x="89" y="222"/>
                    <a:pt x="3" y="195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37" y="218"/>
                    <a:pt x="97" y="238"/>
                    <a:pt x="172" y="237"/>
                  </a:cubicBezTo>
                  <a:cubicBezTo>
                    <a:pt x="178" y="238"/>
                    <a:pt x="187" y="243"/>
                    <a:pt x="197" y="2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320" name="Group 3"/>
            <p:cNvGrpSpPr/>
            <p:nvPr/>
          </p:nvGrpSpPr>
          <p:grpSpPr>
            <a:xfrm>
              <a:off x="3072960" y="1788840"/>
              <a:ext cx="3071520" cy="2358720"/>
              <a:chOff x="3072960" y="1788840"/>
              <a:chExt cx="3071520" cy="2358720"/>
            </a:xfrm>
          </p:grpSpPr>
          <p:sp>
            <p:nvSpPr>
              <p:cNvPr id="321" name="Oval 49"/>
              <p:cNvSpPr/>
              <p:nvPr/>
            </p:nvSpPr>
            <p:spPr>
              <a:xfrm>
                <a:off x="3072960" y="2993400"/>
                <a:ext cx="212400" cy="21240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2" name="Oval 50"/>
              <p:cNvSpPr/>
              <p:nvPr/>
            </p:nvSpPr>
            <p:spPr>
              <a:xfrm>
                <a:off x="3605760" y="3768120"/>
                <a:ext cx="212400" cy="21240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3" name="Oval 51"/>
              <p:cNvSpPr/>
              <p:nvPr/>
            </p:nvSpPr>
            <p:spPr>
              <a:xfrm>
                <a:off x="3942720" y="2359440"/>
                <a:ext cx="271440" cy="27144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4" name="Oval 52"/>
              <p:cNvSpPr/>
              <p:nvPr/>
            </p:nvSpPr>
            <p:spPr>
              <a:xfrm>
                <a:off x="4679640" y="3189240"/>
                <a:ext cx="271440" cy="27144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5" name="Oval 53"/>
              <p:cNvSpPr/>
              <p:nvPr/>
            </p:nvSpPr>
            <p:spPr>
              <a:xfrm>
                <a:off x="3988800" y="2794680"/>
                <a:ext cx="346320" cy="34632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6" name="Oval 54"/>
              <p:cNvSpPr/>
              <p:nvPr/>
            </p:nvSpPr>
            <p:spPr>
              <a:xfrm>
                <a:off x="4952880" y="3801240"/>
                <a:ext cx="346320" cy="34632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7" name="Oval 55"/>
              <p:cNvSpPr/>
              <p:nvPr/>
            </p:nvSpPr>
            <p:spPr>
              <a:xfrm>
                <a:off x="5598000" y="2514600"/>
                <a:ext cx="346320" cy="34632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8" name="Oval 56"/>
              <p:cNvSpPr/>
              <p:nvPr/>
            </p:nvSpPr>
            <p:spPr>
              <a:xfrm>
                <a:off x="5690520" y="3374640"/>
                <a:ext cx="453960" cy="45396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9" name="Oval 57"/>
              <p:cNvSpPr/>
              <p:nvPr/>
            </p:nvSpPr>
            <p:spPr>
              <a:xfrm>
                <a:off x="4452120" y="1788840"/>
                <a:ext cx="453960" cy="45396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330" name="Group 4"/>
            <p:cNvGrpSpPr/>
            <p:nvPr/>
          </p:nvGrpSpPr>
          <p:grpSpPr>
            <a:xfrm>
              <a:off x="3001680" y="1985760"/>
              <a:ext cx="3076560" cy="2396880"/>
              <a:chOff x="3001680" y="1985760"/>
              <a:chExt cx="3076560" cy="2396880"/>
            </a:xfrm>
          </p:grpSpPr>
          <p:sp>
            <p:nvSpPr>
              <p:cNvPr id="331" name="Oval 39"/>
              <p:cNvSpPr/>
              <p:nvPr/>
            </p:nvSpPr>
            <p:spPr>
              <a:xfrm>
                <a:off x="3001680" y="2531520"/>
                <a:ext cx="386640" cy="38664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2" name="Oval 40"/>
              <p:cNvSpPr/>
              <p:nvPr/>
            </p:nvSpPr>
            <p:spPr>
              <a:xfrm>
                <a:off x="4903200" y="2721960"/>
                <a:ext cx="498960" cy="49896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3" name="Oval 41"/>
              <p:cNvSpPr/>
              <p:nvPr/>
            </p:nvSpPr>
            <p:spPr>
              <a:xfrm>
                <a:off x="3884400" y="3942000"/>
                <a:ext cx="440640" cy="44064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4" name="Oval 42"/>
              <p:cNvSpPr/>
              <p:nvPr/>
            </p:nvSpPr>
            <p:spPr>
              <a:xfrm>
                <a:off x="5320080" y="3756600"/>
                <a:ext cx="165960" cy="16596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5" name="Oval 43"/>
              <p:cNvSpPr/>
              <p:nvPr/>
            </p:nvSpPr>
            <p:spPr>
              <a:xfrm>
                <a:off x="5912280" y="2999520"/>
                <a:ext cx="165960" cy="16596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6" name="Oval 44"/>
              <p:cNvSpPr/>
              <p:nvPr/>
            </p:nvSpPr>
            <p:spPr>
              <a:xfrm>
                <a:off x="3398400" y="3109320"/>
                <a:ext cx="165960" cy="16596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7" name="Oval 45"/>
              <p:cNvSpPr/>
              <p:nvPr/>
            </p:nvSpPr>
            <p:spPr>
              <a:xfrm>
                <a:off x="4622400" y="2463840"/>
                <a:ext cx="165960" cy="16596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8" name="Oval 46"/>
              <p:cNvSpPr/>
              <p:nvPr/>
            </p:nvSpPr>
            <p:spPr>
              <a:xfrm>
                <a:off x="3494880" y="1985760"/>
                <a:ext cx="486720" cy="48672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9" name="Oval 47"/>
              <p:cNvSpPr/>
              <p:nvPr/>
            </p:nvSpPr>
            <p:spPr>
              <a:xfrm>
                <a:off x="4312800" y="3415320"/>
                <a:ext cx="98640" cy="9864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0" name="Oval 48"/>
              <p:cNvSpPr/>
              <p:nvPr/>
            </p:nvSpPr>
            <p:spPr>
              <a:xfrm>
                <a:off x="5595840" y="3055680"/>
                <a:ext cx="98640" cy="9864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341" name="Group 5"/>
            <p:cNvGrpSpPr/>
            <p:nvPr/>
          </p:nvGrpSpPr>
          <p:grpSpPr>
            <a:xfrm>
              <a:off x="3411000" y="2199600"/>
              <a:ext cx="2661840" cy="2214360"/>
              <a:chOff x="3411000" y="2199600"/>
              <a:chExt cx="2661840" cy="2214360"/>
            </a:xfrm>
          </p:grpSpPr>
          <p:sp>
            <p:nvSpPr>
              <p:cNvPr id="342" name="Oval 29"/>
              <p:cNvSpPr/>
              <p:nvPr/>
            </p:nvSpPr>
            <p:spPr>
              <a:xfrm>
                <a:off x="4138200" y="2199600"/>
                <a:ext cx="757080" cy="75708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3" name="Oval 30"/>
              <p:cNvSpPr/>
              <p:nvPr/>
            </p:nvSpPr>
            <p:spPr>
              <a:xfrm>
                <a:off x="5051520" y="2549160"/>
                <a:ext cx="431280" cy="43128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4" name="Oval 31"/>
              <p:cNvSpPr/>
              <p:nvPr/>
            </p:nvSpPr>
            <p:spPr>
              <a:xfrm>
                <a:off x="3724200" y="3503880"/>
                <a:ext cx="389880" cy="38988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5" name="Oval 32"/>
              <p:cNvSpPr/>
              <p:nvPr/>
            </p:nvSpPr>
            <p:spPr>
              <a:xfrm>
                <a:off x="5220000" y="3436920"/>
                <a:ext cx="389880" cy="38988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6" name="Oval 33"/>
              <p:cNvSpPr/>
              <p:nvPr/>
            </p:nvSpPr>
            <p:spPr>
              <a:xfrm>
                <a:off x="3411000" y="2432520"/>
                <a:ext cx="352440" cy="35244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7" name="Oval 34"/>
              <p:cNvSpPr/>
              <p:nvPr/>
            </p:nvSpPr>
            <p:spPr>
              <a:xfrm>
                <a:off x="3551760" y="3068640"/>
                <a:ext cx="294480" cy="29448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8" name="Oval 35"/>
              <p:cNvSpPr/>
              <p:nvPr/>
            </p:nvSpPr>
            <p:spPr>
              <a:xfrm>
                <a:off x="5565600" y="2869920"/>
                <a:ext cx="294480" cy="29448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9" name="Oval 36"/>
              <p:cNvSpPr/>
              <p:nvPr/>
            </p:nvSpPr>
            <p:spPr>
              <a:xfrm>
                <a:off x="5858280" y="2652480"/>
                <a:ext cx="214560" cy="21456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0" name="Oval 37"/>
              <p:cNvSpPr/>
              <p:nvPr/>
            </p:nvSpPr>
            <p:spPr>
              <a:xfrm>
                <a:off x="5844960" y="3775320"/>
                <a:ext cx="214560" cy="21456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1" name="Oval 38"/>
              <p:cNvSpPr/>
              <p:nvPr/>
            </p:nvSpPr>
            <p:spPr>
              <a:xfrm>
                <a:off x="4190400" y="3882960"/>
                <a:ext cx="531000" cy="53100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352" name="Group 6"/>
            <p:cNvGrpSpPr/>
            <p:nvPr/>
          </p:nvGrpSpPr>
          <p:grpSpPr>
            <a:xfrm>
              <a:off x="3352680" y="1750320"/>
              <a:ext cx="2311200" cy="1914120"/>
              <a:chOff x="3352680" y="1750320"/>
              <a:chExt cx="2311200" cy="1914120"/>
            </a:xfrm>
          </p:grpSpPr>
          <p:sp>
            <p:nvSpPr>
              <p:cNvPr id="353" name="Oval 20"/>
              <p:cNvSpPr/>
              <p:nvPr/>
            </p:nvSpPr>
            <p:spPr>
              <a:xfrm rot="9000000">
                <a:off x="5475600" y="2083680"/>
                <a:ext cx="159120" cy="15912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4" name="Oval 21"/>
              <p:cNvSpPr/>
              <p:nvPr/>
            </p:nvSpPr>
            <p:spPr>
              <a:xfrm rot="9000000">
                <a:off x="4838040" y="1779480"/>
                <a:ext cx="159120" cy="15912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5" name="Oval 22"/>
              <p:cNvSpPr/>
              <p:nvPr/>
            </p:nvSpPr>
            <p:spPr>
              <a:xfrm rot="9000000">
                <a:off x="5095800" y="2792520"/>
                <a:ext cx="203400" cy="20340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6" name="Oval 23"/>
              <p:cNvSpPr/>
              <p:nvPr/>
            </p:nvSpPr>
            <p:spPr>
              <a:xfrm rot="9000000">
                <a:off x="4304520" y="2529720"/>
                <a:ext cx="203400" cy="20340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7" name="Oval 24"/>
              <p:cNvSpPr/>
              <p:nvPr/>
            </p:nvSpPr>
            <p:spPr>
              <a:xfrm rot="9000000">
                <a:off x="4835880" y="2487960"/>
                <a:ext cx="259560" cy="25956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8" name="Oval 25"/>
              <p:cNvSpPr/>
              <p:nvPr/>
            </p:nvSpPr>
            <p:spPr>
              <a:xfrm rot="9000000">
                <a:off x="3830400" y="2195280"/>
                <a:ext cx="259560" cy="25956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9" name="Oval 26"/>
              <p:cNvSpPr/>
              <p:nvPr/>
            </p:nvSpPr>
            <p:spPr>
              <a:xfrm rot="9000000">
                <a:off x="3894120" y="3274920"/>
                <a:ext cx="259560" cy="25956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60" name="Oval 27"/>
              <p:cNvSpPr/>
              <p:nvPr/>
            </p:nvSpPr>
            <p:spPr>
              <a:xfrm rot="9000000">
                <a:off x="3414600" y="2694240"/>
                <a:ext cx="340560" cy="34056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61" name="Oval 28"/>
              <p:cNvSpPr/>
              <p:nvPr/>
            </p:nvSpPr>
            <p:spPr>
              <a:xfrm rot="9000000">
                <a:off x="4816440" y="3261240"/>
                <a:ext cx="340560" cy="34056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362" name="Oval 7"/>
            <p:cNvSpPr/>
            <p:nvPr/>
          </p:nvSpPr>
          <p:spPr>
            <a:xfrm>
              <a:off x="3595680" y="1943640"/>
              <a:ext cx="972000" cy="972000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63" name="Oval 8"/>
            <p:cNvSpPr/>
            <p:nvPr/>
          </p:nvSpPr>
          <p:spPr>
            <a:xfrm>
              <a:off x="4850640" y="2111040"/>
              <a:ext cx="922320" cy="922320"/>
            </a:xfrm>
            <a:prstGeom prst="ellipse">
              <a:avLst/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64" name="Oval 9"/>
            <p:cNvSpPr/>
            <p:nvPr/>
          </p:nvSpPr>
          <p:spPr>
            <a:xfrm>
              <a:off x="2962800" y="2954880"/>
              <a:ext cx="922320" cy="922320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65" name="Oval 10"/>
            <p:cNvSpPr/>
            <p:nvPr/>
          </p:nvSpPr>
          <p:spPr>
            <a:xfrm>
              <a:off x="5285520" y="3090600"/>
              <a:ext cx="922320" cy="922320"/>
            </a:xfrm>
            <a:prstGeom prst="ellipse">
              <a:avLst/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366" name="Group 11"/>
            <p:cNvGrpSpPr/>
            <p:nvPr/>
          </p:nvGrpSpPr>
          <p:grpSpPr>
            <a:xfrm>
              <a:off x="5164200" y="2408040"/>
              <a:ext cx="319680" cy="300600"/>
              <a:chOff x="5164200" y="2408040"/>
              <a:chExt cx="319680" cy="300600"/>
            </a:xfrm>
          </p:grpSpPr>
          <p:sp>
            <p:nvSpPr>
              <p:cNvPr id="367" name="Oval 18"/>
              <p:cNvSpPr/>
              <p:nvPr/>
            </p:nvSpPr>
            <p:spPr>
              <a:xfrm>
                <a:off x="5320080" y="2573280"/>
                <a:ext cx="36720" cy="37440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8" name="Freeform: Shape 19"/>
              <p:cNvSpPr/>
              <p:nvPr/>
            </p:nvSpPr>
            <p:spPr>
              <a:xfrm>
                <a:off x="5164200" y="2408040"/>
                <a:ext cx="319680" cy="300600"/>
              </a:xfrm>
              <a:custGeom>
                <a:avLst/>
                <a:gdLst/>
                <a:ahLst/>
                <a:rect l="l" t="t" r="r" b="b"/>
                <a:pathLst>
                  <a:path w="305" h="287">
                    <a:moveTo>
                      <a:pt x="268" y="111"/>
                    </a:moveTo>
                    <a:cubicBezTo>
                      <a:pt x="268" y="111"/>
                      <a:pt x="268" y="111"/>
                      <a:pt x="268" y="111"/>
                    </a:cubicBezTo>
                    <a:cubicBezTo>
                      <a:pt x="268" y="56"/>
                      <a:pt x="268" y="56"/>
                      <a:pt x="268" y="56"/>
                    </a:cubicBezTo>
                    <a:cubicBezTo>
                      <a:pt x="268" y="51"/>
                      <a:pt x="268" y="51"/>
                      <a:pt x="268" y="51"/>
                    </a:cubicBezTo>
                    <a:cubicBezTo>
                      <a:pt x="268" y="28"/>
                      <a:pt x="268" y="28"/>
                      <a:pt x="268" y="28"/>
                    </a:cubicBezTo>
                    <a:cubicBezTo>
                      <a:pt x="268" y="13"/>
                      <a:pt x="256" y="0"/>
                      <a:pt x="240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23" y="0"/>
                      <a:pt x="0" y="23"/>
                      <a:pt x="0" y="51"/>
                    </a:cubicBezTo>
                    <a:cubicBezTo>
                      <a:pt x="0" y="236"/>
                      <a:pt x="0" y="236"/>
                      <a:pt x="0" y="236"/>
                    </a:cubicBezTo>
                    <a:cubicBezTo>
                      <a:pt x="0" y="264"/>
                      <a:pt x="23" y="287"/>
                      <a:pt x="51" y="287"/>
                    </a:cubicBezTo>
                    <a:cubicBezTo>
                      <a:pt x="217" y="287"/>
                      <a:pt x="217" y="287"/>
                      <a:pt x="217" y="287"/>
                    </a:cubicBezTo>
                    <a:cubicBezTo>
                      <a:pt x="245" y="287"/>
                      <a:pt x="268" y="264"/>
                      <a:pt x="268" y="236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305" y="194"/>
                      <a:pt x="305" y="139"/>
                      <a:pt x="268" y="111"/>
                    </a:cubicBezTo>
                    <a:close/>
                    <a:moveTo>
                      <a:pt x="51" y="19"/>
                    </a:moveTo>
                    <a:cubicBezTo>
                      <a:pt x="203" y="19"/>
                      <a:pt x="203" y="19"/>
                      <a:pt x="203" y="19"/>
                    </a:cubicBezTo>
                    <a:cubicBezTo>
                      <a:pt x="240" y="19"/>
                      <a:pt x="240" y="19"/>
                      <a:pt x="240" y="19"/>
                    </a:cubicBezTo>
                    <a:cubicBezTo>
                      <a:pt x="246" y="19"/>
                      <a:pt x="250" y="23"/>
                      <a:pt x="250" y="28"/>
                    </a:cubicBez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6"/>
                      <a:pt x="250" y="56"/>
                      <a:pt x="250" y="56"/>
                    </a:cubicBezTo>
                    <a:cubicBezTo>
                      <a:pt x="250" y="85"/>
                      <a:pt x="250" y="85"/>
                      <a:pt x="250" y="85"/>
                    </a:cubicBezTo>
                    <a:cubicBezTo>
                      <a:pt x="247" y="84"/>
                      <a:pt x="244" y="83"/>
                      <a:pt x="240" y="83"/>
                    </a:cubicBezTo>
                    <a:cubicBezTo>
                      <a:pt x="240" y="83"/>
                      <a:pt x="240" y="83"/>
                      <a:pt x="240" y="83"/>
                    </a:cubicBezTo>
                    <a:cubicBezTo>
                      <a:pt x="240" y="74"/>
                      <a:pt x="240" y="74"/>
                      <a:pt x="240" y="74"/>
                    </a:cubicBezTo>
                    <a:cubicBezTo>
                      <a:pt x="240" y="56"/>
                      <a:pt x="240" y="56"/>
                      <a:pt x="240" y="56"/>
                    </a:cubicBezTo>
                    <a:cubicBezTo>
                      <a:pt x="240" y="37"/>
                      <a:pt x="240" y="37"/>
                      <a:pt x="240" y="37"/>
                    </a:cubicBezTo>
                    <a:cubicBezTo>
                      <a:pt x="240" y="32"/>
                      <a:pt x="236" y="28"/>
                      <a:pt x="231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2" y="28"/>
                      <a:pt x="28" y="32"/>
                      <a:pt x="28" y="3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2" y="68"/>
                      <a:pt x="18" y="60"/>
                      <a:pt x="18" y="51"/>
                    </a:cubicBezTo>
                    <a:cubicBezTo>
                      <a:pt x="18" y="33"/>
                      <a:pt x="33" y="19"/>
                      <a:pt x="51" y="19"/>
                    </a:cubicBezTo>
                    <a:close/>
                    <a:moveTo>
                      <a:pt x="231" y="46"/>
                    </a:move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231" y="37"/>
                      <a:pt x="231" y="37"/>
                      <a:pt x="231" y="37"/>
                    </a:cubicBezTo>
                    <a:lnTo>
                      <a:pt x="231" y="46"/>
                    </a:lnTo>
                    <a:close/>
                    <a:moveTo>
                      <a:pt x="231" y="56"/>
                    </a:moveTo>
                    <a:cubicBezTo>
                      <a:pt x="231" y="65"/>
                      <a:pt x="231" y="65"/>
                      <a:pt x="231" y="65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37" y="56"/>
                      <a:pt x="37" y="56"/>
                      <a:pt x="37" y="56"/>
                    </a:cubicBezTo>
                    <a:lnTo>
                      <a:pt x="231" y="56"/>
                    </a:lnTo>
                    <a:close/>
                    <a:moveTo>
                      <a:pt x="231" y="74"/>
                    </a:moveTo>
                    <a:cubicBezTo>
                      <a:pt x="231" y="83"/>
                      <a:pt x="231" y="83"/>
                      <a:pt x="231" y="83"/>
                    </a:cubicBezTo>
                    <a:cubicBezTo>
                      <a:pt x="203" y="83"/>
                      <a:pt x="203" y="83"/>
                      <a:pt x="203" y="83"/>
                    </a:cubicBezTo>
                    <a:cubicBezTo>
                      <a:pt x="51" y="83"/>
                      <a:pt x="51" y="83"/>
                      <a:pt x="51" y="83"/>
                    </a:cubicBezTo>
                    <a:cubicBezTo>
                      <a:pt x="46" y="83"/>
                      <a:pt x="41" y="82"/>
                      <a:pt x="37" y="80"/>
                    </a:cubicBezTo>
                    <a:cubicBezTo>
                      <a:pt x="37" y="74"/>
                      <a:pt x="37" y="74"/>
                      <a:pt x="37" y="74"/>
                    </a:cubicBezTo>
                    <a:lnTo>
                      <a:pt x="231" y="74"/>
                    </a:lnTo>
                    <a:close/>
                    <a:moveTo>
                      <a:pt x="250" y="236"/>
                    </a:moveTo>
                    <a:cubicBezTo>
                      <a:pt x="250" y="254"/>
                      <a:pt x="235" y="268"/>
                      <a:pt x="217" y="268"/>
                    </a:cubicBezTo>
                    <a:cubicBezTo>
                      <a:pt x="51" y="268"/>
                      <a:pt x="51" y="268"/>
                      <a:pt x="51" y="268"/>
                    </a:cubicBezTo>
                    <a:cubicBezTo>
                      <a:pt x="33" y="268"/>
                      <a:pt x="18" y="254"/>
                      <a:pt x="18" y="23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27" y="98"/>
                      <a:pt x="38" y="102"/>
                      <a:pt x="51" y="102"/>
                    </a:cubicBezTo>
                    <a:cubicBezTo>
                      <a:pt x="203" y="102"/>
                      <a:pt x="203" y="102"/>
                      <a:pt x="203" y="102"/>
                    </a:cubicBezTo>
                    <a:cubicBezTo>
                      <a:pt x="240" y="102"/>
                      <a:pt x="240" y="102"/>
                      <a:pt x="240" y="102"/>
                    </a:cubicBezTo>
                    <a:cubicBezTo>
                      <a:pt x="246" y="102"/>
                      <a:pt x="250" y="106"/>
                      <a:pt x="250" y="111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166" y="130"/>
                      <a:pt x="166" y="130"/>
                      <a:pt x="166" y="130"/>
                    </a:cubicBezTo>
                    <a:cubicBezTo>
                      <a:pt x="141" y="130"/>
                      <a:pt x="120" y="150"/>
                      <a:pt x="120" y="176"/>
                    </a:cubicBezTo>
                    <a:cubicBezTo>
                      <a:pt x="120" y="201"/>
                      <a:pt x="141" y="222"/>
                      <a:pt x="166" y="222"/>
                    </a:cubicBezTo>
                    <a:cubicBezTo>
                      <a:pt x="250" y="222"/>
                      <a:pt x="250" y="222"/>
                      <a:pt x="250" y="222"/>
                    </a:cubicBezTo>
                    <a:lnTo>
                      <a:pt x="250" y="236"/>
                    </a:lnTo>
                    <a:close/>
                    <a:moveTo>
                      <a:pt x="262" y="204"/>
                    </a:moveTo>
                    <a:cubicBezTo>
                      <a:pt x="166" y="204"/>
                      <a:pt x="166" y="204"/>
                      <a:pt x="166" y="204"/>
                    </a:cubicBezTo>
                    <a:cubicBezTo>
                      <a:pt x="151" y="204"/>
                      <a:pt x="139" y="191"/>
                      <a:pt x="139" y="176"/>
                    </a:cubicBezTo>
                    <a:cubicBezTo>
                      <a:pt x="139" y="161"/>
                      <a:pt x="151" y="148"/>
                      <a:pt x="166" y="148"/>
                    </a:cubicBezTo>
                    <a:cubicBezTo>
                      <a:pt x="250" y="148"/>
                      <a:pt x="250" y="148"/>
                      <a:pt x="250" y="148"/>
                    </a:cubicBezTo>
                    <a:cubicBezTo>
                      <a:pt x="255" y="148"/>
                      <a:pt x="261" y="145"/>
                      <a:pt x="265" y="141"/>
                    </a:cubicBezTo>
                    <a:cubicBezTo>
                      <a:pt x="266" y="139"/>
                      <a:pt x="266" y="138"/>
                      <a:pt x="267" y="136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274" y="145"/>
                      <a:pt x="277" y="155"/>
                      <a:pt x="277" y="167"/>
                    </a:cubicBezTo>
                    <a:cubicBezTo>
                      <a:pt x="277" y="181"/>
                      <a:pt x="272" y="194"/>
                      <a:pt x="262" y="20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369" name="Freeform: Shape 12"/>
            <p:cNvSpPr/>
            <p:nvPr/>
          </p:nvSpPr>
          <p:spPr>
            <a:xfrm>
              <a:off x="5605920" y="3386880"/>
              <a:ext cx="310320" cy="310320"/>
            </a:xfrm>
            <a:custGeom>
              <a:avLst/>
              <a:gdLst/>
              <a:ahLst/>
              <a:rect l="l" t="t" r="r" b="b"/>
              <a:pathLst>
                <a:path w="296" h="296">
                  <a:moveTo>
                    <a:pt x="291" y="104"/>
                  </a:moveTo>
                  <a:cubicBezTo>
                    <a:pt x="263" y="67"/>
                    <a:pt x="263" y="67"/>
                    <a:pt x="263" y="67"/>
                  </a:cubicBezTo>
                  <a:cubicBezTo>
                    <a:pt x="262" y="66"/>
                    <a:pt x="260" y="64"/>
                    <a:pt x="259" y="63"/>
                  </a:cubicBezTo>
                  <a:cubicBezTo>
                    <a:pt x="259" y="19"/>
                    <a:pt x="259" y="19"/>
                    <a:pt x="259" y="19"/>
                  </a:cubicBezTo>
                  <a:cubicBezTo>
                    <a:pt x="259" y="9"/>
                    <a:pt x="251" y="0"/>
                    <a:pt x="241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5" y="0"/>
                    <a:pt x="37" y="9"/>
                    <a:pt x="37" y="19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6" y="64"/>
                    <a:pt x="34" y="66"/>
                    <a:pt x="33" y="67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2" y="109"/>
                    <a:pt x="0" y="115"/>
                    <a:pt x="0" y="121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45"/>
                    <a:pt x="12" y="158"/>
                    <a:pt x="28" y="158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8" y="278"/>
                    <a:pt x="28" y="278"/>
                    <a:pt x="28" y="278"/>
                  </a:cubicBezTo>
                  <a:cubicBezTo>
                    <a:pt x="28" y="288"/>
                    <a:pt x="36" y="296"/>
                    <a:pt x="46" y="296"/>
                  </a:cubicBezTo>
                  <a:cubicBezTo>
                    <a:pt x="250" y="296"/>
                    <a:pt x="250" y="296"/>
                    <a:pt x="250" y="296"/>
                  </a:cubicBezTo>
                  <a:cubicBezTo>
                    <a:pt x="260" y="296"/>
                    <a:pt x="268" y="288"/>
                    <a:pt x="268" y="27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84" y="158"/>
                    <a:pt x="296" y="145"/>
                    <a:pt x="296" y="130"/>
                  </a:cubicBezTo>
                  <a:cubicBezTo>
                    <a:pt x="296" y="121"/>
                    <a:pt x="296" y="121"/>
                    <a:pt x="296" y="121"/>
                  </a:cubicBezTo>
                  <a:cubicBezTo>
                    <a:pt x="296" y="115"/>
                    <a:pt x="294" y="109"/>
                    <a:pt x="291" y="104"/>
                  </a:cubicBezTo>
                  <a:close/>
                  <a:moveTo>
                    <a:pt x="241" y="19"/>
                  </a:moveTo>
                  <a:cubicBezTo>
                    <a:pt x="241" y="56"/>
                    <a:pt x="241" y="56"/>
                    <a:pt x="241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19"/>
                    <a:pt x="55" y="19"/>
                    <a:pt x="55" y="19"/>
                  </a:cubicBezTo>
                  <a:lnTo>
                    <a:pt x="241" y="19"/>
                  </a:lnTo>
                  <a:close/>
                  <a:moveTo>
                    <a:pt x="94" y="139"/>
                  </a:moveTo>
                  <a:cubicBezTo>
                    <a:pt x="55" y="139"/>
                    <a:pt x="55" y="139"/>
                    <a:pt x="55" y="139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13" y="74"/>
                    <a:pt x="113" y="74"/>
                    <a:pt x="113" y="74"/>
                  </a:cubicBezTo>
                  <a:lnTo>
                    <a:pt x="94" y="139"/>
                  </a:lnTo>
                  <a:close/>
                  <a:moveTo>
                    <a:pt x="122" y="74"/>
                  </a:moveTo>
                  <a:cubicBezTo>
                    <a:pt x="143" y="74"/>
                    <a:pt x="143" y="74"/>
                    <a:pt x="143" y="74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04" y="139"/>
                    <a:pt x="104" y="139"/>
                    <a:pt x="104" y="139"/>
                  </a:cubicBezTo>
                  <a:lnTo>
                    <a:pt x="122" y="74"/>
                  </a:lnTo>
                  <a:close/>
                  <a:moveTo>
                    <a:pt x="153" y="74"/>
                  </a:moveTo>
                  <a:cubicBezTo>
                    <a:pt x="174" y="74"/>
                    <a:pt x="174" y="74"/>
                    <a:pt x="174" y="74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53" y="139"/>
                    <a:pt x="153" y="139"/>
                    <a:pt x="153" y="139"/>
                  </a:cubicBezTo>
                  <a:lnTo>
                    <a:pt x="153" y="74"/>
                  </a:lnTo>
                  <a:close/>
                  <a:moveTo>
                    <a:pt x="183" y="74"/>
                  </a:moveTo>
                  <a:cubicBezTo>
                    <a:pt x="204" y="74"/>
                    <a:pt x="204" y="74"/>
                    <a:pt x="204" y="74"/>
                  </a:cubicBezTo>
                  <a:cubicBezTo>
                    <a:pt x="241" y="139"/>
                    <a:pt x="241" y="139"/>
                    <a:pt x="241" y="139"/>
                  </a:cubicBezTo>
                  <a:cubicBezTo>
                    <a:pt x="202" y="139"/>
                    <a:pt x="202" y="139"/>
                    <a:pt x="202" y="139"/>
                  </a:cubicBezTo>
                  <a:lnTo>
                    <a:pt x="183" y="74"/>
                  </a:lnTo>
                  <a:close/>
                  <a:moveTo>
                    <a:pt x="18" y="130"/>
                  </a:moveTo>
                  <a:cubicBezTo>
                    <a:pt x="18" y="121"/>
                    <a:pt x="18" y="121"/>
                    <a:pt x="18" y="121"/>
                  </a:cubicBezTo>
                  <a:cubicBezTo>
                    <a:pt x="18" y="119"/>
                    <a:pt x="19" y="117"/>
                    <a:pt x="20" y="115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50" y="76"/>
                    <a:pt x="53" y="74"/>
                    <a:pt x="55" y="74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23" y="139"/>
                    <a:pt x="18" y="135"/>
                    <a:pt x="18" y="130"/>
                  </a:cubicBezTo>
                  <a:close/>
                  <a:moveTo>
                    <a:pt x="185" y="278"/>
                  </a:moveTo>
                  <a:cubicBezTo>
                    <a:pt x="116" y="278"/>
                    <a:pt x="116" y="278"/>
                    <a:pt x="116" y="278"/>
                  </a:cubicBezTo>
                  <a:cubicBezTo>
                    <a:pt x="116" y="185"/>
                    <a:pt x="116" y="185"/>
                    <a:pt x="116" y="185"/>
                  </a:cubicBezTo>
                  <a:cubicBezTo>
                    <a:pt x="185" y="185"/>
                    <a:pt x="185" y="185"/>
                    <a:pt x="185" y="185"/>
                  </a:cubicBezTo>
                  <a:lnTo>
                    <a:pt x="185" y="278"/>
                  </a:lnTo>
                  <a:close/>
                  <a:moveTo>
                    <a:pt x="250" y="278"/>
                  </a:moveTo>
                  <a:cubicBezTo>
                    <a:pt x="194" y="278"/>
                    <a:pt x="194" y="278"/>
                    <a:pt x="194" y="278"/>
                  </a:cubicBezTo>
                  <a:cubicBezTo>
                    <a:pt x="194" y="185"/>
                    <a:pt x="194" y="185"/>
                    <a:pt x="194" y="185"/>
                  </a:cubicBezTo>
                  <a:cubicBezTo>
                    <a:pt x="194" y="180"/>
                    <a:pt x="190" y="176"/>
                    <a:pt x="185" y="176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11" y="176"/>
                    <a:pt x="106" y="180"/>
                    <a:pt x="106" y="185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46" y="278"/>
                    <a:pt x="46" y="278"/>
                    <a:pt x="46" y="278"/>
                  </a:cubicBezTo>
                  <a:cubicBezTo>
                    <a:pt x="46" y="158"/>
                    <a:pt x="46" y="158"/>
                    <a:pt x="46" y="158"/>
                  </a:cubicBezTo>
                  <a:cubicBezTo>
                    <a:pt x="250" y="158"/>
                    <a:pt x="250" y="158"/>
                    <a:pt x="250" y="158"/>
                  </a:cubicBezTo>
                  <a:lnTo>
                    <a:pt x="250" y="278"/>
                  </a:lnTo>
                  <a:close/>
                  <a:moveTo>
                    <a:pt x="278" y="130"/>
                  </a:moveTo>
                  <a:cubicBezTo>
                    <a:pt x="278" y="135"/>
                    <a:pt x="273" y="139"/>
                    <a:pt x="268" y="139"/>
                  </a:cubicBezTo>
                  <a:cubicBezTo>
                    <a:pt x="251" y="139"/>
                    <a:pt x="251" y="139"/>
                    <a:pt x="251" y="139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3" y="74"/>
                    <a:pt x="246" y="76"/>
                    <a:pt x="248" y="78"/>
                  </a:cubicBezTo>
                  <a:cubicBezTo>
                    <a:pt x="276" y="115"/>
                    <a:pt x="276" y="115"/>
                    <a:pt x="276" y="115"/>
                  </a:cubicBezTo>
                  <a:cubicBezTo>
                    <a:pt x="277" y="117"/>
                    <a:pt x="278" y="119"/>
                    <a:pt x="278" y="121"/>
                  </a:cubicBezTo>
                  <a:lnTo>
                    <a:pt x="278" y="1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370" name="Group 13"/>
            <p:cNvGrpSpPr/>
            <p:nvPr/>
          </p:nvGrpSpPr>
          <p:grpSpPr>
            <a:xfrm>
              <a:off x="3271320" y="3269880"/>
              <a:ext cx="311400" cy="271080"/>
              <a:chOff x="3271320" y="3269880"/>
              <a:chExt cx="311400" cy="271080"/>
            </a:xfrm>
          </p:grpSpPr>
          <p:sp>
            <p:nvSpPr>
              <p:cNvPr id="371" name="Freeform: Shape 16"/>
              <p:cNvSpPr/>
              <p:nvPr/>
            </p:nvSpPr>
            <p:spPr>
              <a:xfrm>
                <a:off x="3271320" y="3269880"/>
                <a:ext cx="311400" cy="271080"/>
              </a:xfrm>
              <a:custGeom>
                <a:avLst/>
                <a:gdLst/>
                <a:ahLst/>
                <a:rect l="l" t="t" r="r" b="b"/>
                <a:pathLst>
                  <a:path w="297" h="259">
                    <a:moveTo>
                      <a:pt x="296" y="152"/>
                    </a:moveTo>
                    <a:cubicBezTo>
                      <a:pt x="259" y="13"/>
                      <a:pt x="259" y="13"/>
                      <a:pt x="259" y="13"/>
                    </a:cubicBezTo>
                    <a:cubicBezTo>
                      <a:pt x="257" y="6"/>
                      <a:pt x="249" y="0"/>
                      <a:pt x="241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48" y="0"/>
                      <a:pt x="40" y="6"/>
                      <a:pt x="38" y="13"/>
                    </a:cubicBezTo>
                    <a:cubicBezTo>
                      <a:pt x="1" y="152"/>
                      <a:pt x="1" y="152"/>
                      <a:pt x="1" y="152"/>
                    </a:cubicBezTo>
                    <a:cubicBezTo>
                      <a:pt x="1" y="154"/>
                      <a:pt x="0" y="156"/>
                      <a:pt x="0" y="157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43"/>
                      <a:pt x="17" y="259"/>
                      <a:pt x="37" y="259"/>
                    </a:cubicBezTo>
                    <a:cubicBezTo>
                      <a:pt x="260" y="259"/>
                      <a:pt x="260" y="259"/>
                      <a:pt x="260" y="259"/>
                    </a:cubicBezTo>
                    <a:cubicBezTo>
                      <a:pt x="280" y="259"/>
                      <a:pt x="297" y="243"/>
                      <a:pt x="297" y="222"/>
                    </a:cubicBezTo>
                    <a:cubicBezTo>
                      <a:pt x="297" y="157"/>
                      <a:pt x="297" y="157"/>
                      <a:pt x="297" y="157"/>
                    </a:cubicBezTo>
                    <a:cubicBezTo>
                      <a:pt x="297" y="156"/>
                      <a:pt x="296" y="154"/>
                      <a:pt x="296" y="152"/>
                    </a:cubicBezTo>
                    <a:close/>
                    <a:moveTo>
                      <a:pt x="278" y="222"/>
                    </a:moveTo>
                    <a:cubicBezTo>
                      <a:pt x="278" y="232"/>
                      <a:pt x="270" y="241"/>
                      <a:pt x="260" y="241"/>
                    </a:cubicBezTo>
                    <a:cubicBezTo>
                      <a:pt x="37" y="241"/>
                      <a:pt x="37" y="241"/>
                      <a:pt x="37" y="241"/>
                    </a:cubicBezTo>
                    <a:cubicBezTo>
                      <a:pt x="27" y="241"/>
                      <a:pt x="19" y="232"/>
                      <a:pt x="19" y="222"/>
                    </a:cubicBezTo>
                    <a:cubicBezTo>
                      <a:pt x="19" y="157"/>
                      <a:pt x="19" y="157"/>
                      <a:pt x="19" y="157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41" y="19"/>
                      <a:pt x="241" y="19"/>
                      <a:pt x="241" y="19"/>
                    </a:cubicBezTo>
                    <a:cubicBezTo>
                      <a:pt x="278" y="157"/>
                      <a:pt x="278" y="157"/>
                      <a:pt x="278" y="157"/>
                    </a:cubicBezTo>
                    <a:lnTo>
                      <a:pt x="278" y="222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2" name="Freeform: Shape 17"/>
              <p:cNvSpPr/>
              <p:nvPr/>
            </p:nvSpPr>
            <p:spPr>
              <a:xfrm>
                <a:off x="3308040" y="3308760"/>
                <a:ext cx="237600" cy="174240"/>
              </a:xfrm>
              <a:custGeom>
                <a:avLst/>
                <a:gdLst/>
                <a:ahLst/>
                <a:rect l="l" t="t" r="r" b="b"/>
                <a:pathLst>
                  <a:path w="227" h="167">
                    <a:moveTo>
                      <a:pt x="185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8" y="0"/>
                      <a:pt x="34" y="3"/>
                      <a:pt x="33" y="7"/>
                    </a:cubicBezTo>
                    <a:cubicBezTo>
                      <a:pt x="1" y="118"/>
                      <a:pt x="1" y="118"/>
                      <a:pt x="1" y="118"/>
                    </a:cubicBezTo>
                    <a:cubicBezTo>
                      <a:pt x="0" y="121"/>
                      <a:pt x="1" y="124"/>
                      <a:pt x="3" y="126"/>
                    </a:cubicBezTo>
                    <a:cubicBezTo>
                      <a:pt x="4" y="128"/>
                      <a:pt x="7" y="130"/>
                      <a:pt x="10" y="130"/>
                    </a:cubicBezTo>
                    <a:cubicBezTo>
                      <a:pt x="37" y="130"/>
                      <a:pt x="37" y="130"/>
                      <a:pt x="37" y="130"/>
                    </a:cubicBezTo>
                    <a:cubicBezTo>
                      <a:pt x="47" y="130"/>
                      <a:pt x="47" y="130"/>
                      <a:pt x="47" y="130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6" y="156"/>
                      <a:pt x="66" y="156"/>
                      <a:pt x="66" y="156"/>
                    </a:cubicBezTo>
                    <a:cubicBezTo>
                      <a:pt x="69" y="163"/>
                      <a:pt x="75" y="167"/>
                      <a:pt x="82" y="167"/>
                    </a:cubicBezTo>
                    <a:cubicBezTo>
                      <a:pt x="145" y="167"/>
                      <a:pt x="145" y="167"/>
                      <a:pt x="145" y="167"/>
                    </a:cubicBezTo>
                    <a:cubicBezTo>
                      <a:pt x="152" y="167"/>
                      <a:pt x="158" y="163"/>
                      <a:pt x="161" y="156"/>
                    </a:cubicBezTo>
                    <a:cubicBezTo>
                      <a:pt x="175" y="130"/>
                      <a:pt x="175" y="130"/>
                      <a:pt x="175" y="130"/>
                    </a:cubicBezTo>
                    <a:cubicBezTo>
                      <a:pt x="180" y="130"/>
                      <a:pt x="180" y="130"/>
                      <a:pt x="180" y="130"/>
                    </a:cubicBezTo>
                    <a:cubicBezTo>
                      <a:pt x="190" y="130"/>
                      <a:pt x="190" y="130"/>
                      <a:pt x="190" y="130"/>
                    </a:cubicBezTo>
                    <a:cubicBezTo>
                      <a:pt x="217" y="130"/>
                      <a:pt x="217" y="130"/>
                      <a:pt x="217" y="130"/>
                    </a:cubicBezTo>
                    <a:cubicBezTo>
                      <a:pt x="220" y="130"/>
                      <a:pt x="223" y="128"/>
                      <a:pt x="224" y="126"/>
                    </a:cubicBezTo>
                    <a:cubicBezTo>
                      <a:pt x="226" y="124"/>
                      <a:pt x="227" y="121"/>
                      <a:pt x="226" y="118"/>
                    </a:cubicBezTo>
                    <a:cubicBezTo>
                      <a:pt x="194" y="7"/>
                      <a:pt x="194" y="7"/>
                      <a:pt x="194" y="7"/>
                    </a:cubicBezTo>
                    <a:cubicBezTo>
                      <a:pt x="193" y="3"/>
                      <a:pt x="189" y="0"/>
                      <a:pt x="185" y="0"/>
                    </a:cubicBezTo>
                    <a:close/>
                    <a:moveTo>
                      <a:pt x="190" y="111"/>
                    </a:move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68" y="111"/>
                      <a:pt x="161" y="115"/>
                      <a:pt x="158" y="121"/>
                    </a:cubicBezTo>
                    <a:cubicBezTo>
                      <a:pt x="145" y="148"/>
                      <a:pt x="145" y="148"/>
                      <a:pt x="145" y="148"/>
                    </a:cubicBezTo>
                    <a:cubicBezTo>
                      <a:pt x="82" y="148"/>
                      <a:pt x="82" y="148"/>
                      <a:pt x="82" y="148"/>
                    </a:cubicBezTo>
                    <a:cubicBezTo>
                      <a:pt x="69" y="121"/>
                      <a:pt x="69" y="121"/>
                      <a:pt x="69" y="121"/>
                    </a:cubicBezTo>
                    <a:cubicBezTo>
                      <a:pt x="66" y="115"/>
                      <a:pt x="59" y="111"/>
                      <a:pt x="52" y="111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185" y="9"/>
                      <a:pt x="185" y="9"/>
                      <a:pt x="185" y="9"/>
                    </a:cubicBezTo>
                    <a:cubicBezTo>
                      <a:pt x="212" y="111"/>
                      <a:pt x="212" y="111"/>
                      <a:pt x="212" y="111"/>
                    </a:cubicBezTo>
                    <a:lnTo>
                      <a:pt x="190" y="111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373" name="Freeform: Shape 14"/>
            <p:cNvSpPr/>
            <p:nvPr/>
          </p:nvSpPr>
          <p:spPr>
            <a:xfrm>
              <a:off x="3934080" y="2323800"/>
              <a:ext cx="310320" cy="232200"/>
            </a:xfrm>
            <a:custGeom>
              <a:avLst/>
              <a:gdLst/>
              <a:ahLst/>
              <a:rect l="l" t="t" r="r" b="b"/>
              <a:pathLst>
                <a:path w="296" h="222">
                  <a:moveTo>
                    <a:pt x="291" y="52"/>
                  </a:moveTo>
                  <a:cubicBezTo>
                    <a:pt x="244" y="5"/>
                    <a:pt x="244" y="5"/>
                    <a:pt x="244" y="5"/>
                  </a:cubicBezTo>
                  <a:cubicBezTo>
                    <a:pt x="240" y="2"/>
                    <a:pt x="235" y="0"/>
                    <a:pt x="23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0"/>
                    <a:pt x="56" y="2"/>
                    <a:pt x="52" y="5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2" y="56"/>
                    <a:pt x="0" y="61"/>
                    <a:pt x="0" y="65"/>
                  </a:cubicBezTo>
                  <a:cubicBezTo>
                    <a:pt x="0" y="70"/>
                    <a:pt x="1" y="74"/>
                    <a:pt x="4" y="78"/>
                  </a:cubicBezTo>
                  <a:cubicBezTo>
                    <a:pt x="134" y="216"/>
                    <a:pt x="134" y="216"/>
                    <a:pt x="134" y="216"/>
                  </a:cubicBezTo>
                  <a:cubicBezTo>
                    <a:pt x="138" y="220"/>
                    <a:pt x="143" y="222"/>
                    <a:pt x="148" y="222"/>
                  </a:cubicBezTo>
                  <a:cubicBezTo>
                    <a:pt x="153" y="222"/>
                    <a:pt x="158" y="220"/>
                    <a:pt x="162" y="216"/>
                  </a:cubicBezTo>
                  <a:cubicBezTo>
                    <a:pt x="291" y="78"/>
                    <a:pt x="291" y="78"/>
                    <a:pt x="291" y="78"/>
                  </a:cubicBezTo>
                  <a:cubicBezTo>
                    <a:pt x="294" y="74"/>
                    <a:pt x="296" y="70"/>
                    <a:pt x="296" y="65"/>
                  </a:cubicBezTo>
                  <a:cubicBezTo>
                    <a:pt x="296" y="60"/>
                    <a:pt x="294" y="56"/>
                    <a:pt x="291" y="52"/>
                  </a:cubicBezTo>
                  <a:close/>
                  <a:moveTo>
                    <a:pt x="168" y="65"/>
                  </a:moveTo>
                  <a:cubicBezTo>
                    <a:pt x="127" y="65"/>
                    <a:pt x="127" y="65"/>
                    <a:pt x="127" y="65"/>
                  </a:cubicBezTo>
                  <a:cubicBezTo>
                    <a:pt x="148" y="47"/>
                    <a:pt x="148" y="47"/>
                    <a:pt x="148" y="47"/>
                  </a:cubicBezTo>
                  <a:lnTo>
                    <a:pt x="168" y="65"/>
                  </a:lnTo>
                  <a:close/>
                  <a:moveTo>
                    <a:pt x="155" y="41"/>
                  </a:moveTo>
                  <a:cubicBezTo>
                    <a:pt x="180" y="20"/>
                    <a:pt x="180" y="20"/>
                    <a:pt x="180" y="20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76" y="59"/>
                    <a:pt x="176" y="59"/>
                    <a:pt x="176" y="59"/>
                  </a:cubicBezTo>
                  <a:lnTo>
                    <a:pt x="155" y="41"/>
                  </a:lnTo>
                  <a:close/>
                  <a:moveTo>
                    <a:pt x="120" y="59"/>
                  </a:moveTo>
                  <a:cubicBezTo>
                    <a:pt x="97" y="39"/>
                    <a:pt x="97" y="39"/>
                    <a:pt x="97" y="3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41" y="41"/>
                    <a:pt x="141" y="41"/>
                    <a:pt x="141" y="41"/>
                  </a:cubicBezTo>
                  <a:lnTo>
                    <a:pt x="120" y="59"/>
                  </a:lnTo>
                  <a:close/>
                  <a:moveTo>
                    <a:pt x="171" y="74"/>
                  </a:moveTo>
                  <a:cubicBezTo>
                    <a:pt x="148" y="189"/>
                    <a:pt x="148" y="189"/>
                    <a:pt x="148" y="189"/>
                  </a:cubicBezTo>
                  <a:cubicBezTo>
                    <a:pt x="125" y="74"/>
                    <a:pt x="125" y="74"/>
                    <a:pt x="125" y="74"/>
                  </a:cubicBezTo>
                  <a:lnTo>
                    <a:pt x="171" y="74"/>
                  </a:lnTo>
                  <a:close/>
                  <a:moveTo>
                    <a:pt x="180" y="74"/>
                  </a:moveTo>
                  <a:cubicBezTo>
                    <a:pt x="226" y="74"/>
                    <a:pt x="226" y="74"/>
                    <a:pt x="226" y="74"/>
                  </a:cubicBezTo>
                  <a:cubicBezTo>
                    <a:pt x="158" y="187"/>
                    <a:pt x="158" y="187"/>
                    <a:pt x="158" y="187"/>
                  </a:cubicBezTo>
                  <a:lnTo>
                    <a:pt x="180" y="74"/>
                  </a:lnTo>
                  <a:close/>
                  <a:moveTo>
                    <a:pt x="183" y="65"/>
                  </a:moveTo>
                  <a:cubicBezTo>
                    <a:pt x="206" y="46"/>
                    <a:pt x="206" y="46"/>
                    <a:pt x="206" y="46"/>
                  </a:cubicBezTo>
                  <a:cubicBezTo>
                    <a:pt x="225" y="65"/>
                    <a:pt x="225" y="65"/>
                    <a:pt x="225" y="65"/>
                  </a:cubicBezTo>
                  <a:lnTo>
                    <a:pt x="183" y="65"/>
                  </a:lnTo>
                  <a:close/>
                  <a:moveTo>
                    <a:pt x="191" y="18"/>
                  </a:moveTo>
                  <a:cubicBezTo>
                    <a:pt x="224" y="18"/>
                    <a:pt x="224" y="18"/>
                    <a:pt x="224" y="18"/>
                  </a:cubicBezTo>
                  <a:cubicBezTo>
                    <a:pt x="206" y="33"/>
                    <a:pt x="206" y="33"/>
                    <a:pt x="206" y="33"/>
                  </a:cubicBezTo>
                  <a:lnTo>
                    <a:pt x="191" y="18"/>
                  </a:lnTo>
                  <a:close/>
                  <a:moveTo>
                    <a:pt x="148" y="35"/>
                  </a:moveTo>
                  <a:cubicBezTo>
                    <a:pt x="127" y="18"/>
                    <a:pt x="127" y="18"/>
                    <a:pt x="127" y="18"/>
                  </a:cubicBezTo>
                  <a:cubicBezTo>
                    <a:pt x="168" y="18"/>
                    <a:pt x="168" y="18"/>
                    <a:pt x="168" y="18"/>
                  </a:cubicBezTo>
                  <a:lnTo>
                    <a:pt x="148" y="35"/>
                  </a:lnTo>
                  <a:close/>
                  <a:moveTo>
                    <a:pt x="90" y="33"/>
                  </a:moveTo>
                  <a:cubicBezTo>
                    <a:pt x="72" y="18"/>
                    <a:pt x="72" y="18"/>
                    <a:pt x="72" y="18"/>
                  </a:cubicBezTo>
                  <a:cubicBezTo>
                    <a:pt x="104" y="18"/>
                    <a:pt x="104" y="18"/>
                    <a:pt x="104" y="18"/>
                  </a:cubicBezTo>
                  <a:lnTo>
                    <a:pt x="90" y="33"/>
                  </a:lnTo>
                  <a:close/>
                  <a:moveTo>
                    <a:pt x="90" y="46"/>
                  </a:moveTo>
                  <a:cubicBezTo>
                    <a:pt x="113" y="65"/>
                    <a:pt x="113" y="65"/>
                    <a:pt x="113" y="65"/>
                  </a:cubicBezTo>
                  <a:cubicBezTo>
                    <a:pt x="71" y="65"/>
                    <a:pt x="71" y="65"/>
                    <a:pt x="71" y="65"/>
                  </a:cubicBezTo>
                  <a:lnTo>
                    <a:pt x="90" y="46"/>
                  </a:lnTo>
                  <a:close/>
                  <a:moveTo>
                    <a:pt x="115" y="74"/>
                  </a:moveTo>
                  <a:cubicBezTo>
                    <a:pt x="138" y="187"/>
                    <a:pt x="138" y="187"/>
                    <a:pt x="138" y="187"/>
                  </a:cubicBezTo>
                  <a:cubicBezTo>
                    <a:pt x="70" y="74"/>
                    <a:pt x="70" y="74"/>
                    <a:pt x="70" y="74"/>
                  </a:cubicBezTo>
                  <a:lnTo>
                    <a:pt x="115" y="74"/>
                  </a:lnTo>
                  <a:close/>
                  <a:moveTo>
                    <a:pt x="117" y="171"/>
                  </a:moveTo>
                  <a:cubicBezTo>
                    <a:pt x="26" y="74"/>
                    <a:pt x="26" y="74"/>
                    <a:pt x="26" y="74"/>
                  </a:cubicBezTo>
                  <a:cubicBezTo>
                    <a:pt x="59" y="74"/>
                    <a:pt x="59" y="74"/>
                    <a:pt x="59" y="74"/>
                  </a:cubicBezTo>
                  <a:lnTo>
                    <a:pt x="117" y="171"/>
                  </a:lnTo>
                  <a:close/>
                  <a:moveTo>
                    <a:pt x="237" y="74"/>
                  </a:moveTo>
                  <a:cubicBezTo>
                    <a:pt x="269" y="74"/>
                    <a:pt x="269" y="74"/>
                    <a:pt x="269" y="74"/>
                  </a:cubicBezTo>
                  <a:cubicBezTo>
                    <a:pt x="178" y="171"/>
                    <a:pt x="178" y="171"/>
                    <a:pt x="178" y="171"/>
                  </a:cubicBezTo>
                  <a:lnTo>
                    <a:pt x="237" y="74"/>
                  </a:lnTo>
                  <a:close/>
                  <a:moveTo>
                    <a:pt x="238" y="65"/>
                  </a:moveTo>
                  <a:cubicBezTo>
                    <a:pt x="213" y="40"/>
                    <a:pt x="213" y="40"/>
                    <a:pt x="213" y="40"/>
                  </a:cubicBezTo>
                  <a:cubicBezTo>
                    <a:pt x="234" y="22"/>
                    <a:pt x="234" y="22"/>
                    <a:pt x="234" y="22"/>
                  </a:cubicBezTo>
                  <a:cubicBezTo>
                    <a:pt x="277" y="65"/>
                    <a:pt x="277" y="65"/>
                    <a:pt x="277" y="65"/>
                  </a:cubicBezTo>
                  <a:lnTo>
                    <a:pt x="238" y="65"/>
                  </a:lnTo>
                  <a:close/>
                  <a:moveTo>
                    <a:pt x="62" y="22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18" y="65"/>
                    <a:pt x="18" y="65"/>
                    <a:pt x="18" y="65"/>
                  </a:cubicBezTo>
                  <a:lnTo>
                    <a:pt x="62" y="2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74" name="Group 58"/>
          <p:cNvGrpSpPr/>
          <p:nvPr/>
        </p:nvGrpSpPr>
        <p:grpSpPr>
          <a:xfrm>
            <a:off x="6451560" y="1508040"/>
            <a:ext cx="2062080" cy="2595600"/>
            <a:chOff x="6451560" y="1508040"/>
            <a:chExt cx="2062080" cy="2595600"/>
          </a:xfrm>
        </p:grpSpPr>
        <p:grpSp>
          <p:nvGrpSpPr>
            <p:cNvPr id="375" name="Group 59"/>
            <p:cNvGrpSpPr/>
            <p:nvPr/>
          </p:nvGrpSpPr>
          <p:grpSpPr>
            <a:xfrm>
              <a:off x="6451560" y="1508040"/>
              <a:ext cx="1956600" cy="2595600"/>
              <a:chOff x="6451560" y="1508040"/>
              <a:chExt cx="1956600" cy="2595600"/>
            </a:xfrm>
          </p:grpSpPr>
          <p:grpSp>
            <p:nvGrpSpPr>
              <p:cNvPr id="376" name="Group 62"/>
              <p:cNvGrpSpPr/>
              <p:nvPr/>
            </p:nvGrpSpPr>
            <p:grpSpPr>
              <a:xfrm>
                <a:off x="6451560" y="1508040"/>
                <a:ext cx="1956600" cy="609840"/>
                <a:chOff x="6451560" y="1508040"/>
                <a:chExt cx="1956600" cy="609840"/>
              </a:xfrm>
            </p:grpSpPr>
            <p:sp>
              <p:nvSpPr>
                <p:cNvPr id="377" name="TextBox 69"/>
                <p:cNvSpPr/>
                <p:nvPr/>
              </p:nvSpPr>
              <p:spPr>
                <a:xfrm>
                  <a:off x="6451560" y="1738800"/>
                  <a:ext cx="1956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000" spc="-1" strike="noStrike">
                    <a:latin typeface="Arial"/>
                  </a:endParaRPr>
                </a:p>
              </p:txBody>
            </p:sp>
            <p:sp>
              <p:nvSpPr>
                <p:cNvPr id="378" name="Rectangle 70"/>
                <p:cNvSpPr/>
                <p:nvPr/>
              </p:nvSpPr>
              <p:spPr>
                <a:xfrm>
                  <a:off x="6451560" y="1508040"/>
                  <a:ext cx="1956600" cy="228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79" name="Group 63"/>
              <p:cNvGrpSpPr/>
              <p:nvPr/>
            </p:nvGrpSpPr>
            <p:grpSpPr>
              <a:xfrm>
                <a:off x="6451560" y="2500920"/>
                <a:ext cx="1956600" cy="609840"/>
                <a:chOff x="6451560" y="2500920"/>
                <a:chExt cx="1956600" cy="609840"/>
              </a:xfrm>
            </p:grpSpPr>
            <p:sp>
              <p:nvSpPr>
                <p:cNvPr id="380" name="TextBox 67"/>
                <p:cNvSpPr/>
                <p:nvPr/>
              </p:nvSpPr>
              <p:spPr>
                <a:xfrm>
                  <a:off x="6451560" y="2731680"/>
                  <a:ext cx="1956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000" spc="-1" strike="noStrike">
                    <a:latin typeface="Arial"/>
                  </a:endParaRPr>
                </a:p>
              </p:txBody>
            </p:sp>
            <p:sp>
              <p:nvSpPr>
                <p:cNvPr id="381" name="Rectangle 68"/>
                <p:cNvSpPr/>
                <p:nvPr/>
              </p:nvSpPr>
              <p:spPr>
                <a:xfrm>
                  <a:off x="6451560" y="2500920"/>
                  <a:ext cx="1956600" cy="228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82" name="Group 64"/>
              <p:cNvGrpSpPr/>
              <p:nvPr/>
            </p:nvGrpSpPr>
            <p:grpSpPr>
              <a:xfrm>
                <a:off x="6451560" y="3493800"/>
                <a:ext cx="1956600" cy="609840"/>
                <a:chOff x="6451560" y="3493800"/>
                <a:chExt cx="1956600" cy="609840"/>
              </a:xfrm>
            </p:grpSpPr>
            <p:sp>
              <p:nvSpPr>
                <p:cNvPr id="383" name="TextBox 65"/>
                <p:cNvSpPr/>
                <p:nvPr/>
              </p:nvSpPr>
              <p:spPr>
                <a:xfrm>
                  <a:off x="6451560" y="3724560"/>
                  <a:ext cx="1956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000" spc="-1" strike="noStrike">
                    <a:latin typeface="Arial"/>
                  </a:endParaRPr>
                </a:p>
              </p:txBody>
            </p:sp>
            <p:sp>
              <p:nvSpPr>
                <p:cNvPr id="384" name="Rectangle 66"/>
                <p:cNvSpPr/>
                <p:nvPr/>
              </p:nvSpPr>
              <p:spPr>
                <a:xfrm>
                  <a:off x="6451560" y="3493800"/>
                  <a:ext cx="1956600" cy="228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385" name="Straight Connector 60"/>
            <p:cNvSpPr/>
            <p:nvPr/>
          </p:nvSpPr>
          <p:spPr>
            <a:xfrm>
              <a:off x="6677280" y="226728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86" name="Straight Connector 61"/>
            <p:cNvSpPr/>
            <p:nvPr/>
          </p:nvSpPr>
          <p:spPr>
            <a:xfrm>
              <a:off x="6677280" y="327168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387" name="Group 71"/>
          <p:cNvGrpSpPr/>
          <p:nvPr/>
        </p:nvGrpSpPr>
        <p:grpSpPr>
          <a:xfrm>
            <a:off x="685440" y="1508040"/>
            <a:ext cx="2033640" cy="2595600"/>
            <a:chOff x="685440" y="1508040"/>
            <a:chExt cx="2033640" cy="2595600"/>
          </a:xfrm>
        </p:grpSpPr>
        <p:grpSp>
          <p:nvGrpSpPr>
            <p:cNvPr id="388" name="Group 72"/>
            <p:cNvGrpSpPr/>
            <p:nvPr/>
          </p:nvGrpSpPr>
          <p:grpSpPr>
            <a:xfrm>
              <a:off x="762480" y="1508040"/>
              <a:ext cx="1956600" cy="2595600"/>
              <a:chOff x="762480" y="1508040"/>
              <a:chExt cx="1956600" cy="2595600"/>
            </a:xfrm>
          </p:grpSpPr>
          <p:grpSp>
            <p:nvGrpSpPr>
              <p:cNvPr id="389" name="Group 76"/>
              <p:cNvGrpSpPr/>
              <p:nvPr/>
            </p:nvGrpSpPr>
            <p:grpSpPr>
              <a:xfrm>
                <a:off x="762480" y="1508040"/>
                <a:ext cx="1956600" cy="609840"/>
                <a:chOff x="762480" y="1508040"/>
                <a:chExt cx="1956600" cy="609840"/>
              </a:xfrm>
            </p:grpSpPr>
            <p:sp>
              <p:nvSpPr>
                <p:cNvPr id="390" name="TextBox 83"/>
                <p:cNvSpPr/>
                <p:nvPr/>
              </p:nvSpPr>
              <p:spPr>
                <a:xfrm>
                  <a:off x="762480" y="1738800"/>
                  <a:ext cx="1956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000" spc="-1" strike="noStrike">
                    <a:latin typeface="Arial"/>
                  </a:endParaRPr>
                </a:p>
              </p:txBody>
            </p:sp>
            <p:sp>
              <p:nvSpPr>
                <p:cNvPr id="391" name="Rectangle 84"/>
                <p:cNvSpPr/>
                <p:nvPr/>
              </p:nvSpPr>
              <p:spPr>
                <a:xfrm>
                  <a:off x="762480" y="1508040"/>
                  <a:ext cx="1956600" cy="228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92" name="Group 77"/>
              <p:cNvGrpSpPr/>
              <p:nvPr/>
            </p:nvGrpSpPr>
            <p:grpSpPr>
              <a:xfrm>
                <a:off x="762480" y="2500920"/>
                <a:ext cx="1956600" cy="609840"/>
                <a:chOff x="762480" y="2500920"/>
                <a:chExt cx="1956600" cy="609840"/>
              </a:xfrm>
            </p:grpSpPr>
            <p:sp>
              <p:nvSpPr>
                <p:cNvPr id="393" name="TextBox 81"/>
                <p:cNvSpPr/>
                <p:nvPr/>
              </p:nvSpPr>
              <p:spPr>
                <a:xfrm>
                  <a:off x="762480" y="2731680"/>
                  <a:ext cx="1956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000" spc="-1" strike="noStrike">
                    <a:latin typeface="Arial"/>
                  </a:endParaRPr>
                </a:p>
              </p:txBody>
            </p:sp>
            <p:sp>
              <p:nvSpPr>
                <p:cNvPr id="394" name="Rectangle 82"/>
                <p:cNvSpPr/>
                <p:nvPr/>
              </p:nvSpPr>
              <p:spPr>
                <a:xfrm>
                  <a:off x="762480" y="2500920"/>
                  <a:ext cx="1956600" cy="228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95" name="Group 78"/>
              <p:cNvGrpSpPr/>
              <p:nvPr/>
            </p:nvGrpSpPr>
            <p:grpSpPr>
              <a:xfrm>
                <a:off x="762480" y="3493800"/>
                <a:ext cx="1956600" cy="609840"/>
                <a:chOff x="762480" y="3493800"/>
                <a:chExt cx="1956600" cy="609840"/>
              </a:xfrm>
            </p:grpSpPr>
            <p:sp>
              <p:nvSpPr>
                <p:cNvPr id="396" name="TextBox 79"/>
                <p:cNvSpPr/>
                <p:nvPr/>
              </p:nvSpPr>
              <p:spPr>
                <a:xfrm>
                  <a:off x="762480" y="3724560"/>
                  <a:ext cx="1956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000" spc="-1" strike="noStrike">
                    <a:latin typeface="Arial"/>
                  </a:endParaRPr>
                </a:p>
              </p:txBody>
            </p:sp>
            <p:sp>
              <p:nvSpPr>
                <p:cNvPr id="397" name="Rectangle 80"/>
                <p:cNvSpPr/>
                <p:nvPr/>
              </p:nvSpPr>
              <p:spPr>
                <a:xfrm>
                  <a:off x="762480" y="3493800"/>
                  <a:ext cx="1956600" cy="228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398" name="Group 73"/>
            <p:cNvGrpSpPr/>
            <p:nvPr/>
          </p:nvGrpSpPr>
          <p:grpSpPr>
            <a:xfrm>
              <a:off x="685440" y="2267280"/>
              <a:ext cx="1836360" cy="1004760"/>
              <a:chOff x="685440" y="2267280"/>
              <a:chExt cx="1836360" cy="1004760"/>
            </a:xfrm>
          </p:grpSpPr>
          <p:sp>
            <p:nvSpPr>
              <p:cNvPr id="399" name="Straight Connector 74"/>
              <p:cNvSpPr/>
              <p:nvPr/>
            </p:nvSpPr>
            <p:spPr>
              <a:xfrm>
                <a:off x="685440" y="22672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00" name="Straight Connector 75"/>
              <p:cNvSpPr/>
              <p:nvPr/>
            </p:nvSpPr>
            <p:spPr>
              <a:xfrm>
                <a:off x="685440" y="32716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401" name="组合 87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402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403" name="矩形 89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组合 3"/>
          <p:cNvGrpSpPr/>
          <p:nvPr/>
        </p:nvGrpSpPr>
        <p:grpSpPr>
          <a:xfrm>
            <a:off x="2478240" y="938160"/>
            <a:ext cx="4186080" cy="3660840"/>
            <a:chOff x="2478240" y="938160"/>
            <a:chExt cx="4186080" cy="3660840"/>
          </a:xfrm>
        </p:grpSpPr>
        <p:sp>
          <p:nvSpPr>
            <p:cNvPr id="405" name="任意多边形: 形状 31"/>
            <p:cNvSpPr/>
            <p:nvPr/>
          </p:nvSpPr>
          <p:spPr>
            <a:xfrm>
              <a:off x="3094200" y="2722680"/>
              <a:ext cx="2953800" cy="675360"/>
            </a:xfrm>
            <a:custGeom>
              <a:avLst/>
              <a:gdLst/>
              <a:ahLst/>
              <a:rect l="l" t="t" r="r" b="b"/>
              <a:pathLst>
                <a:path w="2562" h="587">
                  <a:moveTo>
                    <a:pt x="2154" y="0"/>
                  </a:moveTo>
                  <a:lnTo>
                    <a:pt x="408" y="0"/>
                  </a:lnTo>
                  <a:lnTo>
                    <a:pt x="0" y="587"/>
                  </a:lnTo>
                  <a:lnTo>
                    <a:pt x="2562" y="587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6" name="任意多边形: 形状 32"/>
            <p:cNvSpPr/>
            <p:nvPr/>
          </p:nvSpPr>
          <p:spPr>
            <a:xfrm>
              <a:off x="2478240" y="4087440"/>
              <a:ext cx="4186080" cy="511560"/>
            </a:xfrm>
            <a:custGeom>
              <a:avLst/>
              <a:gdLst/>
              <a:ahLst/>
              <a:rect l="l" t="t" r="r" b="b"/>
              <a:pathLst>
                <a:path w="3630" h="445">
                  <a:moveTo>
                    <a:pt x="306" y="0"/>
                  </a:moveTo>
                  <a:lnTo>
                    <a:pt x="0" y="445"/>
                  </a:lnTo>
                  <a:lnTo>
                    <a:pt x="3630" y="445"/>
                  </a:lnTo>
                  <a:lnTo>
                    <a:pt x="3324" y="0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7" name="任意多边形: 形状 33"/>
            <p:cNvSpPr/>
            <p:nvPr/>
          </p:nvSpPr>
          <p:spPr>
            <a:xfrm>
              <a:off x="3828960" y="938160"/>
              <a:ext cx="1484280" cy="1081440"/>
            </a:xfrm>
            <a:custGeom>
              <a:avLst/>
              <a:gdLst/>
              <a:ahLst/>
              <a:rect l="l" t="t" r="r" b="b"/>
              <a:pathLst>
                <a:path w="1288" h="939">
                  <a:moveTo>
                    <a:pt x="1288" y="939"/>
                  </a:moveTo>
                  <a:lnTo>
                    <a:pt x="644" y="0"/>
                  </a:lnTo>
                  <a:lnTo>
                    <a:pt x="0" y="939"/>
                  </a:lnTo>
                  <a:lnTo>
                    <a:pt x="1288" y="939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8" name="组合 34"/>
            <p:cNvGrpSpPr/>
            <p:nvPr/>
          </p:nvGrpSpPr>
          <p:grpSpPr>
            <a:xfrm>
              <a:off x="3048120" y="3419640"/>
              <a:ext cx="3045960" cy="652320"/>
              <a:chOff x="3048120" y="3419640"/>
              <a:chExt cx="3045960" cy="652320"/>
            </a:xfrm>
          </p:grpSpPr>
          <p:sp>
            <p:nvSpPr>
              <p:cNvPr id="409" name="椭圆 47"/>
              <p:cNvSpPr/>
              <p:nvPr/>
            </p:nvSpPr>
            <p:spPr>
              <a:xfrm>
                <a:off x="3574080" y="3447360"/>
                <a:ext cx="115920" cy="11592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0" name="任意多边形: 形状 48"/>
              <p:cNvSpPr/>
              <p:nvPr/>
            </p:nvSpPr>
            <p:spPr>
              <a:xfrm>
                <a:off x="3423960" y="3419640"/>
                <a:ext cx="412200" cy="65232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1" name="椭圆 49"/>
              <p:cNvSpPr/>
              <p:nvPr/>
            </p:nvSpPr>
            <p:spPr>
              <a:xfrm>
                <a:off x="3197880" y="3447360"/>
                <a:ext cx="115920" cy="11592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2" name="任意多边形: 形状 50"/>
              <p:cNvSpPr/>
              <p:nvPr/>
            </p:nvSpPr>
            <p:spPr>
              <a:xfrm>
                <a:off x="3048120" y="3419640"/>
                <a:ext cx="411120" cy="65232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3" name="椭圆 51"/>
              <p:cNvSpPr/>
              <p:nvPr/>
            </p:nvSpPr>
            <p:spPr>
              <a:xfrm>
                <a:off x="3951360" y="3447360"/>
                <a:ext cx="115920" cy="11592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4" name="任意多边形: 形状 52"/>
              <p:cNvSpPr/>
              <p:nvPr/>
            </p:nvSpPr>
            <p:spPr>
              <a:xfrm>
                <a:off x="3800160" y="3419640"/>
                <a:ext cx="412200" cy="65232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5" name="椭圆 53"/>
              <p:cNvSpPr/>
              <p:nvPr/>
            </p:nvSpPr>
            <p:spPr>
              <a:xfrm>
                <a:off x="4327560" y="3447360"/>
                <a:ext cx="115920" cy="11592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6" name="任意多边形: 形状 54"/>
              <p:cNvSpPr/>
              <p:nvPr/>
            </p:nvSpPr>
            <p:spPr>
              <a:xfrm>
                <a:off x="4176360" y="3419640"/>
                <a:ext cx="412200" cy="65232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7" name="椭圆 55"/>
              <p:cNvSpPr/>
              <p:nvPr/>
            </p:nvSpPr>
            <p:spPr>
              <a:xfrm>
                <a:off x="4703400" y="3447360"/>
                <a:ext cx="115920" cy="11592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8" name="任意多边形: 形状 56"/>
              <p:cNvSpPr/>
              <p:nvPr/>
            </p:nvSpPr>
            <p:spPr>
              <a:xfrm>
                <a:off x="4553640" y="3419640"/>
                <a:ext cx="412200" cy="65232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9" name="椭圆 57"/>
              <p:cNvSpPr/>
              <p:nvPr/>
            </p:nvSpPr>
            <p:spPr>
              <a:xfrm>
                <a:off x="5079600" y="3447360"/>
                <a:ext cx="115920" cy="11592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0" name="任意多边形: 形状 58"/>
              <p:cNvSpPr/>
              <p:nvPr/>
            </p:nvSpPr>
            <p:spPr>
              <a:xfrm>
                <a:off x="4929480" y="3419640"/>
                <a:ext cx="412200" cy="65232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1" name="椭圆 59"/>
              <p:cNvSpPr/>
              <p:nvPr/>
            </p:nvSpPr>
            <p:spPr>
              <a:xfrm>
                <a:off x="5456880" y="3447360"/>
                <a:ext cx="115920" cy="11592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2" name="任意多边形: 形状 60"/>
              <p:cNvSpPr/>
              <p:nvPr/>
            </p:nvSpPr>
            <p:spPr>
              <a:xfrm>
                <a:off x="5305680" y="3419640"/>
                <a:ext cx="412200" cy="65232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3" name="椭圆 61"/>
              <p:cNvSpPr/>
              <p:nvPr/>
            </p:nvSpPr>
            <p:spPr>
              <a:xfrm>
                <a:off x="5833080" y="3447360"/>
                <a:ext cx="115920" cy="11592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4" name="任意多边形: 形状 62"/>
              <p:cNvSpPr/>
              <p:nvPr/>
            </p:nvSpPr>
            <p:spPr>
              <a:xfrm>
                <a:off x="5681880" y="3419640"/>
                <a:ext cx="412200" cy="65232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5" name="组合 35"/>
            <p:cNvGrpSpPr/>
            <p:nvPr/>
          </p:nvGrpSpPr>
          <p:grpSpPr>
            <a:xfrm>
              <a:off x="3800160" y="2044440"/>
              <a:ext cx="1541520" cy="652320"/>
              <a:chOff x="3800160" y="2044440"/>
              <a:chExt cx="1541520" cy="652320"/>
            </a:xfrm>
          </p:grpSpPr>
          <p:sp>
            <p:nvSpPr>
              <p:cNvPr id="426" name="椭圆 39"/>
              <p:cNvSpPr/>
              <p:nvPr/>
            </p:nvSpPr>
            <p:spPr>
              <a:xfrm>
                <a:off x="3951360" y="2073240"/>
                <a:ext cx="115920" cy="11592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7" name="任意多边形: 形状 40"/>
              <p:cNvSpPr/>
              <p:nvPr/>
            </p:nvSpPr>
            <p:spPr>
              <a:xfrm>
                <a:off x="3800160" y="2044440"/>
                <a:ext cx="412200" cy="65232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8" name="椭圆 41"/>
              <p:cNvSpPr/>
              <p:nvPr/>
            </p:nvSpPr>
            <p:spPr>
              <a:xfrm>
                <a:off x="4327560" y="2073240"/>
                <a:ext cx="115920" cy="11592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9" name="任意多边形: 形状 42"/>
              <p:cNvSpPr/>
              <p:nvPr/>
            </p:nvSpPr>
            <p:spPr>
              <a:xfrm>
                <a:off x="4176360" y="2044440"/>
                <a:ext cx="412200" cy="65232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0" name="椭圆 43"/>
              <p:cNvSpPr/>
              <p:nvPr/>
            </p:nvSpPr>
            <p:spPr>
              <a:xfrm>
                <a:off x="4703400" y="2073240"/>
                <a:ext cx="115920" cy="11592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1" name="任意多边形: 形状 44"/>
              <p:cNvSpPr/>
              <p:nvPr/>
            </p:nvSpPr>
            <p:spPr>
              <a:xfrm>
                <a:off x="4553640" y="2044440"/>
                <a:ext cx="412200" cy="65232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2" name="椭圆 45"/>
              <p:cNvSpPr/>
              <p:nvPr/>
            </p:nvSpPr>
            <p:spPr>
              <a:xfrm>
                <a:off x="5079600" y="2073240"/>
                <a:ext cx="115920" cy="11592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3" name="任意多边形: 形状 46"/>
              <p:cNvSpPr/>
              <p:nvPr/>
            </p:nvSpPr>
            <p:spPr>
              <a:xfrm>
                <a:off x="4929480" y="2044440"/>
                <a:ext cx="412200" cy="65232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34" name="文本框 7"/>
            <p:cNvSpPr/>
            <p:nvPr/>
          </p:nvSpPr>
          <p:spPr>
            <a:xfrm>
              <a:off x="3985560" y="4210200"/>
              <a:ext cx="1175400" cy="27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67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800" spc="-1" strike="noStrike">
                <a:latin typeface="Arial"/>
              </a:endParaRPr>
            </a:p>
          </p:txBody>
        </p:sp>
        <p:sp>
          <p:nvSpPr>
            <p:cNvPr id="435" name="文本框 8"/>
            <p:cNvSpPr/>
            <p:nvPr/>
          </p:nvSpPr>
          <p:spPr>
            <a:xfrm>
              <a:off x="4044600" y="2927160"/>
              <a:ext cx="1175400" cy="27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67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800" spc="-1" strike="noStrike">
                <a:latin typeface="Arial"/>
              </a:endParaRPr>
            </a:p>
          </p:txBody>
        </p:sp>
        <p:sp>
          <p:nvSpPr>
            <p:cNvPr id="436" name="文本框 9"/>
            <p:cNvSpPr/>
            <p:nvPr/>
          </p:nvSpPr>
          <p:spPr>
            <a:xfrm>
              <a:off x="4156560" y="1445760"/>
              <a:ext cx="829080" cy="48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1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</a:t>
              </a:r>
              <a:br>
                <a:rPr sz="1800"/>
              </a:b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文本预设</a:t>
              </a:r>
              <a:endParaRPr b="1" lang="en-HK" sz="1800" spc="-1" strike="noStrike">
                <a:latin typeface="Arial"/>
              </a:endParaRPr>
            </a:p>
          </p:txBody>
        </p:sp>
      </p:grpSp>
      <p:grpSp>
        <p:nvGrpSpPr>
          <p:cNvPr id="437" name="组合 4"/>
          <p:cNvGrpSpPr/>
          <p:nvPr/>
        </p:nvGrpSpPr>
        <p:grpSpPr>
          <a:xfrm>
            <a:off x="6128280" y="1500480"/>
            <a:ext cx="2062080" cy="2595600"/>
            <a:chOff x="6128280" y="1500480"/>
            <a:chExt cx="2062080" cy="2595600"/>
          </a:xfrm>
        </p:grpSpPr>
        <p:grpSp>
          <p:nvGrpSpPr>
            <p:cNvPr id="438" name="组合 19"/>
            <p:cNvGrpSpPr/>
            <p:nvPr/>
          </p:nvGrpSpPr>
          <p:grpSpPr>
            <a:xfrm>
              <a:off x="6128280" y="1500480"/>
              <a:ext cx="1956600" cy="2595600"/>
              <a:chOff x="6128280" y="1500480"/>
              <a:chExt cx="1956600" cy="2595600"/>
            </a:xfrm>
          </p:grpSpPr>
          <p:grpSp>
            <p:nvGrpSpPr>
              <p:cNvPr id="439" name="组合 22"/>
              <p:cNvGrpSpPr/>
              <p:nvPr/>
            </p:nvGrpSpPr>
            <p:grpSpPr>
              <a:xfrm>
                <a:off x="6128280" y="1500480"/>
                <a:ext cx="1956600" cy="609840"/>
                <a:chOff x="6128280" y="1500480"/>
                <a:chExt cx="1956600" cy="609840"/>
              </a:xfrm>
            </p:grpSpPr>
            <p:sp>
              <p:nvSpPr>
                <p:cNvPr id="440" name="文本框 45"/>
                <p:cNvSpPr/>
                <p:nvPr/>
              </p:nvSpPr>
              <p:spPr>
                <a:xfrm>
                  <a:off x="6128280" y="1731240"/>
                  <a:ext cx="1956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000" spc="-1" strike="noStrike">
                    <a:latin typeface="Arial"/>
                  </a:endParaRPr>
                </a:p>
              </p:txBody>
            </p:sp>
            <p:sp>
              <p:nvSpPr>
                <p:cNvPr id="441" name="矩形 30"/>
                <p:cNvSpPr/>
                <p:nvPr/>
              </p:nvSpPr>
              <p:spPr>
                <a:xfrm>
                  <a:off x="6128280" y="1500480"/>
                  <a:ext cx="1956600" cy="228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42" name="组合 23"/>
              <p:cNvGrpSpPr/>
              <p:nvPr/>
            </p:nvGrpSpPr>
            <p:grpSpPr>
              <a:xfrm>
                <a:off x="6128280" y="2493360"/>
                <a:ext cx="1956600" cy="609840"/>
                <a:chOff x="6128280" y="2493360"/>
                <a:chExt cx="1956600" cy="609840"/>
              </a:xfrm>
            </p:grpSpPr>
            <p:sp>
              <p:nvSpPr>
                <p:cNvPr id="443" name="文本框 43"/>
                <p:cNvSpPr/>
                <p:nvPr/>
              </p:nvSpPr>
              <p:spPr>
                <a:xfrm>
                  <a:off x="6128280" y="2724120"/>
                  <a:ext cx="1956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000" spc="-1" strike="noStrike">
                    <a:latin typeface="Arial"/>
                  </a:endParaRPr>
                </a:p>
              </p:txBody>
            </p:sp>
            <p:sp>
              <p:nvSpPr>
                <p:cNvPr id="444" name="矩形 28"/>
                <p:cNvSpPr/>
                <p:nvPr/>
              </p:nvSpPr>
              <p:spPr>
                <a:xfrm>
                  <a:off x="6128280" y="2493360"/>
                  <a:ext cx="1956600" cy="228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45" name="组合 24"/>
              <p:cNvGrpSpPr/>
              <p:nvPr/>
            </p:nvGrpSpPr>
            <p:grpSpPr>
              <a:xfrm>
                <a:off x="6128280" y="3486240"/>
                <a:ext cx="1956600" cy="609840"/>
                <a:chOff x="6128280" y="3486240"/>
                <a:chExt cx="1956600" cy="609840"/>
              </a:xfrm>
            </p:grpSpPr>
            <p:sp>
              <p:nvSpPr>
                <p:cNvPr id="446" name="文本框 41"/>
                <p:cNvSpPr/>
                <p:nvPr/>
              </p:nvSpPr>
              <p:spPr>
                <a:xfrm>
                  <a:off x="6128280" y="3717000"/>
                  <a:ext cx="1956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000" spc="-1" strike="noStrike">
                    <a:latin typeface="Arial"/>
                  </a:endParaRPr>
                </a:p>
              </p:txBody>
            </p:sp>
            <p:sp>
              <p:nvSpPr>
                <p:cNvPr id="447" name="矩形 26"/>
                <p:cNvSpPr/>
                <p:nvPr/>
              </p:nvSpPr>
              <p:spPr>
                <a:xfrm>
                  <a:off x="6128280" y="3486240"/>
                  <a:ext cx="1956600" cy="228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448" name="直接连接符 20"/>
            <p:cNvSpPr/>
            <p:nvPr/>
          </p:nvSpPr>
          <p:spPr>
            <a:xfrm>
              <a:off x="6354000" y="225972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49" name="直接连接符 21"/>
            <p:cNvSpPr/>
            <p:nvPr/>
          </p:nvSpPr>
          <p:spPr>
            <a:xfrm>
              <a:off x="6354000" y="326376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450" name="组合 5"/>
          <p:cNvGrpSpPr/>
          <p:nvPr/>
        </p:nvGrpSpPr>
        <p:grpSpPr>
          <a:xfrm>
            <a:off x="980280" y="1500480"/>
            <a:ext cx="2034000" cy="2595600"/>
            <a:chOff x="980280" y="1500480"/>
            <a:chExt cx="2034000" cy="2595600"/>
          </a:xfrm>
        </p:grpSpPr>
        <p:grpSp>
          <p:nvGrpSpPr>
            <p:cNvPr id="451" name="组合 6"/>
            <p:cNvGrpSpPr/>
            <p:nvPr/>
          </p:nvGrpSpPr>
          <p:grpSpPr>
            <a:xfrm>
              <a:off x="1057680" y="1500480"/>
              <a:ext cx="1956600" cy="2595600"/>
              <a:chOff x="1057680" y="1500480"/>
              <a:chExt cx="1956600" cy="2595600"/>
            </a:xfrm>
          </p:grpSpPr>
          <p:grpSp>
            <p:nvGrpSpPr>
              <p:cNvPr id="452" name="组合 10"/>
              <p:cNvGrpSpPr/>
              <p:nvPr/>
            </p:nvGrpSpPr>
            <p:grpSpPr>
              <a:xfrm>
                <a:off x="1057680" y="1500480"/>
                <a:ext cx="1956600" cy="609840"/>
                <a:chOff x="1057680" y="1500480"/>
                <a:chExt cx="1956600" cy="609840"/>
              </a:xfrm>
            </p:grpSpPr>
            <p:sp>
              <p:nvSpPr>
                <p:cNvPr id="453" name="文本框 59"/>
                <p:cNvSpPr/>
                <p:nvPr/>
              </p:nvSpPr>
              <p:spPr>
                <a:xfrm>
                  <a:off x="1057680" y="1731240"/>
                  <a:ext cx="1956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000" spc="-1" strike="noStrike">
                    <a:latin typeface="Arial"/>
                  </a:endParaRPr>
                </a:p>
              </p:txBody>
            </p:sp>
            <p:sp>
              <p:nvSpPr>
                <p:cNvPr id="454" name="矩形 18"/>
                <p:cNvSpPr/>
                <p:nvPr/>
              </p:nvSpPr>
              <p:spPr>
                <a:xfrm>
                  <a:off x="1057680" y="1500480"/>
                  <a:ext cx="1956600" cy="228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55" name="组合 11"/>
              <p:cNvGrpSpPr/>
              <p:nvPr/>
            </p:nvGrpSpPr>
            <p:grpSpPr>
              <a:xfrm>
                <a:off x="1057680" y="2493360"/>
                <a:ext cx="1956600" cy="609840"/>
                <a:chOff x="1057680" y="2493360"/>
                <a:chExt cx="1956600" cy="609840"/>
              </a:xfrm>
            </p:grpSpPr>
            <p:sp>
              <p:nvSpPr>
                <p:cNvPr id="456" name="文本框 57"/>
                <p:cNvSpPr/>
                <p:nvPr/>
              </p:nvSpPr>
              <p:spPr>
                <a:xfrm>
                  <a:off x="1057680" y="2724120"/>
                  <a:ext cx="1956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000" spc="-1" strike="noStrike">
                    <a:latin typeface="Arial"/>
                  </a:endParaRPr>
                </a:p>
              </p:txBody>
            </p:sp>
            <p:sp>
              <p:nvSpPr>
                <p:cNvPr id="457" name="矩形 16"/>
                <p:cNvSpPr/>
                <p:nvPr/>
              </p:nvSpPr>
              <p:spPr>
                <a:xfrm>
                  <a:off x="1057680" y="2493360"/>
                  <a:ext cx="1956600" cy="228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58" name="组合 12"/>
              <p:cNvGrpSpPr/>
              <p:nvPr/>
            </p:nvGrpSpPr>
            <p:grpSpPr>
              <a:xfrm>
                <a:off x="1057680" y="3486240"/>
                <a:ext cx="1956600" cy="609840"/>
                <a:chOff x="1057680" y="3486240"/>
                <a:chExt cx="1956600" cy="609840"/>
              </a:xfrm>
            </p:grpSpPr>
            <p:sp>
              <p:nvSpPr>
                <p:cNvPr id="459" name="文本框 55"/>
                <p:cNvSpPr/>
                <p:nvPr/>
              </p:nvSpPr>
              <p:spPr>
                <a:xfrm>
                  <a:off x="1057680" y="3717000"/>
                  <a:ext cx="1956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000" spc="-1" strike="noStrike">
                    <a:latin typeface="Arial"/>
                  </a:endParaRPr>
                </a:p>
              </p:txBody>
            </p:sp>
            <p:sp>
              <p:nvSpPr>
                <p:cNvPr id="460" name="矩形 14"/>
                <p:cNvSpPr/>
                <p:nvPr/>
              </p:nvSpPr>
              <p:spPr>
                <a:xfrm>
                  <a:off x="1057680" y="3486240"/>
                  <a:ext cx="1956600" cy="228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461" name="组合 7"/>
            <p:cNvGrpSpPr/>
            <p:nvPr/>
          </p:nvGrpSpPr>
          <p:grpSpPr>
            <a:xfrm>
              <a:off x="980280" y="2259720"/>
              <a:ext cx="1836360" cy="1004400"/>
              <a:chOff x="980280" y="2259720"/>
              <a:chExt cx="1836360" cy="1004400"/>
            </a:xfrm>
          </p:grpSpPr>
          <p:sp>
            <p:nvSpPr>
              <p:cNvPr id="462" name="直接连接符 8"/>
              <p:cNvSpPr/>
              <p:nvPr/>
            </p:nvSpPr>
            <p:spPr>
              <a:xfrm>
                <a:off x="980280" y="225972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63" name="直接连接符 9"/>
              <p:cNvSpPr/>
              <p:nvPr/>
            </p:nvSpPr>
            <p:spPr>
              <a:xfrm>
                <a:off x="980280" y="326376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464" name="组合 64"/>
          <p:cNvGrpSpPr/>
          <p:nvPr/>
        </p:nvGrpSpPr>
        <p:grpSpPr>
          <a:xfrm>
            <a:off x="323640" y="0"/>
            <a:ext cx="2086200" cy="1001160"/>
            <a:chOff x="323640" y="0"/>
            <a:chExt cx="2086200" cy="1001160"/>
          </a:xfrm>
        </p:grpSpPr>
        <p:sp>
          <p:nvSpPr>
            <p:cNvPr id="465" name="TextBox 86"/>
            <p:cNvSpPr/>
            <p:nvPr/>
          </p:nvSpPr>
          <p:spPr>
            <a:xfrm>
              <a:off x="576360" y="58320"/>
              <a:ext cx="1833480" cy="94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</a:t>
              </a:r>
              <a:r>
                <a:rPr b="1" lang="zh-CN" sz="32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输入</a:t>
              </a: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466" name="矩形 66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椭圆 3"/>
          <p:cNvSpPr/>
          <p:nvPr/>
        </p:nvSpPr>
        <p:spPr>
          <a:xfrm>
            <a:off x="3220560" y="1339200"/>
            <a:ext cx="2701080" cy="27010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68" name="组合 1"/>
          <p:cNvGrpSpPr/>
          <p:nvPr/>
        </p:nvGrpSpPr>
        <p:grpSpPr>
          <a:xfrm>
            <a:off x="3207240" y="1275480"/>
            <a:ext cx="2727720" cy="2826360"/>
            <a:chOff x="3207240" y="1275480"/>
            <a:chExt cx="2727720" cy="2826360"/>
          </a:xfrm>
        </p:grpSpPr>
        <p:grpSp>
          <p:nvGrpSpPr>
            <p:cNvPr id="469" name="组合 4"/>
            <p:cNvGrpSpPr/>
            <p:nvPr/>
          </p:nvGrpSpPr>
          <p:grpSpPr>
            <a:xfrm>
              <a:off x="4162680" y="1275480"/>
              <a:ext cx="817200" cy="818280"/>
              <a:chOff x="4162680" y="1275480"/>
              <a:chExt cx="817200" cy="818280"/>
            </a:xfrm>
          </p:grpSpPr>
          <p:sp>
            <p:nvSpPr>
              <p:cNvPr id="470" name="椭圆 47"/>
              <p:cNvSpPr/>
              <p:nvPr/>
            </p:nvSpPr>
            <p:spPr>
              <a:xfrm>
                <a:off x="4162680" y="1275480"/>
                <a:ext cx="817200" cy="81828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71" name="任意多边形 5"/>
              <p:cNvSpPr/>
              <p:nvPr/>
            </p:nvSpPr>
            <p:spPr>
              <a:xfrm>
                <a:off x="4368600" y="1503360"/>
                <a:ext cx="418680" cy="391320"/>
              </a:xfrm>
              <a:custGeom>
                <a:avLst/>
                <a:gdLst/>
                <a:ahLst/>
                <a:rect l="l" t="t" r="r" b="b"/>
                <a:pathLst>
                  <a:path w="1492" h="1397">
                    <a:moveTo>
                      <a:pt x="830" y="1266"/>
                    </a:moveTo>
                    <a:cubicBezTo>
                      <a:pt x="772" y="1266"/>
                      <a:pt x="772" y="1266"/>
                      <a:pt x="772" y="1266"/>
                    </a:cubicBezTo>
                    <a:cubicBezTo>
                      <a:pt x="752" y="1266"/>
                      <a:pt x="736" y="1250"/>
                      <a:pt x="736" y="1230"/>
                    </a:cubicBezTo>
                    <a:cubicBezTo>
                      <a:pt x="736" y="1211"/>
                      <a:pt x="752" y="1194"/>
                      <a:pt x="772" y="1194"/>
                    </a:cubicBezTo>
                    <a:cubicBezTo>
                      <a:pt x="830" y="1194"/>
                      <a:pt x="830" y="1194"/>
                      <a:pt x="830" y="1194"/>
                    </a:cubicBezTo>
                    <a:cubicBezTo>
                      <a:pt x="830" y="903"/>
                      <a:pt x="830" y="903"/>
                      <a:pt x="830" y="903"/>
                    </a:cubicBezTo>
                    <a:cubicBezTo>
                      <a:pt x="830" y="872"/>
                      <a:pt x="844" y="843"/>
                      <a:pt x="866" y="823"/>
                    </a:cubicBezTo>
                    <a:cubicBezTo>
                      <a:pt x="869" y="821"/>
                      <a:pt x="869" y="821"/>
                      <a:pt x="869" y="821"/>
                    </a:cubicBezTo>
                    <a:cubicBezTo>
                      <a:pt x="891" y="802"/>
                      <a:pt x="920" y="791"/>
                      <a:pt x="950" y="791"/>
                    </a:cubicBezTo>
                    <a:cubicBezTo>
                      <a:pt x="1371" y="791"/>
                      <a:pt x="1371" y="791"/>
                      <a:pt x="1371" y="791"/>
                    </a:cubicBezTo>
                    <a:cubicBezTo>
                      <a:pt x="1404" y="791"/>
                      <a:pt x="1434" y="803"/>
                      <a:pt x="1455" y="823"/>
                    </a:cubicBezTo>
                    <a:cubicBezTo>
                      <a:pt x="1478" y="843"/>
                      <a:pt x="1492" y="872"/>
                      <a:pt x="1492" y="903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1"/>
                      <a:pt x="1492" y="1231"/>
                      <a:pt x="1492" y="1231"/>
                    </a:cubicBezTo>
                    <a:cubicBezTo>
                      <a:pt x="1492" y="1286"/>
                      <a:pt x="1492" y="1286"/>
                      <a:pt x="1492" y="1286"/>
                    </a:cubicBezTo>
                    <a:cubicBezTo>
                      <a:pt x="1492" y="1317"/>
                      <a:pt x="1478" y="1345"/>
                      <a:pt x="1455" y="1366"/>
                    </a:cubicBezTo>
                    <a:cubicBezTo>
                      <a:pt x="1434" y="1385"/>
                      <a:pt x="1404" y="1397"/>
                      <a:pt x="1371" y="1397"/>
                    </a:cubicBezTo>
                    <a:cubicBezTo>
                      <a:pt x="950" y="1397"/>
                      <a:pt x="950" y="1397"/>
                      <a:pt x="950" y="1397"/>
                    </a:cubicBezTo>
                    <a:cubicBezTo>
                      <a:pt x="918" y="1397"/>
                      <a:pt x="888" y="1385"/>
                      <a:pt x="867" y="1366"/>
                    </a:cubicBezTo>
                    <a:cubicBezTo>
                      <a:pt x="844" y="1345"/>
                      <a:pt x="830" y="1317"/>
                      <a:pt x="830" y="1286"/>
                    </a:cubicBezTo>
                    <a:cubicBezTo>
                      <a:pt x="830" y="1266"/>
                      <a:pt x="830" y="1266"/>
                      <a:pt x="830" y="1266"/>
                    </a:cubicBezTo>
                    <a:cubicBezTo>
                      <a:pt x="830" y="1266"/>
                      <a:pt x="830" y="1266"/>
                      <a:pt x="830" y="1266"/>
                    </a:cubicBezTo>
                    <a:close/>
                    <a:moveTo>
                      <a:pt x="120" y="0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541" y="0"/>
                      <a:pt x="541" y="0"/>
                      <a:pt x="541" y="0"/>
                    </a:cubicBezTo>
                    <a:cubicBezTo>
                      <a:pt x="573" y="0"/>
                      <a:pt x="603" y="11"/>
                      <a:pt x="625" y="30"/>
                    </a:cubicBezTo>
                    <a:cubicBezTo>
                      <a:pt x="648" y="52"/>
                      <a:pt x="661" y="79"/>
                      <a:pt x="661" y="110"/>
                    </a:cubicBezTo>
                    <a:cubicBezTo>
                      <a:pt x="661" y="437"/>
                      <a:pt x="661" y="437"/>
                      <a:pt x="661" y="437"/>
                    </a:cubicBezTo>
                    <a:cubicBezTo>
                      <a:pt x="661" y="438"/>
                      <a:pt x="661" y="438"/>
                      <a:pt x="661" y="438"/>
                    </a:cubicBezTo>
                    <a:cubicBezTo>
                      <a:pt x="661" y="439"/>
                      <a:pt x="661" y="439"/>
                      <a:pt x="661" y="439"/>
                    </a:cubicBezTo>
                    <a:cubicBezTo>
                      <a:pt x="661" y="493"/>
                      <a:pt x="661" y="493"/>
                      <a:pt x="661" y="493"/>
                    </a:cubicBezTo>
                    <a:cubicBezTo>
                      <a:pt x="661" y="524"/>
                      <a:pt x="648" y="553"/>
                      <a:pt x="625" y="573"/>
                    </a:cubicBezTo>
                    <a:cubicBezTo>
                      <a:pt x="603" y="593"/>
                      <a:pt x="573" y="605"/>
                      <a:pt x="541" y="605"/>
                    </a:cubicBezTo>
                    <a:cubicBezTo>
                      <a:pt x="366" y="605"/>
                      <a:pt x="366" y="605"/>
                      <a:pt x="366" y="605"/>
                    </a:cubicBezTo>
                    <a:cubicBezTo>
                      <a:pt x="366" y="644"/>
                      <a:pt x="366" y="644"/>
                      <a:pt x="366" y="644"/>
                    </a:cubicBezTo>
                    <a:cubicBezTo>
                      <a:pt x="366" y="664"/>
                      <a:pt x="350" y="680"/>
                      <a:pt x="330" y="680"/>
                    </a:cubicBezTo>
                    <a:cubicBezTo>
                      <a:pt x="311" y="680"/>
                      <a:pt x="295" y="664"/>
                      <a:pt x="295" y="644"/>
                    </a:cubicBezTo>
                    <a:cubicBezTo>
                      <a:pt x="295" y="605"/>
                      <a:pt x="295" y="605"/>
                      <a:pt x="295" y="605"/>
                    </a:cubicBezTo>
                    <a:cubicBezTo>
                      <a:pt x="120" y="605"/>
                      <a:pt x="120" y="605"/>
                      <a:pt x="120" y="605"/>
                    </a:cubicBezTo>
                    <a:cubicBezTo>
                      <a:pt x="88" y="605"/>
                      <a:pt x="58" y="593"/>
                      <a:pt x="36" y="573"/>
                    </a:cubicBezTo>
                    <a:cubicBezTo>
                      <a:pt x="14" y="553"/>
                      <a:pt x="0" y="524"/>
                      <a:pt x="0" y="493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438"/>
                      <a:pt x="0" y="438"/>
                      <a:pt x="0" y="438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79"/>
                      <a:pt x="14" y="52"/>
                      <a:pt x="36" y="31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58" y="11"/>
                      <a:pt x="87" y="0"/>
                      <a:pt x="120" y="0"/>
                    </a:cubicBezTo>
                    <a:cubicBezTo>
                      <a:pt x="120" y="0"/>
                      <a:pt x="120" y="0"/>
                      <a:pt x="120" y="0"/>
                    </a:cubicBezTo>
                    <a:close/>
                    <a:moveTo>
                      <a:pt x="541" y="71"/>
                    </a:moveTo>
                    <a:cubicBezTo>
                      <a:pt x="541" y="71"/>
                      <a:pt x="541" y="71"/>
                      <a:pt x="541" y="71"/>
                    </a:cubicBezTo>
                    <a:cubicBezTo>
                      <a:pt x="120" y="71"/>
                      <a:pt x="120" y="71"/>
                      <a:pt x="120" y="71"/>
                    </a:cubicBezTo>
                    <a:cubicBezTo>
                      <a:pt x="106" y="71"/>
                      <a:pt x="93" y="76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76" y="91"/>
                      <a:pt x="71" y="100"/>
                      <a:pt x="71" y="110"/>
                    </a:cubicBezTo>
                    <a:cubicBezTo>
                      <a:pt x="71" y="402"/>
                      <a:pt x="71" y="402"/>
                      <a:pt x="71" y="402"/>
                    </a:cubicBezTo>
                    <a:cubicBezTo>
                      <a:pt x="589" y="402"/>
                      <a:pt x="589" y="402"/>
                      <a:pt x="589" y="402"/>
                    </a:cubicBezTo>
                    <a:cubicBezTo>
                      <a:pt x="589" y="110"/>
                      <a:pt x="589" y="110"/>
                      <a:pt x="589" y="110"/>
                    </a:cubicBezTo>
                    <a:cubicBezTo>
                      <a:pt x="589" y="100"/>
                      <a:pt x="584" y="91"/>
                      <a:pt x="577" y="84"/>
                    </a:cubicBezTo>
                    <a:cubicBezTo>
                      <a:pt x="567" y="76"/>
                      <a:pt x="555" y="71"/>
                      <a:pt x="541" y="71"/>
                    </a:cubicBezTo>
                    <a:cubicBezTo>
                      <a:pt x="541" y="71"/>
                      <a:pt x="541" y="71"/>
                      <a:pt x="541" y="71"/>
                    </a:cubicBezTo>
                    <a:close/>
                    <a:moveTo>
                      <a:pt x="71" y="474"/>
                    </a:move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93"/>
                      <a:pt x="71" y="493"/>
                      <a:pt x="71" y="493"/>
                    </a:cubicBezTo>
                    <a:cubicBezTo>
                      <a:pt x="71" y="503"/>
                      <a:pt x="76" y="513"/>
                      <a:pt x="85" y="520"/>
                    </a:cubicBezTo>
                    <a:cubicBezTo>
                      <a:pt x="93" y="528"/>
                      <a:pt x="106" y="533"/>
                      <a:pt x="120" y="533"/>
                    </a:cubicBezTo>
                    <a:cubicBezTo>
                      <a:pt x="541" y="533"/>
                      <a:pt x="541" y="533"/>
                      <a:pt x="541" y="533"/>
                    </a:cubicBezTo>
                    <a:cubicBezTo>
                      <a:pt x="555" y="533"/>
                      <a:pt x="567" y="528"/>
                      <a:pt x="577" y="520"/>
                    </a:cubicBezTo>
                    <a:cubicBezTo>
                      <a:pt x="584" y="513"/>
                      <a:pt x="589" y="503"/>
                      <a:pt x="589" y="493"/>
                    </a:cubicBezTo>
                    <a:cubicBezTo>
                      <a:pt x="589" y="474"/>
                      <a:pt x="589" y="474"/>
                      <a:pt x="589" y="474"/>
                    </a:cubicBez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74"/>
                      <a:pt x="71" y="474"/>
                      <a:pt x="71" y="474"/>
                    </a:cubicBezTo>
                    <a:close/>
                    <a:moveTo>
                      <a:pt x="902" y="1194"/>
                    </a:move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1420" y="1194"/>
                      <a:pt x="1420" y="1194"/>
                      <a:pt x="1420" y="1194"/>
                    </a:cubicBezTo>
                    <a:cubicBezTo>
                      <a:pt x="1420" y="903"/>
                      <a:pt x="1420" y="903"/>
                      <a:pt x="1420" y="903"/>
                    </a:cubicBezTo>
                    <a:cubicBezTo>
                      <a:pt x="1420" y="893"/>
                      <a:pt x="1416" y="883"/>
                      <a:pt x="1407" y="876"/>
                    </a:cubicBezTo>
                    <a:cubicBezTo>
                      <a:pt x="1398" y="869"/>
                      <a:pt x="1386" y="863"/>
                      <a:pt x="1371" y="863"/>
                    </a:cubicBezTo>
                    <a:cubicBezTo>
                      <a:pt x="950" y="863"/>
                      <a:pt x="950" y="863"/>
                      <a:pt x="950" y="863"/>
                    </a:cubicBezTo>
                    <a:cubicBezTo>
                      <a:pt x="937" y="863"/>
                      <a:pt x="925" y="867"/>
                      <a:pt x="916" y="875"/>
                    </a:cubicBezTo>
                    <a:cubicBezTo>
                      <a:pt x="915" y="876"/>
                      <a:pt x="915" y="876"/>
                      <a:pt x="915" y="876"/>
                    </a:cubicBezTo>
                    <a:cubicBezTo>
                      <a:pt x="907" y="883"/>
                      <a:pt x="902" y="893"/>
                      <a:pt x="902" y="903"/>
                    </a:cubicBez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902" y="1194"/>
                      <a:pt x="902" y="1194"/>
                      <a:pt x="902" y="1194"/>
                    </a:cubicBezTo>
                    <a:close/>
                    <a:moveTo>
                      <a:pt x="1420" y="1266"/>
                    </a:move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902" y="1266"/>
                      <a:pt x="902" y="1266"/>
                      <a:pt x="902" y="1266"/>
                    </a:cubicBezTo>
                    <a:cubicBezTo>
                      <a:pt x="902" y="1286"/>
                      <a:pt x="902" y="1286"/>
                      <a:pt x="902" y="1286"/>
                    </a:cubicBezTo>
                    <a:cubicBezTo>
                      <a:pt x="902" y="1296"/>
                      <a:pt x="907" y="1305"/>
                      <a:pt x="915" y="1312"/>
                    </a:cubicBezTo>
                    <a:cubicBezTo>
                      <a:pt x="924" y="1320"/>
                      <a:pt x="936" y="1325"/>
                      <a:pt x="950" y="1325"/>
                    </a:cubicBezTo>
                    <a:cubicBezTo>
                      <a:pt x="1371" y="1325"/>
                      <a:pt x="1371" y="1325"/>
                      <a:pt x="1371" y="1325"/>
                    </a:cubicBezTo>
                    <a:cubicBezTo>
                      <a:pt x="1386" y="1325"/>
                      <a:pt x="1398" y="1320"/>
                      <a:pt x="1407" y="1312"/>
                    </a:cubicBezTo>
                    <a:cubicBezTo>
                      <a:pt x="1416" y="1305"/>
                      <a:pt x="1420" y="1296"/>
                      <a:pt x="1420" y="128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lose/>
                    <a:moveTo>
                      <a:pt x="295" y="890"/>
                    </a:move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69"/>
                      <a:pt x="311" y="853"/>
                      <a:pt x="330" y="853"/>
                    </a:cubicBezTo>
                    <a:cubicBezTo>
                      <a:pt x="350" y="853"/>
                      <a:pt x="366" y="869"/>
                      <a:pt x="366" y="890"/>
                    </a:cubicBezTo>
                    <a:cubicBezTo>
                      <a:pt x="366" y="935"/>
                      <a:pt x="366" y="935"/>
                      <a:pt x="366" y="935"/>
                    </a:cubicBezTo>
                    <a:cubicBezTo>
                      <a:pt x="366" y="955"/>
                      <a:pt x="350" y="971"/>
                      <a:pt x="330" y="971"/>
                    </a:cubicBezTo>
                    <a:cubicBezTo>
                      <a:pt x="311" y="971"/>
                      <a:pt x="295" y="955"/>
                      <a:pt x="295" y="935"/>
                    </a:cubicBez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90"/>
                      <a:pt x="295" y="890"/>
                      <a:pt x="295" y="890"/>
                    </a:cubicBezTo>
                    <a:close/>
                    <a:moveTo>
                      <a:pt x="295" y="746"/>
                    </a:move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27"/>
                      <a:pt x="311" y="710"/>
                      <a:pt x="330" y="710"/>
                    </a:cubicBezTo>
                    <a:cubicBezTo>
                      <a:pt x="350" y="710"/>
                      <a:pt x="366" y="727"/>
                      <a:pt x="366" y="746"/>
                    </a:cubicBezTo>
                    <a:cubicBezTo>
                      <a:pt x="366" y="793"/>
                      <a:pt x="366" y="793"/>
                      <a:pt x="366" y="793"/>
                    </a:cubicBezTo>
                    <a:cubicBezTo>
                      <a:pt x="366" y="812"/>
                      <a:pt x="350" y="829"/>
                      <a:pt x="330" y="829"/>
                    </a:cubicBezTo>
                    <a:cubicBezTo>
                      <a:pt x="311" y="829"/>
                      <a:pt x="295" y="812"/>
                      <a:pt x="295" y="793"/>
                    </a:cubicBez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46"/>
                      <a:pt x="295" y="746"/>
                      <a:pt x="295" y="746"/>
                    </a:cubicBezTo>
                    <a:close/>
                    <a:moveTo>
                      <a:pt x="295" y="1031"/>
                    </a:move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12"/>
                      <a:pt x="311" y="996"/>
                      <a:pt x="330" y="996"/>
                    </a:cubicBezTo>
                    <a:cubicBezTo>
                      <a:pt x="350" y="996"/>
                      <a:pt x="366" y="1012"/>
                      <a:pt x="366" y="1031"/>
                    </a:cubicBezTo>
                    <a:cubicBezTo>
                      <a:pt x="366" y="1078"/>
                      <a:pt x="366" y="1078"/>
                      <a:pt x="366" y="1078"/>
                    </a:cubicBezTo>
                    <a:cubicBezTo>
                      <a:pt x="366" y="1098"/>
                      <a:pt x="350" y="1114"/>
                      <a:pt x="330" y="1114"/>
                    </a:cubicBezTo>
                    <a:cubicBezTo>
                      <a:pt x="311" y="1114"/>
                      <a:pt x="295" y="1098"/>
                      <a:pt x="295" y="1078"/>
                    </a:cubicBez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31"/>
                      <a:pt x="295" y="1031"/>
                      <a:pt x="295" y="1031"/>
                    </a:cubicBezTo>
                    <a:close/>
                    <a:moveTo>
                      <a:pt x="536" y="1194"/>
                    </a:move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56" y="1194"/>
                      <a:pt x="573" y="1211"/>
                      <a:pt x="573" y="1230"/>
                    </a:cubicBezTo>
                    <a:cubicBezTo>
                      <a:pt x="573" y="1250"/>
                      <a:pt x="556" y="1266"/>
                      <a:pt x="536" y="1266"/>
                    </a:cubicBezTo>
                    <a:cubicBezTo>
                      <a:pt x="490" y="1266"/>
                      <a:pt x="490" y="1266"/>
                      <a:pt x="490" y="1266"/>
                    </a:cubicBezTo>
                    <a:cubicBezTo>
                      <a:pt x="470" y="1266"/>
                      <a:pt x="454" y="1250"/>
                      <a:pt x="454" y="1230"/>
                    </a:cubicBezTo>
                    <a:cubicBezTo>
                      <a:pt x="454" y="1211"/>
                      <a:pt x="470" y="1194"/>
                      <a:pt x="490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lose/>
                    <a:moveTo>
                      <a:pt x="677" y="1194"/>
                    </a:move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96" y="1194"/>
                      <a:pt x="712" y="1211"/>
                      <a:pt x="712" y="1230"/>
                    </a:cubicBezTo>
                    <a:cubicBezTo>
                      <a:pt x="712" y="1250"/>
                      <a:pt x="696" y="1266"/>
                      <a:pt x="677" y="1266"/>
                    </a:cubicBezTo>
                    <a:cubicBezTo>
                      <a:pt x="630" y="1266"/>
                      <a:pt x="630" y="1266"/>
                      <a:pt x="630" y="1266"/>
                    </a:cubicBezTo>
                    <a:cubicBezTo>
                      <a:pt x="610" y="1266"/>
                      <a:pt x="595" y="1250"/>
                      <a:pt x="595" y="1230"/>
                    </a:cubicBezTo>
                    <a:cubicBezTo>
                      <a:pt x="595" y="1211"/>
                      <a:pt x="610" y="1194"/>
                      <a:pt x="630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lose/>
                    <a:moveTo>
                      <a:pt x="295" y="1164"/>
                    </a:move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44"/>
                      <a:pt x="311" y="1129"/>
                      <a:pt x="330" y="1129"/>
                    </a:cubicBezTo>
                    <a:cubicBezTo>
                      <a:pt x="350" y="1129"/>
                      <a:pt x="366" y="1144"/>
                      <a:pt x="366" y="1164"/>
                    </a:cubicBezTo>
                    <a:cubicBezTo>
                      <a:pt x="366" y="1194"/>
                      <a:pt x="366" y="1194"/>
                      <a:pt x="366" y="1194"/>
                    </a:cubicBezTo>
                    <a:cubicBezTo>
                      <a:pt x="396" y="1194"/>
                      <a:pt x="396" y="1194"/>
                      <a:pt x="396" y="1194"/>
                    </a:cubicBezTo>
                    <a:cubicBezTo>
                      <a:pt x="416" y="1194"/>
                      <a:pt x="433" y="1211"/>
                      <a:pt x="433" y="1230"/>
                    </a:cubicBezTo>
                    <a:cubicBezTo>
                      <a:pt x="433" y="1250"/>
                      <a:pt x="416" y="1266"/>
                      <a:pt x="396" y="1266"/>
                    </a:cubicBezTo>
                    <a:cubicBezTo>
                      <a:pt x="333" y="1266"/>
                      <a:pt x="333" y="1266"/>
                      <a:pt x="333" y="1266"/>
                    </a:cubicBezTo>
                    <a:cubicBezTo>
                      <a:pt x="330" y="1266"/>
                      <a:pt x="330" y="1266"/>
                      <a:pt x="330" y="1266"/>
                    </a:cubicBezTo>
                    <a:cubicBezTo>
                      <a:pt x="317" y="1266"/>
                      <a:pt x="305" y="1260"/>
                      <a:pt x="299" y="1249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7"/>
                      <a:pt x="299" y="1247"/>
                      <a:pt x="299" y="1247"/>
                    </a:cubicBezTo>
                    <a:cubicBezTo>
                      <a:pt x="299" y="1246"/>
                      <a:pt x="299" y="1246"/>
                      <a:pt x="299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7" y="1245"/>
                      <a:pt x="297" y="1245"/>
                      <a:pt x="297" y="1245"/>
                    </a:cubicBezTo>
                    <a:cubicBezTo>
                      <a:pt x="297" y="1244"/>
                      <a:pt x="297" y="1244"/>
                      <a:pt x="297" y="1244"/>
                    </a:cubicBezTo>
                    <a:cubicBezTo>
                      <a:pt x="296" y="1243"/>
                      <a:pt x="296" y="1243"/>
                      <a:pt x="296" y="1243"/>
                    </a:cubicBezTo>
                    <a:cubicBezTo>
                      <a:pt x="296" y="1242"/>
                      <a:pt x="296" y="1242"/>
                      <a:pt x="296" y="1242"/>
                    </a:cubicBezTo>
                    <a:cubicBezTo>
                      <a:pt x="296" y="1241"/>
                      <a:pt x="296" y="1241"/>
                      <a:pt x="296" y="1241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39"/>
                      <a:pt x="295" y="1239"/>
                      <a:pt x="295" y="1239"/>
                    </a:cubicBezTo>
                    <a:cubicBezTo>
                      <a:pt x="295" y="1238"/>
                      <a:pt x="295" y="1238"/>
                      <a:pt x="295" y="1238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5"/>
                      <a:pt x="295" y="1235"/>
                      <a:pt x="295" y="1235"/>
                    </a:cubicBezTo>
                    <a:cubicBezTo>
                      <a:pt x="295" y="1234"/>
                      <a:pt x="295" y="1234"/>
                      <a:pt x="295" y="1234"/>
                    </a:cubicBezTo>
                    <a:cubicBezTo>
                      <a:pt x="295" y="1233"/>
                      <a:pt x="295" y="1233"/>
                      <a:pt x="295" y="1233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64"/>
                      <a:pt x="295" y="1164"/>
                      <a:pt x="295" y="116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2" name="组合 5"/>
            <p:cNvGrpSpPr/>
            <p:nvPr/>
          </p:nvGrpSpPr>
          <p:grpSpPr>
            <a:xfrm>
              <a:off x="3207240" y="1763640"/>
              <a:ext cx="817200" cy="818280"/>
              <a:chOff x="3207240" y="1763640"/>
              <a:chExt cx="817200" cy="818280"/>
            </a:xfrm>
          </p:grpSpPr>
          <p:sp>
            <p:nvSpPr>
              <p:cNvPr id="473" name="椭圆 37"/>
              <p:cNvSpPr/>
              <p:nvPr/>
            </p:nvSpPr>
            <p:spPr>
              <a:xfrm>
                <a:off x="3207240" y="1763640"/>
                <a:ext cx="817200" cy="81828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474" name="组合 38"/>
              <p:cNvGrpSpPr/>
              <p:nvPr/>
            </p:nvGrpSpPr>
            <p:grpSpPr>
              <a:xfrm>
                <a:off x="3418200" y="1970280"/>
                <a:ext cx="395640" cy="394560"/>
                <a:chOff x="3418200" y="1970280"/>
                <a:chExt cx="395640" cy="394560"/>
              </a:xfrm>
            </p:grpSpPr>
            <p:sp>
              <p:nvSpPr>
                <p:cNvPr id="475" name="任意多边形 9"/>
                <p:cNvSpPr/>
                <p:nvPr/>
              </p:nvSpPr>
              <p:spPr>
                <a:xfrm>
                  <a:off x="3476160" y="1972080"/>
                  <a:ext cx="114480" cy="93960"/>
                </a:xfrm>
                <a:custGeom>
                  <a:avLst/>
                  <a:gdLst/>
                  <a:ahLst/>
                  <a:rect l="l" t="t" r="r" b="b"/>
                  <a:pathLst>
                    <a:path w="308" h="254">
                      <a:moveTo>
                        <a:pt x="0" y="254"/>
                      </a:moveTo>
                      <a:cubicBezTo>
                        <a:pt x="0" y="254"/>
                        <a:pt x="69" y="40"/>
                        <a:pt x="308" y="0"/>
                      </a:cubicBezTo>
                      <a:cubicBezTo>
                        <a:pt x="308" y="0"/>
                        <a:pt x="272" y="53"/>
                        <a:pt x="237" y="136"/>
                      </a:cubicBezTo>
                      <a:cubicBezTo>
                        <a:pt x="237" y="136"/>
                        <a:pt x="163" y="128"/>
                        <a:pt x="146" y="203"/>
                      </a:cubicBezTo>
                      <a:cubicBezTo>
                        <a:pt x="146" y="203"/>
                        <a:pt x="68" y="217"/>
                        <a:pt x="0" y="254"/>
                      </a:cubicBezTo>
                      <a:cubicBezTo>
                        <a:pt x="0" y="254"/>
                        <a:pt x="0" y="254"/>
                        <a:pt x="0" y="254"/>
                      </a:cubicBezTo>
                      <a:moveTo>
                        <a:pt x="0" y="254"/>
                      </a:moveTo>
                      <a:cubicBezTo>
                        <a:pt x="0" y="254"/>
                        <a:pt x="0" y="254"/>
                        <a:pt x="0" y="254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6" name="任意多边形 10"/>
                <p:cNvSpPr/>
                <p:nvPr/>
              </p:nvSpPr>
              <p:spPr>
                <a:xfrm>
                  <a:off x="3457080" y="2064960"/>
                  <a:ext cx="105120" cy="134280"/>
                </a:xfrm>
                <a:custGeom>
                  <a:avLst/>
                  <a:gdLst/>
                  <a:ahLst/>
                  <a:rect l="l" t="t" r="r" b="b"/>
                  <a:pathLst>
                    <a:path w="283" h="361">
                      <a:moveTo>
                        <a:pt x="199" y="0"/>
                      </a:moveTo>
                      <a:cubicBezTo>
                        <a:pt x="199" y="0"/>
                        <a:pt x="98" y="21"/>
                        <a:pt x="34" y="69"/>
                      </a:cubicBezTo>
                      <a:cubicBezTo>
                        <a:pt x="34" y="69"/>
                        <a:pt x="0" y="210"/>
                        <a:pt x="81" y="343"/>
                      </a:cubicBezTo>
                      <a:cubicBezTo>
                        <a:pt x="81" y="343"/>
                        <a:pt x="165" y="361"/>
                        <a:pt x="249" y="353"/>
                      </a:cubicBezTo>
                      <a:cubicBezTo>
                        <a:pt x="249" y="353"/>
                        <a:pt x="249" y="300"/>
                        <a:pt x="283" y="274"/>
                      </a:cubicBezTo>
                      <a:cubicBezTo>
                        <a:pt x="283" y="274"/>
                        <a:pt x="241" y="167"/>
                        <a:pt x="252" y="53"/>
                      </a:cubicBezTo>
                      <a:cubicBezTo>
                        <a:pt x="252" y="53"/>
                        <a:pt x="209" y="43"/>
                        <a:pt x="199" y="0"/>
                      </a:cubicBezTo>
                      <a:cubicBezTo>
                        <a:pt x="199" y="0"/>
                        <a:pt x="199" y="0"/>
                        <a:pt x="199" y="0"/>
                      </a:cubicBezTo>
                      <a:moveTo>
                        <a:pt x="199" y="0"/>
                      </a:moveTo>
                      <a:cubicBezTo>
                        <a:pt x="199" y="0"/>
                        <a:pt x="199" y="0"/>
                        <a:pt x="199" y="0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7" name="任意多边形 11"/>
                <p:cNvSpPr/>
                <p:nvPr/>
              </p:nvSpPr>
              <p:spPr>
                <a:xfrm>
                  <a:off x="3500640" y="2212560"/>
                  <a:ext cx="132120" cy="60480"/>
                </a:xfrm>
                <a:custGeom>
                  <a:avLst/>
                  <a:gdLst/>
                  <a:ahLst/>
                  <a:rect l="l" t="t" r="r" b="b"/>
                  <a:pathLst>
                    <a:path w="355" h="165">
                      <a:moveTo>
                        <a:pt x="0" y="0"/>
                      </a:moveTo>
                      <a:cubicBezTo>
                        <a:pt x="0" y="0"/>
                        <a:pt x="107" y="165"/>
                        <a:pt x="355" y="142"/>
                      </a:cubicBezTo>
                      <a:cubicBezTo>
                        <a:pt x="355" y="142"/>
                        <a:pt x="267" y="59"/>
                        <a:pt x="248" y="32"/>
                      </a:cubicBezTo>
                      <a:cubicBezTo>
                        <a:pt x="248" y="32"/>
                        <a:pt x="179" y="49"/>
                        <a:pt x="156" y="0"/>
                      </a:cubicBezTo>
                      <a:cubicBezTo>
                        <a:pt x="156" y="0"/>
                        <a:pt x="66" y="14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8" name="任意多边形 12"/>
                <p:cNvSpPr/>
                <p:nvPr/>
              </p:nvSpPr>
              <p:spPr>
                <a:xfrm>
                  <a:off x="3607200" y="2124720"/>
                  <a:ext cx="144360" cy="135360"/>
                </a:xfrm>
                <a:custGeom>
                  <a:avLst/>
                  <a:gdLst/>
                  <a:ahLst/>
                  <a:rect l="l" t="t" r="r" b="b"/>
                  <a:pathLst>
                    <a:path w="387" h="364">
                      <a:moveTo>
                        <a:pt x="0" y="239"/>
                      </a:moveTo>
                      <a:cubicBezTo>
                        <a:pt x="0" y="239"/>
                        <a:pt x="17" y="232"/>
                        <a:pt x="24" y="190"/>
                      </a:cubicBezTo>
                      <a:cubicBezTo>
                        <a:pt x="24" y="190"/>
                        <a:pt x="161" y="142"/>
                        <a:pt x="246" y="13"/>
                      </a:cubicBezTo>
                      <a:cubicBezTo>
                        <a:pt x="246" y="13"/>
                        <a:pt x="273" y="15"/>
                        <a:pt x="292" y="0"/>
                      </a:cubicBezTo>
                      <a:cubicBezTo>
                        <a:pt x="292" y="0"/>
                        <a:pt x="356" y="60"/>
                        <a:pt x="387" y="138"/>
                      </a:cubicBezTo>
                      <a:cubicBezTo>
                        <a:pt x="387" y="138"/>
                        <a:pt x="327" y="309"/>
                        <a:pt x="133" y="364"/>
                      </a:cubicBezTo>
                      <a:cubicBezTo>
                        <a:pt x="133" y="364"/>
                        <a:pt x="45" y="307"/>
                        <a:pt x="0" y="239"/>
                      </a:cubicBezTo>
                      <a:cubicBezTo>
                        <a:pt x="0" y="239"/>
                        <a:pt x="0" y="239"/>
                        <a:pt x="0" y="239"/>
                      </a:cubicBezTo>
                      <a:moveTo>
                        <a:pt x="0" y="239"/>
                      </a:moveTo>
                      <a:cubicBezTo>
                        <a:pt x="0" y="239"/>
                        <a:pt x="0" y="239"/>
                        <a:pt x="0" y="239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9" name="任意多边形 13"/>
                <p:cNvSpPr/>
                <p:nvPr/>
              </p:nvSpPr>
              <p:spPr>
                <a:xfrm>
                  <a:off x="3728160" y="2037960"/>
                  <a:ext cx="48240" cy="114480"/>
                </a:xfrm>
                <a:custGeom>
                  <a:avLst/>
                  <a:gdLst/>
                  <a:ahLst/>
                  <a:rect l="l" t="t" r="r" b="b"/>
                  <a:pathLst>
                    <a:path w="132" h="309">
                      <a:moveTo>
                        <a:pt x="31" y="0"/>
                      </a:moveTo>
                      <a:cubicBezTo>
                        <a:pt x="31" y="0"/>
                        <a:pt x="132" y="115"/>
                        <a:pt x="86" y="309"/>
                      </a:cubicBezTo>
                      <a:cubicBezTo>
                        <a:pt x="86" y="309"/>
                        <a:pt x="31" y="220"/>
                        <a:pt x="3" y="199"/>
                      </a:cubicBezTo>
                      <a:cubicBezTo>
                        <a:pt x="3" y="199"/>
                        <a:pt x="28" y="151"/>
                        <a:pt x="0" y="116"/>
                      </a:cubicBezTo>
                      <a:cubicBezTo>
                        <a:pt x="0" y="116"/>
                        <a:pt x="26" y="64"/>
                        <a:pt x="31" y="0"/>
                      </a:cubicBezTo>
                      <a:cubicBezTo>
                        <a:pt x="31" y="0"/>
                        <a:pt x="31" y="0"/>
                        <a:pt x="31" y="0"/>
                      </a:cubicBezTo>
                      <a:moveTo>
                        <a:pt x="31" y="0"/>
                      </a:moveTo>
                      <a:cubicBezTo>
                        <a:pt x="31" y="0"/>
                        <a:pt x="31" y="0"/>
                        <a:pt x="31" y="0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0" name="任意多边形 14"/>
                <p:cNvSpPr/>
                <p:nvPr/>
              </p:nvSpPr>
              <p:spPr>
                <a:xfrm>
                  <a:off x="3581280" y="1970280"/>
                  <a:ext cx="144000" cy="101880"/>
                </a:xfrm>
                <a:custGeom>
                  <a:avLst/>
                  <a:gdLst/>
                  <a:ahLst/>
                  <a:rect l="l" t="t" r="r" b="b"/>
                  <a:pathLst>
                    <a:path w="387" h="275">
                      <a:moveTo>
                        <a:pt x="0" y="154"/>
                      </a:moveTo>
                      <a:cubicBezTo>
                        <a:pt x="0" y="154"/>
                        <a:pt x="29" y="178"/>
                        <a:pt x="30" y="200"/>
                      </a:cubicBezTo>
                      <a:cubicBezTo>
                        <a:pt x="30" y="200"/>
                        <a:pt x="154" y="207"/>
                        <a:pt x="262" y="275"/>
                      </a:cubicBezTo>
                      <a:cubicBezTo>
                        <a:pt x="262" y="275"/>
                        <a:pt x="310" y="235"/>
                        <a:pt x="356" y="265"/>
                      </a:cubicBezTo>
                      <a:cubicBezTo>
                        <a:pt x="356" y="265"/>
                        <a:pt x="382" y="217"/>
                        <a:pt x="387" y="131"/>
                      </a:cubicBezTo>
                      <a:cubicBezTo>
                        <a:pt x="387" y="131"/>
                        <a:pt x="291" y="4"/>
                        <a:pt x="91" y="0"/>
                      </a:cubicBezTo>
                      <a:cubicBezTo>
                        <a:pt x="91" y="0"/>
                        <a:pt x="13" y="106"/>
                        <a:pt x="0" y="154"/>
                      </a:cubicBezTo>
                      <a:cubicBezTo>
                        <a:pt x="0" y="154"/>
                        <a:pt x="0" y="154"/>
                        <a:pt x="0" y="154"/>
                      </a:cubicBezTo>
                      <a:moveTo>
                        <a:pt x="0" y="154"/>
                      </a:moveTo>
                      <a:cubicBezTo>
                        <a:pt x="0" y="154"/>
                        <a:pt x="0" y="154"/>
                        <a:pt x="0" y="154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1" name="任意多边形 15"/>
                <p:cNvSpPr/>
                <p:nvPr/>
              </p:nvSpPr>
              <p:spPr>
                <a:xfrm>
                  <a:off x="3567960" y="2061360"/>
                  <a:ext cx="114480" cy="116640"/>
                </a:xfrm>
                <a:custGeom>
                  <a:avLst/>
                  <a:gdLst/>
                  <a:ahLst/>
                  <a:rect l="l" t="t" r="r" b="b"/>
                  <a:pathLst>
                    <a:path w="308" h="315">
                      <a:moveTo>
                        <a:pt x="0" y="65"/>
                      </a:moveTo>
                      <a:cubicBezTo>
                        <a:pt x="0" y="65"/>
                        <a:pt x="58" y="69"/>
                        <a:pt x="68" y="0"/>
                      </a:cubicBezTo>
                      <a:cubicBezTo>
                        <a:pt x="68" y="0"/>
                        <a:pt x="182" y="11"/>
                        <a:pt x="274" y="65"/>
                      </a:cubicBezTo>
                      <a:cubicBezTo>
                        <a:pt x="274" y="65"/>
                        <a:pt x="252" y="134"/>
                        <a:pt x="308" y="168"/>
                      </a:cubicBezTo>
                      <a:cubicBezTo>
                        <a:pt x="308" y="168"/>
                        <a:pt x="251" y="254"/>
                        <a:pt x="121" y="315"/>
                      </a:cubicBezTo>
                      <a:cubicBezTo>
                        <a:pt x="121" y="315"/>
                        <a:pt x="96" y="256"/>
                        <a:pt x="28" y="267"/>
                      </a:cubicBezTo>
                      <a:cubicBezTo>
                        <a:pt x="29" y="267"/>
                        <a:pt x="1" y="214"/>
                        <a:pt x="0" y="65"/>
                      </a:cubicBezTo>
                      <a:cubicBezTo>
                        <a:pt x="0" y="65"/>
                        <a:pt x="0" y="65"/>
                        <a:pt x="0" y="65"/>
                      </a:cubicBezTo>
                      <a:moveTo>
                        <a:pt x="0" y="65"/>
                      </a:moveTo>
                      <a:cubicBezTo>
                        <a:pt x="0" y="65"/>
                        <a:pt x="0" y="65"/>
                        <a:pt x="0" y="65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2" name="任意多边形 16"/>
                <p:cNvSpPr/>
                <p:nvPr/>
              </p:nvSpPr>
              <p:spPr>
                <a:xfrm>
                  <a:off x="3418200" y="2277360"/>
                  <a:ext cx="395640" cy="87480"/>
                </a:xfrm>
                <a:custGeom>
                  <a:avLst/>
                  <a:gdLst/>
                  <a:ahLst/>
                  <a:rect l="l" t="t" r="r" b="b"/>
                  <a:pathLst>
                    <a:path w="1053" h="237">
                      <a:moveTo>
                        <a:pt x="999" y="90"/>
                      </a:moveTo>
                      <a:cubicBezTo>
                        <a:pt x="603" y="90"/>
                        <a:pt x="603" y="90"/>
                        <a:pt x="603" y="90"/>
                      </a:cubicBezTo>
                      <a:cubicBezTo>
                        <a:pt x="595" y="77"/>
                        <a:pt x="585" y="66"/>
                        <a:pt x="572" y="58"/>
                      </a:cubicBezTo>
                      <a:cubicBezTo>
                        <a:pt x="572" y="0"/>
                        <a:pt x="572" y="0"/>
                        <a:pt x="572" y="0"/>
                      </a:cubicBezTo>
                      <a:cubicBezTo>
                        <a:pt x="469" y="0"/>
                        <a:pt x="469" y="0"/>
                        <a:pt x="469" y="0"/>
                      </a:cubicBezTo>
                      <a:cubicBezTo>
                        <a:pt x="469" y="58"/>
                        <a:pt x="469" y="58"/>
                        <a:pt x="469" y="58"/>
                      </a:cubicBezTo>
                      <a:cubicBezTo>
                        <a:pt x="456" y="66"/>
                        <a:pt x="446" y="77"/>
                        <a:pt x="438" y="90"/>
                      </a:cubicBezTo>
                      <a:cubicBezTo>
                        <a:pt x="54" y="90"/>
                        <a:pt x="54" y="90"/>
                        <a:pt x="54" y="90"/>
                      </a:cubicBezTo>
                      <a:cubicBezTo>
                        <a:pt x="24" y="90"/>
                        <a:pt x="0" y="114"/>
                        <a:pt x="0" y="14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74"/>
                        <a:pt x="24" y="198"/>
                        <a:pt x="54" y="198"/>
                      </a:cubicBezTo>
                      <a:cubicBezTo>
                        <a:pt x="443" y="198"/>
                        <a:pt x="443" y="198"/>
                        <a:pt x="443" y="198"/>
                      </a:cubicBezTo>
                      <a:cubicBezTo>
                        <a:pt x="461" y="222"/>
                        <a:pt x="489" y="237"/>
                        <a:pt x="520" y="237"/>
                      </a:cubicBezTo>
                      <a:cubicBezTo>
                        <a:pt x="552" y="237"/>
                        <a:pt x="580" y="222"/>
                        <a:pt x="598" y="198"/>
                      </a:cubicBezTo>
                      <a:cubicBezTo>
                        <a:pt x="999" y="198"/>
                        <a:pt x="999" y="198"/>
                        <a:pt x="999" y="198"/>
                      </a:cubicBezTo>
                      <a:cubicBezTo>
                        <a:pt x="1029" y="198"/>
                        <a:pt x="1053" y="174"/>
                        <a:pt x="1053" y="144"/>
                      </a:cubicBezTo>
                      <a:cubicBezTo>
                        <a:pt x="1053" y="144"/>
                        <a:pt x="1053" y="144"/>
                        <a:pt x="1053" y="144"/>
                      </a:cubicBezTo>
                      <a:cubicBezTo>
                        <a:pt x="1053" y="114"/>
                        <a:pt x="1029" y="90"/>
                        <a:pt x="999" y="9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483" name="组合 6"/>
            <p:cNvGrpSpPr/>
            <p:nvPr/>
          </p:nvGrpSpPr>
          <p:grpSpPr>
            <a:xfrm>
              <a:off x="4162680" y="3283560"/>
              <a:ext cx="817200" cy="818280"/>
              <a:chOff x="4162680" y="3283560"/>
              <a:chExt cx="817200" cy="818280"/>
            </a:xfrm>
          </p:grpSpPr>
          <p:sp>
            <p:nvSpPr>
              <p:cNvPr id="484" name="椭圆 35"/>
              <p:cNvSpPr/>
              <p:nvPr/>
            </p:nvSpPr>
            <p:spPr>
              <a:xfrm flipV="1">
                <a:off x="4162680" y="3283200"/>
                <a:ext cx="817200" cy="81828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85" name="任意多边形 19"/>
              <p:cNvSpPr/>
              <p:nvPr/>
            </p:nvSpPr>
            <p:spPr>
              <a:xfrm>
                <a:off x="4389840" y="3486600"/>
                <a:ext cx="362520" cy="380160"/>
              </a:xfrm>
              <a:custGeom>
                <a:avLst/>
                <a:gdLst/>
                <a:ahLst/>
                <a:rect l="l" t="t" r="r" b="b"/>
                <a:pathLst>
                  <a:path w="1104" h="1159">
                    <a:moveTo>
                      <a:pt x="994" y="355"/>
                    </a:moveTo>
                    <a:cubicBezTo>
                      <a:pt x="994" y="607"/>
                      <a:pt x="994" y="607"/>
                      <a:pt x="994" y="607"/>
                    </a:cubicBezTo>
                    <a:cubicBezTo>
                      <a:pt x="735" y="607"/>
                      <a:pt x="735" y="607"/>
                      <a:pt x="735" y="607"/>
                    </a:cubicBezTo>
                    <a:cubicBezTo>
                      <a:pt x="714" y="687"/>
                      <a:pt x="640" y="746"/>
                      <a:pt x="552" y="746"/>
                    </a:cubicBezTo>
                    <a:cubicBezTo>
                      <a:pt x="464" y="746"/>
                      <a:pt x="390" y="687"/>
                      <a:pt x="369" y="607"/>
                    </a:cubicBezTo>
                    <a:cubicBezTo>
                      <a:pt x="221" y="607"/>
                      <a:pt x="221" y="607"/>
                      <a:pt x="221" y="607"/>
                    </a:cubicBezTo>
                    <a:cubicBezTo>
                      <a:pt x="221" y="775"/>
                      <a:pt x="221" y="775"/>
                      <a:pt x="221" y="775"/>
                    </a:cubicBezTo>
                    <a:cubicBezTo>
                      <a:pt x="314" y="789"/>
                      <a:pt x="386" y="869"/>
                      <a:pt x="386" y="966"/>
                    </a:cubicBezTo>
                    <a:cubicBezTo>
                      <a:pt x="386" y="1072"/>
                      <a:pt x="300" y="1159"/>
                      <a:pt x="193" y="1159"/>
                    </a:cubicBezTo>
                    <a:cubicBezTo>
                      <a:pt x="87" y="1159"/>
                      <a:pt x="0" y="1072"/>
                      <a:pt x="0" y="966"/>
                    </a:cubicBezTo>
                    <a:cubicBezTo>
                      <a:pt x="0" y="889"/>
                      <a:pt x="45" y="823"/>
                      <a:pt x="110" y="792"/>
                    </a:cubicBezTo>
                    <a:cubicBezTo>
                      <a:pt x="110" y="497"/>
                      <a:pt x="110" y="497"/>
                      <a:pt x="110" y="497"/>
                    </a:cubicBezTo>
                    <a:cubicBezTo>
                      <a:pt x="374" y="497"/>
                      <a:pt x="374" y="497"/>
                      <a:pt x="374" y="497"/>
                    </a:cubicBezTo>
                    <a:cubicBezTo>
                      <a:pt x="400" y="425"/>
                      <a:pt x="470" y="374"/>
                      <a:pt x="552" y="374"/>
                    </a:cubicBezTo>
                    <a:cubicBezTo>
                      <a:pt x="634" y="374"/>
                      <a:pt x="704" y="425"/>
                      <a:pt x="730" y="497"/>
                    </a:cubicBezTo>
                    <a:cubicBezTo>
                      <a:pt x="883" y="497"/>
                      <a:pt x="883" y="497"/>
                      <a:pt x="883" y="497"/>
                    </a:cubicBezTo>
                    <a:cubicBezTo>
                      <a:pt x="879" y="369"/>
                      <a:pt x="879" y="369"/>
                      <a:pt x="879" y="369"/>
                    </a:cubicBezTo>
                    <a:cubicBezTo>
                      <a:pt x="790" y="353"/>
                      <a:pt x="724" y="277"/>
                      <a:pt x="724" y="186"/>
                    </a:cubicBezTo>
                    <a:cubicBezTo>
                      <a:pt x="724" y="83"/>
                      <a:pt x="809" y="0"/>
                      <a:pt x="914" y="0"/>
                    </a:cubicBezTo>
                    <a:cubicBezTo>
                      <a:pt x="1019" y="0"/>
                      <a:pt x="1104" y="83"/>
                      <a:pt x="1104" y="186"/>
                    </a:cubicBezTo>
                    <a:cubicBezTo>
                      <a:pt x="1104" y="261"/>
                      <a:pt x="1059" y="325"/>
                      <a:pt x="994" y="355"/>
                    </a:cubicBezTo>
                    <a:close/>
                    <a:moveTo>
                      <a:pt x="76" y="973"/>
                    </a:moveTo>
                    <a:cubicBezTo>
                      <a:pt x="76" y="1036"/>
                      <a:pt x="127" y="1087"/>
                      <a:pt x="191" y="1087"/>
                    </a:cubicBezTo>
                    <a:cubicBezTo>
                      <a:pt x="254" y="1087"/>
                      <a:pt x="305" y="1036"/>
                      <a:pt x="305" y="973"/>
                    </a:cubicBezTo>
                    <a:cubicBezTo>
                      <a:pt x="305" y="911"/>
                      <a:pt x="254" y="860"/>
                      <a:pt x="191" y="860"/>
                    </a:cubicBezTo>
                    <a:cubicBezTo>
                      <a:pt x="127" y="860"/>
                      <a:pt x="76" y="911"/>
                      <a:pt x="76" y="973"/>
                    </a:cubicBezTo>
                    <a:close/>
                    <a:moveTo>
                      <a:pt x="552" y="447"/>
                    </a:moveTo>
                    <a:cubicBezTo>
                      <a:pt x="489" y="447"/>
                      <a:pt x="438" y="498"/>
                      <a:pt x="438" y="561"/>
                    </a:cubicBezTo>
                    <a:cubicBezTo>
                      <a:pt x="438" y="623"/>
                      <a:pt x="489" y="674"/>
                      <a:pt x="552" y="674"/>
                    </a:cubicBezTo>
                    <a:cubicBezTo>
                      <a:pt x="616" y="674"/>
                      <a:pt x="667" y="623"/>
                      <a:pt x="667" y="561"/>
                    </a:cubicBezTo>
                    <a:cubicBezTo>
                      <a:pt x="667" y="498"/>
                      <a:pt x="616" y="447"/>
                      <a:pt x="552" y="447"/>
                    </a:cubicBezTo>
                    <a:close/>
                    <a:moveTo>
                      <a:pt x="914" y="73"/>
                    </a:moveTo>
                    <a:cubicBezTo>
                      <a:pt x="851" y="73"/>
                      <a:pt x="799" y="124"/>
                      <a:pt x="799" y="187"/>
                    </a:cubicBezTo>
                    <a:cubicBezTo>
                      <a:pt x="799" y="249"/>
                      <a:pt x="851" y="300"/>
                      <a:pt x="914" y="300"/>
                    </a:cubicBezTo>
                    <a:cubicBezTo>
                      <a:pt x="977" y="300"/>
                      <a:pt x="1029" y="249"/>
                      <a:pt x="1029" y="187"/>
                    </a:cubicBezTo>
                    <a:cubicBezTo>
                      <a:pt x="1029" y="124"/>
                      <a:pt x="977" y="73"/>
                      <a:pt x="914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86" name="组合 7"/>
            <p:cNvGrpSpPr/>
            <p:nvPr/>
          </p:nvGrpSpPr>
          <p:grpSpPr>
            <a:xfrm>
              <a:off x="5117760" y="2795760"/>
              <a:ext cx="817200" cy="818280"/>
              <a:chOff x="5117760" y="2795760"/>
              <a:chExt cx="817200" cy="818280"/>
            </a:xfrm>
          </p:grpSpPr>
          <p:sp>
            <p:nvSpPr>
              <p:cNvPr id="487" name="椭圆 28"/>
              <p:cNvSpPr/>
              <p:nvPr/>
            </p:nvSpPr>
            <p:spPr>
              <a:xfrm flipV="1">
                <a:off x="5117760" y="2795400"/>
                <a:ext cx="817200" cy="81828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488" name="组合 29"/>
              <p:cNvGrpSpPr/>
              <p:nvPr/>
            </p:nvGrpSpPr>
            <p:grpSpPr>
              <a:xfrm>
                <a:off x="5375880" y="2976120"/>
                <a:ext cx="394920" cy="393120"/>
                <a:chOff x="5375880" y="2976120"/>
                <a:chExt cx="394920" cy="393120"/>
              </a:xfrm>
            </p:grpSpPr>
            <p:sp>
              <p:nvSpPr>
                <p:cNvPr id="489" name="任意多边形 23"/>
                <p:cNvSpPr/>
                <p:nvPr/>
              </p:nvSpPr>
              <p:spPr>
                <a:xfrm>
                  <a:off x="5375880" y="3172320"/>
                  <a:ext cx="264600" cy="196920"/>
                </a:xfrm>
                <a:custGeom>
                  <a:avLst/>
                  <a:gdLst/>
                  <a:ahLst/>
                  <a:rect l="l" t="t" r="r" b="b"/>
                  <a:pathLst>
                    <a:path w="623" h="466">
                      <a:moveTo>
                        <a:pt x="623" y="427"/>
                      </a:moveTo>
                      <a:cubicBezTo>
                        <a:pt x="622" y="428"/>
                        <a:pt x="620" y="428"/>
                        <a:pt x="618" y="428"/>
                      </a:cubicBezTo>
                      <a:cubicBezTo>
                        <a:pt x="614" y="428"/>
                        <a:pt x="611" y="427"/>
                        <a:pt x="607" y="425"/>
                      </a:cubicBezTo>
                      <a:cubicBezTo>
                        <a:pt x="541" y="390"/>
                        <a:pt x="541" y="390"/>
                        <a:pt x="541" y="390"/>
                      </a:cubicBezTo>
                      <a:cubicBezTo>
                        <a:pt x="475" y="425"/>
                        <a:pt x="475" y="425"/>
                        <a:pt x="475" y="425"/>
                      </a:cubicBezTo>
                      <a:cubicBezTo>
                        <a:pt x="471" y="427"/>
                        <a:pt x="468" y="428"/>
                        <a:pt x="464" y="428"/>
                      </a:cubicBezTo>
                      <a:cubicBezTo>
                        <a:pt x="458" y="428"/>
                        <a:pt x="453" y="426"/>
                        <a:pt x="449" y="423"/>
                      </a:cubicBezTo>
                      <a:cubicBezTo>
                        <a:pt x="442" y="418"/>
                        <a:pt x="438" y="408"/>
                        <a:pt x="440" y="399"/>
                      </a:cubicBezTo>
                      <a:cubicBezTo>
                        <a:pt x="452" y="326"/>
                        <a:pt x="452" y="326"/>
                        <a:pt x="452" y="326"/>
                      </a:cubicBezTo>
                      <a:cubicBezTo>
                        <a:pt x="399" y="273"/>
                        <a:pt x="399" y="273"/>
                        <a:pt x="399" y="273"/>
                      </a:cubicBezTo>
                      <a:cubicBezTo>
                        <a:pt x="392" y="267"/>
                        <a:pt x="390" y="257"/>
                        <a:pt x="392" y="249"/>
                      </a:cubicBezTo>
                      <a:cubicBezTo>
                        <a:pt x="395" y="240"/>
                        <a:pt x="403" y="233"/>
                        <a:pt x="412" y="232"/>
                      </a:cubicBezTo>
                      <a:cubicBezTo>
                        <a:pt x="486" y="221"/>
                        <a:pt x="486" y="221"/>
                        <a:pt x="486" y="221"/>
                      </a:cubicBezTo>
                      <a:cubicBezTo>
                        <a:pt x="519" y="154"/>
                        <a:pt x="519" y="154"/>
                        <a:pt x="519" y="154"/>
                      </a:cubicBezTo>
                      <a:cubicBezTo>
                        <a:pt x="523" y="146"/>
                        <a:pt x="532" y="141"/>
                        <a:pt x="541" y="141"/>
                      </a:cubicBezTo>
                      <a:cubicBezTo>
                        <a:pt x="550" y="141"/>
                        <a:pt x="559" y="146"/>
                        <a:pt x="563" y="154"/>
                      </a:cubicBezTo>
                      <a:cubicBezTo>
                        <a:pt x="582" y="192"/>
                        <a:pt x="582" y="192"/>
                        <a:pt x="582" y="192"/>
                      </a:cubicBezTo>
                      <a:cubicBezTo>
                        <a:pt x="567" y="147"/>
                        <a:pt x="550" y="104"/>
                        <a:pt x="529" y="78"/>
                      </a:cubicBezTo>
                      <a:cubicBezTo>
                        <a:pt x="498" y="26"/>
                        <a:pt x="447" y="7"/>
                        <a:pt x="407" y="1"/>
                      </a:cubicBezTo>
                      <a:cubicBezTo>
                        <a:pt x="401" y="0"/>
                        <a:pt x="395" y="2"/>
                        <a:pt x="391" y="7"/>
                      </a:cubicBezTo>
                      <a:cubicBezTo>
                        <a:pt x="351" y="63"/>
                        <a:pt x="351" y="63"/>
                        <a:pt x="351" y="63"/>
                      </a:cubicBezTo>
                      <a:cubicBezTo>
                        <a:pt x="307" y="3"/>
                        <a:pt x="307" y="3"/>
                        <a:pt x="307" y="3"/>
                      </a:cubicBezTo>
                      <a:cubicBezTo>
                        <a:pt x="338" y="107"/>
                        <a:pt x="338" y="107"/>
                        <a:pt x="338" y="107"/>
                      </a:cubicBezTo>
                      <a:cubicBezTo>
                        <a:pt x="338" y="110"/>
                        <a:pt x="338" y="112"/>
                        <a:pt x="338" y="115"/>
                      </a:cubicBezTo>
                      <a:cubicBezTo>
                        <a:pt x="306" y="262"/>
                        <a:pt x="306" y="262"/>
                        <a:pt x="306" y="262"/>
                      </a:cubicBezTo>
                      <a:cubicBezTo>
                        <a:pt x="306" y="263"/>
                        <a:pt x="306" y="263"/>
                        <a:pt x="306" y="264"/>
                      </a:cubicBezTo>
                      <a:cubicBezTo>
                        <a:pt x="306" y="265"/>
                        <a:pt x="306" y="265"/>
                        <a:pt x="306" y="265"/>
                      </a:cubicBezTo>
                      <a:cubicBezTo>
                        <a:pt x="306" y="264"/>
                        <a:pt x="306" y="264"/>
                        <a:pt x="306" y="264"/>
                      </a:cubicBezTo>
                      <a:cubicBezTo>
                        <a:pt x="306" y="263"/>
                        <a:pt x="306" y="263"/>
                        <a:pt x="306" y="263"/>
                      </a:cubicBezTo>
                      <a:cubicBezTo>
                        <a:pt x="271" y="115"/>
                        <a:pt x="271" y="115"/>
                        <a:pt x="271" y="115"/>
                      </a:cubicBezTo>
                      <a:cubicBezTo>
                        <a:pt x="271" y="112"/>
                        <a:pt x="271" y="109"/>
                        <a:pt x="272" y="107"/>
                      </a:cubicBezTo>
                      <a:cubicBezTo>
                        <a:pt x="305" y="1"/>
                        <a:pt x="305" y="1"/>
                        <a:pt x="305" y="1"/>
                      </a:cubicBezTo>
                      <a:cubicBezTo>
                        <a:pt x="259" y="65"/>
                        <a:pt x="259" y="65"/>
                        <a:pt x="259" y="65"/>
                      </a:cubicBezTo>
                      <a:cubicBezTo>
                        <a:pt x="219" y="11"/>
                        <a:pt x="219" y="11"/>
                        <a:pt x="219" y="11"/>
                      </a:cubicBezTo>
                      <a:cubicBezTo>
                        <a:pt x="215" y="6"/>
                        <a:pt x="208" y="3"/>
                        <a:pt x="202" y="5"/>
                      </a:cubicBezTo>
                      <a:cubicBezTo>
                        <a:pt x="170" y="13"/>
                        <a:pt x="128" y="32"/>
                        <a:pt x="98" y="74"/>
                      </a:cubicBezTo>
                      <a:cubicBezTo>
                        <a:pt x="97" y="76"/>
                        <a:pt x="96" y="77"/>
                        <a:pt x="95" y="78"/>
                      </a:cubicBezTo>
                      <a:cubicBezTo>
                        <a:pt x="95" y="79"/>
                        <a:pt x="94" y="80"/>
                        <a:pt x="93" y="80"/>
                      </a:cubicBezTo>
                      <a:cubicBezTo>
                        <a:pt x="91" y="84"/>
                        <a:pt x="89" y="87"/>
                        <a:pt x="87" y="91"/>
                      </a:cubicBezTo>
                      <a:cubicBezTo>
                        <a:pt x="87" y="91"/>
                        <a:pt x="88" y="91"/>
                        <a:pt x="88" y="91"/>
                      </a:cubicBezTo>
                      <a:cubicBezTo>
                        <a:pt x="84" y="99"/>
                        <a:pt x="79" y="109"/>
                        <a:pt x="75" y="119"/>
                      </a:cubicBezTo>
                      <a:cubicBezTo>
                        <a:pt x="75" y="118"/>
                        <a:pt x="74" y="118"/>
                        <a:pt x="74" y="118"/>
                      </a:cubicBezTo>
                      <a:cubicBezTo>
                        <a:pt x="35" y="210"/>
                        <a:pt x="0" y="394"/>
                        <a:pt x="0" y="411"/>
                      </a:cubicBezTo>
                      <a:cubicBezTo>
                        <a:pt x="2" y="411"/>
                        <a:pt x="2" y="411"/>
                        <a:pt x="2" y="411"/>
                      </a:cubicBezTo>
                      <a:cubicBezTo>
                        <a:pt x="2" y="429"/>
                        <a:pt x="9" y="466"/>
                        <a:pt x="66" y="465"/>
                      </a:cubicBezTo>
                      <a:cubicBezTo>
                        <a:pt x="556" y="465"/>
                        <a:pt x="556" y="465"/>
                        <a:pt x="556" y="465"/>
                      </a:cubicBezTo>
                      <a:cubicBezTo>
                        <a:pt x="556" y="465"/>
                        <a:pt x="607" y="466"/>
                        <a:pt x="623" y="42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0" name="椭圆 31"/>
                <p:cNvSpPr/>
                <p:nvPr/>
              </p:nvSpPr>
              <p:spPr>
                <a:xfrm>
                  <a:off x="5414040" y="2976120"/>
                  <a:ext cx="181800" cy="180720"/>
                </a:xfrm>
                <a:prstGeom prst="ellipse">
                  <a:avLst/>
                </a:pr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1" name="任意多边形 25"/>
                <p:cNvSpPr/>
                <p:nvPr/>
              </p:nvSpPr>
              <p:spPr>
                <a:xfrm>
                  <a:off x="5557680" y="3247200"/>
                  <a:ext cx="96480" cy="91800"/>
                </a:xfrm>
                <a:custGeom>
                  <a:avLst/>
                  <a:gdLst/>
                  <a:ahLst/>
                  <a:rect l="l" t="t" r="r" b="b"/>
                  <a:pathLst>
                    <a:path w="230" h="219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6"/>
                        <a:pt x="229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1"/>
                        <a:pt x="188" y="215"/>
                        <a:pt x="186" y="217"/>
                      </a:cubicBezTo>
                      <a:cubicBezTo>
                        <a:pt x="183" y="219"/>
                        <a:pt x="179" y="219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19"/>
                        <a:pt x="47" y="219"/>
                        <a:pt x="44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0"/>
                        <a:pt x="52" y="140"/>
                        <a:pt x="52" y="140"/>
                      </a:cubicBezTo>
                      <a:cubicBezTo>
                        <a:pt x="3" y="92"/>
                        <a:pt x="3" y="92"/>
                        <a:pt x="3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2" name="任意多边形 26"/>
                <p:cNvSpPr/>
                <p:nvPr/>
              </p:nvSpPr>
              <p:spPr>
                <a:xfrm>
                  <a:off x="5673960" y="3247200"/>
                  <a:ext cx="96840" cy="91800"/>
                </a:xfrm>
                <a:custGeom>
                  <a:avLst/>
                  <a:gdLst/>
                  <a:ahLst/>
                  <a:rect l="l" t="t" r="r" b="b"/>
                  <a:pathLst>
                    <a:path w="231" h="219">
                      <a:moveTo>
                        <a:pt x="107" y="5"/>
                      </a:moveTo>
                      <a:cubicBezTo>
                        <a:pt x="109" y="2"/>
                        <a:pt x="112" y="0"/>
                        <a:pt x="116" y="0"/>
                      </a:cubicBezTo>
                      <a:cubicBezTo>
                        <a:pt x="119" y="0"/>
                        <a:pt x="122" y="2"/>
                        <a:pt x="124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6" y="77"/>
                        <a:pt x="229" y="79"/>
                        <a:pt x="230" y="83"/>
                      </a:cubicBezTo>
                      <a:cubicBezTo>
                        <a:pt x="231" y="86"/>
                        <a:pt x="230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90" y="208"/>
                        <a:pt x="190" y="208"/>
                        <a:pt x="190" y="208"/>
                      </a:cubicBezTo>
                      <a:cubicBezTo>
                        <a:pt x="190" y="211"/>
                        <a:pt x="189" y="215"/>
                        <a:pt x="186" y="217"/>
                      </a:cubicBezTo>
                      <a:cubicBezTo>
                        <a:pt x="183" y="219"/>
                        <a:pt x="180" y="219"/>
                        <a:pt x="176" y="218"/>
                      </a:cubicBezTo>
                      <a:cubicBezTo>
                        <a:pt x="116" y="186"/>
                        <a:pt x="116" y="186"/>
                        <a:pt x="116" y="186"/>
                      </a:cubicBezTo>
                      <a:cubicBezTo>
                        <a:pt x="55" y="218"/>
                        <a:pt x="55" y="218"/>
                        <a:pt x="55" y="218"/>
                      </a:cubicBezTo>
                      <a:cubicBezTo>
                        <a:pt x="52" y="219"/>
                        <a:pt x="48" y="219"/>
                        <a:pt x="45" y="217"/>
                      </a:cubicBezTo>
                      <a:cubicBezTo>
                        <a:pt x="42" y="215"/>
                        <a:pt x="41" y="211"/>
                        <a:pt x="41" y="208"/>
                      </a:cubicBezTo>
                      <a:cubicBezTo>
                        <a:pt x="53" y="140"/>
                        <a:pt x="53" y="140"/>
                        <a:pt x="53" y="140"/>
                      </a:cubicBezTo>
                      <a:cubicBezTo>
                        <a:pt x="4" y="92"/>
                        <a:pt x="4" y="92"/>
                        <a:pt x="4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79"/>
                        <a:pt x="5" y="77"/>
                        <a:pt x="9" y="77"/>
                      </a:cubicBezTo>
                      <a:cubicBezTo>
                        <a:pt x="77" y="67"/>
                        <a:pt x="77" y="67"/>
                        <a:pt x="77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3" name="任意多边形 27"/>
                <p:cNvSpPr/>
                <p:nvPr/>
              </p:nvSpPr>
              <p:spPr>
                <a:xfrm>
                  <a:off x="5612760" y="3147120"/>
                  <a:ext cx="96480" cy="92160"/>
                </a:xfrm>
                <a:custGeom>
                  <a:avLst/>
                  <a:gdLst/>
                  <a:ahLst/>
                  <a:rect l="l" t="t" r="r" b="b"/>
                  <a:pathLst>
                    <a:path w="230" h="220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6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7"/>
                        <a:pt x="229" y="90"/>
                        <a:pt x="227" y="93"/>
                      </a:cubicBezTo>
                      <a:cubicBezTo>
                        <a:pt x="178" y="141"/>
                        <a:pt x="178" y="141"/>
                        <a:pt x="178" y="141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2"/>
                        <a:pt x="188" y="215"/>
                        <a:pt x="186" y="217"/>
                      </a:cubicBezTo>
                      <a:cubicBezTo>
                        <a:pt x="183" y="220"/>
                        <a:pt x="179" y="220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20"/>
                        <a:pt x="47" y="220"/>
                        <a:pt x="45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1"/>
                        <a:pt x="52" y="141"/>
                        <a:pt x="52" y="141"/>
                      </a:cubicBezTo>
                      <a:cubicBezTo>
                        <a:pt x="3" y="93"/>
                        <a:pt x="3" y="93"/>
                        <a:pt x="3" y="93"/>
                      </a:cubicBezTo>
                      <a:cubicBezTo>
                        <a:pt x="1" y="90"/>
                        <a:pt x="0" y="87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494" name="组合 8"/>
            <p:cNvGrpSpPr/>
            <p:nvPr/>
          </p:nvGrpSpPr>
          <p:grpSpPr>
            <a:xfrm>
              <a:off x="3207240" y="2795760"/>
              <a:ext cx="817200" cy="818280"/>
              <a:chOff x="3207240" y="2795760"/>
              <a:chExt cx="817200" cy="818280"/>
            </a:xfrm>
          </p:grpSpPr>
          <p:sp>
            <p:nvSpPr>
              <p:cNvPr id="495" name="椭圆 26"/>
              <p:cNvSpPr/>
              <p:nvPr/>
            </p:nvSpPr>
            <p:spPr>
              <a:xfrm flipV="1">
                <a:off x="3207240" y="2795400"/>
                <a:ext cx="817200" cy="81828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96" name="任意多边形 30"/>
              <p:cNvSpPr/>
              <p:nvPr/>
            </p:nvSpPr>
            <p:spPr>
              <a:xfrm>
                <a:off x="3412440" y="3008520"/>
                <a:ext cx="407160" cy="407160"/>
              </a:xfrm>
              <a:custGeom>
                <a:avLst/>
                <a:gdLst/>
                <a:ahLst/>
                <a:rect l="l" t="t" r="r" b="b"/>
                <a:pathLst>
                  <a:path w="1083" h="1084">
                    <a:moveTo>
                      <a:pt x="542" y="0"/>
                    </a:moveTo>
                    <a:cubicBezTo>
                      <a:pt x="691" y="0"/>
                      <a:pt x="827" y="61"/>
                      <a:pt x="925" y="159"/>
                    </a:cubicBezTo>
                    <a:cubicBezTo>
                      <a:pt x="1023" y="258"/>
                      <a:pt x="1083" y="393"/>
                      <a:pt x="1083" y="542"/>
                    </a:cubicBezTo>
                    <a:cubicBezTo>
                      <a:pt x="1083" y="692"/>
                      <a:pt x="1023" y="827"/>
                      <a:pt x="925" y="926"/>
                    </a:cubicBezTo>
                    <a:cubicBezTo>
                      <a:pt x="827" y="1024"/>
                      <a:pt x="691" y="1084"/>
                      <a:pt x="542" y="1084"/>
                    </a:cubicBezTo>
                    <a:cubicBezTo>
                      <a:pt x="392" y="1084"/>
                      <a:pt x="257" y="1024"/>
                      <a:pt x="158" y="926"/>
                    </a:cubicBezTo>
                    <a:cubicBezTo>
                      <a:pt x="60" y="827"/>
                      <a:pt x="0" y="692"/>
                      <a:pt x="0" y="542"/>
                    </a:cubicBezTo>
                    <a:cubicBezTo>
                      <a:pt x="0" y="393"/>
                      <a:pt x="60" y="258"/>
                      <a:pt x="158" y="159"/>
                    </a:cubicBezTo>
                    <a:cubicBezTo>
                      <a:pt x="257" y="61"/>
                      <a:pt x="392" y="0"/>
                      <a:pt x="542" y="0"/>
                    </a:cubicBezTo>
                    <a:cubicBezTo>
                      <a:pt x="542" y="0"/>
                      <a:pt x="542" y="0"/>
                      <a:pt x="542" y="0"/>
                    </a:cubicBezTo>
                    <a:close/>
                    <a:moveTo>
                      <a:pt x="517" y="1000"/>
                    </a:moveTo>
                    <a:cubicBezTo>
                      <a:pt x="517" y="1000"/>
                      <a:pt x="517" y="1000"/>
                      <a:pt x="517" y="1000"/>
                    </a:cubicBezTo>
                    <a:cubicBezTo>
                      <a:pt x="517" y="825"/>
                      <a:pt x="517" y="825"/>
                      <a:pt x="517" y="825"/>
                    </a:cubicBezTo>
                    <a:cubicBezTo>
                      <a:pt x="468" y="827"/>
                      <a:pt x="420" y="837"/>
                      <a:pt x="376" y="854"/>
                    </a:cubicBezTo>
                    <a:cubicBezTo>
                      <a:pt x="370" y="856"/>
                      <a:pt x="363" y="859"/>
                      <a:pt x="357" y="861"/>
                    </a:cubicBezTo>
                    <a:cubicBezTo>
                      <a:pt x="361" y="869"/>
                      <a:pt x="365" y="877"/>
                      <a:pt x="369" y="884"/>
                    </a:cubicBezTo>
                    <a:cubicBezTo>
                      <a:pt x="396" y="934"/>
                      <a:pt x="430" y="972"/>
                      <a:pt x="466" y="995"/>
                    </a:cubicBezTo>
                    <a:cubicBezTo>
                      <a:pt x="483" y="998"/>
                      <a:pt x="500" y="1000"/>
                      <a:pt x="517" y="1000"/>
                    </a:cubicBezTo>
                    <a:cubicBezTo>
                      <a:pt x="517" y="1000"/>
                      <a:pt x="517" y="1000"/>
                      <a:pt x="517" y="1000"/>
                    </a:cubicBezTo>
                    <a:close/>
                    <a:moveTo>
                      <a:pt x="866" y="218"/>
                    </a:moveTo>
                    <a:cubicBezTo>
                      <a:pt x="866" y="218"/>
                      <a:pt x="866" y="218"/>
                      <a:pt x="866" y="218"/>
                    </a:cubicBezTo>
                    <a:cubicBezTo>
                      <a:pt x="862" y="214"/>
                      <a:pt x="858" y="211"/>
                      <a:pt x="855" y="207"/>
                    </a:cubicBezTo>
                    <a:cubicBezTo>
                      <a:pt x="835" y="223"/>
                      <a:pt x="813" y="236"/>
                      <a:pt x="791" y="248"/>
                    </a:cubicBezTo>
                    <a:cubicBezTo>
                      <a:pt x="820" y="325"/>
                      <a:pt x="839" y="418"/>
                      <a:pt x="842" y="517"/>
                    </a:cubicBezTo>
                    <a:cubicBezTo>
                      <a:pt x="1000" y="517"/>
                      <a:pt x="1000" y="517"/>
                      <a:pt x="1000" y="517"/>
                    </a:cubicBezTo>
                    <a:cubicBezTo>
                      <a:pt x="993" y="401"/>
                      <a:pt x="943" y="296"/>
                      <a:pt x="866" y="218"/>
                    </a:cubicBezTo>
                    <a:cubicBezTo>
                      <a:pt x="866" y="218"/>
                      <a:pt x="866" y="218"/>
                      <a:pt x="866" y="218"/>
                    </a:cubicBezTo>
                    <a:close/>
                    <a:moveTo>
                      <a:pt x="815" y="174"/>
                    </a:moveTo>
                    <a:cubicBezTo>
                      <a:pt x="815" y="174"/>
                      <a:pt x="815" y="174"/>
                      <a:pt x="815" y="174"/>
                    </a:cubicBezTo>
                    <a:cubicBezTo>
                      <a:pt x="787" y="153"/>
                      <a:pt x="755" y="135"/>
                      <a:pt x="722" y="120"/>
                    </a:cubicBezTo>
                    <a:cubicBezTo>
                      <a:pt x="735" y="138"/>
                      <a:pt x="747" y="156"/>
                      <a:pt x="758" y="177"/>
                    </a:cubicBezTo>
                    <a:cubicBezTo>
                      <a:pt x="763" y="185"/>
                      <a:pt x="767" y="193"/>
                      <a:pt x="771" y="202"/>
                    </a:cubicBezTo>
                    <a:cubicBezTo>
                      <a:pt x="787" y="194"/>
                      <a:pt x="801" y="184"/>
                      <a:pt x="815" y="174"/>
                    </a:cubicBezTo>
                    <a:cubicBezTo>
                      <a:pt x="815" y="174"/>
                      <a:pt x="815" y="174"/>
                      <a:pt x="815" y="174"/>
                    </a:cubicBezTo>
                    <a:close/>
                    <a:moveTo>
                      <a:pt x="617" y="90"/>
                    </a:moveTo>
                    <a:cubicBezTo>
                      <a:pt x="617" y="90"/>
                      <a:pt x="617" y="90"/>
                      <a:pt x="617" y="90"/>
                    </a:cubicBezTo>
                    <a:cubicBezTo>
                      <a:pt x="601" y="87"/>
                      <a:pt x="584" y="85"/>
                      <a:pt x="567" y="84"/>
                    </a:cubicBezTo>
                    <a:cubicBezTo>
                      <a:pt x="567" y="260"/>
                      <a:pt x="567" y="260"/>
                      <a:pt x="567" y="260"/>
                    </a:cubicBezTo>
                    <a:cubicBezTo>
                      <a:pt x="616" y="258"/>
                      <a:pt x="664" y="247"/>
                      <a:pt x="707" y="231"/>
                    </a:cubicBezTo>
                    <a:cubicBezTo>
                      <a:pt x="714" y="229"/>
                      <a:pt x="720" y="226"/>
                      <a:pt x="726" y="224"/>
                    </a:cubicBezTo>
                    <a:cubicBezTo>
                      <a:pt x="723" y="216"/>
                      <a:pt x="719" y="208"/>
                      <a:pt x="714" y="201"/>
                    </a:cubicBezTo>
                    <a:cubicBezTo>
                      <a:pt x="687" y="151"/>
                      <a:pt x="654" y="112"/>
                      <a:pt x="617" y="90"/>
                    </a:cubicBezTo>
                    <a:cubicBezTo>
                      <a:pt x="617" y="90"/>
                      <a:pt x="617" y="90"/>
                      <a:pt x="617" y="90"/>
                    </a:cubicBezTo>
                    <a:close/>
                    <a:moveTo>
                      <a:pt x="517" y="84"/>
                    </a:moveTo>
                    <a:cubicBezTo>
                      <a:pt x="517" y="84"/>
                      <a:pt x="517" y="84"/>
                      <a:pt x="517" y="84"/>
                    </a:cubicBezTo>
                    <a:cubicBezTo>
                      <a:pt x="500" y="85"/>
                      <a:pt x="483" y="88"/>
                      <a:pt x="466" y="90"/>
                    </a:cubicBezTo>
                    <a:cubicBezTo>
                      <a:pt x="430" y="112"/>
                      <a:pt x="396" y="151"/>
                      <a:pt x="369" y="201"/>
                    </a:cubicBezTo>
                    <a:cubicBezTo>
                      <a:pt x="365" y="208"/>
                      <a:pt x="361" y="216"/>
                      <a:pt x="357" y="224"/>
                    </a:cubicBezTo>
                    <a:cubicBezTo>
                      <a:pt x="363" y="226"/>
                      <a:pt x="370" y="229"/>
                      <a:pt x="376" y="231"/>
                    </a:cubicBezTo>
                    <a:cubicBezTo>
                      <a:pt x="420" y="247"/>
                      <a:pt x="467" y="258"/>
                      <a:pt x="517" y="260"/>
                    </a:cubicBezTo>
                    <a:cubicBezTo>
                      <a:pt x="517" y="84"/>
                      <a:pt x="517" y="84"/>
                      <a:pt x="517" y="84"/>
                    </a:cubicBezTo>
                    <a:cubicBezTo>
                      <a:pt x="517" y="84"/>
                      <a:pt x="517" y="84"/>
                      <a:pt x="517" y="84"/>
                    </a:cubicBezTo>
                    <a:close/>
                    <a:moveTo>
                      <a:pt x="362" y="120"/>
                    </a:moveTo>
                    <a:cubicBezTo>
                      <a:pt x="362" y="120"/>
                      <a:pt x="362" y="120"/>
                      <a:pt x="362" y="120"/>
                    </a:cubicBezTo>
                    <a:cubicBezTo>
                      <a:pt x="328" y="135"/>
                      <a:pt x="297" y="153"/>
                      <a:pt x="268" y="174"/>
                    </a:cubicBezTo>
                    <a:cubicBezTo>
                      <a:pt x="283" y="184"/>
                      <a:pt x="297" y="194"/>
                      <a:pt x="312" y="202"/>
                    </a:cubicBezTo>
                    <a:cubicBezTo>
                      <a:pt x="316" y="193"/>
                      <a:pt x="320" y="185"/>
                      <a:pt x="325" y="177"/>
                    </a:cubicBezTo>
                    <a:cubicBezTo>
                      <a:pt x="336" y="156"/>
                      <a:pt x="349" y="138"/>
                      <a:pt x="362" y="120"/>
                    </a:cubicBezTo>
                    <a:cubicBezTo>
                      <a:pt x="362" y="120"/>
                      <a:pt x="362" y="120"/>
                      <a:pt x="362" y="120"/>
                    </a:cubicBezTo>
                    <a:close/>
                    <a:moveTo>
                      <a:pt x="229" y="207"/>
                    </a:moveTo>
                    <a:cubicBezTo>
                      <a:pt x="229" y="207"/>
                      <a:pt x="229" y="207"/>
                      <a:pt x="229" y="207"/>
                    </a:cubicBezTo>
                    <a:cubicBezTo>
                      <a:pt x="225" y="211"/>
                      <a:pt x="221" y="214"/>
                      <a:pt x="218" y="218"/>
                    </a:cubicBezTo>
                    <a:cubicBezTo>
                      <a:pt x="140" y="296"/>
                      <a:pt x="90" y="401"/>
                      <a:pt x="84" y="517"/>
                    </a:cubicBezTo>
                    <a:cubicBezTo>
                      <a:pt x="242" y="517"/>
                      <a:pt x="242" y="517"/>
                      <a:pt x="242" y="517"/>
                    </a:cubicBezTo>
                    <a:cubicBezTo>
                      <a:pt x="245" y="418"/>
                      <a:pt x="263" y="325"/>
                      <a:pt x="292" y="248"/>
                    </a:cubicBezTo>
                    <a:cubicBezTo>
                      <a:pt x="270" y="236"/>
                      <a:pt x="249" y="223"/>
                      <a:pt x="229" y="207"/>
                    </a:cubicBezTo>
                    <a:cubicBezTo>
                      <a:pt x="229" y="207"/>
                      <a:pt x="229" y="207"/>
                      <a:pt x="229" y="207"/>
                    </a:cubicBezTo>
                    <a:close/>
                    <a:moveTo>
                      <a:pt x="84" y="567"/>
                    </a:moveTo>
                    <a:cubicBezTo>
                      <a:pt x="84" y="567"/>
                      <a:pt x="84" y="567"/>
                      <a:pt x="84" y="567"/>
                    </a:cubicBezTo>
                    <a:cubicBezTo>
                      <a:pt x="90" y="684"/>
                      <a:pt x="140" y="789"/>
                      <a:pt x="218" y="867"/>
                    </a:cubicBezTo>
                    <a:cubicBezTo>
                      <a:pt x="229" y="878"/>
                      <a:pt x="229" y="878"/>
                      <a:pt x="229" y="878"/>
                    </a:cubicBezTo>
                    <a:cubicBezTo>
                      <a:pt x="249" y="863"/>
                      <a:pt x="270" y="849"/>
                      <a:pt x="292" y="837"/>
                    </a:cubicBezTo>
                    <a:cubicBezTo>
                      <a:pt x="263" y="760"/>
                      <a:pt x="245" y="667"/>
                      <a:pt x="242" y="567"/>
                    </a:cubicBezTo>
                    <a:cubicBezTo>
                      <a:pt x="84" y="567"/>
                      <a:pt x="84" y="567"/>
                      <a:pt x="84" y="567"/>
                    </a:cubicBezTo>
                    <a:cubicBezTo>
                      <a:pt x="84" y="567"/>
                      <a:pt x="84" y="567"/>
                      <a:pt x="84" y="567"/>
                    </a:cubicBezTo>
                    <a:close/>
                    <a:moveTo>
                      <a:pt x="268" y="911"/>
                    </a:moveTo>
                    <a:cubicBezTo>
                      <a:pt x="268" y="911"/>
                      <a:pt x="268" y="911"/>
                      <a:pt x="268" y="911"/>
                    </a:cubicBezTo>
                    <a:cubicBezTo>
                      <a:pt x="297" y="932"/>
                      <a:pt x="328" y="950"/>
                      <a:pt x="362" y="964"/>
                    </a:cubicBezTo>
                    <a:cubicBezTo>
                      <a:pt x="349" y="948"/>
                      <a:pt x="336" y="929"/>
                      <a:pt x="325" y="908"/>
                    </a:cubicBezTo>
                    <a:cubicBezTo>
                      <a:pt x="320" y="900"/>
                      <a:pt x="316" y="892"/>
                      <a:pt x="312" y="883"/>
                    </a:cubicBezTo>
                    <a:cubicBezTo>
                      <a:pt x="297" y="891"/>
                      <a:pt x="283" y="900"/>
                      <a:pt x="268" y="911"/>
                    </a:cubicBezTo>
                    <a:cubicBezTo>
                      <a:pt x="268" y="911"/>
                      <a:pt x="268" y="911"/>
                      <a:pt x="268" y="911"/>
                    </a:cubicBezTo>
                    <a:close/>
                    <a:moveTo>
                      <a:pt x="567" y="1000"/>
                    </a:moveTo>
                    <a:cubicBezTo>
                      <a:pt x="567" y="1000"/>
                      <a:pt x="567" y="1000"/>
                      <a:pt x="567" y="1000"/>
                    </a:cubicBezTo>
                    <a:cubicBezTo>
                      <a:pt x="584" y="1000"/>
                      <a:pt x="601" y="998"/>
                      <a:pt x="617" y="995"/>
                    </a:cubicBezTo>
                    <a:cubicBezTo>
                      <a:pt x="654" y="972"/>
                      <a:pt x="687" y="934"/>
                      <a:pt x="714" y="884"/>
                    </a:cubicBezTo>
                    <a:cubicBezTo>
                      <a:pt x="719" y="877"/>
                      <a:pt x="723" y="869"/>
                      <a:pt x="726" y="861"/>
                    </a:cubicBezTo>
                    <a:cubicBezTo>
                      <a:pt x="720" y="859"/>
                      <a:pt x="714" y="856"/>
                      <a:pt x="707" y="854"/>
                    </a:cubicBezTo>
                    <a:cubicBezTo>
                      <a:pt x="664" y="837"/>
                      <a:pt x="616" y="828"/>
                      <a:pt x="566" y="825"/>
                    </a:cubicBezTo>
                    <a:cubicBezTo>
                      <a:pt x="566" y="1000"/>
                      <a:pt x="566" y="1000"/>
                      <a:pt x="566" y="1000"/>
                    </a:cubicBezTo>
                    <a:cubicBezTo>
                      <a:pt x="567" y="1000"/>
                      <a:pt x="567" y="1000"/>
                      <a:pt x="567" y="1000"/>
                    </a:cubicBezTo>
                    <a:close/>
                    <a:moveTo>
                      <a:pt x="722" y="964"/>
                    </a:moveTo>
                    <a:cubicBezTo>
                      <a:pt x="722" y="964"/>
                      <a:pt x="722" y="964"/>
                      <a:pt x="722" y="964"/>
                    </a:cubicBezTo>
                    <a:cubicBezTo>
                      <a:pt x="755" y="950"/>
                      <a:pt x="787" y="932"/>
                      <a:pt x="815" y="911"/>
                    </a:cubicBezTo>
                    <a:cubicBezTo>
                      <a:pt x="801" y="900"/>
                      <a:pt x="787" y="891"/>
                      <a:pt x="771" y="883"/>
                    </a:cubicBezTo>
                    <a:cubicBezTo>
                      <a:pt x="767" y="892"/>
                      <a:pt x="763" y="900"/>
                      <a:pt x="758" y="908"/>
                    </a:cubicBezTo>
                    <a:cubicBezTo>
                      <a:pt x="747" y="929"/>
                      <a:pt x="735" y="948"/>
                      <a:pt x="722" y="964"/>
                    </a:cubicBezTo>
                    <a:cubicBezTo>
                      <a:pt x="722" y="964"/>
                      <a:pt x="722" y="964"/>
                      <a:pt x="722" y="964"/>
                    </a:cubicBezTo>
                    <a:close/>
                    <a:moveTo>
                      <a:pt x="855" y="878"/>
                    </a:moveTo>
                    <a:cubicBezTo>
                      <a:pt x="855" y="878"/>
                      <a:pt x="855" y="878"/>
                      <a:pt x="855" y="878"/>
                    </a:cubicBezTo>
                    <a:cubicBezTo>
                      <a:pt x="866" y="867"/>
                      <a:pt x="866" y="867"/>
                      <a:pt x="866" y="867"/>
                    </a:cubicBezTo>
                    <a:cubicBezTo>
                      <a:pt x="943" y="789"/>
                      <a:pt x="993" y="684"/>
                      <a:pt x="1000" y="567"/>
                    </a:cubicBezTo>
                    <a:cubicBezTo>
                      <a:pt x="842" y="567"/>
                      <a:pt x="842" y="567"/>
                      <a:pt x="842" y="567"/>
                    </a:cubicBezTo>
                    <a:cubicBezTo>
                      <a:pt x="839" y="667"/>
                      <a:pt x="820" y="760"/>
                      <a:pt x="791" y="837"/>
                    </a:cubicBezTo>
                    <a:cubicBezTo>
                      <a:pt x="813" y="849"/>
                      <a:pt x="835" y="863"/>
                      <a:pt x="855" y="878"/>
                    </a:cubicBezTo>
                    <a:cubicBezTo>
                      <a:pt x="855" y="878"/>
                      <a:pt x="855" y="878"/>
                      <a:pt x="855" y="878"/>
                    </a:cubicBezTo>
                    <a:close/>
                    <a:moveTo>
                      <a:pt x="746" y="269"/>
                    </a:moveTo>
                    <a:cubicBezTo>
                      <a:pt x="746" y="269"/>
                      <a:pt x="746" y="269"/>
                      <a:pt x="746" y="269"/>
                    </a:cubicBezTo>
                    <a:cubicBezTo>
                      <a:pt x="739" y="272"/>
                      <a:pt x="732" y="275"/>
                      <a:pt x="725" y="278"/>
                    </a:cubicBezTo>
                    <a:cubicBezTo>
                      <a:pt x="675" y="296"/>
                      <a:pt x="622" y="308"/>
                      <a:pt x="567" y="310"/>
                    </a:cubicBezTo>
                    <a:cubicBezTo>
                      <a:pt x="567" y="517"/>
                      <a:pt x="567" y="517"/>
                      <a:pt x="567" y="517"/>
                    </a:cubicBezTo>
                    <a:cubicBezTo>
                      <a:pt x="792" y="517"/>
                      <a:pt x="792" y="517"/>
                      <a:pt x="792" y="517"/>
                    </a:cubicBezTo>
                    <a:cubicBezTo>
                      <a:pt x="789" y="425"/>
                      <a:pt x="772" y="340"/>
                      <a:pt x="746" y="269"/>
                    </a:cubicBezTo>
                    <a:cubicBezTo>
                      <a:pt x="746" y="269"/>
                      <a:pt x="746" y="269"/>
                      <a:pt x="746" y="269"/>
                    </a:cubicBezTo>
                    <a:close/>
                    <a:moveTo>
                      <a:pt x="517" y="310"/>
                    </a:moveTo>
                    <a:cubicBezTo>
                      <a:pt x="517" y="310"/>
                      <a:pt x="517" y="310"/>
                      <a:pt x="517" y="310"/>
                    </a:cubicBezTo>
                    <a:cubicBezTo>
                      <a:pt x="462" y="308"/>
                      <a:pt x="409" y="296"/>
                      <a:pt x="358" y="278"/>
                    </a:cubicBezTo>
                    <a:cubicBezTo>
                      <a:pt x="352" y="275"/>
                      <a:pt x="345" y="272"/>
                      <a:pt x="338" y="269"/>
                    </a:cubicBezTo>
                    <a:cubicBezTo>
                      <a:pt x="311" y="340"/>
                      <a:pt x="294" y="425"/>
                      <a:pt x="292" y="517"/>
                    </a:cubicBezTo>
                    <a:cubicBezTo>
                      <a:pt x="517" y="517"/>
                      <a:pt x="517" y="517"/>
                      <a:pt x="517" y="517"/>
                    </a:cubicBezTo>
                    <a:cubicBezTo>
                      <a:pt x="517" y="310"/>
                      <a:pt x="517" y="310"/>
                      <a:pt x="517" y="310"/>
                    </a:cubicBezTo>
                    <a:cubicBezTo>
                      <a:pt x="517" y="310"/>
                      <a:pt x="517" y="310"/>
                      <a:pt x="517" y="310"/>
                    </a:cubicBezTo>
                    <a:close/>
                    <a:moveTo>
                      <a:pt x="517" y="775"/>
                    </a:moveTo>
                    <a:cubicBezTo>
                      <a:pt x="517" y="775"/>
                      <a:pt x="517" y="775"/>
                      <a:pt x="517" y="775"/>
                    </a:cubicBezTo>
                    <a:cubicBezTo>
                      <a:pt x="517" y="567"/>
                      <a:pt x="517" y="567"/>
                      <a:pt x="517" y="567"/>
                    </a:cubicBezTo>
                    <a:cubicBezTo>
                      <a:pt x="292" y="567"/>
                      <a:pt x="292" y="567"/>
                      <a:pt x="292" y="567"/>
                    </a:cubicBezTo>
                    <a:cubicBezTo>
                      <a:pt x="294" y="659"/>
                      <a:pt x="311" y="744"/>
                      <a:pt x="338" y="815"/>
                    </a:cubicBezTo>
                    <a:cubicBezTo>
                      <a:pt x="345" y="813"/>
                      <a:pt x="352" y="810"/>
                      <a:pt x="359" y="807"/>
                    </a:cubicBezTo>
                    <a:cubicBezTo>
                      <a:pt x="409" y="789"/>
                      <a:pt x="462" y="777"/>
                      <a:pt x="517" y="775"/>
                    </a:cubicBezTo>
                    <a:cubicBezTo>
                      <a:pt x="517" y="775"/>
                      <a:pt x="517" y="775"/>
                      <a:pt x="517" y="775"/>
                    </a:cubicBezTo>
                    <a:close/>
                    <a:moveTo>
                      <a:pt x="567" y="775"/>
                    </a:moveTo>
                    <a:cubicBezTo>
                      <a:pt x="567" y="775"/>
                      <a:pt x="567" y="775"/>
                      <a:pt x="567" y="775"/>
                    </a:cubicBezTo>
                    <a:cubicBezTo>
                      <a:pt x="622" y="778"/>
                      <a:pt x="675" y="789"/>
                      <a:pt x="725" y="807"/>
                    </a:cubicBezTo>
                    <a:cubicBezTo>
                      <a:pt x="732" y="810"/>
                      <a:pt x="739" y="813"/>
                      <a:pt x="746" y="815"/>
                    </a:cubicBezTo>
                    <a:cubicBezTo>
                      <a:pt x="772" y="744"/>
                      <a:pt x="789" y="659"/>
                      <a:pt x="792" y="567"/>
                    </a:cubicBezTo>
                    <a:cubicBezTo>
                      <a:pt x="567" y="567"/>
                      <a:pt x="567" y="567"/>
                      <a:pt x="567" y="567"/>
                    </a:cubicBezTo>
                    <a:cubicBezTo>
                      <a:pt x="567" y="775"/>
                      <a:pt x="567" y="775"/>
                      <a:pt x="567" y="775"/>
                    </a:cubicBezTo>
                    <a:cubicBezTo>
                      <a:pt x="567" y="775"/>
                      <a:pt x="567" y="775"/>
                      <a:pt x="567" y="775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97" name="组合 9"/>
            <p:cNvGrpSpPr/>
            <p:nvPr/>
          </p:nvGrpSpPr>
          <p:grpSpPr>
            <a:xfrm>
              <a:off x="5117760" y="1763640"/>
              <a:ext cx="817200" cy="818280"/>
              <a:chOff x="5117760" y="1763640"/>
              <a:chExt cx="817200" cy="818280"/>
            </a:xfrm>
          </p:grpSpPr>
          <p:sp>
            <p:nvSpPr>
              <p:cNvPr id="498" name="椭圆 24"/>
              <p:cNvSpPr/>
              <p:nvPr/>
            </p:nvSpPr>
            <p:spPr>
              <a:xfrm>
                <a:off x="5117760" y="1763640"/>
                <a:ext cx="817200" cy="81828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99" name="任意多边形 33"/>
              <p:cNvSpPr/>
              <p:nvPr/>
            </p:nvSpPr>
            <p:spPr>
              <a:xfrm>
                <a:off x="5329800" y="2026080"/>
                <a:ext cx="393120" cy="293760"/>
              </a:xfrm>
              <a:custGeom>
                <a:avLst/>
                <a:gdLst/>
                <a:ahLst/>
                <a:rect l="l" t="t" r="r" b="b"/>
                <a:pathLst>
                  <a:path w="1296" h="972">
                    <a:moveTo>
                      <a:pt x="504" y="684"/>
                    </a:moveTo>
                    <a:cubicBezTo>
                      <a:pt x="828" y="522"/>
                      <a:pt x="828" y="522"/>
                      <a:pt x="828" y="522"/>
                    </a:cubicBezTo>
                    <a:cubicBezTo>
                      <a:pt x="858" y="507"/>
                      <a:pt x="858" y="465"/>
                      <a:pt x="828" y="450"/>
                    </a:cubicBezTo>
                    <a:cubicBezTo>
                      <a:pt x="504" y="288"/>
                      <a:pt x="504" y="288"/>
                      <a:pt x="504" y="288"/>
                    </a:cubicBezTo>
                    <a:cubicBezTo>
                      <a:pt x="477" y="274"/>
                      <a:pt x="445" y="294"/>
                      <a:pt x="445" y="324"/>
                    </a:cubicBezTo>
                    <a:cubicBezTo>
                      <a:pt x="445" y="648"/>
                      <a:pt x="445" y="648"/>
                      <a:pt x="445" y="648"/>
                    </a:cubicBezTo>
                    <a:cubicBezTo>
                      <a:pt x="445" y="678"/>
                      <a:pt x="477" y="698"/>
                      <a:pt x="504" y="684"/>
                    </a:cubicBezTo>
                    <a:close/>
                    <a:moveTo>
                      <a:pt x="1175" y="0"/>
                    </a:moveTo>
                    <a:cubicBezTo>
                      <a:pt x="121" y="0"/>
                      <a:pt x="121" y="0"/>
                      <a:pt x="121" y="0"/>
                    </a:cubicBezTo>
                    <a:cubicBezTo>
                      <a:pt x="54" y="0"/>
                      <a:pt x="0" y="55"/>
                      <a:pt x="0" y="122"/>
                    </a:cubicBezTo>
                    <a:cubicBezTo>
                      <a:pt x="0" y="850"/>
                      <a:pt x="0" y="850"/>
                      <a:pt x="0" y="850"/>
                    </a:cubicBezTo>
                    <a:cubicBezTo>
                      <a:pt x="0" y="917"/>
                      <a:pt x="54" y="972"/>
                      <a:pt x="121" y="972"/>
                    </a:cubicBezTo>
                    <a:cubicBezTo>
                      <a:pt x="1175" y="972"/>
                      <a:pt x="1175" y="972"/>
                      <a:pt x="1175" y="972"/>
                    </a:cubicBezTo>
                    <a:cubicBezTo>
                      <a:pt x="1242" y="972"/>
                      <a:pt x="1296" y="917"/>
                      <a:pt x="1296" y="850"/>
                    </a:cubicBezTo>
                    <a:cubicBezTo>
                      <a:pt x="1296" y="122"/>
                      <a:pt x="1296" y="122"/>
                      <a:pt x="1296" y="122"/>
                    </a:cubicBezTo>
                    <a:cubicBezTo>
                      <a:pt x="1296" y="55"/>
                      <a:pt x="1242" y="0"/>
                      <a:pt x="1175" y="0"/>
                    </a:cubicBezTo>
                    <a:close/>
                    <a:moveTo>
                      <a:pt x="243" y="850"/>
                    </a:moveTo>
                    <a:cubicBezTo>
                      <a:pt x="243" y="873"/>
                      <a:pt x="226" y="891"/>
                      <a:pt x="202" y="891"/>
                    </a:cubicBezTo>
                    <a:cubicBezTo>
                      <a:pt x="122" y="891"/>
                      <a:pt x="122" y="891"/>
                      <a:pt x="122" y="891"/>
                    </a:cubicBezTo>
                    <a:cubicBezTo>
                      <a:pt x="99" y="891"/>
                      <a:pt x="81" y="874"/>
                      <a:pt x="81" y="850"/>
                    </a:cubicBezTo>
                    <a:cubicBezTo>
                      <a:pt x="81" y="770"/>
                      <a:pt x="81" y="770"/>
                      <a:pt x="81" y="770"/>
                    </a:cubicBezTo>
                    <a:cubicBezTo>
                      <a:pt x="81" y="747"/>
                      <a:pt x="98" y="729"/>
                      <a:pt x="122" y="729"/>
                    </a:cubicBezTo>
                    <a:cubicBezTo>
                      <a:pt x="202" y="729"/>
                      <a:pt x="202" y="729"/>
                      <a:pt x="202" y="729"/>
                    </a:cubicBezTo>
                    <a:cubicBezTo>
                      <a:pt x="225" y="729"/>
                      <a:pt x="243" y="746"/>
                      <a:pt x="243" y="770"/>
                    </a:cubicBezTo>
                    <a:cubicBezTo>
                      <a:pt x="243" y="850"/>
                      <a:pt x="243" y="850"/>
                      <a:pt x="243" y="850"/>
                    </a:cubicBezTo>
                    <a:close/>
                    <a:moveTo>
                      <a:pt x="243" y="526"/>
                    </a:moveTo>
                    <a:cubicBezTo>
                      <a:pt x="243" y="549"/>
                      <a:pt x="226" y="567"/>
                      <a:pt x="202" y="567"/>
                    </a:cubicBezTo>
                    <a:cubicBezTo>
                      <a:pt x="122" y="567"/>
                      <a:pt x="122" y="567"/>
                      <a:pt x="122" y="567"/>
                    </a:cubicBezTo>
                    <a:cubicBezTo>
                      <a:pt x="99" y="567"/>
                      <a:pt x="81" y="550"/>
                      <a:pt x="81" y="526"/>
                    </a:cubicBezTo>
                    <a:cubicBezTo>
                      <a:pt x="81" y="446"/>
                      <a:pt x="81" y="446"/>
                      <a:pt x="81" y="446"/>
                    </a:cubicBezTo>
                    <a:cubicBezTo>
                      <a:pt x="81" y="423"/>
                      <a:pt x="98" y="405"/>
                      <a:pt x="122" y="405"/>
                    </a:cubicBezTo>
                    <a:cubicBezTo>
                      <a:pt x="202" y="405"/>
                      <a:pt x="202" y="405"/>
                      <a:pt x="202" y="405"/>
                    </a:cubicBezTo>
                    <a:cubicBezTo>
                      <a:pt x="225" y="405"/>
                      <a:pt x="243" y="422"/>
                      <a:pt x="243" y="446"/>
                    </a:cubicBezTo>
                    <a:cubicBezTo>
                      <a:pt x="243" y="526"/>
                      <a:pt x="243" y="526"/>
                      <a:pt x="243" y="526"/>
                    </a:cubicBezTo>
                    <a:close/>
                    <a:moveTo>
                      <a:pt x="243" y="202"/>
                    </a:moveTo>
                    <a:cubicBezTo>
                      <a:pt x="243" y="225"/>
                      <a:pt x="226" y="243"/>
                      <a:pt x="202" y="243"/>
                    </a:cubicBezTo>
                    <a:cubicBezTo>
                      <a:pt x="122" y="243"/>
                      <a:pt x="122" y="243"/>
                      <a:pt x="122" y="243"/>
                    </a:cubicBezTo>
                    <a:cubicBezTo>
                      <a:pt x="99" y="243"/>
                      <a:pt x="81" y="226"/>
                      <a:pt x="81" y="202"/>
                    </a:cubicBezTo>
                    <a:cubicBezTo>
                      <a:pt x="81" y="122"/>
                      <a:pt x="81" y="122"/>
                      <a:pt x="81" y="122"/>
                    </a:cubicBezTo>
                    <a:cubicBezTo>
                      <a:pt x="81" y="99"/>
                      <a:pt x="98" y="81"/>
                      <a:pt x="122" y="81"/>
                    </a:cubicBezTo>
                    <a:cubicBezTo>
                      <a:pt x="202" y="81"/>
                      <a:pt x="202" y="81"/>
                      <a:pt x="202" y="81"/>
                    </a:cubicBezTo>
                    <a:cubicBezTo>
                      <a:pt x="225" y="81"/>
                      <a:pt x="243" y="98"/>
                      <a:pt x="243" y="122"/>
                    </a:cubicBezTo>
                    <a:cubicBezTo>
                      <a:pt x="243" y="202"/>
                      <a:pt x="243" y="202"/>
                      <a:pt x="243" y="202"/>
                    </a:cubicBezTo>
                    <a:close/>
                    <a:moveTo>
                      <a:pt x="972" y="891"/>
                    </a:moveTo>
                    <a:cubicBezTo>
                      <a:pt x="324" y="891"/>
                      <a:pt x="324" y="891"/>
                      <a:pt x="324" y="891"/>
                    </a:cubicBezTo>
                    <a:cubicBezTo>
                      <a:pt x="324" y="81"/>
                      <a:pt x="324" y="81"/>
                      <a:pt x="324" y="81"/>
                    </a:cubicBezTo>
                    <a:cubicBezTo>
                      <a:pt x="972" y="81"/>
                      <a:pt x="972" y="81"/>
                      <a:pt x="972" y="81"/>
                    </a:cubicBezTo>
                    <a:cubicBezTo>
                      <a:pt x="972" y="891"/>
                      <a:pt x="972" y="891"/>
                      <a:pt x="972" y="891"/>
                    </a:cubicBezTo>
                    <a:close/>
                    <a:moveTo>
                      <a:pt x="1215" y="850"/>
                    </a:moveTo>
                    <a:cubicBezTo>
                      <a:pt x="1215" y="873"/>
                      <a:pt x="1198" y="891"/>
                      <a:pt x="1174" y="891"/>
                    </a:cubicBezTo>
                    <a:cubicBezTo>
                      <a:pt x="1094" y="891"/>
                      <a:pt x="1094" y="891"/>
                      <a:pt x="1094" y="891"/>
                    </a:cubicBezTo>
                    <a:cubicBezTo>
                      <a:pt x="1071" y="891"/>
                      <a:pt x="1053" y="874"/>
                      <a:pt x="1053" y="850"/>
                    </a:cubicBezTo>
                    <a:cubicBezTo>
                      <a:pt x="1053" y="770"/>
                      <a:pt x="1053" y="770"/>
                      <a:pt x="1053" y="770"/>
                    </a:cubicBezTo>
                    <a:cubicBezTo>
                      <a:pt x="1053" y="747"/>
                      <a:pt x="1070" y="729"/>
                      <a:pt x="1094" y="729"/>
                    </a:cubicBezTo>
                    <a:cubicBezTo>
                      <a:pt x="1174" y="729"/>
                      <a:pt x="1174" y="729"/>
                      <a:pt x="1174" y="729"/>
                    </a:cubicBezTo>
                    <a:cubicBezTo>
                      <a:pt x="1197" y="729"/>
                      <a:pt x="1215" y="746"/>
                      <a:pt x="1215" y="770"/>
                    </a:cubicBezTo>
                    <a:cubicBezTo>
                      <a:pt x="1215" y="850"/>
                      <a:pt x="1215" y="850"/>
                      <a:pt x="1215" y="850"/>
                    </a:cubicBezTo>
                    <a:close/>
                    <a:moveTo>
                      <a:pt x="1215" y="526"/>
                    </a:moveTo>
                    <a:cubicBezTo>
                      <a:pt x="1215" y="549"/>
                      <a:pt x="1198" y="567"/>
                      <a:pt x="1174" y="567"/>
                    </a:cubicBezTo>
                    <a:cubicBezTo>
                      <a:pt x="1094" y="567"/>
                      <a:pt x="1094" y="567"/>
                      <a:pt x="1094" y="567"/>
                    </a:cubicBezTo>
                    <a:cubicBezTo>
                      <a:pt x="1071" y="567"/>
                      <a:pt x="1053" y="550"/>
                      <a:pt x="1053" y="526"/>
                    </a:cubicBezTo>
                    <a:cubicBezTo>
                      <a:pt x="1053" y="446"/>
                      <a:pt x="1053" y="446"/>
                      <a:pt x="1053" y="446"/>
                    </a:cubicBezTo>
                    <a:cubicBezTo>
                      <a:pt x="1053" y="423"/>
                      <a:pt x="1070" y="405"/>
                      <a:pt x="1094" y="405"/>
                    </a:cubicBezTo>
                    <a:cubicBezTo>
                      <a:pt x="1174" y="405"/>
                      <a:pt x="1174" y="405"/>
                      <a:pt x="1174" y="405"/>
                    </a:cubicBezTo>
                    <a:cubicBezTo>
                      <a:pt x="1197" y="405"/>
                      <a:pt x="1215" y="422"/>
                      <a:pt x="1215" y="446"/>
                    </a:cubicBezTo>
                    <a:cubicBezTo>
                      <a:pt x="1215" y="526"/>
                      <a:pt x="1215" y="526"/>
                      <a:pt x="1215" y="526"/>
                    </a:cubicBezTo>
                    <a:close/>
                    <a:moveTo>
                      <a:pt x="1215" y="202"/>
                    </a:moveTo>
                    <a:cubicBezTo>
                      <a:pt x="1215" y="225"/>
                      <a:pt x="1198" y="243"/>
                      <a:pt x="1174" y="243"/>
                    </a:cubicBezTo>
                    <a:cubicBezTo>
                      <a:pt x="1094" y="243"/>
                      <a:pt x="1094" y="243"/>
                      <a:pt x="1094" y="243"/>
                    </a:cubicBezTo>
                    <a:cubicBezTo>
                      <a:pt x="1071" y="243"/>
                      <a:pt x="1053" y="226"/>
                      <a:pt x="1053" y="202"/>
                    </a:cubicBezTo>
                    <a:cubicBezTo>
                      <a:pt x="1053" y="122"/>
                      <a:pt x="1053" y="122"/>
                      <a:pt x="1053" y="122"/>
                    </a:cubicBezTo>
                    <a:cubicBezTo>
                      <a:pt x="1053" y="99"/>
                      <a:pt x="1070" y="81"/>
                      <a:pt x="1094" y="81"/>
                    </a:cubicBezTo>
                    <a:cubicBezTo>
                      <a:pt x="1174" y="81"/>
                      <a:pt x="1174" y="81"/>
                      <a:pt x="1174" y="81"/>
                    </a:cubicBezTo>
                    <a:cubicBezTo>
                      <a:pt x="1197" y="81"/>
                      <a:pt x="1215" y="98"/>
                      <a:pt x="1215" y="122"/>
                    </a:cubicBezTo>
                    <a:cubicBezTo>
                      <a:pt x="1215" y="202"/>
                      <a:pt x="1215" y="202"/>
                      <a:pt x="1215" y="202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500" name="组合 10"/>
          <p:cNvGrpSpPr/>
          <p:nvPr/>
        </p:nvGrpSpPr>
        <p:grpSpPr>
          <a:xfrm>
            <a:off x="786960" y="1463760"/>
            <a:ext cx="7568640" cy="2451960"/>
            <a:chOff x="786960" y="1463760"/>
            <a:chExt cx="7568640" cy="2451960"/>
          </a:xfrm>
        </p:grpSpPr>
        <p:sp>
          <p:nvSpPr>
            <p:cNvPr id="501" name="文本框 68"/>
            <p:cNvSpPr/>
            <p:nvPr/>
          </p:nvSpPr>
          <p:spPr>
            <a:xfrm>
              <a:off x="786960" y="1463760"/>
              <a:ext cx="2220840" cy="15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595959"/>
                  </a:solidFill>
                  <a:latin typeface="微软雅黑"/>
                  <a:ea typeface="微软雅黑"/>
                </a:rPr>
                <a:t>单击添加标题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502" name="文本框 69"/>
            <p:cNvSpPr/>
            <p:nvPr/>
          </p:nvSpPr>
          <p:spPr>
            <a:xfrm>
              <a:off x="786960" y="1671120"/>
              <a:ext cx="2220840" cy="2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8000"/>
            </a:bodyPr>
            <a:p>
              <a:pPr algn="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1000" spc="-1" strike="noStrike">
                <a:latin typeface="Arial"/>
              </a:endParaRPr>
            </a:p>
          </p:txBody>
        </p:sp>
        <p:sp>
          <p:nvSpPr>
            <p:cNvPr id="503" name="文本框 70"/>
            <p:cNvSpPr/>
            <p:nvPr/>
          </p:nvSpPr>
          <p:spPr>
            <a:xfrm>
              <a:off x="786960" y="3426480"/>
              <a:ext cx="2220840" cy="15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595959"/>
                  </a:solidFill>
                  <a:latin typeface="微软雅黑"/>
                  <a:ea typeface="微软雅黑"/>
                </a:rPr>
                <a:t>单击添加标题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504" name="文本框 71"/>
            <p:cNvSpPr/>
            <p:nvPr/>
          </p:nvSpPr>
          <p:spPr>
            <a:xfrm>
              <a:off x="786960" y="3633840"/>
              <a:ext cx="2220840" cy="2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8000"/>
            </a:bodyPr>
            <a:p>
              <a:pPr algn="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1000" spc="-1" strike="noStrike">
                <a:latin typeface="Arial"/>
              </a:endParaRPr>
            </a:p>
          </p:txBody>
        </p:sp>
        <p:sp>
          <p:nvSpPr>
            <p:cNvPr id="505" name="文本框 72"/>
            <p:cNvSpPr/>
            <p:nvPr/>
          </p:nvSpPr>
          <p:spPr>
            <a:xfrm>
              <a:off x="786960" y="2440440"/>
              <a:ext cx="1763280" cy="15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506" name="文本框 73"/>
            <p:cNvSpPr/>
            <p:nvPr/>
          </p:nvSpPr>
          <p:spPr>
            <a:xfrm>
              <a:off x="786960" y="2647800"/>
              <a:ext cx="1763280" cy="2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6000"/>
            </a:bodyPr>
            <a:p>
              <a:pPr algn="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1000" spc="-1" strike="noStrike">
                <a:latin typeface="Arial"/>
              </a:endParaRPr>
            </a:p>
          </p:txBody>
        </p:sp>
        <p:sp>
          <p:nvSpPr>
            <p:cNvPr id="507" name="文本框 74"/>
            <p:cNvSpPr/>
            <p:nvPr/>
          </p:nvSpPr>
          <p:spPr>
            <a:xfrm>
              <a:off x="6134760" y="1463760"/>
              <a:ext cx="2220840" cy="15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508" name="文本框 75"/>
            <p:cNvSpPr/>
            <p:nvPr/>
          </p:nvSpPr>
          <p:spPr>
            <a:xfrm>
              <a:off x="6134760" y="1671120"/>
              <a:ext cx="2220840" cy="2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8000"/>
            </a:bodyPr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1000" spc="-1" strike="noStrike">
                <a:latin typeface="Arial"/>
              </a:endParaRPr>
            </a:p>
          </p:txBody>
        </p:sp>
        <p:sp>
          <p:nvSpPr>
            <p:cNvPr id="509" name="文本框 76"/>
            <p:cNvSpPr/>
            <p:nvPr/>
          </p:nvSpPr>
          <p:spPr>
            <a:xfrm>
              <a:off x="6134760" y="3426480"/>
              <a:ext cx="2220840" cy="15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595959"/>
                  </a:solidFill>
                  <a:latin typeface="微软雅黑"/>
                  <a:ea typeface="微软雅黑"/>
                </a:rPr>
                <a:t>单击添加标题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510" name="文本框 77"/>
            <p:cNvSpPr/>
            <p:nvPr/>
          </p:nvSpPr>
          <p:spPr>
            <a:xfrm>
              <a:off x="6134760" y="3633840"/>
              <a:ext cx="2220840" cy="2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8000"/>
            </a:bodyPr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1000" spc="-1" strike="noStrike">
                <a:latin typeface="Arial"/>
              </a:endParaRPr>
            </a:p>
          </p:txBody>
        </p:sp>
        <p:sp>
          <p:nvSpPr>
            <p:cNvPr id="511" name="文本框 78"/>
            <p:cNvSpPr/>
            <p:nvPr/>
          </p:nvSpPr>
          <p:spPr>
            <a:xfrm>
              <a:off x="6592320" y="2440440"/>
              <a:ext cx="1763280" cy="15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512" name="文本框 79"/>
            <p:cNvSpPr/>
            <p:nvPr/>
          </p:nvSpPr>
          <p:spPr>
            <a:xfrm>
              <a:off x="6592320" y="2647800"/>
              <a:ext cx="1763280" cy="2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6000"/>
            </a:bodyPr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1000" spc="-1" strike="noStrike">
                <a:latin typeface="Arial"/>
              </a:endParaRPr>
            </a:p>
          </p:txBody>
        </p:sp>
      </p:grpSp>
      <p:grpSp>
        <p:nvGrpSpPr>
          <p:cNvPr id="513" name="组合 50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514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515" name="矩形 52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组合 42"/>
          <p:cNvGrpSpPr/>
          <p:nvPr/>
        </p:nvGrpSpPr>
        <p:grpSpPr>
          <a:xfrm>
            <a:off x="844560" y="2174760"/>
            <a:ext cx="1105200" cy="963000"/>
            <a:chOff x="844560" y="2174760"/>
            <a:chExt cx="1105200" cy="963000"/>
          </a:xfrm>
        </p:grpSpPr>
        <p:sp>
          <p:nvSpPr>
            <p:cNvPr id="517" name="TextBox 5"/>
            <p:cNvSpPr/>
            <p:nvPr/>
          </p:nvSpPr>
          <p:spPr>
            <a:xfrm>
              <a:off x="844560" y="2885760"/>
              <a:ext cx="106020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66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262626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600" spc="-1" strike="noStrike">
                <a:latin typeface="Arial"/>
              </a:endParaRPr>
            </a:p>
          </p:txBody>
        </p:sp>
        <p:sp>
          <p:nvSpPr>
            <p:cNvPr id="518" name="TextBox 6"/>
            <p:cNvSpPr/>
            <p:nvPr/>
          </p:nvSpPr>
          <p:spPr>
            <a:xfrm>
              <a:off x="887400" y="2174760"/>
              <a:ext cx="1062360" cy="82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3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6600" spc="-1" strike="noStrike">
                  <a:solidFill>
                    <a:srgbClr val="262626"/>
                  </a:solidFill>
                  <a:latin typeface="微软雅黑"/>
                  <a:ea typeface="微软雅黑"/>
                </a:rPr>
                <a:t>95%</a:t>
              </a:r>
              <a:endParaRPr b="1" lang="en-HK" sz="6600" spc="-1" strike="noStrike">
                <a:latin typeface="Arial"/>
              </a:endParaRPr>
            </a:p>
          </p:txBody>
        </p:sp>
      </p:grpSp>
      <p:grpSp>
        <p:nvGrpSpPr>
          <p:cNvPr id="519" name="组合 1"/>
          <p:cNvGrpSpPr/>
          <p:nvPr/>
        </p:nvGrpSpPr>
        <p:grpSpPr>
          <a:xfrm>
            <a:off x="2126880" y="937800"/>
            <a:ext cx="6474600" cy="3549240"/>
            <a:chOff x="2126880" y="937800"/>
            <a:chExt cx="6474600" cy="3549240"/>
          </a:xfrm>
        </p:grpSpPr>
        <p:sp>
          <p:nvSpPr>
            <p:cNvPr id="520" name="TextBox 7"/>
            <p:cNvSpPr/>
            <p:nvPr/>
          </p:nvSpPr>
          <p:spPr>
            <a:xfrm flipH="1">
              <a:off x="6662520" y="1135440"/>
              <a:ext cx="1938960" cy="389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2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1" lang="en-HK" sz="1100" spc="-1" strike="noStrike">
                <a:latin typeface="Arial"/>
              </a:endParaRPr>
            </a:p>
          </p:txBody>
        </p:sp>
        <p:grpSp>
          <p:nvGrpSpPr>
            <p:cNvPr id="521" name="Group 1"/>
            <p:cNvGrpSpPr/>
            <p:nvPr/>
          </p:nvGrpSpPr>
          <p:grpSpPr>
            <a:xfrm>
              <a:off x="2126880" y="937800"/>
              <a:ext cx="4437360" cy="3549240"/>
              <a:chOff x="2126880" y="937800"/>
              <a:chExt cx="4437360" cy="3549240"/>
            </a:xfrm>
          </p:grpSpPr>
          <p:sp>
            <p:nvSpPr>
              <p:cNvPr id="522" name="Rectangle 49"/>
              <p:cNvSpPr/>
              <p:nvPr/>
            </p:nvSpPr>
            <p:spPr>
              <a:xfrm>
                <a:off x="4761720" y="3627360"/>
                <a:ext cx="1362960" cy="85968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3" name="Rectangle 50"/>
              <p:cNvSpPr/>
              <p:nvPr/>
            </p:nvSpPr>
            <p:spPr>
              <a:xfrm>
                <a:off x="2901600" y="2862360"/>
                <a:ext cx="1033560" cy="12780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4" name="Freeform: Shape 51"/>
              <p:cNvSpPr/>
              <p:nvPr/>
            </p:nvSpPr>
            <p:spPr>
              <a:xfrm>
                <a:off x="3937320" y="2862360"/>
                <a:ext cx="822960" cy="1624680"/>
              </a:xfrm>
              <a:custGeom>
                <a:avLst/>
                <a:gdLst/>
                <a:ahLst/>
                <a:rect l="l" t="t" r="r" b="b"/>
                <a:pathLst>
                  <a:path w="401" h="791">
                    <a:moveTo>
                      <a:pt x="401" y="791"/>
                    </a:moveTo>
                    <a:lnTo>
                      <a:pt x="0" y="63"/>
                    </a:lnTo>
                    <a:lnTo>
                      <a:pt x="0" y="0"/>
                    </a:lnTo>
                    <a:lnTo>
                      <a:pt x="401" y="372"/>
                    </a:lnTo>
                    <a:lnTo>
                      <a:pt x="401" y="791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5" name="Oval 52"/>
              <p:cNvSpPr/>
              <p:nvPr/>
            </p:nvSpPr>
            <p:spPr>
              <a:xfrm flipH="1">
                <a:off x="5704560" y="3627360"/>
                <a:ext cx="859680" cy="85968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26" name="Oval 48"/>
              <p:cNvSpPr/>
              <p:nvPr/>
            </p:nvSpPr>
            <p:spPr>
              <a:xfrm flipH="1">
                <a:off x="5798520" y="3723120"/>
                <a:ext cx="671760" cy="6717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27" name="Rectangle 43"/>
              <p:cNvSpPr/>
              <p:nvPr/>
            </p:nvSpPr>
            <p:spPr>
              <a:xfrm>
                <a:off x="4761720" y="2732760"/>
                <a:ext cx="1362960" cy="8596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8" name="Rectangle 44"/>
              <p:cNvSpPr/>
              <p:nvPr/>
            </p:nvSpPr>
            <p:spPr>
              <a:xfrm>
                <a:off x="2901600" y="2718360"/>
                <a:ext cx="1033560" cy="13176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9" name="Freeform: Shape 45"/>
              <p:cNvSpPr/>
              <p:nvPr/>
            </p:nvSpPr>
            <p:spPr>
              <a:xfrm>
                <a:off x="3937320" y="2718360"/>
                <a:ext cx="822960" cy="874080"/>
              </a:xfrm>
              <a:custGeom>
                <a:avLst/>
                <a:gdLst/>
                <a:ahLst/>
                <a:rect l="l" t="t" r="r" b="b"/>
                <a:pathLst>
                  <a:path w="401" h="426">
                    <a:moveTo>
                      <a:pt x="401" y="426"/>
                    </a:moveTo>
                    <a:lnTo>
                      <a:pt x="0" y="65"/>
                    </a:lnTo>
                    <a:lnTo>
                      <a:pt x="0" y="0"/>
                    </a:lnTo>
                    <a:lnTo>
                      <a:pt x="401" y="7"/>
                    </a:lnTo>
                    <a:lnTo>
                      <a:pt x="401" y="426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0" name="Oval 46"/>
              <p:cNvSpPr/>
              <p:nvPr/>
            </p:nvSpPr>
            <p:spPr>
              <a:xfrm flipH="1">
                <a:off x="5704560" y="2733120"/>
                <a:ext cx="859680" cy="85968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1" name="Oval 42"/>
              <p:cNvSpPr/>
              <p:nvPr/>
            </p:nvSpPr>
            <p:spPr>
              <a:xfrm flipH="1">
                <a:off x="5798520" y="2824920"/>
                <a:ext cx="671760" cy="6717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2" name="Rectangle 37"/>
              <p:cNvSpPr/>
              <p:nvPr/>
            </p:nvSpPr>
            <p:spPr>
              <a:xfrm>
                <a:off x="4761720" y="1836360"/>
                <a:ext cx="1362960" cy="8578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3" name="Rectangle 38"/>
              <p:cNvSpPr/>
              <p:nvPr/>
            </p:nvSpPr>
            <p:spPr>
              <a:xfrm>
                <a:off x="2901600" y="2578680"/>
                <a:ext cx="1033560" cy="12780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4" name="Freeform: Shape 39"/>
              <p:cNvSpPr/>
              <p:nvPr/>
            </p:nvSpPr>
            <p:spPr>
              <a:xfrm>
                <a:off x="3937320" y="1836360"/>
                <a:ext cx="822960" cy="870120"/>
              </a:xfrm>
              <a:custGeom>
                <a:avLst/>
                <a:gdLst/>
                <a:ahLst/>
                <a:rect l="l" t="t" r="r" b="b"/>
                <a:pathLst>
                  <a:path w="401" h="424">
                    <a:moveTo>
                      <a:pt x="0" y="361"/>
                    </a:moveTo>
                    <a:lnTo>
                      <a:pt x="401" y="0"/>
                    </a:lnTo>
                    <a:lnTo>
                      <a:pt x="401" y="418"/>
                    </a:lnTo>
                    <a:lnTo>
                      <a:pt x="0" y="424"/>
                    </a:lnTo>
                    <a:lnTo>
                      <a:pt x="0" y="361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5" name="Oval 40"/>
              <p:cNvSpPr/>
              <p:nvPr/>
            </p:nvSpPr>
            <p:spPr>
              <a:xfrm flipH="1">
                <a:off x="5704560" y="1838880"/>
                <a:ext cx="859680" cy="85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6" name="Oval 36"/>
              <p:cNvSpPr/>
              <p:nvPr/>
            </p:nvSpPr>
            <p:spPr>
              <a:xfrm flipH="1">
                <a:off x="5798520" y="1927800"/>
                <a:ext cx="671760" cy="6717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7" name="Rectangle 31"/>
              <p:cNvSpPr/>
              <p:nvPr/>
            </p:nvSpPr>
            <p:spPr>
              <a:xfrm>
                <a:off x="4761720" y="937800"/>
                <a:ext cx="1362960" cy="85968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8" name="Rectangle 32"/>
              <p:cNvSpPr/>
              <p:nvPr/>
            </p:nvSpPr>
            <p:spPr>
              <a:xfrm>
                <a:off x="2901600" y="2438640"/>
                <a:ext cx="1033560" cy="12780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9" name="Freeform: Shape 33"/>
              <p:cNvSpPr/>
              <p:nvPr/>
            </p:nvSpPr>
            <p:spPr>
              <a:xfrm>
                <a:off x="3937320" y="937800"/>
                <a:ext cx="822960" cy="1629000"/>
              </a:xfrm>
              <a:custGeom>
                <a:avLst/>
                <a:gdLst/>
                <a:ahLst/>
                <a:rect l="l" t="t" r="r" b="b"/>
                <a:pathLst>
                  <a:path w="401" h="793">
                    <a:moveTo>
                      <a:pt x="0" y="730"/>
                    </a:moveTo>
                    <a:lnTo>
                      <a:pt x="401" y="0"/>
                    </a:lnTo>
                    <a:lnTo>
                      <a:pt x="401" y="419"/>
                    </a:lnTo>
                    <a:lnTo>
                      <a:pt x="0" y="793"/>
                    </a:lnTo>
                    <a:lnTo>
                      <a:pt x="0" y="73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0" name="Oval 34"/>
              <p:cNvSpPr/>
              <p:nvPr/>
            </p:nvSpPr>
            <p:spPr>
              <a:xfrm flipH="1">
                <a:off x="5704560" y="937800"/>
                <a:ext cx="859680" cy="85968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41" name="Oval 30"/>
              <p:cNvSpPr/>
              <p:nvPr/>
            </p:nvSpPr>
            <p:spPr>
              <a:xfrm flipH="1">
                <a:off x="5798520" y="1029240"/>
                <a:ext cx="671760" cy="6717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42" name="TextBox 16"/>
              <p:cNvSpPr/>
              <p:nvPr/>
            </p:nvSpPr>
            <p:spPr>
              <a:xfrm flipH="1">
                <a:off x="4858200" y="1194480"/>
                <a:ext cx="1093680" cy="416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1" lang="en-HK" sz="1200" spc="-1" strike="noStrike">
                  <a:latin typeface="Arial"/>
                </a:endParaRPr>
              </a:p>
            </p:txBody>
          </p:sp>
          <p:sp>
            <p:nvSpPr>
              <p:cNvPr id="543" name="TextBox 17"/>
              <p:cNvSpPr/>
              <p:nvPr/>
            </p:nvSpPr>
            <p:spPr>
              <a:xfrm flipH="1">
                <a:off x="4857480" y="2079360"/>
                <a:ext cx="1078200" cy="416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1" lang="en-HK" sz="1200" spc="-1" strike="noStrike">
                  <a:latin typeface="Arial"/>
                </a:endParaRPr>
              </a:p>
            </p:txBody>
          </p:sp>
          <p:sp>
            <p:nvSpPr>
              <p:cNvPr id="544" name="TextBox 18"/>
              <p:cNvSpPr/>
              <p:nvPr/>
            </p:nvSpPr>
            <p:spPr>
              <a:xfrm flipH="1">
                <a:off x="4858200" y="2972880"/>
                <a:ext cx="1093680" cy="416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1" lang="en-HK" sz="1200" spc="-1" strike="noStrike">
                  <a:latin typeface="Arial"/>
                </a:endParaRPr>
              </a:p>
            </p:txBody>
          </p:sp>
          <p:sp>
            <p:nvSpPr>
              <p:cNvPr id="545" name="TextBox 19"/>
              <p:cNvSpPr/>
              <p:nvPr/>
            </p:nvSpPr>
            <p:spPr>
              <a:xfrm flipH="1">
                <a:off x="4857480" y="3857760"/>
                <a:ext cx="1198440" cy="416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1" lang="en-HK" sz="1200" spc="-1" strike="noStrike">
                  <a:latin typeface="Arial"/>
                </a:endParaRPr>
              </a:p>
            </p:txBody>
          </p:sp>
          <p:sp>
            <p:nvSpPr>
              <p:cNvPr id="546" name="Freeform: Shape 27"/>
              <p:cNvSpPr/>
              <p:nvPr/>
            </p:nvSpPr>
            <p:spPr>
              <a:xfrm flipH="1" rot="5400000">
                <a:off x="1894320" y="2292840"/>
                <a:ext cx="1315080" cy="850680"/>
              </a:xfrm>
              <a:custGeom>
                <a:avLst/>
                <a:gdLst/>
                <a:ahLst/>
                <a:rect l="l" t="t" r="r" b="b"/>
                <a:pathLst>
                  <a:path w="520" h="261">
                    <a:moveTo>
                      <a:pt x="260" y="261"/>
                    </a:moveTo>
                    <a:lnTo>
                      <a:pt x="0" y="0"/>
                    </a:lnTo>
                    <a:lnTo>
                      <a:pt x="520" y="0"/>
                    </a:lnTo>
                    <a:lnTo>
                      <a:pt x="260" y="26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7" name="Freeform: Shape 21"/>
              <p:cNvSpPr/>
              <p:nvPr/>
            </p:nvSpPr>
            <p:spPr>
              <a:xfrm>
                <a:off x="5940000" y="2047320"/>
                <a:ext cx="405360" cy="423360"/>
              </a:xfrm>
              <a:custGeom>
                <a:avLst/>
                <a:gdLst/>
                <a:ahLst/>
                <a:rect l="l" t="t" r="r" b="b"/>
                <a:pathLst>
                  <a:path w="77" h="77">
                    <a:moveTo>
                      <a:pt x="5" y="30"/>
                    </a:moveTo>
                    <a:cubicBezTo>
                      <a:pt x="4" y="30"/>
                      <a:pt x="4" y="30"/>
                      <a:pt x="3" y="30"/>
                    </a:cubicBezTo>
                    <a:cubicBezTo>
                      <a:pt x="7" y="17"/>
                      <a:pt x="17" y="7"/>
                      <a:pt x="30" y="4"/>
                    </a:cubicBezTo>
                    <a:cubicBezTo>
                      <a:pt x="30" y="4"/>
                      <a:pt x="30" y="4"/>
                      <a:pt x="30" y="5"/>
                    </a:cubicBezTo>
                    <a:cubicBezTo>
                      <a:pt x="30" y="5"/>
                      <a:pt x="30" y="6"/>
                      <a:pt x="30" y="7"/>
                    </a:cubicBezTo>
                    <a:cubicBezTo>
                      <a:pt x="19" y="10"/>
                      <a:pt x="9" y="19"/>
                      <a:pt x="7" y="31"/>
                    </a:cubicBezTo>
                    <a:cubicBezTo>
                      <a:pt x="6" y="30"/>
                      <a:pt x="5" y="30"/>
                      <a:pt x="5" y="30"/>
                    </a:cubicBezTo>
                    <a:close/>
                    <a:moveTo>
                      <a:pt x="71" y="31"/>
                    </a:moveTo>
                    <a:cubicBezTo>
                      <a:pt x="71" y="30"/>
                      <a:pt x="72" y="30"/>
                      <a:pt x="72" y="30"/>
                    </a:cubicBezTo>
                    <a:cubicBezTo>
                      <a:pt x="73" y="30"/>
                      <a:pt x="73" y="30"/>
                      <a:pt x="74" y="30"/>
                    </a:cubicBezTo>
                    <a:cubicBezTo>
                      <a:pt x="70" y="17"/>
                      <a:pt x="60" y="7"/>
                      <a:pt x="47" y="4"/>
                    </a:cubicBezTo>
                    <a:cubicBezTo>
                      <a:pt x="47" y="4"/>
                      <a:pt x="47" y="4"/>
                      <a:pt x="47" y="5"/>
                    </a:cubicBezTo>
                    <a:cubicBezTo>
                      <a:pt x="47" y="5"/>
                      <a:pt x="47" y="6"/>
                      <a:pt x="47" y="7"/>
                    </a:cubicBezTo>
                    <a:cubicBezTo>
                      <a:pt x="58" y="10"/>
                      <a:pt x="68" y="19"/>
                      <a:pt x="71" y="31"/>
                    </a:cubicBezTo>
                    <a:close/>
                    <a:moveTo>
                      <a:pt x="77" y="39"/>
                    </a:moveTo>
                    <a:cubicBezTo>
                      <a:pt x="77" y="41"/>
                      <a:pt x="75" y="43"/>
                      <a:pt x="72" y="43"/>
                    </a:cubicBezTo>
                    <a:cubicBezTo>
                      <a:pt x="70" y="43"/>
                      <a:pt x="68" y="42"/>
                      <a:pt x="68" y="40"/>
                    </a:cubicBezTo>
                    <a:cubicBezTo>
                      <a:pt x="61" y="40"/>
                      <a:pt x="61" y="40"/>
                      <a:pt x="61" y="40"/>
                    </a:cubicBezTo>
                    <a:cubicBezTo>
                      <a:pt x="61" y="55"/>
                      <a:pt x="61" y="55"/>
                      <a:pt x="61" y="55"/>
                    </a:cubicBezTo>
                    <a:cubicBezTo>
                      <a:pt x="61" y="58"/>
                      <a:pt x="58" y="61"/>
                      <a:pt x="55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2" y="68"/>
                      <a:pt x="43" y="70"/>
                      <a:pt x="43" y="73"/>
                    </a:cubicBezTo>
                    <a:cubicBezTo>
                      <a:pt x="43" y="75"/>
                      <a:pt x="41" y="77"/>
                      <a:pt x="39" y="77"/>
                    </a:cubicBezTo>
                    <a:cubicBezTo>
                      <a:pt x="36" y="77"/>
                      <a:pt x="34" y="75"/>
                      <a:pt x="34" y="73"/>
                    </a:cubicBezTo>
                    <a:cubicBezTo>
                      <a:pt x="34" y="70"/>
                      <a:pt x="35" y="68"/>
                      <a:pt x="38" y="68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19" y="61"/>
                      <a:pt x="16" y="58"/>
                      <a:pt x="16" y="5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9" y="42"/>
                      <a:pt x="7" y="43"/>
                      <a:pt x="5" y="43"/>
                    </a:cubicBezTo>
                    <a:cubicBezTo>
                      <a:pt x="2" y="43"/>
                      <a:pt x="0" y="41"/>
                      <a:pt x="0" y="39"/>
                    </a:cubicBezTo>
                    <a:cubicBezTo>
                      <a:pt x="0" y="36"/>
                      <a:pt x="2" y="34"/>
                      <a:pt x="5" y="34"/>
                    </a:cubicBezTo>
                    <a:cubicBezTo>
                      <a:pt x="7" y="34"/>
                      <a:pt x="9" y="36"/>
                      <a:pt x="9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19"/>
                      <a:pt x="19" y="16"/>
                      <a:pt x="22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5" y="9"/>
                      <a:pt x="34" y="7"/>
                      <a:pt x="34" y="5"/>
                    </a:cubicBezTo>
                    <a:cubicBezTo>
                      <a:pt x="34" y="2"/>
                      <a:pt x="36" y="0"/>
                      <a:pt x="39" y="0"/>
                    </a:cubicBezTo>
                    <a:cubicBezTo>
                      <a:pt x="41" y="0"/>
                      <a:pt x="43" y="2"/>
                      <a:pt x="43" y="5"/>
                    </a:cubicBezTo>
                    <a:cubicBezTo>
                      <a:pt x="43" y="7"/>
                      <a:pt x="42" y="9"/>
                      <a:pt x="40" y="9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58" y="16"/>
                      <a:pt x="61" y="19"/>
                      <a:pt x="61" y="22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8" y="38"/>
                      <a:pt x="68" y="38"/>
                      <a:pt x="68" y="38"/>
                    </a:cubicBezTo>
                    <a:cubicBezTo>
                      <a:pt x="68" y="36"/>
                      <a:pt x="70" y="34"/>
                      <a:pt x="72" y="34"/>
                    </a:cubicBezTo>
                    <a:cubicBezTo>
                      <a:pt x="75" y="34"/>
                      <a:pt x="77" y="36"/>
                      <a:pt x="77" y="39"/>
                    </a:cubicBezTo>
                    <a:close/>
                    <a:moveTo>
                      <a:pt x="39" y="8"/>
                    </a:moveTo>
                    <a:cubicBezTo>
                      <a:pt x="40" y="8"/>
                      <a:pt x="41" y="6"/>
                      <a:pt x="41" y="5"/>
                    </a:cubicBezTo>
                    <a:cubicBezTo>
                      <a:pt x="41" y="3"/>
                      <a:pt x="40" y="2"/>
                      <a:pt x="39" y="2"/>
                    </a:cubicBezTo>
                    <a:cubicBezTo>
                      <a:pt x="37" y="2"/>
                      <a:pt x="36" y="3"/>
                      <a:pt x="36" y="5"/>
                    </a:cubicBezTo>
                    <a:cubicBezTo>
                      <a:pt x="36" y="6"/>
                      <a:pt x="37" y="8"/>
                      <a:pt x="39" y="8"/>
                    </a:cubicBezTo>
                    <a:close/>
                    <a:moveTo>
                      <a:pt x="7" y="39"/>
                    </a:moveTo>
                    <a:cubicBezTo>
                      <a:pt x="7" y="37"/>
                      <a:pt x="6" y="36"/>
                      <a:pt x="5" y="36"/>
                    </a:cubicBezTo>
                    <a:cubicBezTo>
                      <a:pt x="3" y="36"/>
                      <a:pt x="2" y="37"/>
                      <a:pt x="2" y="39"/>
                    </a:cubicBezTo>
                    <a:cubicBezTo>
                      <a:pt x="2" y="40"/>
                      <a:pt x="3" y="41"/>
                      <a:pt x="5" y="41"/>
                    </a:cubicBezTo>
                    <a:cubicBezTo>
                      <a:pt x="6" y="41"/>
                      <a:pt x="7" y="40"/>
                      <a:pt x="7" y="39"/>
                    </a:cubicBezTo>
                    <a:close/>
                    <a:moveTo>
                      <a:pt x="39" y="70"/>
                    </a:moveTo>
                    <a:cubicBezTo>
                      <a:pt x="37" y="70"/>
                      <a:pt x="36" y="71"/>
                      <a:pt x="36" y="73"/>
                    </a:cubicBezTo>
                    <a:cubicBezTo>
                      <a:pt x="36" y="74"/>
                      <a:pt x="37" y="75"/>
                      <a:pt x="39" y="75"/>
                    </a:cubicBezTo>
                    <a:cubicBezTo>
                      <a:pt x="40" y="75"/>
                      <a:pt x="41" y="74"/>
                      <a:pt x="41" y="73"/>
                    </a:cubicBezTo>
                    <a:cubicBezTo>
                      <a:pt x="41" y="71"/>
                      <a:pt x="40" y="70"/>
                      <a:pt x="39" y="70"/>
                    </a:cubicBezTo>
                    <a:close/>
                    <a:moveTo>
                      <a:pt x="55" y="54"/>
                    </a:moveTo>
                    <a:cubicBezTo>
                      <a:pt x="55" y="54"/>
                      <a:pt x="54" y="49"/>
                      <a:pt x="52" y="47"/>
                    </a:cubicBezTo>
                    <a:cubicBezTo>
                      <a:pt x="51" y="45"/>
                      <a:pt x="44" y="44"/>
                      <a:pt x="43" y="43"/>
                    </a:cubicBezTo>
                    <a:cubicBezTo>
                      <a:pt x="42" y="42"/>
                      <a:pt x="42" y="40"/>
                      <a:pt x="42" y="39"/>
                    </a:cubicBezTo>
                    <a:cubicBezTo>
                      <a:pt x="43" y="38"/>
                      <a:pt x="44" y="37"/>
                      <a:pt x="44" y="35"/>
                    </a:cubicBezTo>
                    <a:cubicBezTo>
                      <a:pt x="45" y="35"/>
                      <a:pt x="45" y="34"/>
                      <a:pt x="46" y="33"/>
                    </a:cubicBezTo>
                    <a:cubicBezTo>
                      <a:pt x="46" y="32"/>
                      <a:pt x="45" y="32"/>
                      <a:pt x="45" y="31"/>
                    </a:cubicBezTo>
                    <a:cubicBezTo>
                      <a:pt x="45" y="31"/>
                      <a:pt x="45" y="31"/>
                      <a:pt x="45" y="30"/>
                    </a:cubicBezTo>
                    <a:cubicBezTo>
                      <a:pt x="45" y="26"/>
                      <a:pt x="42" y="23"/>
                      <a:pt x="39" y="23"/>
                    </a:cubicBezTo>
                    <a:cubicBezTo>
                      <a:pt x="35" y="23"/>
                      <a:pt x="32" y="26"/>
                      <a:pt x="32" y="30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2" y="32"/>
                      <a:pt x="31" y="32"/>
                      <a:pt x="31" y="33"/>
                    </a:cubicBezTo>
                    <a:cubicBezTo>
                      <a:pt x="32" y="34"/>
                      <a:pt x="32" y="35"/>
                      <a:pt x="33" y="35"/>
                    </a:cubicBezTo>
                    <a:cubicBezTo>
                      <a:pt x="33" y="37"/>
                      <a:pt x="34" y="38"/>
                      <a:pt x="35" y="39"/>
                    </a:cubicBezTo>
                    <a:cubicBezTo>
                      <a:pt x="35" y="40"/>
                      <a:pt x="35" y="42"/>
                      <a:pt x="34" y="43"/>
                    </a:cubicBezTo>
                    <a:cubicBezTo>
                      <a:pt x="34" y="44"/>
                      <a:pt x="26" y="45"/>
                      <a:pt x="25" y="47"/>
                    </a:cubicBezTo>
                    <a:cubicBezTo>
                      <a:pt x="24" y="49"/>
                      <a:pt x="22" y="54"/>
                      <a:pt x="22" y="54"/>
                    </a:cubicBezTo>
                    <a:lnTo>
                      <a:pt x="55" y="54"/>
                    </a:lnTo>
                    <a:close/>
                    <a:moveTo>
                      <a:pt x="75" y="39"/>
                    </a:moveTo>
                    <a:cubicBezTo>
                      <a:pt x="75" y="37"/>
                      <a:pt x="74" y="36"/>
                      <a:pt x="72" y="36"/>
                    </a:cubicBezTo>
                    <a:cubicBezTo>
                      <a:pt x="71" y="36"/>
                      <a:pt x="70" y="37"/>
                      <a:pt x="70" y="39"/>
                    </a:cubicBezTo>
                    <a:cubicBezTo>
                      <a:pt x="70" y="40"/>
                      <a:pt x="71" y="41"/>
                      <a:pt x="72" y="41"/>
                    </a:cubicBezTo>
                    <a:cubicBezTo>
                      <a:pt x="74" y="41"/>
                      <a:pt x="75" y="40"/>
                      <a:pt x="75" y="39"/>
                    </a:cubicBezTo>
                    <a:close/>
                    <a:moveTo>
                      <a:pt x="71" y="47"/>
                    </a:moveTo>
                    <a:cubicBezTo>
                      <a:pt x="68" y="58"/>
                      <a:pt x="58" y="68"/>
                      <a:pt x="47" y="71"/>
                    </a:cubicBezTo>
                    <a:cubicBezTo>
                      <a:pt x="47" y="71"/>
                      <a:pt x="47" y="72"/>
                      <a:pt x="47" y="73"/>
                    </a:cubicBezTo>
                    <a:cubicBezTo>
                      <a:pt x="47" y="73"/>
                      <a:pt x="47" y="73"/>
                      <a:pt x="47" y="74"/>
                    </a:cubicBezTo>
                    <a:cubicBezTo>
                      <a:pt x="60" y="71"/>
                      <a:pt x="70" y="60"/>
                      <a:pt x="74" y="47"/>
                    </a:cubicBezTo>
                    <a:cubicBezTo>
                      <a:pt x="73" y="47"/>
                      <a:pt x="73" y="47"/>
                      <a:pt x="72" y="47"/>
                    </a:cubicBezTo>
                    <a:cubicBezTo>
                      <a:pt x="72" y="47"/>
                      <a:pt x="71" y="47"/>
                      <a:pt x="71" y="47"/>
                    </a:cubicBezTo>
                    <a:close/>
                    <a:moveTo>
                      <a:pt x="7" y="47"/>
                    </a:moveTo>
                    <a:cubicBezTo>
                      <a:pt x="6" y="47"/>
                      <a:pt x="5" y="47"/>
                      <a:pt x="5" y="47"/>
                    </a:cubicBezTo>
                    <a:cubicBezTo>
                      <a:pt x="4" y="47"/>
                      <a:pt x="4" y="47"/>
                      <a:pt x="3" y="47"/>
                    </a:cubicBezTo>
                    <a:cubicBezTo>
                      <a:pt x="7" y="60"/>
                      <a:pt x="17" y="71"/>
                      <a:pt x="30" y="74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0" y="72"/>
                      <a:pt x="30" y="71"/>
                      <a:pt x="30" y="71"/>
                    </a:cubicBezTo>
                    <a:cubicBezTo>
                      <a:pt x="19" y="68"/>
                      <a:pt x="9" y="58"/>
                      <a:pt x="7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8" name="Freeform: Shape 22"/>
              <p:cNvSpPr/>
              <p:nvPr/>
            </p:nvSpPr>
            <p:spPr>
              <a:xfrm>
                <a:off x="5962680" y="3885480"/>
                <a:ext cx="372240" cy="369720"/>
              </a:xfrm>
              <a:custGeom>
                <a:avLst/>
                <a:gdLst/>
                <a:ahLst/>
                <a:rect l="l" t="t" r="r" b="b"/>
                <a:pathLst>
                  <a:path w="120" h="120">
                    <a:moveTo>
                      <a:pt x="60" y="0"/>
                    </a:moveTo>
                    <a:cubicBezTo>
                      <a:pt x="27" y="0"/>
                      <a:pt x="0" y="27"/>
                      <a:pt x="0" y="60"/>
                    </a:cubicBezTo>
                    <a:cubicBezTo>
                      <a:pt x="0" y="93"/>
                      <a:pt x="27" y="120"/>
                      <a:pt x="60" y="120"/>
                    </a:cubicBezTo>
                    <a:cubicBezTo>
                      <a:pt x="93" y="120"/>
                      <a:pt x="120" y="93"/>
                      <a:pt x="120" y="60"/>
                    </a:cubicBezTo>
                    <a:cubicBezTo>
                      <a:pt x="120" y="27"/>
                      <a:pt x="93" y="0"/>
                      <a:pt x="60" y="0"/>
                    </a:cubicBezTo>
                    <a:close/>
                    <a:moveTo>
                      <a:pt x="83" y="24"/>
                    </a:moveTo>
                    <a:cubicBezTo>
                      <a:pt x="87" y="21"/>
                      <a:pt x="87" y="21"/>
                      <a:pt x="87" y="21"/>
                    </a:cubicBezTo>
                    <a:cubicBezTo>
                      <a:pt x="87" y="21"/>
                      <a:pt x="85" y="17"/>
                      <a:pt x="86" y="14"/>
                    </a:cubicBezTo>
                    <a:cubicBezTo>
                      <a:pt x="87" y="14"/>
                      <a:pt x="91" y="16"/>
                      <a:pt x="94" y="20"/>
                    </a:cubicBezTo>
                    <a:cubicBezTo>
                      <a:pt x="92" y="29"/>
                      <a:pt x="86" y="28"/>
                      <a:pt x="86" y="28"/>
                    </a:cubicBezTo>
                    <a:cubicBezTo>
                      <a:pt x="86" y="28"/>
                      <a:pt x="82" y="28"/>
                      <a:pt x="83" y="24"/>
                    </a:cubicBezTo>
                    <a:close/>
                    <a:moveTo>
                      <a:pt x="47" y="77"/>
                    </a:moveTo>
                    <a:cubicBezTo>
                      <a:pt x="46" y="78"/>
                      <a:pt x="45" y="81"/>
                      <a:pt x="44" y="84"/>
                    </a:cubicBezTo>
                    <a:cubicBezTo>
                      <a:pt x="43" y="86"/>
                      <a:pt x="42" y="87"/>
                      <a:pt x="41" y="88"/>
                    </a:cubicBezTo>
                    <a:cubicBezTo>
                      <a:pt x="39" y="89"/>
                      <a:pt x="39" y="91"/>
                      <a:pt x="39" y="91"/>
                    </a:cubicBezTo>
                    <a:cubicBezTo>
                      <a:pt x="38" y="95"/>
                      <a:pt x="38" y="95"/>
                      <a:pt x="38" y="95"/>
                    </a:cubicBezTo>
                    <a:cubicBezTo>
                      <a:pt x="38" y="95"/>
                      <a:pt x="39" y="99"/>
                      <a:pt x="40" y="100"/>
                    </a:cubicBezTo>
                    <a:cubicBezTo>
                      <a:pt x="40" y="102"/>
                      <a:pt x="37" y="110"/>
                      <a:pt x="37" y="110"/>
                    </a:cubicBezTo>
                    <a:cubicBezTo>
                      <a:pt x="34" y="109"/>
                      <a:pt x="33" y="106"/>
                      <a:pt x="32" y="104"/>
                    </a:cubicBezTo>
                    <a:cubicBezTo>
                      <a:pt x="32" y="102"/>
                      <a:pt x="30" y="101"/>
                      <a:pt x="31" y="99"/>
                    </a:cubicBezTo>
                    <a:cubicBezTo>
                      <a:pt x="31" y="96"/>
                      <a:pt x="29" y="95"/>
                      <a:pt x="28" y="94"/>
                    </a:cubicBezTo>
                    <a:cubicBezTo>
                      <a:pt x="27" y="92"/>
                      <a:pt x="26" y="90"/>
                      <a:pt x="26" y="89"/>
                    </a:cubicBezTo>
                    <a:cubicBezTo>
                      <a:pt x="26" y="88"/>
                      <a:pt x="23" y="86"/>
                      <a:pt x="23" y="86"/>
                    </a:cubicBezTo>
                    <a:cubicBezTo>
                      <a:pt x="23" y="86"/>
                      <a:pt x="18" y="83"/>
                      <a:pt x="17" y="82"/>
                    </a:cubicBezTo>
                    <a:cubicBezTo>
                      <a:pt x="16" y="81"/>
                      <a:pt x="15" y="77"/>
                      <a:pt x="15" y="75"/>
                    </a:cubicBezTo>
                    <a:cubicBezTo>
                      <a:pt x="15" y="73"/>
                      <a:pt x="16" y="68"/>
                      <a:pt x="16" y="68"/>
                    </a:cubicBezTo>
                    <a:cubicBezTo>
                      <a:pt x="16" y="68"/>
                      <a:pt x="18" y="66"/>
                      <a:pt x="17" y="65"/>
                    </a:cubicBezTo>
                    <a:cubicBezTo>
                      <a:pt x="15" y="64"/>
                      <a:pt x="15" y="60"/>
                      <a:pt x="15" y="60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1" y="55"/>
                      <a:pt x="10" y="54"/>
                    </a:cubicBezTo>
                    <a:cubicBezTo>
                      <a:pt x="10" y="52"/>
                      <a:pt x="10" y="51"/>
                      <a:pt x="11" y="50"/>
                    </a:cubicBezTo>
                    <a:cubicBezTo>
                      <a:pt x="11" y="49"/>
                      <a:pt x="10" y="46"/>
                      <a:pt x="10" y="45"/>
                    </a:cubicBezTo>
                    <a:cubicBezTo>
                      <a:pt x="20" y="20"/>
                      <a:pt x="37" y="15"/>
                      <a:pt x="37" y="15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35" y="21"/>
                      <a:pt x="34" y="21"/>
                    </a:cubicBezTo>
                    <a:cubicBezTo>
                      <a:pt x="32" y="20"/>
                      <a:pt x="31" y="20"/>
                      <a:pt x="31" y="20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23"/>
                      <a:pt x="28" y="25"/>
                      <a:pt x="28" y="26"/>
                    </a:cubicBezTo>
                    <a:cubicBezTo>
                      <a:pt x="28" y="27"/>
                      <a:pt x="29" y="29"/>
                      <a:pt x="29" y="29"/>
                    </a:cubicBezTo>
                    <a:cubicBezTo>
                      <a:pt x="29" y="29"/>
                      <a:pt x="32" y="29"/>
                      <a:pt x="32" y="28"/>
                    </a:cubicBezTo>
                    <a:cubicBezTo>
                      <a:pt x="32" y="27"/>
                      <a:pt x="32" y="26"/>
                      <a:pt x="32" y="26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4"/>
                      <a:pt x="34" y="23"/>
                      <a:pt x="40" y="24"/>
                    </a:cubicBezTo>
                    <a:cubicBezTo>
                      <a:pt x="47" y="24"/>
                      <a:pt x="44" y="29"/>
                      <a:pt x="47" y="30"/>
                    </a:cubicBezTo>
                    <a:cubicBezTo>
                      <a:pt x="50" y="31"/>
                      <a:pt x="45" y="35"/>
                      <a:pt x="44" y="37"/>
                    </a:cubicBezTo>
                    <a:cubicBezTo>
                      <a:pt x="43" y="39"/>
                      <a:pt x="41" y="34"/>
                      <a:pt x="41" y="34"/>
                    </a:cubicBezTo>
                    <a:cubicBezTo>
                      <a:pt x="41" y="34"/>
                      <a:pt x="43" y="32"/>
                      <a:pt x="40" y="32"/>
                    </a:cubicBezTo>
                    <a:cubicBezTo>
                      <a:pt x="37" y="31"/>
                      <a:pt x="35" y="36"/>
                      <a:pt x="37" y="36"/>
                    </a:cubicBezTo>
                    <a:cubicBezTo>
                      <a:pt x="38" y="36"/>
                      <a:pt x="40" y="38"/>
                      <a:pt x="39" y="39"/>
                    </a:cubicBezTo>
                    <a:cubicBezTo>
                      <a:pt x="39" y="40"/>
                      <a:pt x="39" y="40"/>
                      <a:pt x="38" y="43"/>
                    </a:cubicBezTo>
                    <a:cubicBezTo>
                      <a:pt x="36" y="46"/>
                      <a:pt x="34" y="48"/>
                      <a:pt x="34" y="48"/>
                    </a:cubicBezTo>
                    <a:cubicBezTo>
                      <a:pt x="34" y="48"/>
                      <a:pt x="32" y="47"/>
                      <a:pt x="33" y="49"/>
                    </a:cubicBezTo>
                    <a:cubicBezTo>
                      <a:pt x="34" y="51"/>
                      <a:pt x="33" y="54"/>
                      <a:pt x="33" y="55"/>
                    </a:cubicBezTo>
                    <a:cubicBezTo>
                      <a:pt x="33" y="57"/>
                      <a:pt x="29" y="54"/>
                      <a:pt x="29" y="51"/>
                    </a:cubicBezTo>
                    <a:cubicBezTo>
                      <a:pt x="28" y="48"/>
                      <a:pt x="25" y="51"/>
                      <a:pt x="24" y="51"/>
                    </a:cubicBezTo>
                    <a:cubicBezTo>
                      <a:pt x="23" y="51"/>
                      <a:pt x="21" y="50"/>
                      <a:pt x="21" y="49"/>
                    </a:cubicBezTo>
                    <a:cubicBezTo>
                      <a:pt x="20" y="48"/>
                      <a:pt x="15" y="52"/>
                      <a:pt x="14" y="52"/>
                    </a:cubicBezTo>
                    <a:cubicBezTo>
                      <a:pt x="13" y="53"/>
                      <a:pt x="13" y="55"/>
                      <a:pt x="15" y="54"/>
                    </a:cubicBezTo>
                    <a:cubicBezTo>
                      <a:pt x="17" y="53"/>
                      <a:pt x="19" y="54"/>
                      <a:pt x="19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7" y="60"/>
                      <a:pt x="19" y="61"/>
                      <a:pt x="19" y="63"/>
                    </a:cubicBezTo>
                    <a:cubicBezTo>
                      <a:pt x="20" y="65"/>
                      <a:pt x="25" y="63"/>
                      <a:pt x="27" y="62"/>
                    </a:cubicBezTo>
                    <a:cubicBezTo>
                      <a:pt x="28" y="62"/>
                      <a:pt x="33" y="61"/>
                      <a:pt x="33" y="63"/>
                    </a:cubicBezTo>
                    <a:cubicBezTo>
                      <a:pt x="34" y="65"/>
                      <a:pt x="39" y="66"/>
                      <a:pt x="41" y="66"/>
                    </a:cubicBezTo>
                    <a:cubicBezTo>
                      <a:pt x="43" y="67"/>
                      <a:pt x="46" y="67"/>
                      <a:pt x="49" y="69"/>
                    </a:cubicBezTo>
                    <a:cubicBezTo>
                      <a:pt x="51" y="72"/>
                      <a:pt x="47" y="76"/>
                      <a:pt x="47" y="77"/>
                    </a:cubicBezTo>
                    <a:close/>
                    <a:moveTo>
                      <a:pt x="59" y="14"/>
                    </a:moveTo>
                    <a:cubicBezTo>
                      <a:pt x="58" y="17"/>
                      <a:pt x="54" y="20"/>
                      <a:pt x="55" y="21"/>
                    </a:cubicBezTo>
                    <a:cubicBezTo>
                      <a:pt x="55" y="22"/>
                      <a:pt x="55" y="27"/>
                      <a:pt x="51" y="23"/>
                    </a:cubicBezTo>
                    <a:cubicBezTo>
                      <a:pt x="47" y="19"/>
                      <a:pt x="43" y="18"/>
                      <a:pt x="44" y="15"/>
                    </a:cubicBezTo>
                    <a:cubicBezTo>
                      <a:pt x="44" y="14"/>
                      <a:pt x="48" y="14"/>
                      <a:pt x="48" y="13"/>
                    </a:cubicBezTo>
                    <a:cubicBezTo>
                      <a:pt x="53" y="7"/>
                      <a:pt x="62" y="8"/>
                      <a:pt x="63" y="10"/>
                    </a:cubicBezTo>
                    <a:cubicBezTo>
                      <a:pt x="61" y="12"/>
                      <a:pt x="59" y="11"/>
                      <a:pt x="59" y="14"/>
                    </a:cubicBezTo>
                    <a:close/>
                    <a:moveTo>
                      <a:pt x="107" y="62"/>
                    </a:moveTo>
                    <a:cubicBezTo>
                      <a:pt x="107" y="62"/>
                      <a:pt x="109" y="65"/>
                      <a:pt x="112" y="65"/>
                    </a:cubicBezTo>
                    <a:cubicBezTo>
                      <a:pt x="110" y="87"/>
                      <a:pt x="92" y="102"/>
                      <a:pt x="92" y="102"/>
                    </a:cubicBezTo>
                    <a:cubicBezTo>
                      <a:pt x="89" y="99"/>
                      <a:pt x="90" y="96"/>
                      <a:pt x="90" y="96"/>
                    </a:cubicBezTo>
                    <a:cubicBezTo>
                      <a:pt x="91" y="92"/>
                      <a:pt x="91" y="92"/>
                      <a:pt x="91" y="92"/>
                    </a:cubicBezTo>
                    <a:cubicBezTo>
                      <a:pt x="91" y="85"/>
                      <a:pt x="91" y="85"/>
                      <a:pt x="91" y="85"/>
                    </a:cubicBezTo>
                    <a:cubicBezTo>
                      <a:pt x="91" y="85"/>
                      <a:pt x="91" y="77"/>
                      <a:pt x="84" y="81"/>
                    </a:cubicBezTo>
                    <a:cubicBezTo>
                      <a:pt x="77" y="83"/>
                      <a:pt x="80" y="83"/>
                      <a:pt x="72" y="83"/>
                    </a:cubicBezTo>
                    <a:cubicBezTo>
                      <a:pt x="64" y="84"/>
                      <a:pt x="66" y="67"/>
                      <a:pt x="66" y="67"/>
                    </a:cubicBezTo>
                    <a:cubicBezTo>
                      <a:pt x="66" y="43"/>
                      <a:pt x="84" y="61"/>
                      <a:pt x="84" y="61"/>
                    </a:cubicBezTo>
                    <a:cubicBezTo>
                      <a:pt x="95" y="69"/>
                      <a:pt x="97" y="56"/>
                      <a:pt x="97" y="56"/>
                    </a:cubicBezTo>
                    <a:cubicBezTo>
                      <a:pt x="104" y="53"/>
                      <a:pt x="104" y="53"/>
                      <a:pt x="104" y="53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1" y="43"/>
                      <a:pt x="94" y="48"/>
                    </a:cubicBezTo>
                    <a:cubicBezTo>
                      <a:pt x="94" y="48"/>
                      <a:pt x="93" y="53"/>
                      <a:pt x="91" y="52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4" y="48"/>
                      <a:pt x="82" y="47"/>
                      <a:pt x="79" y="49"/>
                    </a:cubicBezTo>
                    <a:cubicBezTo>
                      <a:pt x="75" y="52"/>
                      <a:pt x="69" y="49"/>
                      <a:pt x="69" y="49"/>
                    </a:cubicBezTo>
                    <a:cubicBezTo>
                      <a:pt x="69" y="49"/>
                      <a:pt x="69" y="46"/>
                      <a:pt x="73" y="44"/>
                    </a:cubicBezTo>
                    <a:cubicBezTo>
                      <a:pt x="76" y="42"/>
                      <a:pt x="76" y="42"/>
                      <a:pt x="76" y="42"/>
                    </a:cubicBezTo>
                    <a:cubicBezTo>
                      <a:pt x="76" y="42"/>
                      <a:pt x="75" y="38"/>
                      <a:pt x="76" y="35"/>
                    </a:cubicBezTo>
                    <a:cubicBezTo>
                      <a:pt x="77" y="32"/>
                      <a:pt x="78" y="35"/>
                      <a:pt x="81" y="33"/>
                    </a:cubicBezTo>
                    <a:cubicBezTo>
                      <a:pt x="84" y="31"/>
                      <a:pt x="86" y="37"/>
                      <a:pt x="90" y="36"/>
                    </a:cubicBezTo>
                    <a:cubicBezTo>
                      <a:pt x="94" y="36"/>
                      <a:pt x="92" y="35"/>
                      <a:pt x="95" y="33"/>
                    </a:cubicBezTo>
                    <a:cubicBezTo>
                      <a:pt x="98" y="32"/>
                      <a:pt x="100" y="36"/>
                      <a:pt x="100" y="36"/>
                    </a:cubicBezTo>
                    <a:cubicBezTo>
                      <a:pt x="106" y="37"/>
                      <a:pt x="106" y="37"/>
                      <a:pt x="106" y="37"/>
                    </a:cubicBezTo>
                    <a:cubicBezTo>
                      <a:pt x="106" y="37"/>
                      <a:pt x="105" y="30"/>
                      <a:pt x="105" y="32"/>
                    </a:cubicBezTo>
                    <a:cubicBezTo>
                      <a:pt x="109" y="38"/>
                      <a:pt x="114" y="55"/>
                      <a:pt x="112" y="58"/>
                    </a:cubicBezTo>
                    <a:cubicBezTo>
                      <a:pt x="111" y="57"/>
                      <a:pt x="110" y="57"/>
                      <a:pt x="110" y="57"/>
                    </a:cubicBezTo>
                    <a:cubicBezTo>
                      <a:pt x="103" y="57"/>
                      <a:pt x="103" y="57"/>
                      <a:pt x="103" y="57"/>
                    </a:cubicBezTo>
                    <a:lnTo>
                      <a:pt x="107" y="62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549" name="Group 23"/>
              <p:cNvGrpSpPr/>
              <p:nvPr/>
            </p:nvGrpSpPr>
            <p:grpSpPr>
              <a:xfrm>
                <a:off x="5967720" y="1221480"/>
                <a:ext cx="352440" cy="270360"/>
                <a:chOff x="5967720" y="1221480"/>
                <a:chExt cx="352440" cy="270360"/>
              </a:xfrm>
            </p:grpSpPr>
            <p:sp>
              <p:nvSpPr>
                <p:cNvPr id="550" name="Freeform: Shape 25"/>
                <p:cNvSpPr/>
                <p:nvPr/>
              </p:nvSpPr>
              <p:spPr>
                <a:xfrm>
                  <a:off x="5967720" y="1260720"/>
                  <a:ext cx="332640" cy="231120"/>
                </a:xfrm>
                <a:custGeom>
                  <a:avLst/>
                  <a:gdLst/>
                  <a:ahLst/>
                  <a:rect l="l" t="t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51" name="Freeform: Shape 26"/>
                <p:cNvSpPr/>
                <p:nvPr/>
              </p:nvSpPr>
              <p:spPr>
                <a:xfrm>
                  <a:off x="6072840" y="1221480"/>
                  <a:ext cx="247320" cy="222120"/>
                </a:xfrm>
                <a:custGeom>
                  <a:avLst/>
                  <a:gdLst/>
                  <a:ahLst/>
                  <a:rect l="l" t="t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552" name="Freeform: Shape 24"/>
              <p:cNvSpPr/>
              <p:nvPr/>
            </p:nvSpPr>
            <p:spPr>
              <a:xfrm>
                <a:off x="5964480" y="2995920"/>
                <a:ext cx="356760" cy="334440"/>
              </a:xfrm>
              <a:custGeom>
                <a:avLst/>
                <a:gdLst/>
                <a:ahLst/>
                <a:rect l="l" t="t" r="r" b="b"/>
                <a:pathLst>
                  <a:path w="20993" h="2144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553" name="TextBox 47"/>
            <p:cNvSpPr/>
            <p:nvPr/>
          </p:nvSpPr>
          <p:spPr>
            <a:xfrm flipH="1">
              <a:off x="6662520" y="2081880"/>
              <a:ext cx="1938960" cy="389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2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1" lang="en-HK" sz="1100" spc="-1" strike="noStrike">
                <a:latin typeface="Arial"/>
              </a:endParaRPr>
            </a:p>
          </p:txBody>
        </p:sp>
        <p:sp>
          <p:nvSpPr>
            <p:cNvPr id="554" name="TextBox 53"/>
            <p:cNvSpPr/>
            <p:nvPr/>
          </p:nvSpPr>
          <p:spPr>
            <a:xfrm flipH="1">
              <a:off x="6662520" y="2976840"/>
              <a:ext cx="1938960" cy="389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2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1" lang="en-HK" sz="1100" spc="-1" strike="noStrike">
                <a:latin typeface="Arial"/>
              </a:endParaRPr>
            </a:p>
          </p:txBody>
        </p:sp>
        <p:sp>
          <p:nvSpPr>
            <p:cNvPr id="555" name="TextBox 54"/>
            <p:cNvSpPr/>
            <p:nvPr/>
          </p:nvSpPr>
          <p:spPr>
            <a:xfrm flipH="1">
              <a:off x="6662520" y="3921840"/>
              <a:ext cx="1938960" cy="389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2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1" lang="en-HK" sz="1100" spc="-1" strike="noStrike">
                <a:latin typeface="Arial"/>
              </a:endParaRPr>
            </a:p>
          </p:txBody>
        </p:sp>
      </p:grpSp>
      <p:grpSp>
        <p:nvGrpSpPr>
          <p:cNvPr id="556" name="组合 43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557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558" name="矩形 45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2200" cy="2570040"/>
          </a:xfrm>
          <a:prstGeom prst="rect">
            <a:avLst/>
          </a:prstGeom>
          <a:ln w="0">
            <a:noFill/>
          </a:ln>
        </p:spPr>
      </p:pic>
      <p:sp>
        <p:nvSpPr>
          <p:cNvPr id="560" name="矩形: 圆角 2"/>
          <p:cNvSpPr/>
          <p:nvPr/>
        </p:nvSpPr>
        <p:spPr>
          <a:xfrm>
            <a:off x="467640" y="411480"/>
            <a:ext cx="8207280" cy="431856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561" name="组合 8"/>
          <p:cNvGrpSpPr/>
          <p:nvPr/>
        </p:nvGrpSpPr>
        <p:grpSpPr>
          <a:xfrm>
            <a:off x="1727640" y="1420920"/>
            <a:ext cx="1186200" cy="2121840"/>
            <a:chOff x="1727640" y="1420920"/>
            <a:chExt cx="1186200" cy="2121840"/>
          </a:xfrm>
        </p:grpSpPr>
        <p:sp>
          <p:nvSpPr>
            <p:cNvPr id="562" name="矩形: 圆角 4"/>
            <p:cNvSpPr/>
            <p:nvPr/>
          </p:nvSpPr>
          <p:spPr>
            <a:xfrm>
              <a:off x="1727640" y="1492200"/>
              <a:ext cx="1150200" cy="205056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3" name="文本框 5"/>
            <p:cNvSpPr/>
            <p:nvPr/>
          </p:nvSpPr>
          <p:spPr>
            <a:xfrm>
              <a:off x="1840680" y="1420920"/>
              <a:ext cx="107316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3</a:t>
              </a:r>
              <a:endParaRPr b="1" lang="en-HK" sz="13800" spc="-1" strike="noStrike">
                <a:latin typeface="Arial"/>
              </a:endParaRPr>
            </a:p>
          </p:txBody>
        </p:sp>
      </p:grpSp>
      <p:sp>
        <p:nvSpPr>
          <p:cNvPr id="564" name="文本框 6"/>
          <p:cNvSpPr/>
          <p:nvPr/>
        </p:nvSpPr>
        <p:spPr>
          <a:xfrm>
            <a:off x="3388320" y="2179800"/>
            <a:ext cx="356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Project Showcase</a:t>
            </a:r>
            <a:endParaRPr b="1" lang="en-HK" sz="1800" spc="-1" strike="noStrike">
              <a:latin typeface="Arial"/>
            </a:endParaRPr>
          </a:p>
        </p:txBody>
      </p:sp>
      <p:sp>
        <p:nvSpPr>
          <p:cNvPr id="565" name="文本框 7"/>
          <p:cNvSpPr/>
          <p:nvPr/>
        </p:nvSpPr>
        <p:spPr>
          <a:xfrm>
            <a:off x="3383280" y="3003840"/>
            <a:ext cx="35629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1" lang="en-HK" sz="1400" spc="-1" strike="noStrike">
              <a:latin typeface="Arial"/>
            </a:endParaRPr>
          </a:p>
        </p:txBody>
      </p:sp>
    </p:spTree>
  </p:cSld>
  <p:transition spd="med">
    <p:pull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组合 1"/>
          <p:cNvGrpSpPr/>
          <p:nvPr/>
        </p:nvGrpSpPr>
        <p:grpSpPr>
          <a:xfrm>
            <a:off x="2837520" y="1017000"/>
            <a:ext cx="3434400" cy="3193920"/>
            <a:chOff x="2837520" y="1017000"/>
            <a:chExt cx="3434400" cy="3193920"/>
          </a:xfrm>
        </p:grpSpPr>
        <p:grpSp>
          <p:nvGrpSpPr>
            <p:cNvPr id="567" name="Group 2"/>
            <p:cNvGrpSpPr/>
            <p:nvPr/>
          </p:nvGrpSpPr>
          <p:grpSpPr>
            <a:xfrm>
              <a:off x="4217400" y="1017000"/>
              <a:ext cx="2054520" cy="1933200"/>
              <a:chOff x="4217400" y="1017000"/>
              <a:chExt cx="2054520" cy="1933200"/>
            </a:xfrm>
          </p:grpSpPr>
          <p:sp>
            <p:nvSpPr>
              <p:cNvPr id="568" name="Arrow: Right 70"/>
              <p:cNvSpPr/>
              <p:nvPr/>
            </p:nvSpPr>
            <p:spPr>
              <a:xfrm flipH="1" rot="18900000">
                <a:off x="4394880" y="1657080"/>
                <a:ext cx="1222560" cy="100836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272f42"/>
                  </a:gs>
                  <a:gs pos="100000">
                    <a:srgbClr val="fafafa"/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569" name="Group 71"/>
              <p:cNvGrpSpPr/>
              <p:nvPr/>
            </p:nvGrpSpPr>
            <p:grpSpPr>
              <a:xfrm>
                <a:off x="5272560" y="1017000"/>
                <a:ext cx="999360" cy="883080"/>
                <a:chOff x="5272560" y="1017000"/>
                <a:chExt cx="999360" cy="883080"/>
              </a:xfrm>
            </p:grpSpPr>
            <p:sp>
              <p:nvSpPr>
                <p:cNvPr id="570" name="Rectangle 72"/>
                <p:cNvSpPr/>
                <p:nvPr/>
              </p:nvSpPr>
              <p:spPr>
                <a:xfrm rot="8100000">
                  <a:off x="5538240" y="1355040"/>
                  <a:ext cx="94320" cy="921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1" name="Rectangle 73"/>
                <p:cNvSpPr/>
                <p:nvPr/>
              </p:nvSpPr>
              <p:spPr>
                <a:xfrm rot="8100000">
                  <a:off x="5567760" y="1751040"/>
                  <a:ext cx="146880" cy="1137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2" name="Rectangle 74"/>
                <p:cNvSpPr/>
                <p:nvPr/>
              </p:nvSpPr>
              <p:spPr>
                <a:xfrm rot="8100000">
                  <a:off x="5291640" y="1470240"/>
                  <a:ext cx="146880" cy="1159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3" name="Freeform: Shape 75"/>
                <p:cNvSpPr/>
                <p:nvPr/>
              </p:nvSpPr>
              <p:spPr>
                <a:xfrm rot="8100000">
                  <a:off x="5695920" y="1427400"/>
                  <a:ext cx="166680" cy="16884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4" name="Freeform: Shape 76"/>
                <p:cNvSpPr/>
                <p:nvPr/>
              </p:nvSpPr>
              <p:spPr>
                <a:xfrm rot="8100000">
                  <a:off x="5822640" y="1248120"/>
                  <a:ext cx="140760" cy="14184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5" name="Freeform: Shape 77"/>
                <p:cNvSpPr/>
                <p:nvPr/>
              </p:nvSpPr>
              <p:spPr>
                <a:xfrm rot="8100000">
                  <a:off x="5659920" y="1295280"/>
                  <a:ext cx="123120" cy="12420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6" name="Rectangle 78"/>
                <p:cNvSpPr/>
                <p:nvPr/>
              </p:nvSpPr>
              <p:spPr>
                <a:xfrm rot="8100000">
                  <a:off x="5952600" y="1161360"/>
                  <a:ext cx="96480" cy="964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7" name="Rectangle 79"/>
                <p:cNvSpPr/>
                <p:nvPr/>
              </p:nvSpPr>
              <p:spPr>
                <a:xfrm rot="8100000">
                  <a:off x="6016680" y="1037160"/>
                  <a:ext cx="94320" cy="921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8" name="Rectangle 80"/>
                <p:cNvSpPr/>
                <p:nvPr/>
              </p:nvSpPr>
              <p:spPr>
                <a:xfrm rot="8100000">
                  <a:off x="5519880" y="1523880"/>
                  <a:ext cx="132480" cy="1220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9" name="Freeform: Shape 81"/>
                <p:cNvSpPr/>
                <p:nvPr/>
              </p:nvSpPr>
              <p:spPr>
                <a:xfrm rot="8100000">
                  <a:off x="5811840" y="1118880"/>
                  <a:ext cx="113760" cy="11376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0" name="Freeform: Shape 82"/>
                <p:cNvSpPr/>
                <p:nvPr/>
              </p:nvSpPr>
              <p:spPr>
                <a:xfrm rot="8100000">
                  <a:off x="6176520" y="1033200"/>
                  <a:ext cx="78840" cy="7884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1" name="Rectangle 83"/>
                <p:cNvSpPr/>
                <p:nvPr/>
              </p:nvSpPr>
              <p:spPr>
                <a:xfrm rot="8100000">
                  <a:off x="5406840" y="1662840"/>
                  <a:ext cx="99360" cy="1220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582" name="Group 3"/>
            <p:cNvGrpSpPr/>
            <p:nvPr/>
          </p:nvGrpSpPr>
          <p:grpSpPr>
            <a:xfrm>
              <a:off x="2841480" y="1025640"/>
              <a:ext cx="2050560" cy="1932120"/>
              <a:chOff x="2841480" y="1025640"/>
              <a:chExt cx="2050560" cy="1932120"/>
            </a:xfrm>
          </p:grpSpPr>
          <p:sp>
            <p:nvSpPr>
              <p:cNvPr id="583" name="Arrow: Right 56"/>
              <p:cNvSpPr/>
              <p:nvPr/>
            </p:nvSpPr>
            <p:spPr>
              <a:xfrm rot="2700000">
                <a:off x="3492360" y="1664640"/>
                <a:ext cx="1221840" cy="10087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959595"/>
                  </a:gs>
                  <a:gs pos="100000">
                    <a:srgbClr val="fafafa"/>
                  </a:gs>
                </a:gsLst>
                <a:lin ang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584" name="Group 57"/>
              <p:cNvGrpSpPr/>
              <p:nvPr/>
            </p:nvGrpSpPr>
            <p:grpSpPr>
              <a:xfrm>
                <a:off x="2841480" y="1025640"/>
                <a:ext cx="1000440" cy="883800"/>
                <a:chOff x="2841480" y="1025640"/>
                <a:chExt cx="1000440" cy="883800"/>
              </a:xfrm>
            </p:grpSpPr>
            <p:sp>
              <p:nvSpPr>
                <p:cNvPr id="585" name="Rectangle 58"/>
                <p:cNvSpPr/>
                <p:nvPr/>
              </p:nvSpPr>
              <p:spPr>
                <a:xfrm flipH="1" rot="13500000">
                  <a:off x="3479040" y="1363320"/>
                  <a:ext cx="94320" cy="925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6" name="Rectangle 59"/>
                <p:cNvSpPr/>
                <p:nvPr/>
              </p:nvSpPr>
              <p:spPr>
                <a:xfrm flipH="1" rot="13500000">
                  <a:off x="3396240" y="1760040"/>
                  <a:ext cx="148320" cy="113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7" name="Rectangle 60"/>
                <p:cNvSpPr/>
                <p:nvPr/>
              </p:nvSpPr>
              <p:spPr>
                <a:xfrm flipH="1" rot="13500000">
                  <a:off x="3673800" y="1479240"/>
                  <a:ext cx="148320" cy="1159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8" name="Freeform: Shape 61"/>
                <p:cNvSpPr/>
                <p:nvPr/>
              </p:nvSpPr>
              <p:spPr>
                <a:xfrm flipH="1" rot="13500000">
                  <a:off x="3247920" y="1436040"/>
                  <a:ext cx="168120" cy="16992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9" name="Freeform: Shape 62"/>
                <p:cNvSpPr/>
                <p:nvPr/>
              </p:nvSpPr>
              <p:spPr>
                <a:xfrm flipH="1" rot="13500000">
                  <a:off x="3147480" y="1257120"/>
                  <a:ext cx="142200" cy="14184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0" name="Freeform: Shape 63"/>
                <p:cNvSpPr/>
                <p:nvPr/>
              </p:nvSpPr>
              <p:spPr>
                <a:xfrm flipH="1" rot="13500000">
                  <a:off x="3329640" y="1304640"/>
                  <a:ext cx="123840" cy="12384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1" name="Rectangle 64"/>
                <p:cNvSpPr/>
                <p:nvPr/>
              </p:nvSpPr>
              <p:spPr>
                <a:xfrm flipH="1" rot="13500000">
                  <a:off x="3061800" y="1168920"/>
                  <a:ext cx="97920" cy="964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2" name="Rectangle 65"/>
                <p:cNvSpPr/>
                <p:nvPr/>
              </p:nvSpPr>
              <p:spPr>
                <a:xfrm flipH="1" rot="13500000">
                  <a:off x="3000240" y="1045440"/>
                  <a:ext cx="94320" cy="925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3" name="Rectangle 66"/>
                <p:cNvSpPr/>
                <p:nvPr/>
              </p:nvSpPr>
              <p:spPr>
                <a:xfrm flipH="1" rot="13500000">
                  <a:off x="3460320" y="1532520"/>
                  <a:ext cx="133560" cy="1220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4" name="Freeform: Shape 67"/>
                <p:cNvSpPr/>
                <p:nvPr/>
              </p:nvSpPr>
              <p:spPr>
                <a:xfrm flipH="1" rot="13500000">
                  <a:off x="3185640" y="1127520"/>
                  <a:ext cx="115200" cy="11340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5" name="Freeform: Shape 68"/>
                <p:cNvSpPr/>
                <p:nvPr/>
              </p:nvSpPr>
              <p:spPr>
                <a:xfrm flipH="1" rot="13500000">
                  <a:off x="2857320" y="1042560"/>
                  <a:ext cx="79560" cy="7848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6" name="Rectangle 69"/>
                <p:cNvSpPr/>
                <p:nvPr/>
              </p:nvSpPr>
              <p:spPr>
                <a:xfrm flipH="1" rot="13500000">
                  <a:off x="3605040" y="1670040"/>
                  <a:ext cx="100440" cy="1231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597" name="Group 4"/>
            <p:cNvGrpSpPr/>
            <p:nvPr/>
          </p:nvGrpSpPr>
          <p:grpSpPr>
            <a:xfrm>
              <a:off x="4215240" y="2273040"/>
              <a:ext cx="2054160" cy="1937520"/>
              <a:chOff x="4215240" y="2273040"/>
              <a:chExt cx="2054160" cy="1937520"/>
            </a:xfrm>
          </p:grpSpPr>
          <p:sp>
            <p:nvSpPr>
              <p:cNvPr id="598" name="Arrow: Right 42"/>
              <p:cNvSpPr/>
              <p:nvPr/>
            </p:nvSpPr>
            <p:spPr>
              <a:xfrm flipH="1" flipV="1" rot="2700000">
                <a:off x="4392720" y="2557440"/>
                <a:ext cx="1222560" cy="100836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000000"/>
                  </a:gs>
                  <a:gs pos="100000">
                    <a:srgbClr val="fafafa"/>
                  </a:gs>
                </a:gsLst>
                <a:lin ang="108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599" name="Group 43"/>
              <p:cNvGrpSpPr/>
              <p:nvPr/>
            </p:nvGrpSpPr>
            <p:grpSpPr>
              <a:xfrm>
                <a:off x="5269320" y="3326040"/>
                <a:ext cx="1000080" cy="884520"/>
                <a:chOff x="5269320" y="3326040"/>
                <a:chExt cx="1000080" cy="884520"/>
              </a:xfrm>
            </p:grpSpPr>
            <p:sp>
              <p:nvSpPr>
                <p:cNvPr id="600" name="Rectangle 44"/>
                <p:cNvSpPr/>
                <p:nvPr/>
              </p:nvSpPr>
              <p:spPr>
                <a:xfrm flipV="1" rot="13500000">
                  <a:off x="5535720" y="3778920"/>
                  <a:ext cx="94320" cy="925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1" name="Rectangle 45"/>
                <p:cNvSpPr/>
                <p:nvPr/>
              </p:nvSpPr>
              <p:spPr>
                <a:xfrm flipV="1" rot="13500000">
                  <a:off x="5564520" y="3361680"/>
                  <a:ext cx="148320" cy="113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2" name="Rectangle 46"/>
                <p:cNvSpPr/>
                <p:nvPr/>
              </p:nvSpPr>
              <p:spPr>
                <a:xfrm flipV="1" rot="13500000">
                  <a:off x="5288400" y="3640320"/>
                  <a:ext cx="148320" cy="1159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3" name="Freeform: Shape 47"/>
                <p:cNvSpPr/>
                <p:nvPr/>
              </p:nvSpPr>
              <p:spPr>
                <a:xfrm flipV="1" rot="13500000">
                  <a:off x="5691960" y="3631320"/>
                  <a:ext cx="168120" cy="16992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4" name="Freeform: Shape 48"/>
                <p:cNvSpPr/>
                <p:nvPr/>
              </p:nvSpPr>
              <p:spPr>
                <a:xfrm flipV="1" rot="13500000">
                  <a:off x="5819760" y="3836160"/>
                  <a:ext cx="142200" cy="14184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5" name="Freeform: Shape 49"/>
                <p:cNvSpPr/>
                <p:nvPr/>
              </p:nvSpPr>
              <p:spPr>
                <a:xfrm flipV="1" rot="13500000">
                  <a:off x="5657400" y="3807360"/>
                  <a:ext cx="123840" cy="12384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6" name="Rectangle 50"/>
                <p:cNvSpPr/>
                <p:nvPr/>
              </p:nvSpPr>
              <p:spPr>
                <a:xfrm flipV="1" rot="13500000">
                  <a:off x="5949360" y="3969720"/>
                  <a:ext cx="97920" cy="964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7" name="Rectangle 51"/>
                <p:cNvSpPr/>
                <p:nvPr/>
              </p:nvSpPr>
              <p:spPr>
                <a:xfrm flipV="1" rot="13500000">
                  <a:off x="6014160" y="4096800"/>
                  <a:ext cx="94320" cy="925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8" name="Rectangle 52"/>
                <p:cNvSpPr/>
                <p:nvPr/>
              </p:nvSpPr>
              <p:spPr>
                <a:xfrm flipV="1" rot="13500000">
                  <a:off x="5517000" y="3580920"/>
                  <a:ext cx="133560" cy="1220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9" name="Freeform: Shape 53"/>
                <p:cNvSpPr/>
                <p:nvPr/>
              </p:nvSpPr>
              <p:spPr>
                <a:xfrm flipV="1" rot="13500000">
                  <a:off x="5808600" y="3994560"/>
                  <a:ext cx="115200" cy="11340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0" name="Freeform: Shape 54"/>
                <p:cNvSpPr/>
                <p:nvPr/>
              </p:nvSpPr>
              <p:spPr>
                <a:xfrm flipV="1" rot="13500000">
                  <a:off x="6173640" y="4115520"/>
                  <a:ext cx="79560" cy="7848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1" name="Rectangle 55"/>
                <p:cNvSpPr/>
                <p:nvPr/>
              </p:nvSpPr>
              <p:spPr>
                <a:xfrm flipV="1" rot="13500000">
                  <a:off x="5402880" y="3439800"/>
                  <a:ext cx="100440" cy="1231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612" name="Group 5"/>
            <p:cNvGrpSpPr/>
            <p:nvPr/>
          </p:nvGrpSpPr>
          <p:grpSpPr>
            <a:xfrm>
              <a:off x="2837520" y="2276280"/>
              <a:ext cx="2049480" cy="1934640"/>
              <a:chOff x="2837520" y="2276280"/>
              <a:chExt cx="2049480" cy="1934640"/>
            </a:xfrm>
          </p:grpSpPr>
          <p:sp>
            <p:nvSpPr>
              <p:cNvPr id="613" name="Arrow: Right 28"/>
              <p:cNvSpPr/>
              <p:nvPr/>
            </p:nvSpPr>
            <p:spPr>
              <a:xfrm flipH="1" rot="8100000">
                <a:off x="3486600" y="2560680"/>
                <a:ext cx="1222560" cy="100836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959595"/>
                  </a:gs>
                  <a:gs pos="100000">
                    <a:srgbClr val="fafafa"/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614" name="Group 29"/>
              <p:cNvGrpSpPr/>
              <p:nvPr/>
            </p:nvGrpSpPr>
            <p:grpSpPr>
              <a:xfrm>
                <a:off x="2837520" y="3326400"/>
                <a:ext cx="999360" cy="884520"/>
                <a:chOff x="2837520" y="3326400"/>
                <a:chExt cx="999360" cy="884520"/>
              </a:xfrm>
            </p:grpSpPr>
            <p:sp>
              <p:nvSpPr>
                <p:cNvPr id="615" name="Rectangle 30"/>
                <p:cNvSpPr/>
                <p:nvPr/>
              </p:nvSpPr>
              <p:spPr>
                <a:xfrm rot="18900000">
                  <a:off x="3476520" y="3778920"/>
                  <a:ext cx="94320" cy="921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6" name="Rectangle 31"/>
                <p:cNvSpPr/>
                <p:nvPr/>
              </p:nvSpPr>
              <p:spPr>
                <a:xfrm rot="18900000">
                  <a:off x="3394080" y="3361320"/>
                  <a:ext cx="146880" cy="1137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7" name="Rectangle 32"/>
                <p:cNvSpPr/>
                <p:nvPr/>
              </p:nvSpPr>
              <p:spPr>
                <a:xfrm rot="18900000">
                  <a:off x="3670560" y="3639960"/>
                  <a:ext cx="146880" cy="1159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8" name="Freeform: Shape 33"/>
                <p:cNvSpPr/>
                <p:nvPr/>
              </p:nvSpPr>
              <p:spPr>
                <a:xfrm rot="18900000">
                  <a:off x="3246480" y="3629880"/>
                  <a:ext cx="166680" cy="16884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9" name="Freeform: Shape 34"/>
                <p:cNvSpPr/>
                <p:nvPr/>
              </p:nvSpPr>
              <p:spPr>
                <a:xfrm rot="18900000">
                  <a:off x="3145680" y="3836160"/>
                  <a:ext cx="140760" cy="14184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0" name="Freeform: Shape 35"/>
                <p:cNvSpPr/>
                <p:nvPr/>
              </p:nvSpPr>
              <p:spPr>
                <a:xfrm rot="18900000">
                  <a:off x="3325680" y="3806640"/>
                  <a:ext cx="123120" cy="12420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1" name="Rectangle 36"/>
                <p:cNvSpPr/>
                <p:nvPr/>
              </p:nvSpPr>
              <p:spPr>
                <a:xfrm rot="18900000">
                  <a:off x="3060000" y="3970080"/>
                  <a:ext cx="96480" cy="964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2" name="Rectangle 37"/>
                <p:cNvSpPr/>
                <p:nvPr/>
              </p:nvSpPr>
              <p:spPr>
                <a:xfrm rot="18900000">
                  <a:off x="2997720" y="4096800"/>
                  <a:ext cx="94320" cy="921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3" name="Rectangle 38"/>
                <p:cNvSpPr/>
                <p:nvPr/>
              </p:nvSpPr>
              <p:spPr>
                <a:xfrm rot="18900000">
                  <a:off x="3456720" y="3580200"/>
                  <a:ext cx="132480" cy="1220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4" name="Freeform: Shape 39"/>
                <p:cNvSpPr/>
                <p:nvPr/>
              </p:nvSpPr>
              <p:spPr>
                <a:xfrm rot="18900000">
                  <a:off x="3183480" y="3994920"/>
                  <a:ext cx="113760" cy="11376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5" name="Freeform: Shape 40"/>
                <p:cNvSpPr/>
                <p:nvPr/>
              </p:nvSpPr>
              <p:spPr>
                <a:xfrm rot="18900000">
                  <a:off x="2853720" y="4115520"/>
                  <a:ext cx="78840" cy="7884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6" name="Rectangle 41"/>
                <p:cNvSpPr/>
                <p:nvPr/>
              </p:nvSpPr>
              <p:spPr>
                <a:xfrm rot="18900000">
                  <a:off x="3602880" y="3441240"/>
                  <a:ext cx="99360" cy="1220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sp>
          <p:nvSpPr>
            <p:cNvPr id="627" name="TextBox 10"/>
            <p:cNvSpPr/>
            <p:nvPr/>
          </p:nvSpPr>
          <p:spPr>
            <a:xfrm rot="2700000">
              <a:off x="3575880" y="1892160"/>
              <a:ext cx="742680" cy="18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050" spc="-1" strike="noStrike">
                <a:latin typeface="Arial"/>
              </a:endParaRPr>
            </a:p>
          </p:txBody>
        </p:sp>
        <p:sp>
          <p:nvSpPr>
            <p:cNvPr id="628" name="TextBox 11"/>
            <p:cNvSpPr/>
            <p:nvPr/>
          </p:nvSpPr>
          <p:spPr>
            <a:xfrm rot="18900000">
              <a:off x="4826880" y="1887480"/>
              <a:ext cx="742680" cy="18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050" spc="-1" strike="noStrike">
                <a:latin typeface="Arial"/>
              </a:endParaRPr>
            </a:p>
          </p:txBody>
        </p:sp>
        <p:sp>
          <p:nvSpPr>
            <p:cNvPr id="629" name="TextBox 12"/>
            <p:cNvSpPr/>
            <p:nvPr/>
          </p:nvSpPr>
          <p:spPr>
            <a:xfrm flipH="1" rot="18900000">
              <a:off x="3557520" y="3138120"/>
              <a:ext cx="744480" cy="18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050" spc="-1" strike="noStrike">
                <a:latin typeface="Arial"/>
              </a:endParaRPr>
            </a:p>
          </p:txBody>
        </p:sp>
        <p:sp>
          <p:nvSpPr>
            <p:cNvPr id="630" name="TextBox 13"/>
            <p:cNvSpPr/>
            <p:nvPr/>
          </p:nvSpPr>
          <p:spPr>
            <a:xfrm flipH="1" rot="2700000">
              <a:off x="4749480" y="3093840"/>
              <a:ext cx="744480" cy="18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050" spc="-1" strike="noStrike">
                <a:latin typeface="Arial"/>
              </a:endParaRPr>
            </a:p>
          </p:txBody>
        </p:sp>
        <p:sp>
          <p:nvSpPr>
            <p:cNvPr id="631" name="Freeform: Shape 84"/>
            <p:cNvSpPr/>
            <p:nvPr/>
          </p:nvSpPr>
          <p:spPr>
            <a:xfrm>
              <a:off x="4676760" y="2282760"/>
              <a:ext cx="240120" cy="240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1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2" name="Freeform: Shape 85"/>
            <p:cNvSpPr/>
            <p:nvPr/>
          </p:nvSpPr>
          <p:spPr>
            <a:xfrm>
              <a:off x="4679280" y="2751120"/>
              <a:ext cx="240120" cy="204840"/>
            </a:xfrm>
            <a:custGeom>
              <a:avLst/>
              <a:gdLst/>
              <a:ahLst/>
              <a:rect l="l" t="t" r="r" b="b"/>
              <a:pathLst>
                <a:path w="48" h="41">
                  <a:moveTo>
                    <a:pt x="48" y="38"/>
                  </a:moveTo>
                  <a:cubicBezTo>
                    <a:pt x="48" y="40"/>
                    <a:pt x="47" y="41"/>
                    <a:pt x="45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5" y="41"/>
                    <a:pt x="34" y="40"/>
                    <a:pt x="34" y="3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8"/>
                    <a:pt x="35" y="27"/>
                    <a:pt x="37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9" y="27"/>
                    <a:pt x="31" y="28"/>
                    <a:pt x="31" y="30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40"/>
                    <a:pt x="29" y="41"/>
                    <a:pt x="28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8" y="41"/>
                    <a:pt x="17" y="40"/>
                    <a:pt x="17" y="3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28"/>
                    <a:pt x="18" y="27"/>
                    <a:pt x="19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8"/>
                    <a:pt x="13" y="30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40"/>
                    <a:pt x="12" y="41"/>
                    <a:pt x="1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1" y="41"/>
                    <a:pt x="0" y="40"/>
                    <a:pt x="0" y="3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0"/>
                    <a:pt x="6" y="19"/>
                    <a:pt x="8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7" y="12"/>
                    <a:pt x="17" y="1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1"/>
                    <a:pt x="18" y="0"/>
                    <a:pt x="1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0"/>
                    <a:pt x="31" y="1"/>
                    <a:pt x="31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2"/>
                    <a:pt x="29" y="13"/>
                    <a:pt x="28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1" y="19"/>
                    <a:pt x="43" y="20"/>
                    <a:pt x="43" y="22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7" y="27"/>
                    <a:pt x="48" y="28"/>
                    <a:pt x="48" y="30"/>
                  </a:cubicBezTo>
                  <a:lnTo>
                    <a:pt x="48" y="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3" name="Freeform: Shape 86"/>
            <p:cNvSpPr/>
            <p:nvPr/>
          </p:nvSpPr>
          <p:spPr>
            <a:xfrm>
              <a:off x="4161240" y="2738160"/>
              <a:ext cx="251280" cy="251280"/>
            </a:xfrm>
            <a:custGeom>
              <a:avLst/>
              <a:gdLst/>
              <a:ahLst/>
              <a:rect l="l" t="t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4" name="Freeform: Shape 87"/>
            <p:cNvSpPr/>
            <p:nvPr/>
          </p:nvSpPr>
          <p:spPr>
            <a:xfrm>
              <a:off x="4171320" y="2274480"/>
              <a:ext cx="225000" cy="240120"/>
            </a:xfrm>
            <a:custGeom>
              <a:avLst/>
              <a:gdLst/>
              <a:ahLst/>
              <a:rect l="l" t="t" r="r" b="b"/>
              <a:pathLst>
                <a:path w="45" h="48">
                  <a:moveTo>
                    <a:pt x="45" y="44"/>
                  </a:moveTo>
                  <a:cubicBezTo>
                    <a:pt x="45" y="46"/>
                    <a:pt x="43" y="48"/>
                    <a:pt x="41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1" y="48"/>
                    <a:pt x="0" y="46"/>
                    <a:pt x="0" y="4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9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7" y="2"/>
                    <a:pt x="17" y="4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9" y="0"/>
                    <a:pt x="32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6" y="0"/>
                    <a:pt x="38" y="2"/>
                    <a:pt x="38" y="4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3" y="7"/>
                    <a:pt x="45" y="8"/>
                    <a:pt x="45" y="10"/>
                  </a:cubicBezTo>
                  <a:lnTo>
                    <a:pt x="45" y="44"/>
                  </a:lnTo>
                  <a:close/>
                  <a:moveTo>
                    <a:pt x="11" y="25"/>
                  </a:moveTo>
                  <a:cubicBezTo>
                    <a:pt x="11" y="17"/>
                    <a:pt x="11" y="17"/>
                    <a:pt x="11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11" y="25"/>
                  </a:lnTo>
                  <a:close/>
                  <a:moveTo>
                    <a:pt x="11" y="35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35"/>
                    <a:pt x="3" y="35"/>
                    <a:pt x="3" y="35"/>
                  </a:cubicBezTo>
                  <a:lnTo>
                    <a:pt x="11" y="35"/>
                  </a:lnTo>
                  <a:close/>
                  <a:moveTo>
                    <a:pt x="11" y="44"/>
                  </a:moveTo>
                  <a:cubicBezTo>
                    <a:pt x="11" y="37"/>
                    <a:pt x="11" y="37"/>
                    <a:pt x="11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44"/>
                    <a:pt x="3" y="44"/>
                    <a:pt x="3" y="44"/>
                  </a:cubicBezTo>
                  <a:lnTo>
                    <a:pt x="11" y="44"/>
                  </a:lnTo>
                  <a:close/>
                  <a:moveTo>
                    <a:pt x="14" y="4"/>
                  </a:moveTo>
                  <a:cubicBezTo>
                    <a:pt x="14" y="4"/>
                    <a:pt x="13" y="3"/>
                    <a:pt x="13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0" y="4"/>
                    <a:pt x="10" y="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1" y="13"/>
                    <a:pt x="11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2"/>
                    <a:pt x="14" y="12"/>
                  </a:cubicBezTo>
                  <a:lnTo>
                    <a:pt x="14" y="4"/>
                  </a:lnTo>
                  <a:close/>
                  <a:moveTo>
                    <a:pt x="21" y="25"/>
                  </a:moveTo>
                  <a:cubicBezTo>
                    <a:pt x="21" y="17"/>
                    <a:pt x="21" y="17"/>
                    <a:pt x="21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25"/>
                    <a:pt x="13" y="25"/>
                    <a:pt x="13" y="25"/>
                  </a:cubicBezTo>
                  <a:lnTo>
                    <a:pt x="21" y="25"/>
                  </a:lnTo>
                  <a:close/>
                  <a:moveTo>
                    <a:pt x="21" y="35"/>
                  </a:moveTo>
                  <a:cubicBezTo>
                    <a:pt x="21" y="26"/>
                    <a:pt x="21" y="26"/>
                    <a:pt x="2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35"/>
                    <a:pt x="13" y="35"/>
                    <a:pt x="13" y="35"/>
                  </a:cubicBezTo>
                  <a:lnTo>
                    <a:pt x="21" y="35"/>
                  </a:lnTo>
                  <a:close/>
                  <a:moveTo>
                    <a:pt x="21" y="44"/>
                  </a:moveTo>
                  <a:cubicBezTo>
                    <a:pt x="21" y="37"/>
                    <a:pt x="21" y="37"/>
                    <a:pt x="21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21" y="44"/>
                  </a:lnTo>
                  <a:close/>
                  <a:moveTo>
                    <a:pt x="32" y="25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25"/>
                    <a:pt x="23" y="25"/>
                    <a:pt x="23" y="25"/>
                  </a:cubicBezTo>
                  <a:lnTo>
                    <a:pt x="32" y="25"/>
                  </a:lnTo>
                  <a:close/>
                  <a:moveTo>
                    <a:pt x="32" y="35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35"/>
                    <a:pt x="23" y="35"/>
                    <a:pt x="23" y="35"/>
                  </a:cubicBezTo>
                  <a:lnTo>
                    <a:pt x="32" y="35"/>
                  </a:lnTo>
                  <a:close/>
                  <a:moveTo>
                    <a:pt x="32" y="44"/>
                  </a:moveTo>
                  <a:cubicBezTo>
                    <a:pt x="32" y="37"/>
                    <a:pt x="32" y="37"/>
                    <a:pt x="3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44"/>
                    <a:pt x="23" y="44"/>
                    <a:pt x="23" y="44"/>
                  </a:cubicBezTo>
                  <a:lnTo>
                    <a:pt x="32" y="44"/>
                  </a:lnTo>
                  <a:close/>
                  <a:moveTo>
                    <a:pt x="34" y="4"/>
                  </a:moveTo>
                  <a:cubicBezTo>
                    <a:pt x="34" y="4"/>
                    <a:pt x="34" y="3"/>
                    <a:pt x="33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3"/>
                    <a:pt x="31" y="4"/>
                    <a:pt x="31" y="4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2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3"/>
                    <a:pt x="34" y="12"/>
                    <a:pt x="34" y="12"/>
                  </a:cubicBezTo>
                  <a:lnTo>
                    <a:pt x="34" y="4"/>
                  </a:lnTo>
                  <a:close/>
                  <a:moveTo>
                    <a:pt x="41" y="25"/>
                  </a:moveTo>
                  <a:cubicBezTo>
                    <a:pt x="41" y="17"/>
                    <a:pt x="41" y="17"/>
                    <a:pt x="4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25"/>
                    <a:pt x="33" y="25"/>
                    <a:pt x="33" y="25"/>
                  </a:cubicBezTo>
                  <a:lnTo>
                    <a:pt x="41" y="25"/>
                  </a:lnTo>
                  <a:close/>
                  <a:moveTo>
                    <a:pt x="41" y="35"/>
                  </a:moveTo>
                  <a:cubicBezTo>
                    <a:pt x="41" y="26"/>
                    <a:pt x="41" y="26"/>
                    <a:pt x="41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41" y="35"/>
                  </a:lnTo>
                  <a:close/>
                  <a:moveTo>
                    <a:pt x="41" y="44"/>
                  </a:moveTo>
                  <a:cubicBezTo>
                    <a:pt x="41" y="37"/>
                    <a:pt x="41" y="37"/>
                    <a:pt x="41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44"/>
                    <a:pt x="33" y="44"/>
                    <a:pt x="33" y="44"/>
                  </a:cubicBezTo>
                  <a:lnTo>
                    <a:pt x="41" y="4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35" name="Group 88"/>
          <p:cNvGrpSpPr/>
          <p:nvPr/>
        </p:nvGrpSpPr>
        <p:grpSpPr>
          <a:xfrm>
            <a:off x="980280" y="1968480"/>
            <a:ext cx="7210080" cy="1602720"/>
            <a:chOff x="980280" y="1968480"/>
            <a:chExt cx="7210080" cy="1602720"/>
          </a:xfrm>
        </p:grpSpPr>
        <p:grpSp>
          <p:nvGrpSpPr>
            <p:cNvPr id="636" name="Group 89"/>
            <p:cNvGrpSpPr/>
            <p:nvPr/>
          </p:nvGrpSpPr>
          <p:grpSpPr>
            <a:xfrm>
              <a:off x="6128280" y="1968480"/>
              <a:ext cx="2062080" cy="1602720"/>
              <a:chOff x="6128280" y="1968480"/>
              <a:chExt cx="2062080" cy="1602720"/>
            </a:xfrm>
          </p:grpSpPr>
          <p:grpSp>
            <p:nvGrpSpPr>
              <p:cNvPr id="637" name="Group 99"/>
              <p:cNvGrpSpPr/>
              <p:nvPr/>
            </p:nvGrpSpPr>
            <p:grpSpPr>
              <a:xfrm>
                <a:off x="6128280" y="1968480"/>
                <a:ext cx="1956600" cy="1602720"/>
                <a:chOff x="6128280" y="1968480"/>
                <a:chExt cx="1956600" cy="1602720"/>
              </a:xfrm>
            </p:grpSpPr>
            <p:grpSp>
              <p:nvGrpSpPr>
                <p:cNvPr id="638" name="Group 101"/>
                <p:cNvGrpSpPr/>
                <p:nvPr/>
              </p:nvGrpSpPr>
              <p:grpSpPr>
                <a:xfrm>
                  <a:off x="6128280" y="1968480"/>
                  <a:ext cx="1956600" cy="609840"/>
                  <a:chOff x="6128280" y="1968480"/>
                  <a:chExt cx="1956600" cy="609840"/>
                </a:xfrm>
              </p:grpSpPr>
              <p:sp>
                <p:nvSpPr>
                  <p:cNvPr id="639" name="TextBox 105"/>
                  <p:cNvSpPr/>
                  <p:nvPr/>
                </p:nvSpPr>
                <p:spPr>
                  <a:xfrm>
                    <a:off x="6128280" y="2199240"/>
                    <a:ext cx="1956600" cy="379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1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40" name="Rectangle 106"/>
                  <p:cNvSpPr/>
                  <p:nvPr/>
                </p:nvSpPr>
                <p:spPr>
                  <a:xfrm>
                    <a:off x="6128280" y="1968480"/>
                    <a:ext cx="1956600" cy="2289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1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641" name="Group 102"/>
                <p:cNvGrpSpPr/>
                <p:nvPr/>
              </p:nvGrpSpPr>
              <p:grpSpPr>
                <a:xfrm>
                  <a:off x="6128280" y="2961360"/>
                  <a:ext cx="1956600" cy="609840"/>
                  <a:chOff x="6128280" y="2961360"/>
                  <a:chExt cx="1956600" cy="609840"/>
                </a:xfrm>
              </p:grpSpPr>
              <p:sp>
                <p:nvSpPr>
                  <p:cNvPr id="642" name="TextBox 103"/>
                  <p:cNvSpPr/>
                  <p:nvPr/>
                </p:nvSpPr>
                <p:spPr>
                  <a:xfrm>
                    <a:off x="6128280" y="3192120"/>
                    <a:ext cx="1956600" cy="379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1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43" name="Rectangle 104"/>
                  <p:cNvSpPr/>
                  <p:nvPr/>
                </p:nvSpPr>
                <p:spPr>
                  <a:xfrm>
                    <a:off x="6128280" y="2961360"/>
                    <a:ext cx="1956600" cy="2289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1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644" name="Straight Connector 100"/>
              <p:cNvSpPr/>
              <p:nvPr/>
            </p:nvSpPr>
            <p:spPr>
              <a:xfrm>
                <a:off x="635400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645" name="Group 90"/>
            <p:cNvGrpSpPr/>
            <p:nvPr/>
          </p:nvGrpSpPr>
          <p:grpSpPr>
            <a:xfrm>
              <a:off x="980280" y="1968480"/>
              <a:ext cx="2034000" cy="1602720"/>
              <a:chOff x="980280" y="1968480"/>
              <a:chExt cx="2034000" cy="1602720"/>
            </a:xfrm>
          </p:grpSpPr>
          <p:grpSp>
            <p:nvGrpSpPr>
              <p:cNvPr id="646" name="Group 91"/>
              <p:cNvGrpSpPr/>
              <p:nvPr/>
            </p:nvGrpSpPr>
            <p:grpSpPr>
              <a:xfrm>
                <a:off x="1057680" y="1968480"/>
                <a:ext cx="1956600" cy="1602720"/>
                <a:chOff x="1057680" y="1968480"/>
                <a:chExt cx="1956600" cy="1602720"/>
              </a:xfrm>
            </p:grpSpPr>
            <p:grpSp>
              <p:nvGrpSpPr>
                <p:cNvPr id="647" name="Group 93"/>
                <p:cNvGrpSpPr/>
                <p:nvPr/>
              </p:nvGrpSpPr>
              <p:grpSpPr>
                <a:xfrm>
                  <a:off x="1057680" y="1968480"/>
                  <a:ext cx="1956600" cy="609840"/>
                  <a:chOff x="1057680" y="1968480"/>
                  <a:chExt cx="1956600" cy="609840"/>
                </a:xfrm>
              </p:grpSpPr>
              <p:sp>
                <p:nvSpPr>
                  <p:cNvPr id="648" name="TextBox 97"/>
                  <p:cNvSpPr/>
                  <p:nvPr/>
                </p:nvSpPr>
                <p:spPr>
                  <a:xfrm>
                    <a:off x="1057680" y="2199240"/>
                    <a:ext cx="1956600" cy="379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1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49" name="Rectangle 98"/>
                  <p:cNvSpPr/>
                  <p:nvPr/>
                </p:nvSpPr>
                <p:spPr>
                  <a:xfrm>
                    <a:off x="1057680" y="1968480"/>
                    <a:ext cx="1956600" cy="2289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1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650" name="Group 94"/>
                <p:cNvGrpSpPr/>
                <p:nvPr/>
              </p:nvGrpSpPr>
              <p:grpSpPr>
                <a:xfrm>
                  <a:off x="1057680" y="2961360"/>
                  <a:ext cx="1956600" cy="609840"/>
                  <a:chOff x="1057680" y="2961360"/>
                  <a:chExt cx="1956600" cy="609840"/>
                </a:xfrm>
              </p:grpSpPr>
              <p:sp>
                <p:nvSpPr>
                  <p:cNvPr id="651" name="TextBox 95"/>
                  <p:cNvSpPr/>
                  <p:nvPr/>
                </p:nvSpPr>
                <p:spPr>
                  <a:xfrm>
                    <a:off x="1057680" y="3192120"/>
                    <a:ext cx="1956600" cy="379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1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52" name="Rectangle 96"/>
                  <p:cNvSpPr/>
                  <p:nvPr/>
                </p:nvSpPr>
                <p:spPr>
                  <a:xfrm>
                    <a:off x="1057680" y="2961360"/>
                    <a:ext cx="1956600" cy="2289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1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653" name="Straight Connector 92"/>
              <p:cNvSpPr/>
              <p:nvPr/>
            </p:nvSpPr>
            <p:spPr>
              <a:xfrm>
                <a:off x="98028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654" name="组合 91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655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656" name="矩形 93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Straight Connector 10"/>
          <p:cNvSpPr/>
          <p:nvPr/>
        </p:nvSpPr>
        <p:spPr>
          <a:xfrm>
            <a:off x="542160" y="4441320"/>
            <a:ext cx="8076240" cy="360"/>
          </a:xfrm>
          <a:prstGeom prst="line">
            <a:avLst/>
          </a:prstGeom>
          <a:ln w="12700">
            <a:solidFill>
              <a:srgbClr val="b3b3b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58" name="Rectangle 11"/>
          <p:cNvSpPr/>
          <p:nvPr/>
        </p:nvSpPr>
        <p:spPr>
          <a:xfrm>
            <a:off x="525600" y="702000"/>
            <a:ext cx="4032000" cy="240768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59" name="TextBox 14"/>
          <p:cNvSpPr/>
          <p:nvPr/>
        </p:nvSpPr>
        <p:spPr>
          <a:xfrm>
            <a:off x="525600" y="3127320"/>
            <a:ext cx="4032000" cy="11869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0" name="TextBox 15"/>
          <p:cNvSpPr/>
          <p:nvPr/>
        </p:nvSpPr>
        <p:spPr>
          <a:xfrm>
            <a:off x="4584600" y="702000"/>
            <a:ext cx="4032000" cy="11869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1" name="Rectangle 1"/>
          <p:cNvSpPr/>
          <p:nvPr/>
        </p:nvSpPr>
        <p:spPr>
          <a:xfrm>
            <a:off x="525600" y="702000"/>
            <a:ext cx="4032000" cy="240768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2" name="Rectangle 2"/>
          <p:cNvSpPr/>
          <p:nvPr/>
        </p:nvSpPr>
        <p:spPr>
          <a:xfrm>
            <a:off x="4579560" y="1912320"/>
            <a:ext cx="4032000" cy="2401920"/>
          </a:xfrm>
          <a:prstGeom prst="rect">
            <a:avLst/>
          </a:prstGeom>
          <a:blipFill rotWithShape="0">
            <a:blip r:embed="rId2"/>
            <a:srcRect/>
            <a:stretch/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3" name="矩形 14"/>
          <p:cNvSpPr/>
          <p:nvPr/>
        </p:nvSpPr>
        <p:spPr>
          <a:xfrm>
            <a:off x="5266800" y="-299880"/>
            <a:ext cx="266760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This area is placeholder text for layout (theme font recommended).</a:t>
            </a:r>
            <a:br>
              <a:rPr sz="1800"/>
            </a:b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To edit it, go to Shape Format &gt; Text Options.</a:t>
            </a:r>
            <a:endParaRPr b="1" lang="en-HK" sz="1800" spc="-1" strike="noStrike">
              <a:latin typeface="Arial"/>
            </a:endParaRPr>
          </a:p>
        </p:txBody>
      </p:sp>
      <p:sp>
        <p:nvSpPr>
          <p:cNvPr id="664" name="矩形 12"/>
          <p:cNvSpPr/>
          <p:nvPr/>
        </p:nvSpPr>
        <p:spPr>
          <a:xfrm>
            <a:off x="1207800" y="2125440"/>
            <a:ext cx="266760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This area is placeholder text for layout (theme font recommended).</a:t>
            </a:r>
            <a:br>
              <a:rPr sz="1800"/>
            </a:b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To edit it, go to Shape Format &gt; Text Options.</a:t>
            </a:r>
            <a:endParaRPr b="1" lang="en-HK" sz="1800" spc="-1" strike="noStrike">
              <a:latin typeface="Arial"/>
            </a:endParaRPr>
          </a:p>
        </p:txBody>
      </p:sp>
      <p:grpSp>
        <p:nvGrpSpPr>
          <p:cNvPr id="665" name="组合 16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666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667" name="矩形 18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roup 26"/>
          <p:cNvGrpSpPr/>
          <p:nvPr/>
        </p:nvGrpSpPr>
        <p:grpSpPr>
          <a:xfrm>
            <a:off x="3347640" y="1718280"/>
            <a:ext cx="2451960" cy="2136600"/>
            <a:chOff x="3347640" y="1718280"/>
            <a:chExt cx="2451960" cy="2136600"/>
          </a:xfrm>
        </p:grpSpPr>
        <p:sp>
          <p:nvSpPr>
            <p:cNvPr id="669" name="Freeform: Shape 27"/>
            <p:cNvSpPr/>
            <p:nvPr/>
          </p:nvSpPr>
          <p:spPr>
            <a:xfrm>
              <a:off x="5564160" y="3161880"/>
              <a:ext cx="188640" cy="130320"/>
            </a:xfrm>
            <a:custGeom>
              <a:avLst/>
              <a:gdLst/>
              <a:ahLst/>
              <a:rect l="l" t="t" r="r" b="b"/>
              <a:pathLst>
                <a:path w="140" h="98">
                  <a:moveTo>
                    <a:pt x="20" y="23"/>
                  </a:moveTo>
                  <a:cubicBezTo>
                    <a:pt x="20" y="23"/>
                    <a:pt x="51" y="59"/>
                    <a:pt x="62" y="56"/>
                  </a:cubicBezTo>
                  <a:cubicBezTo>
                    <a:pt x="64" y="56"/>
                    <a:pt x="65" y="55"/>
                    <a:pt x="67" y="53"/>
                  </a:cubicBezTo>
                  <a:cubicBezTo>
                    <a:pt x="67" y="53"/>
                    <a:pt x="88" y="16"/>
                    <a:pt x="90" y="12"/>
                  </a:cubicBezTo>
                  <a:cubicBezTo>
                    <a:pt x="93" y="6"/>
                    <a:pt x="97" y="0"/>
                    <a:pt x="101" y="2"/>
                  </a:cubicBezTo>
                  <a:cubicBezTo>
                    <a:pt x="101" y="2"/>
                    <a:pt x="115" y="4"/>
                    <a:pt x="107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3"/>
                    <a:pt x="106" y="24"/>
                    <a:pt x="106" y="25"/>
                  </a:cubicBezTo>
                  <a:cubicBezTo>
                    <a:pt x="105" y="25"/>
                    <a:pt x="105" y="26"/>
                    <a:pt x="105" y="26"/>
                  </a:cubicBezTo>
                  <a:cubicBezTo>
                    <a:pt x="102" y="33"/>
                    <a:pt x="100" y="38"/>
                    <a:pt x="98" y="42"/>
                  </a:cubicBezTo>
                  <a:cubicBezTo>
                    <a:pt x="101" y="40"/>
                    <a:pt x="118" y="22"/>
                    <a:pt x="124" y="23"/>
                  </a:cubicBezTo>
                  <a:cubicBezTo>
                    <a:pt x="124" y="23"/>
                    <a:pt x="140" y="24"/>
                    <a:pt x="134" y="33"/>
                  </a:cubicBezTo>
                  <a:cubicBezTo>
                    <a:pt x="129" y="42"/>
                    <a:pt x="95" y="75"/>
                    <a:pt x="95" y="75"/>
                  </a:cubicBezTo>
                  <a:cubicBezTo>
                    <a:pt x="95" y="75"/>
                    <a:pt x="19" y="98"/>
                    <a:pt x="9" y="69"/>
                  </a:cubicBezTo>
                  <a:cubicBezTo>
                    <a:pt x="0" y="40"/>
                    <a:pt x="20" y="23"/>
                    <a:pt x="20" y="23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0" name="Freeform: Shape 28"/>
            <p:cNvSpPr/>
            <p:nvPr/>
          </p:nvSpPr>
          <p:spPr>
            <a:xfrm>
              <a:off x="5411160" y="3093480"/>
              <a:ext cx="388440" cy="252360"/>
            </a:xfrm>
            <a:custGeom>
              <a:avLst/>
              <a:gdLst/>
              <a:ahLst/>
              <a:rect l="l" t="t" r="r" b="b"/>
              <a:pathLst>
                <a:path w="288" h="187">
                  <a:moveTo>
                    <a:pt x="244" y="139"/>
                  </a:moveTo>
                  <a:cubicBezTo>
                    <a:pt x="286" y="127"/>
                    <a:pt x="286" y="127"/>
                    <a:pt x="286" y="127"/>
                  </a:cubicBezTo>
                  <a:cubicBezTo>
                    <a:pt x="286" y="127"/>
                    <a:pt x="288" y="111"/>
                    <a:pt x="270" y="112"/>
                  </a:cubicBezTo>
                  <a:cubicBezTo>
                    <a:pt x="251" y="114"/>
                    <a:pt x="172" y="127"/>
                    <a:pt x="163" y="121"/>
                  </a:cubicBezTo>
                  <a:cubicBezTo>
                    <a:pt x="154" y="116"/>
                    <a:pt x="133" y="89"/>
                    <a:pt x="143" y="71"/>
                  </a:cubicBezTo>
                  <a:cubicBezTo>
                    <a:pt x="154" y="52"/>
                    <a:pt x="183" y="21"/>
                    <a:pt x="162" y="4"/>
                  </a:cubicBezTo>
                  <a:cubicBezTo>
                    <a:pt x="162" y="4"/>
                    <a:pt x="154" y="0"/>
                    <a:pt x="145" y="14"/>
                  </a:cubicBezTo>
                  <a:cubicBezTo>
                    <a:pt x="136" y="29"/>
                    <a:pt x="90" y="85"/>
                    <a:pt x="77" y="86"/>
                  </a:cubicBezTo>
                  <a:cubicBezTo>
                    <a:pt x="64" y="87"/>
                    <a:pt x="55" y="83"/>
                    <a:pt x="55" y="8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40" y="187"/>
                    <a:pt x="74" y="183"/>
                  </a:cubicBezTo>
                  <a:cubicBezTo>
                    <a:pt x="107" y="179"/>
                    <a:pt x="244" y="139"/>
                    <a:pt x="244" y="139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1" name="Freeform: Shape 29"/>
            <p:cNvSpPr/>
            <p:nvPr/>
          </p:nvSpPr>
          <p:spPr>
            <a:xfrm>
              <a:off x="4458600" y="2248200"/>
              <a:ext cx="230040" cy="174600"/>
            </a:xfrm>
            <a:custGeom>
              <a:avLst/>
              <a:gdLst/>
              <a:ahLst/>
              <a:rect l="l" t="t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2" name="Freeform: Shape 30"/>
            <p:cNvSpPr/>
            <p:nvPr/>
          </p:nvSpPr>
          <p:spPr>
            <a:xfrm>
              <a:off x="4458600" y="2248200"/>
              <a:ext cx="230040" cy="174600"/>
            </a:xfrm>
            <a:custGeom>
              <a:avLst/>
              <a:gdLst/>
              <a:ahLst/>
              <a:rect l="l" t="t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3" name="Freeform: Shape 31"/>
            <p:cNvSpPr/>
            <p:nvPr/>
          </p:nvSpPr>
          <p:spPr>
            <a:xfrm>
              <a:off x="4458600" y="2248200"/>
              <a:ext cx="230040" cy="140760"/>
            </a:xfrm>
            <a:custGeom>
              <a:avLst/>
              <a:gdLst/>
              <a:ahLst/>
              <a:rect l="l" t="t" r="r" b="b"/>
              <a:pathLst>
                <a:path w="179" h="110">
                  <a:moveTo>
                    <a:pt x="0" y="0"/>
                  </a:moveTo>
                  <a:lnTo>
                    <a:pt x="0" y="79"/>
                  </a:lnTo>
                  <a:lnTo>
                    <a:pt x="49" y="110"/>
                  </a:lnTo>
                  <a:lnTo>
                    <a:pt x="179" y="30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4" name="Freeform: Shape 32"/>
            <p:cNvSpPr/>
            <p:nvPr/>
          </p:nvSpPr>
          <p:spPr>
            <a:xfrm>
              <a:off x="4343040" y="1788120"/>
              <a:ext cx="460800" cy="545040"/>
            </a:xfrm>
            <a:custGeom>
              <a:avLst/>
              <a:gdLst/>
              <a:ahLst/>
              <a:rect l="l" t="t" r="r" b="b"/>
              <a:pathLst>
                <a:path w="340" h="403">
                  <a:moveTo>
                    <a:pt x="320" y="172"/>
                  </a:moveTo>
                  <a:cubicBezTo>
                    <a:pt x="320" y="172"/>
                    <a:pt x="309" y="158"/>
                    <a:pt x="303" y="174"/>
                  </a:cubicBezTo>
                  <a:cubicBezTo>
                    <a:pt x="303" y="174"/>
                    <a:pt x="340" y="0"/>
                    <a:pt x="170" y="0"/>
                  </a:cubicBezTo>
                  <a:cubicBezTo>
                    <a:pt x="0" y="0"/>
                    <a:pt x="37" y="174"/>
                    <a:pt x="37" y="174"/>
                  </a:cubicBezTo>
                  <a:cubicBezTo>
                    <a:pt x="31" y="158"/>
                    <a:pt x="20" y="172"/>
                    <a:pt x="20" y="172"/>
                  </a:cubicBezTo>
                  <a:cubicBezTo>
                    <a:pt x="10" y="259"/>
                    <a:pt x="49" y="266"/>
                    <a:pt x="49" y="266"/>
                  </a:cubicBezTo>
                  <a:cubicBezTo>
                    <a:pt x="49" y="266"/>
                    <a:pt x="49" y="314"/>
                    <a:pt x="93" y="359"/>
                  </a:cubicBezTo>
                  <a:cubicBezTo>
                    <a:pt x="137" y="403"/>
                    <a:pt x="170" y="403"/>
                    <a:pt x="170" y="403"/>
                  </a:cubicBezTo>
                  <a:cubicBezTo>
                    <a:pt x="170" y="403"/>
                    <a:pt x="205" y="397"/>
                    <a:pt x="249" y="353"/>
                  </a:cubicBezTo>
                  <a:cubicBezTo>
                    <a:pt x="293" y="309"/>
                    <a:pt x="291" y="266"/>
                    <a:pt x="291" y="266"/>
                  </a:cubicBezTo>
                  <a:cubicBezTo>
                    <a:pt x="291" y="266"/>
                    <a:pt x="330" y="259"/>
                    <a:pt x="320" y="172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5" name="Freeform: Shape 33"/>
            <p:cNvSpPr/>
            <p:nvPr/>
          </p:nvSpPr>
          <p:spPr>
            <a:xfrm>
              <a:off x="3460320" y="2731680"/>
              <a:ext cx="380520" cy="194040"/>
            </a:xfrm>
            <a:custGeom>
              <a:avLst/>
              <a:gdLst/>
              <a:ahLst/>
              <a:rect l="l" t="t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9" y="21"/>
                  </a:cubicBezTo>
                  <a:cubicBezTo>
                    <a:pt x="193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3" y="131"/>
                    <a:pt x="196" y="129"/>
                  </a:cubicBezTo>
                  <a:cubicBezTo>
                    <a:pt x="189" y="127"/>
                    <a:pt x="91" y="108"/>
                    <a:pt x="83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1" y="2"/>
                    <a:pt x="4" y="1"/>
                  </a:cubicBezTo>
                  <a:cubicBezTo>
                    <a:pt x="7" y="1"/>
                    <a:pt x="20" y="0"/>
                    <a:pt x="34" y="16"/>
                  </a:cubicBezTo>
                  <a:cubicBezTo>
                    <a:pt x="47" y="32"/>
                    <a:pt x="80" y="62"/>
                    <a:pt x="80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4" y="1"/>
                    <a:pt x="35" y="1"/>
                  </a:cubicBezTo>
                  <a:cubicBezTo>
                    <a:pt x="37" y="1"/>
                    <a:pt x="51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2" y="45"/>
                    <a:pt x="162" y="45"/>
                  </a:cubicBezTo>
                  <a:cubicBezTo>
                    <a:pt x="162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6" name="Freeform: Shape 34"/>
            <p:cNvSpPr/>
            <p:nvPr/>
          </p:nvSpPr>
          <p:spPr>
            <a:xfrm>
              <a:off x="3589920" y="2079720"/>
              <a:ext cx="113400" cy="190080"/>
            </a:xfrm>
            <a:custGeom>
              <a:avLst/>
              <a:gdLst/>
              <a:ahLst/>
              <a:rect l="l" t="t" r="r" b="b"/>
              <a:pathLst>
                <a:path w="85" h="141">
                  <a:moveTo>
                    <a:pt x="85" y="101"/>
                  </a:moveTo>
                  <a:cubicBezTo>
                    <a:pt x="85" y="101"/>
                    <a:pt x="38" y="93"/>
                    <a:pt x="34" y="82"/>
                  </a:cubicBezTo>
                  <a:cubicBezTo>
                    <a:pt x="34" y="81"/>
                    <a:pt x="33" y="79"/>
                    <a:pt x="34" y="77"/>
                  </a:cubicBezTo>
                  <a:cubicBezTo>
                    <a:pt x="34" y="77"/>
                    <a:pt x="53" y="39"/>
                    <a:pt x="56" y="35"/>
                  </a:cubicBezTo>
                  <a:cubicBezTo>
                    <a:pt x="60" y="30"/>
                    <a:pt x="62" y="23"/>
                    <a:pt x="58" y="20"/>
                  </a:cubicBezTo>
                  <a:cubicBezTo>
                    <a:pt x="58" y="20"/>
                    <a:pt x="50" y="10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7" y="28"/>
                    <a:pt x="37" y="29"/>
                  </a:cubicBezTo>
                  <a:cubicBezTo>
                    <a:pt x="37" y="29"/>
                    <a:pt x="36" y="30"/>
                    <a:pt x="36" y="30"/>
                  </a:cubicBezTo>
                  <a:cubicBezTo>
                    <a:pt x="32" y="36"/>
                    <a:pt x="29" y="41"/>
                    <a:pt x="26" y="45"/>
                  </a:cubicBezTo>
                  <a:cubicBezTo>
                    <a:pt x="27" y="41"/>
                    <a:pt x="32" y="17"/>
                    <a:pt x="28" y="13"/>
                  </a:cubicBezTo>
                  <a:cubicBezTo>
                    <a:pt x="28" y="13"/>
                    <a:pt x="19" y="0"/>
                    <a:pt x="14" y="9"/>
                  </a:cubicBezTo>
                  <a:cubicBezTo>
                    <a:pt x="10" y="19"/>
                    <a:pt x="0" y="65"/>
                    <a:pt x="0" y="65"/>
                  </a:cubicBezTo>
                  <a:cubicBezTo>
                    <a:pt x="0" y="65"/>
                    <a:pt x="22" y="141"/>
                    <a:pt x="52" y="134"/>
                  </a:cubicBezTo>
                  <a:cubicBezTo>
                    <a:pt x="81" y="126"/>
                    <a:pt x="85" y="101"/>
                    <a:pt x="85" y="101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7" name="Freeform: Shape 35"/>
            <p:cNvSpPr/>
            <p:nvPr/>
          </p:nvSpPr>
          <p:spPr>
            <a:xfrm>
              <a:off x="3531600" y="2066760"/>
              <a:ext cx="240480" cy="350640"/>
            </a:xfrm>
            <a:custGeom>
              <a:avLst/>
              <a:gdLst/>
              <a:ahLst/>
              <a:rect l="l" t="t" r="r" b="b"/>
              <a:pathLst>
                <a:path w="178" h="260">
                  <a:moveTo>
                    <a:pt x="12" y="5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2" y="0"/>
                    <a:pt x="21" y="16"/>
                  </a:cubicBezTo>
                  <a:cubicBezTo>
                    <a:pt x="30" y="32"/>
                    <a:pt x="62" y="107"/>
                    <a:pt x="71" y="111"/>
                  </a:cubicBezTo>
                  <a:cubicBezTo>
                    <a:pt x="81" y="116"/>
                    <a:pt x="114" y="119"/>
                    <a:pt x="124" y="100"/>
                  </a:cubicBezTo>
                  <a:cubicBezTo>
                    <a:pt x="134" y="81"/>
                    <a:pt x="145" y="40"/>
                    <a:pt x="170" y="48"/>
                  </a:cubicBezTo>
                  <a:cubicBezTo>
                    <a:pt x="170" y="48"/>
                    <a:pt x="178" y="53"/>
                    <a:pt x="171" y="68"/>
                  </a:cubicBezTo>
                  <a:cubicBezTo>
                    <a:pt x="163" y="83"/>
                    <a:pt x="141" y="153"/>
                    <a:pt x="147" y="164"/>
                  </a:cubicBezTo>
                  <a:cubicBezTo>
                    <a:pt x="153" y="175"/>
                    <a:pt x="161" y="181"/>
                    <a:pt x="161" y="181"/>
                  </a:cubicBezTo>
                  <a:cubicBezTo>
                    <a:pt x="141" y="260"/>
                    <a:pt x="141" y="260"/>
                    <a:pt x="141" y="260"/>
                  </a:cubicBezTo>
                  <a:cubicBezTo>
                    <a:pt x="141" y="260"/>
                    <a:pt x="82" y="250"/>
                    <a:pt x="67" y="220"/>
                  </a:cubicBezTo>
                  <a:cubicBezTo>
                    <a:pt x="52" y="189"/>
                    <a:pt x="12" y="52"/>
                    <a:pt x="12" y="52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8" name="Freeform: Shape 36"/>
            <p:cNvSpPr/>
            <p:nvPr/>
          </p:nvSpPr>
          <p:spPr>
            <a:xfrm>
              <a:off x="5443560" y="2079720"/>
              <a:ext cx="113400" cy="190080"/>
            </a:xfrm>
            <a:custGeom>
              <a:avLst/>
              <a:gdLst/>
              <a:ahLst/>
              <a:rect l="l" t="t" r="r" b="b"/>
              <a:pathLst>
                <a:path w="85" h="141">
                  <a:moveTo>
                    <a:pt x="0" y="101"/>
                  </a:moveTo>
                  <a:cubicBezTo>
                    <a:pt x="0" y="101"/>
                    <a:pt x="47" y="93"/>
                    <a:pt x="51" y="82"/>
                  </a:cubicBezTo>
                  <a:cubicBezTo>
                    <a:pt x="51" y="81"/>
                    <a:pt x="52" y="79"/>
                    <a:pt x="51" y="77"/>
                  </a:cubicBezTo>
                  <a:cubicBezTo>
                    <a:pt x="51" y="77"/>
                    <a:pt x="32" y="39"/>
                    <a:pt x="29" y="35"/>
                  </a:cubicBezTo>
                  <a:cubicBezTo>
                    <a:pt x="25" y="30"/>
                    <a:pt x="23" y="23"/>
                    <a:pt x="27" y="20"/>
                  </a:cubicBezTo>
                  <a:cubicBezTo>
                    <a:pt x="27" y="20"/>
                    <a:pt x="36" y="10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8" y="28"/>
                    <a:pt x="48" y="29"/>
                  </a:cubicBezTo>
                  <a:cubicBezTo>
                    <a:pt x="48" y="29"/>
                    <a:pt x="49" y="30"/>
                    <a:pt x="49" y="30"/>
                  </a:cubicBezTo>
                  <a:cubicBezTo>
                    <a:pt x="53" y="36"/>
                    <a:pt x="56" y="41"/>
                    <a:pt x="59" y="45"/>
                  </a:cubicBezTo>
                  <a:cubicBezTo>
                    <a:pt x="58" y="41"/>
                    <a:pt x="53" y="17"/>
                    <a:pt x="57" y="13"/>
                  </a:cubicBezTo>
                  <a:cubicBezTo>
                    <a:pt x="57" y="13"/>
                    <a:pt x="66" y="0"/>
                    <a:pt x="71" y="9"/>
                  </a:cubicBezTo>
                  <a:cubicBezTo>
                    <a:pt x="75" y="19"/>
                    <a:pt x="85" y="65"/>
                    <a:pt x="85" y="65"/>
                  </a:cubicBezTo>
                  <a:cubicBezTo>
                    <a:pt x="85" y="65"/>
                    <a:pt x="63" y="141"/>
                    <a:pt x="33" y="134"/>
                  </a:cubicBezTo>
                  <a:cubicBezTo>
                    <a:pt x="4" y="126"/>
                    <a:pt x="0" y="101"/>
                    <a:pt x="0" y="101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9" name="Freeform: Shape 37"/>
            <p:cNvSpPr/>
            <p:nvPr/>
          </p:nvSpPr>
          <p:spPr>
            <a:xfrm>
              <a:off x="5376240" y="2066760"/>
              <a:ext cx="239400" cy="350640"/>
            </a:xfrm>
            <a:custGeom>
              <a:avLst/>
              <a:gdLst/>
              <a:ahLst/>
              <a:rect l="l" t="t" r="r" b="b"/>
              <a:pathLst>
                <a:path w="178" h="260">
                  <a:moveTo>
                    <a:pt x="166" y="52"/>
                  </a:move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66" y="0"/>
                    <a:pt x="157" y="16"/>
                  </a:cubicBezTo>
                  <a:cubicBezTo>
                    <a:pt x="149" y="32"/>
                    <a:pt x="116" y="107"/>
                    <a:pt x="107" y="111"/>
                  </a:cubicBezTo>
                  <a:cubicBezTo>
                    <a:pt x="97" y="116"/>
                    <a:pt x="64" y="119"/>
                    <a:pt x="54" y="100"/>
                  </a:cubicBezTo>
                  <a:cubicBezTo>
                    <a:pt x="44" y="81"/>
                    <a:pt x="33" y="40"/>
                    <a:pt x="8" y="48"/>
                  </a:cubicBezTo>
                  <a:cubicBezTo>
                    <a:pt x="8" y="48"/>
                    <a:pt x="0" y="53"/>
                    <a:pt x="7" y="68"/>
                  </a:cubicBezTo>
                  <a:cubicBezTo>
                    <a:pt x="15" y="83"/>
                    <a:pt x="37" y="153"/>
                    <a:pt x="31" y="164"/>
                  </a:cubicBezTo>
                  <a:cubicBezTo>
                    <a:pt x="25" y="175"/>
                    <a:pt x="17" y="181"/>
                    <a:pt x="17" y="181"/>
                  </a:cubicBezTo>
                  <a:cubicBezTo>
                    <a:pt x="37" y="260"/>
                    <a:pt x="37" y="260"/>
                    <a:pt x="37" y="260"/>
                  </a:cubicBezTo>
                  <a:cubicBezTo>
                    <a:pt x="37" y="260"/>
                    <a:pt x="96" y="250"/>
                    <a:pt x="111" y="220"/>
                  </a:cubicBezTo>
                  <a:cubicBezTo>
                    <a:pt x="126" y="189"/>
                    <a:pt x="166" y="52"/>
                    <a:pt x="166" y="52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0" name="Freeform: Shape 38"/>
            <p:cNvSpPr/>
            <p:nvPr/>
          </p:nvSpPr>
          <p:spPr>
            <a:xfrm>
              <a:off x="5376240" y="2310480"/>
              <a:ext cx="132840" cy="96840"/>
            </a:xfrm>
            <a:custGeom>
              <a:avLst/>
              <a:gdLst/>
              <a:ahLst/>
              <a:rect l="l" t="t" r="r" b="b"/>
              <a:pathLst>
                <a:path w="104" h="76">
                  <a:moveTo>
                    <a:pt x="0" y="17"/>
                  </a:moveTo>
                  <a:lnTo>
                    <a:pt x="17" y="0"/>
                  </a:lnTo>
                  <a:lnTo>
                    <a:pt x="104" y="56"/>
                  </a:lnTo>
                  <a:lnTo>
                    <a:pt x="81" y="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1" name="Freeform: Shape 39"/>
            <p:cNvSpPr/>
            <p:nvPr/>
          </p:nvSpPr>
          <p:spPr>
            <a:xfrm>
              <a:off x="3638160" y="2310480"/>
              <a:ext cx="134280" cy="96840"/>
            </a:xfrm>
            <a:custGeom>
              <a:avLst/>
              <a:gdLst/>
              <a:ahLst/>
              <a:rect l="l" t="t" r="r" b="b"/>
              <a:pathLst>
                <a:path w="105" h="76">
                  <a:moveTo>
                    <a:pt x="105" y="17"/>
                  </a:moveTo>
                  <a:lnTo>
                    <a:pt x="87" y="0"/>
                  </a:lnTo>
                  <a:lnTo>
                    <a:pt x="0" y="56"/>
                  </a:lnTo>
                  <a:lnTo>
                    <a:pt x="23" y="76"/>
                  </a:lnTo>
                  <a:lnTo>
                    <a:pt x="105" y="17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2" name="Freeform: Shape 40"/>
            <p:cNvSpPr/>
            <p:nvPr/>
          </p:nvSpPr>
          <p:spPr>
            <a:xfrm>
              <a:off x="3640680" y="2319480"/>
              <a:ext cx="823680" cy="365040"/>
            </a:xfrm>
            <a:custGeom>
              <a:avLst/>
              <a:gdLst/>
              <a:ahLst/>
              <a:rect l="l" t="t" r="r" b="b"/>
              <a:pathLst>
                <a:path w="608" h="270">
                  <a:moveTo>
                    <a:pt x="608" y="234"/>
                  </a:moveTo>
                  <a:cubicBezTo>
                    <a:pt x="482" y="79"/>
                    <a:pt x="482" y="79"/>
                    <a:pt x="482" y="79"/>
                  </a:cubicBezTo>
                  <a:cubicBezTo>
                    <a:pt x="255" y="123"/>
                    <a:pt x="255" y="123"/>
                    <a:pt x="255" y="123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2"/>
                    <a:pt x="220" y="270"/>
                    <a:pt x="259" y="268"/>
                  </a:cubicBezTo>
                  <a:cubicBezTo>
                    <a:pt x="260" y="268"/>
                    <a:pt x="261" y="268"/>
                    <a:pt x="261" y="268"/>
                  </a:cubicBezTo>
                  <a:lnTo>
                    <a:pt x="608" y="23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3" name="Freeform: Shape 41"/>
            <p:cNvSpPr/>
            <p:nvPr/>
          </p:nvSpPr>
          <p:spPr>
            <a:xfrm>
              <a:off x="4682520" y="2319480"/>
              <a:ext cx="823680" cy="365040"/>
            </a:xfrm>
            <a:custGeom>
              <a:avLst/>
              <a:gdLst/>
              <a:ahLst/>
              <a:rect l="l" t="t" r="r" b="b"/>
              <a:pathLst>
                <a:path w="608" h="270">
                  <a:moveTo>
                    <a:pt x="0" y="234"/>
                  </a:moveTo>
                  <a:cubicBezTo>
                    <a:pt x="126" y="79"/>
                    <a:pt x="126" y="79"/>
                    <a:pt x="126" y="79"/>
                  </a:cubicBezTo>
                  <a:cubicBezTo>
                    <a:pt x="353" y="123"/>
                    <a:pt x="353" y="123"/>
                    <a:pt x="353" y="123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608" y="62"/>
                    <a:pt x="608" y="62"/>
                    <a:pt x="608" y="62"/>
                  </a:cubicBezTo>
                  <a:cubicBezTo>
                    <a:pt x="608" y="62"/>
                    <a:pt x="388" y="270"/>
                    <a:pt x="349" y="268"/>
                  </a:cubicBezTo>
                  <a:cubicBezTo>
                    <a:pt x="348" y="268"/>
                    <a:pt x="347" y="268"/>
                    <a:pt x="347" y="268"/>
                  </a:cubicBezTo>
                  <a:lnTo>
                    <a:pt x="0" y="23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4" name="Freeform: Shape 42"/>
            <p:cNvSpPr/>
            <p:nvPr/>
          </p:nvSpPr>
          <p:spPr>
            <a:xfrm>
              <a:off x="3394440" y="3161880"/>
              <a:ext cx="188640" cy="130320"/>
            </a:xfrm>
            <a:custGeom>
              <a:avLst/>
              <a:gdLst/>
              <a:ahLst/>
              <a:rect l="l" t="t" r="r" b="b"/>
              <a:pathLst>
                <a:path w="140" h="98">
                  <a:moveTo>
                    <a:pt x="120" y="23"/>
                  </a:moveTo>
                  <a:cubicBezTo>
                    <a:pt x="120" y="23"/>
                    <a:pt x="89" y="59"/>
                    <a:pt x="78" y="56"/>
                  </a:cubicBezTo>
                  <a:cubicBezTo>
                    <a:pt x="76" y="56"/>
                    <a:pt x="75" y="55"/>
                    <a:pt x="73" y="53"/>
                  </a:cubicBezTo>
                  <a:cubicBezTo>
                    <a:pt x="73" y="53"/>
                    <a:pt x="52" y="16"/>
                    <a:pt x="50" y="12"/>
                  </a:cubicBezTo>
                  <a:cubicBezTo>
                    <a:pt x="47" y="6"/>
                    <a:pt x="43" y="0"/>
                    <a:pt x="39" y="2"/>
                  </a:cubicBezTo>
                  <a:cubicBezTo>
                    <a:pt x="39" y="2"/>
                    <a:pt x="25" y="4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4" y="23"/>
                    <a:pt x="34" y="24"/>
                    <a:pt x="34" y="25"/>
                  </a:cubicBezTo>
                  <a:cubicBezTo>
                    <a:pt x="35" y="25"/>
                    <a:pt x="35" y="26"/>
                    <a:pt x="35" y="26"/>
                  </a:cubicBezTo>
                  <a:cubicBezTo>
                    <a:pt x="38" y="33"/>
                    <a:pt x="40" y="38"/>
                    <a:pt x="42" y="42"/>
                  </a:cubicBezTo>
                  <a:cubicBezTo>
                    <a:pt x="39" y="40"/>
                    <a:pt x="22" y="22"/>
                    <a:pt x="16" y="23"/>
                  </a:cubicBezTo>
                  <a:cubicBezTo>
                    <a:pt x="16" y="23"/>
                    <a:pt x="0" y="24"/>
                    <a:pt x="6" y="33"/>
                  </a:cubicBezTo>
                  <a:cubicBezTo>
                    <a:pt x="11" y="42"/>
                    <a:pt x="45" y="75"/>
                    <a:pt x="45" y="75"/>
                  </a:cubicBezTo>
                  <a:cubicBezTo>
                    <a:pt x="45" y="75"/>
                    <a:pt x="121" y="98"/>
                    <a:pt x="131" y="69"/>
                  </a:cubicBezTo>
                  <a:cubicBezTo>
                    <a:pt x="140" y="40"/>
                    <a:pt x="120" y="23"/>
                    <a:pt x="120" y="23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5" name="Freeform: Shape 43"/>
            <p:cNvSpPr/>
            <p:nvPr/>
          </p:nvSpPr>
          <p:spPr>
            <a:xfrm>
              <a:off x="3347640" y="3093480"/>
              <a:ext cx="388440" cy="252360"/>
            </a:xfrm>
            <a:custGeom>
              <a:avLst/>
              <a:gdLst/>
              <a:ahLst/>
              <a:rect l="l" t="t" r="r" b="b"/>
              <a:pathLst>
                <a:path w="288" h="187">
                  <a:moveTo>
                    <a:pt x="44" y="139"/>
                  </a:moveTo>
                  <a:cubicBezTo>
                    <a:pt x="2" y="127"/>
                    <a:pt x="2" y="127"/>
                    <a:pt x="2" y="127"/>
                  </a:cubicBezTo>
                  <a:cubicBezTo>
                    <a:pt x="2" y="127"/>
                    <a:pt x="0" y="111"/>
                    <a:pt x="18" y="112"/>
                  </a:cubicBezTo>
                  <a:cubicBezTo>
                    <a:pt x="37" y="114"/>
                    <a:pt x="116" y="127"/>
                    <a:pt x="125" y="121"/>
                  </a:cubicBezTo>
                  <a:cubicBezTo>
                    <a:pt x="134" y="116"/>
                    <a:pt x="155" y="89"/>
                    <a:pt x="145" y="71"/>
                  </a:cubicBezTo>
                  <a:cubicBezTo>
                    <a:pt x="134" y="52"/>
                    <a:pt x="105" y="21"/>
                    <a:pt x="126" y="4"/>
                  </a:cubicBezTo>
                  <a:cubicBezTo>
                    <a:pt x="126" y="4"/>
                    <a:pt x="134" y="0"/>
                    <a:pt x="143" y="14"/>
                  </a:cubicBezTo>
                  <a:cubicBezTo>
                    <a:pt x="152" y="29"/>
                    <a:pt x="198" y="85"/>
                    <a:pt x="211" y="86"/>
                  </a:cubicBezTo>
                  <a:cubicBezTo>
                    <a:pt x="224" y="87"/>
                    <a:pt x="233" y="83"/>
                    <a:pt x="233" y="83"/>
                  </a:cubicBezTo>
                  <a:cubicBezTo>
                    <a:pt x="288" y="143"/>
                    <a:pt x="288" y="143"/>
                    <a:pt x="288" y="143"/>
                  </a:cubicBezTo>
                  <a:cubicBezTo>
                    <a:pt x="288" y="143"/>
                    <a:pt x="248" y="187"/>
                    <a:pt x="214" y="183"/>
                  </a:cubicBezTo>
                  <a:cubicBezTo>
                    <a:pt x="181" y="179"/>
                    <a:pt x="44" y="139"/>
                    <a:pt x="44" y="139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6" name="Freeform: Shape 44"/>
            <p:cNvSpPr/>
            <p:nvPr/>
          </p:nvSpPr>
          <p:spPr>
            <a:xfrm>
              <a:off x="3661200" y="3197160"/>
              <a:ext cx="35640" cy="140760"/>
            </a:xfrm>
            <a:custGeom>
              <a:avLst/>
              <a:gdLst/>
              <a:ahLst/>
              <a:rect l="l" t="t" r="r" b="b"/>
              <a:pathLst>
                <a:path w="29" h="110">
                  <a:moveTo>
                    <a:pt x="24" y="0"/>
                  </a:moveTo>
                  <a:lnTo>
                    <a:pt x="0" y="7"/>
                  </a:lnTo>
                  <a:lnTo>
                    <a:pt x="0" y="110"/>
                  </a:lnTo>
                  <a:lnTo>
                    <a:pt x="29" y="101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7" name="Freeform: Shape 45"/>
            <p:cNvSpPr/>
            <p:nvPr/>
          </p:nvSpPr>
          <p:spPr>
            <a:xfrm>
              <a:off x="3679560" y="2830320"/>
              <a:ext cx="766800" cy="515520"/>
            </a:xfrm>
            <a:custGeom>
              <a:avLst/>
              <a:gdLst/>
              <a:ahLst/>
              <a:rect l="l" t="t" r="r" b="b"/>
              <a:pathLst>
                <a:path w="566" h="381">
                  <a:moveTo>
                    <a:pt x="566" y="14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270" y="158"/>
                    <a:pt x="270" y="158"/>
                    <a:pt x="270" y="158"/>
                  </a:cubicBezTo>
                  <a:cubicBezTo>
                    <a:pt x="1" y="267"/>
                    <a:pt x="1" y="267"/>
                    <a:pt x="1" y="267"/>
                  </a:cubicBezTo>
                  <a:cubicBezTo>
                    <a:pt x="0" y="381"/>
                    <a:pt x="0" y="381"/>
                    <a:pt x="0" y="381"/>
                  </a:cubicBezTo>
                  <a:cubicBezTo>
                    <a:pt x="0" y="381"/>
                    <a:pt x="294" y="309"/>
                    <a:pt x="314" y="275"/>
                  </a:cubicBezTo>
                  <a:cubicBezTo>
                    <a:pt x="314" y="274"/>
                    <a:pt x="315" y="274"/>
                    <a:pt x="315" y="273"/>
                  </a:cubicBezTo>
                  <a:lnTo>
                    <a:pt x="566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8" name="Freeform: Shape 46"/>
            <p:cNvSpPr/>
            <p:nvPr/>
          </p:nvSpPr>
          <p:spPr>
            <a:xfrm>
              <a:off x="5450040" y="3197160"/>
              <a:ext cx="35640" cy="140760"/>
            </a:xfrm>
            <a:custGeom>
              <a:avLst/>
              <a:gdLst/>
              <a:ahLst/>
              <a:rect l="l" t="t" r="r" b="b"/>
              <a:pathLst>
                <a:path w="29" h="110">
                  <a:moveTo>
                    <a:pt x="5" y="0"/>
                  </a:moveTo>
                  <a:lnTo>
                    <a:pt x="29" y="7"/>
                  </a:lnTo>
                  <a:lnTo>
                    <a:pt x="29" y="110"/>
                  </a:lnTo>
                  <a:lnTo>
                    <a:pt x="0" y="10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9" name="Freeform: Shape 47"/>
            <p:cNvSpPr/>
            <p:nvPr/>
          </p:nvSpPr>
          <p:spPr>
            <a:xfrm>
              <a:off x="4700880" y="2830320"/>
              <a:ext cx="766800" cy="515520"/>
            </a:xfrm>
            <a:custGeom>
              <a:avLst/>
              <a:gdLst/>
              <a:ahLst/>
              <a:rect l="l" t="t" r="r" b="b"/>
              <a:pathLst>
                <a:path w="566" h="381">
                  <a:moveTo>
                    <a:pt x="0" y="14"/>
                  </a:moveTo>
                  <a:cubicBezTo>
                    <a:pt x="173" y="0"/>
                    <a:pt x="173" y="0"/>
                    <a:pt x="173" y="0"/>
                  </a:cubicBezTo>
                  <a:cubicBezTo>
                    <a:pt x="296" y="158"/>
                    <a:pt x="296" y="158"/>
                    <a:pt x="296" y="158"/>
                  </a:cubicBezTo>
                  <a:cubicBezTo>
                    <a:pt x="565" y="267"/>
                    <a:pt x="565" y="267"/>
                    <a:pt x="565" y="267"/>
                  </a:cubicBezTo>
                  <a:cubicBezTo>
                    <a:pt x="566" y="381"/>
                    <a:pt x="566" y="381"/>
                    <a:pt x="566" y="381"/>
                  </a:cubicBezTo>
                  <a:cubicBezTo>
                    <a:pt x="566" y="381"/>
                    <a:pt x="272" y="309"/>
                    <a:pt x="252" y="275"/>
                  </a:cubicBezTo>
                  <a:cubicBezTo>
                    <a:pt x="252" y="274"/>
                    <a:pt x="251" y="274"/>
                    <a:pt x="251" y="273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0" name="Freeform: Shape 48"/>
            <p:cNvSpPr/>
            <p:nvPr/>
          </p:nvSpPr>
          <p:spPr>
            <a:xfrm>
              <a:off x="3455280" y="2731680"/>
              <a:ext cx="381960" cy="194040"/>
            </a:xfrm>
            <a:custGeom>
              <a:avLst/>
              <a:gdLst/>
              <a:ahLst/>
              <a:rect l="l" t="t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8" y="21"/>
                  </a:cubicBezTo>
                  <a:cubicBezTo>
                    <a:pt x="192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2" y="131"/>
                    <a:pt x="196" y="129"/>
                  </a:cubicBezTo>
                  <a:cubicBezTo>
                    <a:pt x="189" y="127"/>
                    <a:pt x="90" y="108"/>
                    <a:pt x="82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0" y="2"/>
                    <a:pt x="3" y="1"/>
                  </a:cubicBezTo>
                  <a:cubicBezTo>
                    <a:pt x="7" y="1"/>
                    <a:pt x="20" y="0"/>
                    <a:pt x="33" y="16"/>
                  </a:cubicBezTo>
                  <a:cubicBezTo>
                    <a:pt x="47" y="32"/>
                    <a:pt x="79" y="62"/>
                    <a:pt x="79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3" y="1"/>
                    <a:pt x="35" y="1"/>
                  </a:cubicBezTo>
                  <a:cubicBezTo>
                    <a:pt x="37" y="1"/>
                    <a:pt x="50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1" y="45"/>
                    <a:pt x="161" y="45"/>
                  </a:cubicBezTo>
                  <a:cubicBezTo>
                    <a:pt x="161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1" name="Freeform: Shape 49"/>
            <p:cNvSpPr/>
            <p:nvPr/>
          </p:nvSpPr>
          <p:spPr>
            <a:xfrm>
              <a:off x="5310000" y="2731680"/>
              <a:ext cx="381960" cy="194040"/>
            </a:xfrm>
            <a:custGeom>
              <a:avLst/>
              <a:gdLst/>
              <a:ahLst/>
              <a:rect l="l" t="t" r="r" b="b"/>
              <a:pathLst>
                <a:path w="282" h="144">
                  <a:moveTo>
                    <a:pt x="172" y="1"/>
                  </a:moveTo>
                  <a:cubicBezTo>
                    <a:pt x="172" y="1"/>
                    <a:pt x="117" y="19"/>
                    <a:pt x="104" y="21"/>
                  </a:cubicBezTo>
                  <a:cubicBezTo>
                    <a:pt x="90" y="23"/>
                    <a:pt x="59" y="27"/>
                    <a:pt x="43" y="46"/>
                  </a:cubicBezTo>
                  <a:cubicBezTo>
                    <a:pt x="26" y="64"/>
                    <a:pt x="32" y="63"/>
                    <a:pt x="26" y="68"/>
                  </a:cubicBezTo>
                  <a:cubicBezTo>
                    <a:pt x="20" y="72"/>
                    <a:pt x="0" y="88"/>
                    <a:pt x="0" y="88"/>
                  </a:cubicBezTo>
                  <a:cubicBezTo>
                    <a:pt x="59" y="144"/>
                    <a:pt x="59" y="144"/>
                    <a:pt x="59" y="144"/>
                  </a:cubicBezTo>
                  <a:cubicBezTo>
                    <a:pt x="59" y="144"/>
                    <a:pt x="80" y="131"/>
                    <a:pt x="86" y="129"/>
                  </a:cubicBezTo>
                  <a:cubicBezTo>
                    <a:pt x="93" y="127"/>
                    <a:pt x="192" y="108"/>
                    <a:pt x="200" y="102"/>
                  </a:cubicBezTo>
                  <a:cubicBezTo>
                    <a:pt x="207" y="97"/>
                    <a:pt x="280" y="13"/>
                    <a:pt x="281" y="10"/>
                  </a:cubicBezTo>
                  <a:cubicBezTo>
                    <a:pt x="282" y="7"/>
                    <a:pt x="282" y="2"/>
                    <a:pt x="279" y="1"/>
                  </a:cubicBezTo>
                  <a:cubicBezTo>
                    <a:pt x="275" y="1"/>
                    <a:pt x="262" y="0"/>
                    <a:pt x="249" y="16"/>
                  </a:cubicBezTo>
                  <a:cubicBezTo>
                    <a:pt x="235" y="32"/>
                    <a:pt x="203" y="62"/>
                    <a:pt x="203" y="62"/>
                  </a:cubicBezTo>
                  <a:cubicBezTo>
                    <a:pt x="247" y="10"/>
                    <a:pt x="247" y="10"/>
                    <a:pt x="247" y="10"/>
                  </a:cubicBezTo>
                  <a:cubicBezTo>
                    <a:pt x="247" y="10"/>
                    <a:pt x="249" y="1"/>
                    <a:pt x="247" y="1"/>
                  </a:cubicBezTo>
                  <a:cubicBezTo>
                    <a:pt x="245" y="1"/>
                    <a:pt x="232" y="0"/>
                    <a:pt x="216" y="15"/>
                  </a:cubicBezTo>
                  <a:cubicBezTo>
                    <a:pt x="200" y="30"/>
                    <a:pt x="169" y="70"/>
                    <a:pt x="136" y="67"/>
                  </a:cubicBezTo>
                  <a:cubicBezTo>
                    <a:pt x="103" y="63"/>
                    <a:pt x="121" y="45"/>
                    <a:pt x="121" y="45"/>
                  </a:cubicBezTo>
                  <a:cubicBezTo>
                    <a:pt x="121" y="45"/>
                    <a:pt x="148" y="36"/>
                    <a:pt x="155" y="36"/>
                  </a:cubicBezTo>
                  <a:cubicBezTo>
                    <a:pt x="162" y="36"/>
                    <a:pt x="181" y="20"/>
                    <a:pt x="172" y="1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2" name="Freeform: Shape 50"/>
            <p:cNvSpPr/>
            <p:nvPr/>
          </p:nvSpPr>
          <p:spPr>
            <a:xfrm>
              <a:off x="5255640" y="2810880"/>
              <a:ext cx="153720" cy="165240"/>
            </a:xfrm>
            <a:custGeom>
              <a:avLst/>
              <a:gdLst/>
              <a:ahLst/>
              <a:rect l="l" t="t" r="r" b="b"/>
              <a:pathLst>
                <a:path w="120" h="129">
                  <a:moveTo>
                    <a:pt x="0" y="28"/>
                  </a:moveTo>
                  <a:lnTo>
                    <a:pt x="50" y="0"/>
                  </a:lnTo>
                  <a:lnTo>
                    <a:pt x="120" y="102"/>
                  </a:lnTo>
                  <a:lnTo>
                    <a:pt x="74" y="12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3" name="Freeform: Shape 51"/>
            <p:cNvSpPr/>
            <p:nvPr/>
          </p:nvSpPr>
          <p:spPr>
            <a:xfrm>
              <a:off x="3740400" y="2810880"/>
              <a:ext cx="153720" cy="165240"/>
            </a:xfrm>
            <a:custGeom>
              <a:avLst/>
              <a:gdLst/>
              <a:ahLst/>
              <a:rect l="l" t="t" r="r" b="b"/>
              <a:pathLst>
                <a:path w="120" h="129">
                  <a:moveTo>
                    <a:pt x="120" y="28"/>
                  </a:moveTo>
                  <a:lnTo>
                    <a:pt x="71" y="0"/>
                  </a:lnTo>
                  <a:lnTo>
                    <a:pt x="0" y="102"/>
                  </a:lnTo>
                  <a:lnTo>
                    <a:pt x="46" y="129"/>
                  </a:lnTo>
                  <a:lnTo>
                    <a:pt x="120" y="28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4" name="Freeform: Shape 52"/>
            <p:cNvSpPr/>
            <p:nvPr/>
          </p:nvSpPr>
          <p:spPr>
            <a:xfrm>
              <a:off x="3774240" y="2350800"/>
              <a:ext cx="1602720" cy="995040"/>
            </a:xfrm>
            <a:custGeom>
              <a:avLst/>
              <a:gdLst/>
              <a:ahLst/>
              <a:rect l="l" t="t" r="r" b="b"/>
              <a:pathLst>
                <a:path w="1182" h="734">
                  <a:moveTo>
                    <a:pt x="1105" y="339"/>
                  </a:moveTo>
                  <a:cubicBezTo>
                    <a:pt x="1010" y="393"/>
                    <a:pt x="1010" y="393"/>
                    <a:pt x="1010" y="393"/>
                  </a:cubicBezTo>
                  <a:cubicBezTo>
                    <a:pt x="881" y="89"/>
                    <a:pt x="881" y="89"/>
                    <a:pt x="881" y="89"/>
                  </a:cubicBezTo>
                  <a:cubicBezTo>
                    <a:pt x="675" y="0"/>
                    <a:pt x="675" y="0"/>
                    <a:pt x="675" y="0"/>
                  </a:cubicBezTo>
                  <a:cubicBezTo>
                    <a:pt x="590" y="339"/>
                    <a:pt x="590" y="339"/>
                    <a:pt x="590" y="339"/>
                  </a:cubicBezTo>
                  <a:cubicBezTo>
                    <a:pt x="505" y="0"/>
                    <a:pt x="505" y="0"/>
                    <a:pt x="505" y="0"/>
                  </a:cubicBezTo>
                  <a:cubicBezTo>
                    <a:pt x="292" y="93"/>
                    <a:pt x="292" y="93"/>
                    <a:pt x="292" y="93"/>
                  </a:cubicBezTo>
                  <a:cubicBezTo>
                    <a:pt x="172" y="393"/>
                    <a:pt x="172" y="393"/>
                    <a:pt x="172" y="393"/>
                  </a:cubicBezTo>
                  <a:cubicBezTo>
                    <a:pt x="77" y="339"/>
                    <a:pt x="77" y="339"/>
                    <a:pt x="77" y="339"/>
                  </a:cubicBezTo>
                  <a:cubicBezTo>
                    <a:pt x="0" y="461"/>
                    <a:pt x="0" y="461"/>
                    <a:pt x="0" y="461"/>
                  </a:cubicBezTo>
                  <a:cubicBezTo>
                    <a:pt x="0" y="461"/>
                    <a:pt x="176" y="559"/>
                    <a:pt x="184" y="559"/>
                  </a:cubicBezTo>
                  <a:cubicBezTo>
                    <a:pt x="192" y="559"/>
                    <a:pt x="192" y="563"/>
                    <a:pt x="217" y="540"/>
                  </a:cubicBezTo>
                  <a:cubicBezTo>
                    <a:pt x="242" y="516"/>
                    <a:pt x="353" y="375"/>
                    <a:pt x="353" y="375"/>
                  </a:cubicBezTo>
                  <a:cubicBezTo>
                    <a:pt x="353" y="734"/>
                    <a:pt x="353" y="734"/>
                    <a:pt x="353" y="734"/>
                  </a:cubicBezTo>
                  <a:cubicBezTo>
                    <a:pt x="590" y="734"/>
                    <a:pt x="590" y="734"/>
                    <a:pt x="590" y="734"/>
                  </a:cubicBezTo>
                  <a:cubicBezTo>
                    <a:pt x="829" y="734"/>
                    <a:pt x="829" y="734"/>
                    <a:pt x="829" y="734"/>
                  </a:cubicBezTo>
                  <a:cubicBezTo>
                    <a:pt x="829" y="375"/>
                    <a:pt x="829" y="375"/>
                    <a:pt x="829" y="375"/>
                  </a:cubicBezTo>
                  <a:cubicBezTo>
                    <a:pt x="829" y="375"/>
                    <a:pt x="940" y="516"/>
                    <a:pt x="965" y="540"/>
                  </a:cubicBezTo>
                  <a:cubicBezTo>
                    <a:pt x="990" y="563"/>
                    <a:pt x="990" y="559"/>
                    <a:pt x="998" y="559"/>
                  </a:cubicBezTo>
                  <a:cubicBezTo>
                    <a:pt x="1006" y="559"/>
                    <a:pt x="1182" y="461"/>
                    <a:pt x="1182" y="461"/>
                  </a:cubicBezTo>
                  <a:cubicBezTo>
                    <a:pt x="1105" y="339"/>
                    <a:pt x="1105" y="339"/>
                    <a:pt x="1105" y="339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5" name="Freeform: Shape 53"/>
            <p:cNvSpPr/>
            <p:nvPr/>
          </p:nvSpPr>
          <p:spPr>
            <a:xfrm>
              <a:off x="4458600" y="2344320"/>
              <a:ext cx="114840" cy="464760"/>
            </a:xfrm>
            <a:custGeom>
              <a:avLst/>
              <a:gdLst/>
              <a:ahLst/>
              <a:rect l="l" t="t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6" name="Freeform: Shape 54"/>
            <p:cNvSpPr/>
            <p:nvPr/>
          </p:nvSpPr>
          <p:spPr>
            <a:xfrm>
              <a:off x="4458600" y="2344320"/>
              <a:ext cx="114840" cy="464760"/>
            </a:xfrm>
            <a:custGeom>
              <a:avLst/>
              <a:gdLst/>
              <a:ahLst/>
              <a:rect l="l" t="t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7" name="Freeform: Shape 55"/>
            <p:cNvSpPr/>
            <p:nvPr/>
          </p:nvSpPr>
          <p:spPr>
            <a:xfrm>
              <a:off x="4568760" y="2346840"/>
              <a:ext cx="119880" cy="462240"/>
            </a:xfrm>
            <a:custGeom>
              <a:avLst/>
              <a:gdLst/>
              <a:ahLst/>
              <a:rect l="l" t="t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8" name="Freeform: Shape 56"/>
            <p:cNvSpPr/>
            <p:nvPr/>
          </p:nvSpPr>
          <p:spPr>
            <a:xfrm>
              <a:off x="4568760" y="2346840"/>
              <a:ext cx="119880" cy="462240"/>
            </a:xfrm>
            <a:custGeom>
              <a:avLst/>
              <a:gdLst/>
              <a:ahLst/>
              <a:rect l="l" t="t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9" name="Freeform: Shape 57"/>
            <p:cNvSpPr/>
            <p:nvPr/>
          </p:nvSpPr>
          <p:spPr>
            <a:xfrm>
              <a:off x="4485600" y="2415600"/>
              <a:ext cx="87480" cy="393480"/>
            </a:xfrm>
            <a:custGeom>
              <a:avLst/>
              <a:gdLst/>
              <a:ahLst/>
              <a:rect l="l" t="t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0" name="Freeform: Shape 58"/>
            <p:cNvSpPr/>
            <p:nvPr/>
          </p:nvSpPr>
          <p:spPr>
            <a:xfrm>
              <a:off x="4485600" y="2415600"/>
              <a:ext cx="87480" cy="393480"/>
            </a:xfrm>
            <a:custGeom>
              <a:avLst/>
              <a:gdLst/>
              <a:ahLst/>
              <a:rect l="l" t="t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1" name="Freeform: Shape 59"/>
            <p:cNvSpPr/>
            <p:nvPr/>
          </p:nvSpPr>
          <p:spPr>
            <a:xfrm>
              <a:off x="4568760" y="2415600"/>
              <a:ext cx="93960" cy="393480"/>
            </a:xfrm>
            <a:custGeom>
              <a:avLst/>
              <a:gdLst/>
              <a:ahLst/>
              <a:rect l="l" t="t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2" name="Freeform: Shape 60"/>
            <p:cNvSpPr/>
            <p:nvPr/>
          </p:nvSpPr>
          <p:spPr>
            <a:xfrm>
              <a:off x="4568760" y="2415600"/>
              <a:ext cx="93960" cy="393480"/>
            </a:xfrm>
            <a:custGeom>
              <a:avLst/>
              <a:gdLst/>
              <a:ahLst/>
              <a:rect l="l" t="t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3" name="Freeform: Shape 61"/>
            <p:cNvSpPr/>
            <p:nvPr/>
          </p:nvSpPr>
          <p:spPr>
            <a:xfrm>
              <a:off x="4527000" y="2415600"/>
              <a:ext cx="46080" cy="393480"/>
            </a:xfrm>
            <a:custGeom>
              <a:avLst/>
              <a:gdLst/>
              <a:ahLst/>
              <a:rect l="l" t="t" r="r" b="b"/>
              <a:pathLst>
                <a:path w="37" h="305">
                  <a:moveTo>
                    <a:pt x="37" y="305"/>
                  </a:moveTo>
                  <a:lnTo>
                    <a:pt x="32" y="60"/>
                  </a:lnTo>
                  <a:lnTo>
                    <a:pt x="32" y="0"/>
                  </a:lnTo>
                  <a:lnTo>
                    <a:pt x="0" y="16"/>
                  </a:lnTo>
                  <a:lnTo>
                    <a:pt x="20" y="43"/>
                  </a:lnTo>
                  <a:lnTo>
                    <a:pt x="5" y="185"/>
                  </a:lnTo>
                  <a:lnTo>
                    <a:pt x="37" y="305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4" name="Freeform: Shape 62"/>
            <p:cNvSpPr/>
            <p:nvPr/>
          </p:nvSpPr>
          <p:spPr>
            <a:xfrm>
              <a:off x="4568760" y="2415600"/>
              <a:ext cx="43560" cy="393480"/>
            </a:xfrm>
            <a:custGeom>
              <a:avLst/>
              <a:gdLst/>
              <a:ahLst/>
              <a:rect l="l" t="t" r="r" b="b"/>
              <a:pathLst>
                <a:path w="35" h="305">
                  <a:moveTo>
                    <a:pt x="5" y="305"/>
                  </a:moveTo>
                  <a:lnTo>
                    <a:pt x="0" y="60"/>
                  </a:lnTo>
                  <a:lnTo>
                    <a:pt x="0" y="0"/>
                  </a:lnTo>
                  <a:lnTo>
                    <a:pt x="32" y="16"/>
                  </a:lnTo>
                  <a:lnTo>
                    <a:pt x="12" y="43"/>
                  </a:lnTo>
                  <a:lnTo>
                    <a:pt x="35" y="190"/>
                  </a:lnTo>
                  <a:lnTo>
                    <a:pt x="5" y="305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5" name="Freeform: Shape 63"/>
            <p:cNvSpPr/>
            <p:nvPr/>
          </p:nvSpPr>
          <p:spPr>
            <a:xfrm>
              <a:off x="4533480" y="2415600"/>
              <a:ext cx="39600" cy="393480"/>
            </a:xfrm>
            <a:custGeom>
              <a:avLst/>
              <a:gdLst/>
              <a:ahLst/>
              <a:rect l="l" t="t" r="r" b="b"/>
              <a:pathLst>
                <a:path w="32" h="305">
                  <a:moveTo>
                    <a:pt x="32" y="301"/>
                  </a:moveTo>
                  <a:lnTo>
                    <a:pt x="32" y="305"/>
                  </a:lnTo>
                  <a:lnTo>
                    <a:pt x="0" y="185"/>
                  </a:lnTo>
                  <a:lnTo>
                    <a:pt x="27" y="0"/>
                  </a:lnTo>
                  <a:lnTo>
                    <a:pt x="32" y="30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6" name="Freeform: Shape 64"/>
            <p:cNvSpPr/>
            <p:nvPr/>
          </p:nvSpPr>
          <p:spPr>
            <a:xfrm>
              <a:off x="4344480" y="2344320"/>
              <a:ext cx="228960" cy="464760"/>
            </a:xfrm>
            <a:custGeom>
              <a:avLst/>
              <a:gdLst/>
              <a:ahLst/>
              <a:rect l="l" t="t" r="r" b="b"/>
              <a:pathLst>
                <a:path w="178" h="360">
                  <a:moveTo>
                    <a:pt x="88" y="0"/>
                  </a:moveTo>
                  <a:lnTo>
                    <a:pt x="0" y="40"/>
                  </a:lnTo>
                  <a:lnTo>
                    <a:pt x="54" y="96"/>
                  </a:lnTo>
                  <a:lnTo>
                    <a:pt x="29" y="143"/>
                  </a:lnTo>
                  <a:lnTo>
                    <a:pt x="178" y="36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6266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7" name="Freeform: Shape 65"/>
            <p:cNvSpPr/>
            <p:nvPr/>
          </p:nvSpPr>
          <p:spPr>
            <a:xfrm>
              <a:off x="4572360" y="2346840"/>
              <a:ext cx="227520" cy="462240"/>
            </a:xfrm>
            <a:custGeom>
              <a:avLst/>
              <a:gdLst/>
              <a:ahLst/>
              <a:rect l="l" t="t" r="r" b="b"/>
              <a:pathLst>
                <a:path w="177" h="358">
                  <a:moveTo>
                    <a:pt x="91" y="0"/>
                  </a:moveTo>
                  <a:lnTo>
                    <a:pt x="177" y="37"/>
                  </a:lnTo>
                  <a:lnTo>
                    <a:pt x="124" y="94"/>
                  </a:lnTo>
                  <a:lnTo>
                    <a:pt x="148" y="141"/>
                  </a:lnTo>
                  <a:lnTo>
                    <a:pt x="0" y="35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4c505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8" name="Rectangle 66"/>
            <p:cNvSpPr/>
            <p:nvPr/>
          </p:nvSpPr>
          <p:spPr>
            <a:xfrm>
              <a:off x="4310640" y="3097080"/>
              <a:ext cx="140760" cy="32040"/>
            </a:xfrm>
            <a:prstGeom prst="rect">
              <a:avLst/>
            </a:prstGeom>
            <a:solidFill>
              <a:srgbClr val="6266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9" name="Rectangle 67"/>
            <p:cNvSpPr/>
            <p:nvPr/>
          </p:nvSpPr>
          <p:spPr>
            <a:xfrm>
              <a:off x="4695480" y="3097080"/>
              <a:ext cx="140760" cy="32040"/>
            </a:xfrm>
            <a:prstGeom prst="rect">
              <a:avLst/>
            </a:prstGeom>
            <a:solidFill>
              <a:srgbClr val="6266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0" name="Freeform: Shape 68"/>
            <p:cNvSpPr/>
            <p:nvPr/>
          </p:nvSpPr>
          <p:spPr>
            <a:xfrm>
              <a:off x="4347000" y="1718280"/>
              <a:ext cx="460800" cy="369000"/>
            </a:xfrm>
            <a:custGeom>
              <a:avLst/>
              <a:gdLst/>
              <a:ahLst/>
              <a:rect l="l" t="t" r="r" b="b"/>
              <a:pathLst>
                <a:path w="341" h="273">
                  <a:moveTo>
                    <a:pt x="41" y="273"/>
                  </a:moveTo>
                  <a:cubicBezTo>
                    <a:pt x="41" y="273"/>
                    <a:pt x="2" y="263"/>
                    <a:pt x="1" y="140"/>
                  </a:cubicBezTo>
                  <a:cubicBezTo>
                    <a:pt x="0" y="18"/>
                    <a:pt x="134" y="0"/>
                    <a:pt x="151" y="2"/>
                  </a:cubicBezTo>
                  <a:cubicBezTo>
                    <a:pt x="167" y="5"/>
                    <a:pt x="252" y="38"/>
                    <a:pt x="261" y="28"/>
                  </a:cubicBezTo>
                  <a:cubicBezTo>
                    <a:pt x="270" y="17"/>
                    <a:pt x="279" y="2"/>
                    <a:pt x="279" y="2"/>
                  </a:cubicBezTo>
                  <a:cubicBezTo>
                    <a:pt x="279" y="2"/>
                    <a:pt x="341" y="29"/>
                    <a:pt x="336" y="128"/>
                  </a:cubicBezTo>
                  <a:cubicBezTo>
                    <a:pt x="331" y="228"/>
                    <a:pt x="298" y="264"/>
                    <a:pt x="298" y="264"/>
                  </a:cubicBezTo>
                  <a:cubicBezTo>
                    <a:pt x="288" y="176"/>
                    <a:pt x="288" y="176"/>
                    <a:pt x="288" y="176"/>
                  </a:cubicBezTo>
                  <a:cubicBezTo>
                    <a:pt x="288" y="176"/>
                    <a:pt x="287" y="192"/>
                    <a:pt x="279" y="192"/>
                  </a:cubicBezTo>
                  <a:cubicBezTo>
                    <a:pt x="272" y="192"/>
                    <a:pt x="162" y="203"/>
                    <a:pt x="105" y="177"/>
                  </a:cubicBezTo>
                  <a:cubicBezTo>
                    <a:pt x="49" y="152"/>
                    <a:pt x="43" y="188"/>
                    <a:pt x="43" y="188"/>
                  </a:cubicBezTo>
                  <a:cubicBezTo>
                    <a:pt x="43" y="188"/>
                    <a:pt x="27" y="254"/>
                    <a:pt x="41" y="27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1" name="Freeform: Shape 69"/>
            <p:cNvSpPr/>
            <p:nvPr/>
          </p:nvSpPr>
          <p:spPr>
            <a:xfrm>
              <a:off x="4254840" y="3297960"/>
              <a:ext cx="642240" cy="161640"/>
            </a:xfrm>
            <a:custGeom>
              <a:avLst/>
              <a:gdLst/>
              <a:ahLst/>
              <a:rect l="l" t="t" r="r" b="b"/>
              <a:pathLst>
                <a:path w="497" h="126">
                  <a:moveTo>
                    <a:pt x="0" y="0"/>
                  </a:moveTo>
                  <a:lnTo>
                    <a:pt x="497" y="0"/>
                  </a:lnTo>
                  <a:lnTo>
                    <a:pt x="497" y="72"/>
                  </a:lnTo>
                  <a:lnTo>
                    <a:pt x="242" y="126"/>
                  </a:lnTo>
                  <a:lnTo>
                    <a:pt x="0" y="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2" name="Freeform: Shape 70"/>
            <p:cNvSpPr/>
            <p:nvPr/>
          </p:nvSpPr>
          <p:spPr>
            <a:xfrm>
              <a:off x="4286160" y="3195720"/>
              <a:ext cx="991080" cy="578880"/>
            </a:xfrm>
            <a:custGeom>
              <a:avLst/>
              <a:gdLst/>
              <a:ahLst/>
              <a:rect l="l" t="t" r="r" b="b"/>
              <a:pathLst>
                <a:path w="731" h="428">
                  <a:moveTo>
                    <a:pt x="73" y="423"/>
                  </a:moveTo>
                  <a:cubicBezTo>
                    <a:pt x="285" y="365"/>
                    <a:pt x="496" y="282"/>
                    <a:pt x="703" y="175"/>
                  </a:cubicBezTo>
                  <a:cubicBezTo>
                    <a:pt x="722" y="165"/>
                    <a:pt x="731" y="143"/>
                    <a:pt x="723" y="126"/>
                  </a:cubicBezTo>
                  <a:cubicBezTo>
                    <a:pt x="708" y="91"/>
                    <a:pt x="693" y="57"/>
                    <a:pt x="678" y="23"/>
                  </a:cubicBezTo>
                  <a:cubicBezTo>
                    <a:pt x="670" y="6"/>
                    <a:pt x="649" y="0"/>
                    <a:pt x="632" y="9"/>
                  </a:cubicBezTo>
                  <a:cubicBezTo>
                    <a:pt x="433" y="114"/>
                    <a:pt x="231" y="194"/>
                    <a:pt x="29" y="251"/>
                  </a:cubicBezTo>
                  <a:cubicBezTo>
                    <a:pt x="11" y="256"/>
                    <a:pt x="0" y="274"/>
                    <a:pt x="5" y="292"/>
                  </a:cubicBezTo>
                  <a:cubicBezTo>
                    <a:pt x="14" y="328"/>
                    <a:pt x="23" y="363"/>
                    <a:pt x="32" y="399"/>
                  </a:cubicBezTo>
                  <a:cubicBezTo>
                    <a:pt x="36" y="417"/>
                    <a:pt x="54" y="428"/>
                    <a:pt x="73" y="42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3" name="Freeform: Shape 71"/>
            <p:cNvSpPr/>
            <p:nvPr/>
          </p:nvSpPr>
          <p:spPr>
            <a:xfrm>
              <a:off x="4236840" y="3561120"/>
              <a:ext cx="168120" cy="236520"/>
            </a:xfrm>
            <a:custGeom>
              <a:avLst/>
              <a:gdLst/>
              <a:ahLst/>
              <a:rect l="l" t="t" r="r" b="b"/>
              <a:pathLst>
                <a:path w="125" h="176">
                  <a:moveTo>
                    <a:pt x="102" y="73"/>
                  </a:moveTo>
                  <a:cubicBezTo>
                    <a:pt x="80" y="0"/>
                    <a:pt x="43" y="5"/>
                    <a:pt x="43" y="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4" y="97"/>
                    <a:pt x="24" y="97"/>
                    <a:pt x="24" y="97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92" y="163"/>
                    <a:pt x="92" y="163"/>
                    <a:pt x="92" y="163"/>
                  </a:cubicBezTo>
                  <a:cubicBezTo>
                    <a:pt x="92" y="163"/>
                    <a:pt x="125" y="145"/>
                    <a:pt x="102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4" name="Freeform: Shape 72"/>
            <p:cNvSpPr/>
            <p:nvPr/>
          </p:nvSpPr>
          <p:spPr>
            <a:xfrm>
              <a:off x="4147560" y="3562560"/>
              <a:ext cx="217080" cy="279360"/>
            </a:xfrm>
            <a:custGeom>
              <a:avLst/>
              <a:gdLst/>
              <a:ahLst/>
              <a:rect l="l" t="t" r="r" b="b"/>
              <a:pathLst>
                <a:path w="162" h="207">
                  <a:moveTo>
                    <a:pt x="57" y="207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77" y="0"/>
                    <a:pt x="131" y="28"/>
                    <a:pt x="147" y="79"/>
                  </a:cubicBezTo>
                  <a:cubicBezTo>
                    <a:pt x="162" y="129"/>
                    <a:pt x="134" y="183"/>
                    <a:pt x="84" y="199"/>
                  </a:cubicBezTo>
                  <a:lnTo>
                    <a:pt x="57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5" name="Freeform: Shape 73"/>
            <p:cNvSpPr/>
            <p:nvPr/>
          </p:nvSpPr>
          <p:spPr>
            <a:xfrm>
              <a:off x="4125240" y="3585960"/>
              <a:ext cx="99360" cy="268920"/>
            </a:xfrm>
            <a:custGeom>
              <a:avLst/>
              <a:gdLst/>
              <a:ahLst/>
              <a:rect l="l" t="t" r="r" b="b"/>
              <a:pathLst>
                <a:path w="78" h="209">
                  <a:moveTo>
                    <a:pt x="64" y="209"/>
                  </a:moveTo>
                  <a:lnTo>
                    <a:pt x="0" y="5"/>
                  </a:lnTo>
                  <a:lnTo>
                    <a:pt x="14" y="0"/>
                  </a:lnTo>
                  <a:lnTo>
                    <a:pt x="78" y="205"/>
                  </a:lnTo>
                  <a:lnTo>
                    <a:pt x="6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6" name="Freeform: Shape 74"/>
            <p:cNvSpPr/>
            <p:nvPr/>
          </p:nvSpPr>
          <p:spPr>
            <a:xfrm>
              <a:off x="3870000" y="3193200"/>
              <a:ext cx="1002600" cy="594360"/>
            </a:xfrm>
            <a:custGeom>
              <a:avLst/>
              <a:gdLst/>
              <a:ahLst/>
              <a:rect l="l" t="t" r="r" b="b"/>
              <a:pathLst>
                <a:path w="740" h="439">
                  <a:moveTo>
                    <a:pt x="23" y="163"/>
                  </a:moveTo>
                  <a:cubicBezTo>
                    <a:pt x="213" y="271"/>
                    <a:pt x="421" y="362"/>
                    <a:pt x="644" y="433"/>
                  </a:cubicBezTo>
                  <a:cubicBezTo>
                    <a:pt x="663" y="439"/>
                    <a:pt x="686" y="430"/>
                    <a:pt x="693" y="412"/>
                  </a:cubicBezTo>
                  <a:cubicBezTo>
                    <a:pt x="707" y="377"/>
                    <a:pt x="720" y="343"/>
                    <a:pt x="733" y="308"/>
                  </a:cubicBezTo>
                  <a:cubicBezTo>
                    <a:pt x="740" y="290"/>
                    <a:pt x="729" y="271"/>
                    <a:pt x="710" y="265"/>
                  </a:cubicBezTo>
                  <a:cubicBezTo>
                    <a:pt x="496" y="199"/>
                    <a:pt x="297" y="112"/>
                    <a:pt x="114" y="10"/>
                  </a:cubicBezTo>
                  <a:cubicBezTo>
                    <a:pt x="97" y="0"/>
                    <a:pt x="77" y="6"/>
                    <a:pt x="67" y="22"/>
                  </a:cubicBezTo>
                  <a:cubicBezTo>
                    <a:pt x="49" y="54"/>
                    <a:pt x="30" y="85"/>
                    <a:pt x="10" y="117"/>
                  </a:cubicBezTo>
                  <a:cubicBezTo>
                    <a:pt x="0" y="132"/>
                    <a:pt x="6" y="153"/>
                    <a:pt x="23" y="16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7" name="Freeform: Shape 75"/>
            <p:cNvSpPr/>
            <p:nvPr/>
          </p:nvSpPr>
          <p:spPr>
            <a:xfrm>
              <a:off x="4742280" y="3561120"/>
              <a:ext cx="168120" cy="236520"/>
            </a:xfrm>
            <a:custGeom>
              <a:avLst/>
              <a:gdLst/>
              <a:ahLst/>
              <a:rect l="l" t="t" r="r" b="b"/>
              <a:pathLst>
                <a:path w="125" h="176">
                  <a:moveTo>
                    <a:pt x="23" y="73"/>
                  </a:moveTo>
                  <a:cubicBezTo>
                    <a:pt x="45" y="0"/>
                    <a:pt x="82" y="5"/>
                    <a:pt x="82" y="5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76" y="176"/>
                    <a:pt x="76" y="176"/>
                    <a:pt x="76" y="176"/>
                  </a:cubicBezTo>
                  <a:cubicBezTo>
                    <a:pt x="33" y="163"/>
                    <a:pt x="33" y="163"/>
                    <a:pt x="33" y="163"/>
                  </a:cubicBezTo>
                  <a:cubicBezTo>
                    <a:pt x="33" y="163"/>
                    <a:pt x="0" y="145"/>
                    <a:pt x="23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8" name="Freeform: Shape 76"/>
            <p:cNvSpPr/>
            <p:nvPr/>
          </p:nvSpPr>
          <p:spPr>
            <a:xfrm>
              <a:off x="4782600" y="3562560"/>
              <a:ext cx="217080" cy="279360"/>
            </a:xfrm>
            <a:custGeom>
              <a:avLst/>
              <a:gdLst/>
              <a:ahLst/>
              <a:rect l="l" t="t" r="r" b="b"/>
              <a:pathLst>
                <a:path w="162" h="207">
                  <a:moveTo>
                    <a:pt x="105" y="207"/>
                  </a:moveTo>
                  <a:cubicBezTo>
                    <a:pt x="162" y="24"/>
                    <a:pt x="162" y="24"/>
                    <a:pt x="162" y="24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85" y="0"/>
                    <a:pt x="31" y="28"/>
                    <a:pt x="15" y="79"/>
                  </a:cubicBezTo>
                  <a:cubicBezTo>
                    <a:pt x="0" y="129"/>
                    <a:pt x="28" y="183"/>
                    <a:pt x="78" y="199"/>
                  </a:cubicBezTo>
                  <a:lnTo>
                    <a:pt x="105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9" name="Freeform: Shape 77"/>
            <p:cNvSpPr/>
            <p:nvPr/>
          </p:nvSpPr>
          <p:spPr>
            <a:xfrm>
              <a:off x="4922280" y="3585960"/>
              <a:ext cx="99360" cy="268920"/>
            </a:xfrm>
            <a:custGeom>
              <a:avLst/>
              <a:gdLst/>
              <a:ahLst/>
              <a:rect l="l" t="t" r="r" b="b"/>
              <a:pathLst>
                <a:path w="78" h="209">
                  <a:moveTo>
                    <a:pt x="14" y="209"/>
                  </a:moveTo>
                  <a:lnTo>
                    <a:pt x="78" y="5"/>
                  </a:lnTo>
                  <a:lnTo>
                    <a:pt x="64" y="0"/>
                  </a:lnTo>
                  <a:lnTo>
                    <a:pt x="0" y="205"/>
                  </a:lnTo>
                  <a:lnTo>
                    <a:pt x="1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0" name="Rectangle 78"/>
            <p:cNvSpPr/>
            <p:nvPr/>
          </p:nvSpPr>
          <p:spPr>
            <a:xfrm>
              <a:off x="4512960" y="3297960"/>
              <a:ext cx="121320" cy="29160"/>
            </a:xfrm>
            <a:prstGeom prst="rect">
              <a:avLst/>
            </a:prstGeom>
            <a:solidFill>
              <a:srgbClr val="b9bcc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1" name="Freeform: Shape 79"/>
            <p:cNvSpPr/>
            <p:nvPr/>
          </p:nvSpPr>
          <p:spPr>
            <a:xfrm>
              <a:off x="4277160" y="3291480"/>
              <a:ext cx="296280" cy="68040"/>
            </a:xfrm>
            <a:custGeom>
              <a:avLst/>
              <a:gdLst/>
              <a:ahLst/>
              <a:rect l="l" t="t" r="r" b="b"/>
              <a:pathLst>
                <a:path w="230" h="54">
                  <a:moveTo>
                    <a:pt x="230" y="0"/>
                  </a:moveTo>
                  <a:lnTo>
                    <a:pt x="169" y="54"/>
                  </a:lnTo>
                  <a:lnTo>
                    <a:pt x="0" y="5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2" name="Freeform: Shape 80"/>
            <p:cNvSpPr/>
            <p:nvPr/>
          </p:nvSpPr>
          <p:spPr>
            <a:xfrm>
              <a:off x="4575240" y="3291480"/>
              <a:ext cx="294840" cy="68040"/>
            </a:xfrm>
            <a:custGeom>
              <a:avLst/>
              <a:gdLst/>
              <a:ahLst/>
              <a:rect l="l" t="t" r="r" b="b"/>
              <a:pathLst>
                <a:path w="229" h="54">
                  <a:moveTo>
                    <a:pt x="0" y="0"/>
                  </a:moveTo>
                  <a:lnTo>
                    <a:pt x="60" y="54"/>
                  </a:lnTo>
                  <a:lnTo>
                    <a:pt x="229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23" name="组合 102"/>
          <p:cNvGrpSpPr/>
          <p:nvPr/>
        </p:nvGrpSpPr>
        <p:grpSpPr>
          <a:xfrm>
            <a:off x="539640" y="1537920"/>
            <a:ext cx="8065800" cy="2428920"/>
            <a:chOff x="539640" y="1537920"/>
            <a:chExt cx="8065800" cy="2428920"/>
          </a:xfrm>
        </p:grpSpPr>
        <p:grpSp>
          <p:nvGrpSpPr>
            <p:cNvPr id="724" name="组合 1"/>
            <p:cNvGrpSpPr/>
            <p:nvPr/>
          </p:nvGrpSpPr>
          <p:grpSpPr>
            <a:xfrm>
              <a:off x="539640" y="1537920"/>
              <a:ext cx="2761200" cy="2428920"/>
              <a:chOff x="539640" y="1537920"/>
              <a:chExt cx="2761200" cy="2428920"/>
            </a:xfrm>
          </p:grpSpPr>
          <p:sp>
            <p:nvSpPr>
              <p:cNvPr id="725" name="Rectangle 5"/>
              <p:cNvSpPr/>
              <p:nvPr/>
            </p:nvSpPr>
            <p:spPr>
              <a:xfrm>
                <a:off x="2764800" y="1537920"/>
                <a:ext cx="536040" cy="5360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26" name="Freeform: Shape 6"/>
              <p:cNvSpPr/>
              <p:nvPr/>
            </p:nvSpPr>
            <p:spPr>
              <a:xfrm>
                <a:off x="2901600" y="1662840"/>
                <a:ext cx="262080" cy="264960"/>
              </a:xfrm>
              <a:custGeom>
                <a:avLst/>
                <a:gdLst/>
                <a:ahLst/>
                <a:rect l="l" t="t" r="r" b="b"/>
                <a:pathLst>
                  <a:path w="306" h="309">
                    <a:moveTo>
                      <a:pt x="138" y="226"/>
                    </a:moveTo>
                    <a:cubicBezTo>
                      <a:pt x="141" y="227"/>
                      <a:pt x="145" y="229"/>
                      <a:pt x="149" y="229"/>
                    </a:cubicBezTo>
                    <a:cubicBezTo>
                      <a:pt x="164" y="232"/>
                      <a:pt x="182" y="227"/>
                      <a:pt x="198" y="216"/>
                    </a:cubicBezTo>
                    <a:cubicBezTo>
                      <a:pt x="215" y="204"/>
                      <a:pt x="226" y="186"/>
                      <a:pt x="226" y="169"/>
                    </a:cubicBezTo>
                    <a:cubicBezTo>
                      <a:pt x="226" y="160"/>
                      <a:pt x="220" y="151"/>
                      <a:pt x="215" y="147"/>
                    </a:cubicBezTo>
                    <a:cubicBezTo>
                      <a:pt x="210" y="170"/>
                      <a:pt x="193" y="193"/>
                      <a:pt x="171" y="209"/>
                    </a:cubicBezTo>
                    <a:cubicBezTo>
                      <a:pt x="160" y="216"/>
                      <a:pt x="149" y="222"/>
                      <a:pt x="138" y="226"/>
                    </a:cubicBezTo>
                    <a:close/>
                    <a:moveTo>
                      <a:pt x="80" y="107"/>
                    </a:moveTo>
                    <a:cubicBezTo>
                      <a:pt x="98" y="76"/>
                      <a:pt x="122" y="47"/>
                      <a:pt x="142" y="15"/>
                    </a:cubicBezTo>
                    <a:cubicBezTo>
                      <a:pt x="151" y="1"/>
                      <a:pt x="154" y="0"/>
                      <a:pt x="164" y="16"/>
                    </a:cubicBezTo>
                    <a:cubicBezTo>
                      <a:pt x="183" y="47"/>
                      <a:pt x="207" y="76"/>
                      <a:pt x="225" y="107"/>
                    </a:cubicBezTo>
                    <a:cubicBezTo>
                      <a:pt x="234" y="122"/>
                      <a:pt x="241" y="138"/>
                      <a:pt x="241" y="153"/>
                    </a:cubicBezTo>
                    <a:cubicBezTo>
                      <a:pt x="241" y="190"/>
                      <a:pt x="221" y="222"/>
                      <a:pt x="193" y="237"/>
                    </a:cubicBezTo>
                    <a:cubicBezTo>
                      <a:pt x="167" y="251"/>
                      <a:pt x="137" y="251"/>
                      <a:pt x="112" y="237"/>
                    </a:cubicBezTo>
                    <a:cubicBezTo>
                      <a:pt x="84" y="221"/>
                      <a:pt x="65" y="190"/>
                      <a:pt x="65" y="153"/>
                    </a:cubicBezTo>
                    <a:cubicBezTo>
                      <a:pt x="65" y="138"/>
                      <a:pt x="71" y="122"/>
                      <a:pt x="80" y="107"/>
                    </a:cubicBezTo>
                    <a:close/>
                    <a:moveTo>
                      <a:pt x="153" y="277"/>
                    </a:moveTo>
                    <a:cubicBezTo>
                      <a:pt x="178" y="277"/>
                      <a:pt x="218" y="273"/>
                      <a:pt x="238" y="257"/>
                    </a:cubicBezTo>
                    <a:cubicBezTo>
                      <a:pt x="251" y="247"/>
                      <a:pt x="250" y="236"/>
                      <a:pt x="237" y="226"/>
                    </a:cubicBezTo>
                    <a:cubicBezTo>
                      <a:pt x="236" y="226"/>
                      <a:pt x="235" y="225"/>
                      <a:pt x="234" y="224"/>
                    </a:cubicBezTo>
                    <a:cubicBezTo>
                      <a:pt x="239" y="218"/>
                      <a:pt x="243" y="212"/>
                      <a:pt x="246" y="205"/>
                    </a:cubicBezTo>
                    <a:cubicBezTo>
                      <a:pt x="267" y="213"/>
                      <a:pt x="306" y="232"/>
                      <a:pt x="295" y="260"/>
                    </a:cubicBezTo>
                    <a:cubicBezTo>
                      <a:pt x="289" y="277"/>
                      <a:pt x="268" y="288"/>
                      <a:pt x="252" y="294"/>
                    </a:cubicBezTo>
                    <a:cubicBezTo>
                      <a:pt x="225" y="304"/>
                      <a:pt x="189" y="309"/>
                      <a:pt x="153" y="309"/>
                    </a:cubicBezTo>
                    <a:cubicBezTo>
                      <a:pt x="116" y="309"/>
                      <a:pt x="80" y="304"/>
                      <a:pt x="53" y="294"/>
                    </a:cubicBezTo>
                    <a:cubicBezTo>
                      <a:pt x="38" y="288"/>
                      <a:pt x="16" y="277"/>
                      <a:pt x="10" y="260"/>
                    </a:cubicBezTo>
                    <a:cubicBezTo>
                      <a:pt x="0" y="232"/>
                      <a:pt x="38" y="213"/>
                      <a:pt x="60" y="205"/>
                    </a:cubicBezTo>
                    <a:cubicBezTo>
                      <a:pt x="63" y="212"/>
                      <a:pt x="67" y="218"/>
                      <a:pt x="71" y="224"/>
                    </a:cubicBezTo>
                    <a:cubicBezTo>
                      <a:pt x="70" y="225"/>
                      <a:pt x="70" y="226"/>
                      <a:pt x="69" y="226"/>
                    </a:cubicBezTo>
                    <a:cubicBezTo>
                      <a:pt x="56" y="236"/>
                      <a:pt x="54" y="247"/>
                      <a:pt x="67" y="257"/>
                    </a:cubicBezTo>
                    <a:cubicBezTo>
                      <a:pt x="88" y="273"/>
                      <a:pt x="128" y="277"/>
                      <a:pt x="153" y="277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7" name="Freeform: Shape 7"/>
              <p:cNvSpPr/>
              <p:nvPr/>
            </p:nvSpPr>
            <p:spPr>
              <a:xfrm rot="5400000">
                <a:off x="2765880" y="1536480"/>
                <a:ext cx="532440" cy="53532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728" name="Group 1"/>
              <p:cNvGrpSpPr/>
              <p:nvPr/>
            </p:nvGrpSpPr>
            <p:grpSpPr>
              <a:xfrm>
                <a:off x="539640" y="1544760"/>
                <a:ext cx="2037960" cy="565920"/>
                <a:chOff x="539640" y="1544760"/>
                <a:chExt cx="2037960" cy="565920"/>
              </a:xfrm>
            </p:grpSpPr>
            <p:sp>
              <p:nvSpPr>
                <p:cNvPr id="729" name="TextBox 18"/>
                <p:cNvSpPr/>
                <p:nvPr/>
              </p:nvSpPr>
              <p:spPr>
                <a:xfrm>
                  <a:off x="1656000" y="1544760"/>
                  <a:ext cx="921600" cy="182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b">
                  <a:normAutofit fontScale="75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  <p:sp>
              <p:nvSpPr>
                <p:cNvPr id="730" name="Rectangle 19"/>
                <p:cNvSpPr/>
                <p:nvPr/>
              </p:nvSpPr>
              <p:spPr>
                <a:xfrm>
                  <a:off x="539640" y="1731600"/>
                  <a:ext cx="2037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 fontScale="93000"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100" spc="-1" strike="noStrike">
                    <a:latin typeface="Arial"/>
                  </a:endParaRPr>
                </a:p>
              </p:txBody>
            </p:sp>
          </p:grpSp>
          <p:sp>
            <p:nvSpPr>
              <p:cNvPr id="731" name="Rectangle 104"/>
              <p:cNvSpPr/>
              <p:nvPr/>
            </p:nvSpPr>
            <p:spPr>
              <a:xfrm>
                <a:off x="2764800" y="2469960"/>
                <a:ext cx="536040" cy="5360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32" name="Freeform: Shape 105"/>
              <p:cNvSpPr/>
              <p:nvPr/>
            </p:nvSpPr>
            <p:spPr>
              <a:xfrm>
                <a:off x="2916720" y="2602800"/>
                <a:ext cx="245880" cy="253080"/>
              </a:xfrm>
              <a:custGeom>
                <a:avLst/>
                <a:gdLst/>
                <a:ahLst/>
                <a:rect l="l" t="t" r="r" b="b"/>
                <a:pathLst>
                  <a:path w="88" h="90">
                    <a:moveTo>
                      <a:pt x="26" y="68"/>
                    </a:moveTo>
                    <a:cubicBezTo>
                      <a:pt x="8" y="86"/>
                      <a:pt x="8" y="86"/>
                      <a:pt x="8" y="86"/>
                    </a:cubicBezTo>
                    <a:cubicBezTo>
                      <a:pt x="6" y="89"/>
                      <a:pt x="3" y="90"/>
                      <a:pt x="1" y="89"/>
                    </a:cubicBezTo>
                    <a:cubicBezTo>
                      <a:pt x="0" y="88"/>
                      <a:pt x="1" y="84"/>
                      <a:pt x="4" y="8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" y="41"/>
                      <a:pt x="13" y="41"/>
                      <a:pt x="23" y="44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7" y="9"/>
                      <a:pt x="47" y="5"/>
                      <a:pt x="49" y="3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8" y="31"/>
                      <a:pt x="88" y="35"/>
                      <a:pt x="86" y="38"/>
                    </a:cubicBezTo>
                    <a:cubicBezTo>
                      <a:pt x="83" y="40"/>
                      <a:pt x="79" y="41"/>
                      <a:pt x="77" y="38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9" y="76"/>
                      <a:pt x="49" y="86"/>
                      <a:pt x="46" y="88"/>
                    </a:cubicBezTo>
                    <a:lnTo>
                      <a:pt x="26" y="68"/>
                    </a:lnTo>
                    <a:close/>
                    <a:moveTo>
                      <a:pt x="55" y="31"/>
                    </a:moveTo>
                    <a:cubicBezTo>
                      <a:pt x="57" y="30"/>
                      <a:pt x="57" y="28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4" y="25"/>
                      <a:pt x="52" y="25"/>
                      <a:pt x="51" y="26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1" y="45"/>
                      <a:pt x="31" y="47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9"/>
                      <a:pt x="35" y="49"/>
                      <a:pt x="37" y="48"/>
                    </a:cubicBezTo>
                    <a:lnTo>
                      <a:pt x="55" y="31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3" name="Freeform: Shape 103"/>
              <p:cNvSpPr/>
              <p:nvPr/>
            </p:nvSpPr>
            <p:spPr>
              <a:xfrm rot="5400000">
                <a:off x="2765880" y="2473200"/>
                <a:ext cx="532440" cy="53532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4" name="Rectangle 109"/>
              <p:cNvSpPr/>
              <p:nvPr/>
            </p:nvSpPr>
            <p:spPr>
              <a:xfrm>
                <a:off x="2764800" y="3377880"/>
                <a:ext cx="536040" cy="5360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35" name="Freeform: Shape 110"/>
              <p:cNvSpPr/>
              <p:nvPr/>
            </p:nvSpPr>
            <p:spPr>
              <a:xfrm>
                <a:off x="2874960" y="3487680"/>
                <a:ext cx="308520" cy="289080"/>
              </a:xfrm>
              <a:custGeom>
                <a:avLst/>
                <a:gdLst/>
                <a:ahLst/>
                <a:rect l="l" t="t" r="r" b="b"/>
                <a:pathLst>
                  <a:path w="20993" h="2144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6" name="Freeform: Shape 108"/>
              <p:cNvSpPr/>
              <p:nvPr/>
            </p:nvSpPr>
            <p:spPr>
              <a:xfrm rot="5400000">
                <a:off x="2765880" y="3378240"/>
                <a:ext cx="532440" cy="53532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737" name="Group 101"/>
              <p:cNvGrpSpPr/>
              <p:nvPr/>
            </p:nvGrpSpPr>
            <p:grpSpPr>
              <a:xfrm>
                <a:off x="539640" y="2506680"/>
                <a:ext cx="2037960" cy="565920"/>
                <a:chOff x="539640" y="2506680"/>
                <a:chExt cx="2037960" cy="565920"/>
              </a:xfrm>
            </p:grpSpPr>
            <p:sp>
              <p:nvSpPr>
                <p:cNvPr id="738" name="TextBox 102"/>
                <p:cNvSpPr/>
                <p:nvPr/>
              </p:nvSpPr>
              <p:spPr>
                <a:xfrm>
                  <a:off x="1656000" y="2506680"/>
                  <a:ext cx="921600" cy="182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b">
                  <a:normAutofit fontScale="75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  <p:sp>
              <p:nvSpPr>
                <p:cNvPr id="739" name="Rectangle 106"/>
                <p:cNvSpPr/>
                <p:nvPr/>
              </p:nvSpPr>
              <p:spPr>
                <a:xfrm>
                  <a:off x="539640" y="2693520"/>
                  <a:ext cx="2037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 fontScale="93000"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100" spc="-1" strike="noStrike">
                    <a:latin typeface="Arial"/>
                  </a:endParaRPr>
                </a:p>
              </p:txBody>
            </p:sp>
          </p:grpSp>
          <p:grpSp>
            <p:nvGrpSpPr>
              <p:cNvPr id="740" name="Group 107"/>
              <p:cNvGrpSpPr/>
              <p:nvPr/>
            </p:nvGrpSpPr>
            <p:grpSpPr>
              <a:xfrm>
                <a:off x="539640" y="3400920"/>
                <a:ext cx="2037960" cy="565920"/>
                <a:chOff x="539640" y="3400920"/>
                <a:chExt cx="2037960" cy="565920"/>
              </a:xfrm>
            </p:grpSpPr>
            <p:sp>
              <p:nvSpPr>
                <p:cNvPr id="741" name="TextBox 111"/>
                <p:cNvSpPr/>
                <p:nvPr/>
              </p:nvSpPr>
              <p:spPr>
                <a:xfrm>
                  <a:off x="1656000" y="3400920"/>
                  <a:ext cx="921600" cy="182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b">
                  <a:normAutofit fontScale="75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  <p:sp>
              <p:nvSpPr>
                <p:cNvPr id="742" name="Rectangle 112"/>
                <p:cNvSpPr/>
                <p:nvPr/>
              </p:nvSpPr>
              <p:spPr>
                <a:xfrm>
                  <a:off x="539640" y="3587760"/>
                  <a:ext cx="2037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 fontScale="93000"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1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743" name="组合 101"/>
            <p:cNvGrpSpPr/>
            <p:nvPr/>
          </p:nvGrpSpPr>
          <p:grpSpPr>
            <a:xfrm>
              <a:off x="5865480" y="1537920"/>
              <a:ext cx="2739960" cy="2377080"/>
              <a:chOff x="5865480" y="1537920"/>
              <a:chExt cx="2739960" cy="2377080"/>
            </a:xfrm>
          </p:grpSpPr>
          <p:sp>
            <p:nvSpPr>
              <p:cNvPr id="744" name="Rectangle 82"/>
              <p:cNvSpPr/>
              <p:nvPr/>
            </p:nvSpPr>
            <p:spPr>
              <a:xfrm>
                <a:off x="5865480" y="1537920"/>
                <a:ext cx="536040" cy="5360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745" name="Group 83"/>
              <p:cNvGrpSpPr/>
              <p:nvPr/>
            </p:nvGrpSpPr>
            <p:grpSpPr>
              <a:xfrm>
                <a:off x="5983920" y="1675440"/>
                <a:ext cx="313920" cy="241200"/>
                <a:chOff x="5983920" y="1675440"/>
                <a:chExt cx="313920" cy="241200"/>
              </a:xfrm>
            </p:grpSpPr>
            <p:sp>
              <p:nvSpPr>
                <p:cNvPr id="746" name="Freeform: Shape 85"/>
                <p:cNvSpPr/>
                <p:nvPr/>
              </p:nvSpPr>
              <p:spPr>
                <a:xfrm>
                  <a:off x="5983920" y="1710360"/>
                  <a:ext cx="296640" cy="206280"/>
                </a:xfrm>
                <a:custGeom>
                  <a:avLst/>
                  <a:gdLst/>
                  <a:ahLst/>
                  <a:rect l="l" t="t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47" name="Freeform: Shape 86"/>
                <p:cNvSpPr/>
                <p:nvPr/>
              </p:nvSpPr>
              <p:spPr>
                <a:xfrm>
                  <a:off x="6077520" y="1675440"/>
                  <a:ext cx="220320" cy="198360"/>
                </a:xfrm>
                <a:custGeom>
                  <a:avLst/>
                  <a:gdLst/>
                  <a:ahLst/>
                  <a:rect l="l" t="t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748" name="Freeform: Shape 84"/>
              <p:cNvSpPr/>
              <p:nvPr/>
            </p:nvSpPr>
            <p:spPr>
              <a:xfrm rot="5400000">
                <a:off x="5866920" y="1536480"/>
                <a:ext cx="532440" cy="53532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49" name="Rectangle 90"/>
              <p:cNvSpPr/>
              <p:nvPr/>
            </p:nvSpPr>
            <p:spPr>
              <a:xfrm>
                <a:off x="5865480" y="2469960"/>
                <a:ext cx="536040" cy="5360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50" name="Freeform: Shape 91"/>
              <p:cNvSpPr/>
              <p:nvPr/>
            </p:nvSpPr>
            <p:spPr>
              <a:xfrm>
                <a:off x="5981040" y="2608200"/>
                <a:ext cx="285480" cy="245160"/>
              </a:xfrm>
              <a:custGeom>
                <a:avLst/>
                <a:gdLst/>
                <a:ahLst/>
                <a:rect l="l" t="t" r="r" b="b"/>
                <a:pathLst>
                  <a:path w="21332" h="21446">
                    <a:moveTo>
                      <a:pt x="9262" y="7207"/>
                    </a:moveTo>
                    <a:lnTo>
                      <a:pt x="14475" y="11108"/>
                    </a:lnTo>
                    <a:cubicBezTo>
                      <a:pt x="14915" y="11436"/>
                      <a:pt x="15500" y="11301"/>
                      <a:pt x="15796" y="10800"/>
                    </a:cubicBezTo>
                    <a:lnTo>
                      <a:pt x="21160" y="1771"/>
                    </a:lnTo>
                    <a:cubicBezTo>
                      <a:pt x="21464" y="1257"/>
                      <a:pt x="21354" y="555"/>
                      <a:pt x="20913" y="200"/>
                    </a:cubicBezTo>
                    <a:cubicBezTo>
                      <a:pt x="20472" y="-154"/>
                      <a:pt x="19869" y="-26"/>
                      <a:pt x="19564" y="487"/>
                    </a:cubicBezTo>
                    <a:lnTo>
                      <a:pt x="14734" y="8618"/>
                    </a:lnTo>
                    <a:lnTo>
                      <a:pt x="9490" y="4694"/>
                    </a:lnTo>
                    <a:cubicBezTo>
                      <a:pt x="9273" y="4532"/>
                      <a:pt x="9010" y="4478"/>
                      <a:pt x="8757" y="4541"/>
                    </a:cubicBezTo>
                    <a:cubicBezTo>
                      <a:pt x="8505" y="4607"/>
                      <a:pt x="8285" y="4785"/>
                      <a:pt x="8147" y="5039"/>
                    </a:cubicBezTo>
                    <a:lnTo>
                      <a:pt x="152" y="19712"/>
                    </a:lnTo>
                    <a:cubicBezTo>
                      <a:pt x="-136" y="20237"/>
                      <a:pt x="-2" y="20936"/>
                      <a:pt x="450" y="21269"/>
                    </a:cubicBezTo>
                    <a:cubicBezTo>
                      <a:pt x="611" y="21389"/>
                      <a:pt x="791" y="21446"/>
                      <a:pt x="969" y="21446"/>
                    </a:cubicBezTo>
                    <a:cubicBezTo>
                      <a:pt x="1290" y="21446"/>
                      <a:pt x="1604" y="21260"/>
                      <a:pt x="1788" y="20921"/>
                    </a:cubicBezTo>
                    <a:cubicBezTo>
                      <a:pt x="1788" y="20921"/>
                      <a:pt x="9262" y="7207"/>
                      <a:pt x="9262" y="7207"/>
                    </a:cubicBezTo>
                    <a:close/>
                    <a:moveTo>
                      <a:pt x="19712" y="12707"/>
                    </a:moveTo>
                    <a:lnTo>
                      <a:pt x="14952" y="17715"/>
                    </a:lnTo>
                    <a:lnTo>
                      <a:pt x="9355" y="12653"/>
                    </a:lnTo>
                    <a:cubicBezTo>
                      <a:pt x="9249" y="12556"/>
                      <a:pt x="9125" y="12487"/>
                      <a:pt x="8994" y="12450"/>
                    </a:cubicBezTo>
                    <a:lnTo>
                      <a:pt x="8249" y="12234"/>
                    </a:lnTo>
                    <a:lnTo>
                      <a:pt x="7154" y="14242"/>
                    </a:lnTo>
                    <a:lnTo>
                      <a:pt x="8327" y="14582"/>
                    </a:lnTo>
                    <a:lnTo>
                      <a:pt x="14404" y="20078"/>
                    </a:lnTo>
                    <a:cubicBezTo>
                      <a:pt x="14580" y="20237"/>
                      <a:pt x="14789" y="20317"/>
                      <a:pt x="14999" y="20317"/>
                    </a:cubicBezTo>
                    <a:cubicBezTo>
                      <a:pt x="15232" y="20317"/>
                      <a:pt x="15466" y="20218"/>
                      <a:pt x="15650" y="20026"/>
                    </a:cubicBezTo>
                    <a:lnTo>
                      <a:pt x="21012" y="14382"/>
                    </a:lnTo>
                    <a:cubicBezTo>
                      <a:pt x="21410" y="13963"/>
                      <a:pt x="21441" y="13250"/>
                      <a:pt x="21081" y="12788"/>
                    </a:cubicBezTo>
                    <a:cubicBezTo>
                      <a:pt x="20722" y="12325"/>
                      <a:pt x="20109" y="12289"/>
                      <a:pt x="19712" y="12707"/>
                    </a:cubicBezTo>
                    <a:close/>
                    <a:moveTo>
                      <a:pt x="735" y="12382"/>
                    </a:moveTo>
                    <a:lnTo>
                      <a:pt x="2190" y="12804"/>
                    </a:lnTo>
                    <a:lnTo>
                      <a:pt x="3284" y="10795"/>
                    </a:lnTo>
                    <a:lnTo>
                      <a:pt x="1204" y="10192"/>
                    </a:lnTo>
                    <a:cubicBezTo>
                      <a:pt x="683" y="10040"/>
                      <a:pt x="158" y="10410"/>
                      <a:pt x="28" y="11015"/>
                    </a:cubicBezTo>
                    <a:cubicBezTo>
                      <a:pt x="-100" y="11620"/>
                      <a:pt x="216" y="12231"/>
                      <a:pt x="735" y="123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1" name="Freeform: Shape 89"/>
              <p:cNvSpPr/>
              <p:nvPr/>
            </p:nvSpPr>
            <p:spPr>
              <a:xfrm rot="5400000">
                <a:off x="5866920" y="2473200"/>
                <a:ext cx="532440" cy="53532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2" name="Rectangle 95"/>
              <p:cNvSpPr/>
              <p:nvPr/>
            </p:nvSpPr>
            <p:spPr>
              <a:xfrm>
                <a:off x="5865480" y="3377880"/>
                <a:ext cx="536040" cy="5360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753" name="Group 96"/>
              <p:cNvGrpSpPr/>
              <p:nvPr/>
            </p:nvGrpSpPr>
            <p:grpSpPr>
              <a:xfrm>
                <a:off x="5978880" y="3529440"/>
                <a:ext cx="308520" cy="234360"/>
                <a:chOff x="5978880" y="3529440"/>
                <a:chExt cx="308520" cy="234360"/>
              </a:xfrm>
            </p:grpSpPr>
            <p:sp>
              <p:nvSpPr>
                <p:cNvPr id="754" name="Oval 97"/>
                <p:cNvSpPr/>
                <p:nvPr/>
              </p:nvSpPr>
              <p:spPr>
                <a:xfrm>
                  <a:off x="6096600" y="3694320"/>
                  <a:ext cx="69120" cy="69480"/>
                </a:xfrm>
                <a:prstGeom prst="ellipse">
                  <a:avLst/>
                </a:pr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55" name="Freeform: Shape 98"/>
                <p:cNvSpPr/>
                <p:nvPr/>
              </p:nvSpPr>
              <p:spPr>
                <a:xfrm>
                  <a:off x="6046920" y="3628440"/>
                  <a:ext cx="172440" cy="70920"/>
                </a:xfrm>
                <a:custGeom>
                  <a:avLst/>
                  <a:gdLst/>
                  <a:ahLst/>
                  <a:rect l="l" t="t" r="r" b="b"/>
                  <a:pathLst>
                    <a:path w="213" h="89">
                      <a:moveTo>
                        <a:pt x="105" y="31"/>
                      </a:moveTo>
                      <a:cubicBezTo>
                        <a:pt x="144" y="31"/>
                        <a:pt x="177" y="54"/>
                        <a:pt x="191" y="89"/>
                      </a:cubicBezTo>
                      <a:cubicBezTo>
                        <a:pt x="213" y="64"/>
                        <a:pt x="213" y="64"/>
                        <a:pt x="213" y="64"/>
                      </a:cubicBezTo>
                      <a:cubicBezTo>
                        <a:pt x="192" y="26"/>
                        <a:pt x="152" y="0"/>
                        <a:pt x="105" y="0"/>
                      </a:cubicBezTo>
                      <a:cubicBezTo>
                        <a:pt x="61" y="0"/>
                        <a:pt x="22" y="23"/>
                        <a:pt x="0" y="58"/>
                      </a:cubicBezTo>
                      <a:cubicBezTo>
                        <a:pt x="21" y="82"/>
                        <a:pt x="21" y="82"/>
                        <a:pt x="21" y="82"/>
                      </a:cubicBezTo>
                      <a:cubicBezTo>
                        <a:pt x="37" y="51"/>
                        <a:pt x="68" y="31"/>
                        <a:pt x="105" y="3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56" name="Freeform: Shape 99"/>
                <p:cNvSpPr/>
                <p:nvPr/>
              </p:nvSpPr>
              <p:spPr>
                <a:xfrm>
                  <a:off x="6016320" y="3580200"/>
                  <a:ext cx="234000" cy="82440"/>
                </a:xfrm>
                <a:custGeom>
                  <a:avLst/>
                  <a:gdLst/>
                  <a:ahLst/>
                  <a:rect l="l" t="t" r="r" b="b"/>
                  <a:pathLst>
                    <a:path w="288" h="103">
                      <a:moveTo>
                        <a:pt x="142" y="34"/>
                      </a:moveTo>
                      <a:cubicBezTo>
                        <a:pt x="194" y="34"/>
                        <a:pt x="239" y="62"/>
                        <a:pt x="264" y="103"/>
                      </a:cubicBezTo>
                      <a:cubicBezTo>
                        <a:pt x="288" y="76"/>
                        <a:pt x="288" y="76"/>
                        <a:pt x="288" y="76"/>
                      </a:cubicBezTo>
                      <a:cubicBezTo>
                        <a:pt x="256" y="30"/>
                        <a:pt x="202" y="0"/>
                        <a:pt x="142" y="0"/>
                      </a:cubicBezTo>
                      <a:cubicBezTo>
                        <a:pt x="84" y="0"/>
                        <a:pt x="32" y="28"/>
                        <a:pt x="0" y="71"/>
                      </a:cubicBezTo>
                      <a:cubicBezTo>
                        <a:pt x="23" y="97"/>
                        <a:pt x="23" y="97"/>
                        <a:pt x="23" y="97"/>
                      </a:cubicBezTo>
                      <a:cubicBezTo>
                        <a:pt x="49" y="59"/>
                        <a:pt x="93" y="34"/>
                        <a:pt x="142" y="3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57" name="Freeform: Shape 100"/>
                <p:cNvSpPr/>
                <p:nvPr/>
              </p:nvSpPr>
              <p:spPr>
                <a:xfrm>
                  <a:off x="5978880" y="3529440"/>
                  <a:ext cx="308520" cy="96480"/>
                </a:xfrm>
                <a:custGeom>
                  <a:avLst/>
                  <a:gdLst/>
                  <a:ahLst/>
                  <a:rect l="l" t="t" r="r" b="b"/>
                  <a:pathLst>
                    <a:path w="380" h="120">
                      <a:moveTo>
                        <a:pt x="188" y="36"/>
                      </a:moveTo>
                      <a:cubicBezTo>
                        <a:pt x="256" y="36"/>
                        <a:pt x="317" y="69"/>
                        <a:pt x="355" y="120"/>
                      </a:cubicBezTo>
                      <a:cubicBezTo>
                        <a:pt x="380" y="93"/>
                        <a:pt x="380" y="93"/>
                        <a:pt x="380" y="93"/>
                      </a:cubicBezTo>
                      <a:cubicBezTo>
                        <a:pt x="335" y="36"/>
                        <a:pt x="266" y="0"/>
                        <a:pt x="188" y="0"/>
                      </a:cubicBezTo>
                      <a:cubicBezTo>
                        <a:pt x="113" y="0"/>
                        <a:pt x="45" y="34"/>
                        <a:pt x="0" y="88"/>
                      </a:cubicBezTo>
                      <a:cubicBezTo>
                        <a:pt x="25" y="115"/>
                        <a:pt x="25" y="115"/>
                        <a:pt x="25" y="115"/>
                      </a:cubicBezTo>
                      <a:cubicBezTo>
                        <a:pt x="63" y="67"/>
                        <a:pt x="122" y="36"/>
                        <a:pt x="188" y="3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758" name="Freeform: Shape 94"/>
              <p:cNvSpPr/>
              <p:nvPr/>
            </p:nvSpPr>
            <p:spPr>
              <a:xfrm rot="5400000">
                <a:off x="5866920" y="3380040"/>
                <a:ext cx="532440" cy="53532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759" name="Group 113"/>
              <p:cNvGrpSpPr/>
              <p:nvPr/>
            </p:nvGrpSpPr>
            <p:grpSpPr>
              <a:xfrm>
                <a:off x="6567840" y="1544760"/>
                <a:ext cx="2037600" cy="514080"/>
                <a:chOff x="6567840" y="1544760"/>
                <a:chExt cx="2037600" cy="514080"/>
              </a:xfrm>
            </p:grpSpPr>
            <p:sp>
              <p:nvSpPr>
                <p:cNvPr id="760" name="TextBox 114"/>
                <p:cNvSpPr/>
                <p:nvPr/>
              </p:nvSpPr>
              <p:spPr>
                <a:xfrm>
                  <a:off x="6567840" y="1544760"/>
                  <a:ext cx="921600" cy="182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rmAutofit fontScale="75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  <p:sp>
              <p:nvSpPr>
                <p:cNvPr id="761" name="Rectangle 115"/>
                <p:cNvSpPr/>
                <p:nvPr/>
              </p:nvSpPr>
              <p:spPr>
                <a:xfrm>
                  <a:off x="6567840" y="1679760"/>
                  <a:ext cx="2037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rmAutofit fontScale="93000"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100" spc="-1" strike="noStrike">
                    <a:latin typeface="Arial"/>
                  </a:endParaRPr>
                </a:p>
              </p:txBody>
            </p:sp>
          </p:grpSp>
          <p:grpSp>
            <p:nvGrpSpPr>
              <p:cNvPr id="762" name="Group 116"/>
              <p:cNvGrpSpPr/>
              <p:nvPr/>
            </p:nvGrpSpPr>
            <p:grpSpPr>
              <a:xfrm>
                <a:off x="6567840" y="2503080"/>
                <a:ext cx="2037600" cy="513720"/>
                <a:chOff x="6567840" y="2503080"/>
                <a:chExt cx="2037600" cy="513720"/>
              </a:xfrm>
            </p:grpSpPr>
            <p:sp>
              <p:nvSpPr>
                <p:cNvPr id="763" name="TextBox 117"/>
                <p:cNvSpPr/>
                <p:nvPr/>
              </p:nvSpPr>
              <p:spPr>
                <a:xfrm>
                  <a:off x="6567840" y="2503080"/>
                  <a:ext cx="921600" cy="182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rmAutofit fontScale="75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  <p:sp>
              <p:nvSpPr>
                <p:cNvPr id="764" name="Rectangle 118"/>
                <p:cNvSpPr/>
                <p:nvPr/>
              </p:nvSpPr>
              <p:spPr>
                <a:xfrm>
                  <a:off x="6567840" y="2637720"/>
                  <a:ext cx="2037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rmAutofit fontScale="93000"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100" spc="-1" strike="noStrike">
                    <a:latin typeface="Arial"/>
                  </a:endParaRPr>
                </a:p>
              </p:txBody>
            </p:sp>
          </p:grpSp>
          <p:grpSp>
            <p:nvGrpSpPr>
              <p:cNvPr id="765" name="Group 119"/>
              <p:cNvGrpSpPr/>
              <p:nvPr/>
            </p:nvGrpSpPr>
            <p:grpSpPr>
              <a:xfrm>
                <a:off x="6567840" y="3400920"/>
                <a:ext cx="2037600" cy="514080"/>
                <a:chOff x="6567840" y="3400920"/>
                <a:chExt cx="2037600" cy="514080"/>
              </a:xfrm>
            </p:grpSpPr>
            <p:sp>
              <p:nvSpPr>
                <p:cNvPr id="766" name="TextBox 120"/>
                <p:cNvSpPr/>
                <p:nvPr/>
              </p:nvSpPr>
              <p:spPr>
                <a:xfrm>
                  <a:off x="6567840" y="3400920"/>
                  <a:ext cx="921600" cy="182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rmAutofit fontScale="75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1" lang="en-HK" sz="1600" spc="-1" strike="noStrike">
                    <a:latin typeface="Arial"/>
                  </a:endParaRPr>
                </a:p>
              </p:txBody>
            </p:sp>
            <p:sp>
              <p:nvSpPr>
                <p:cNvPr id="767" name="Rectangle 121"/>
                <p:cNvSpPr/>
                <p:nvPr/>
              </p:nvSpPr>
              <p:spPr>
                <a:xfrm>
                  <a:off x="6567840" y="3535920"/>
                  <a:ext cx="2037600" cy="379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rmAutofit fontScale="93000"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100" spc="-1" strike="noStrike">
                    <a:latin typeface="Arial"/>
                  </a:endParaRPr>
                </a:p>
              </p:txBody>
            </p:sp>
          </p:grpSp>
        </p:grpSp>
      </p:grpSp>
      <p:grpSp>
        <p:nvGrpSpPr>
          <p:cNvPr id="768" name="组合 103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769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770" name="矩形 105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剪去单角的矩形 3"/>
          <p:cNvSpPr/>
          <p:nvPr/>
        </p:nvSpPr>
        <p:spPr>
          <a:xfrm>
            <a:off x="2776320" y="987480"/>
            <a:ext cx="4037040" cy="3148560"/>
          </a:xfrm>
          <a:prstGeom prst="snip1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772" name="组合 9"/>
          <p:cNvGrpSpPr/>
          <p:nvPr/>
        </p:nvGrpSpPr>
        <p:grpSpPr>
          <a:xfrm>
            <a:off x="1331640" y="1704960"/>
            <a:ext cx="1817640" cy="2684520"/>
            <a:chOff x="1331640" y="1704960"/>
            <a:chExt cx="1817640" cy="2684520"/>
          </a:xfrm>
        </p:grpSpPr>
        <p:sp>
          <p:nvSpPr>
            <p:cNvPr id="773" name="任意多边形 17"/>
            <p:cNvSpPr/>
            <p:nvPr/>
          </p:nvSpPr>
          <p:spPr>
            <a:xfrm>
              <a:off x="2234160" y="2612520"/>
              <a:ext cx="593640" cy="522000"/>
            </a:xfrm>
            <a:custGeom>
              <a:avLst/>
              <a:gdLst/>
              <a:ahLst/>
              <a:rect l="l" t="t" r="r" b="b"/>
              <a:pathLst>
                <a:path w="382" h="337">
                  <a:moveTo>
                    <a:pt x="57" y="0"/>
                  </a:moveTo>
                  <a:cubicBezTo>
                    <a:pt x="201" y="227"/>
                    <a:pt x="201" y="227"/>
                    <a:pt x="201" y="227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82" y="48"/>
                    <a:pt x="382" y="48"/>
                    <a:pt x="382" y="48"/>
                  </a:cubicBezTo>
                  <a:cubicBezTo>
                    <a:pt x="249" y="314"/>
                    <a:pt x="249" y="314"/>
                    <a:pt x="249" y="314"/>
                  </a:cubicBezTo>
                  <a:cubicBezTo>
                    <a:pt x="243" y="326"/>
                    <a:pt x="233" y="334"/>
                    <a:pt x="220" y="336"/>
                  </a:cubicBezTo>
                  <a:cubicBezTo>
                    <a:pt x="218" y="337"/>
                    <a:pt x="215" y="337"/>
                    <a:pt x="212" y="337"/>
                  </a:cubicBezTo>
                  <a:cubicBezTo>
                    <a:pt x="203" y="337"/>
                    <a:pt x="193" y="334"/>
                    <a:pt x="186" y="328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4" name="矩形 15"/>
            <p:cNvSpPr/>
            <p:nvPr/>
          </p:nvSpPr>
          <p:spPr>
            <a:xfrm>
              <a:off x="1783800" y="2491200"/>
              <a:ext cx="260640" cy="65520"/>
            </a:xfrm>
            <a:prstGeom prst="rect">
              <a:avLst/>
            </a:prstGeom>
            <a:solidFill>
              <a:srgbClr val="e0b49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5" name="任意多边形 19"/>
            <p:cNvSpPr/>
            <p:nvPr/>
          </p:nvSpPr>
          <p:spPr>
            <a:xfrm>
              <a:off x="1535040" y="1892880"/>
              <a:ext cx="459720" cy="643320"/>
            </a:xfrm>
            <a:custGeom>
              <a:avLst/>
              <a:gdLst/>
              <a:ahLst/>
              <a:rect l="l" t="t" r="r" b="b"/>
              <a:pathLst>
                <a:path w="296" h="415">
                  <a:moveTo>
                    <a:pt x="280" y="287"/>
                  </a:moveTo>
                  <a:cubicBezTo>
                    <a:pt x="256" y="275"/>
                    <a:pt x="256" y="275"/>
                    <a:pt x="256" y="275"/>
                  </a:cubicBezTo>
                  <a:cubicBezTo>
                    <a:pt x="256" y="30"/>
                    <a:pt x="256" y="30"/>
                    <a:pt x="256" y="30"/>
                  </a:cubicBezTo>
                  <a:cubicBezTo>
                    <a:pt x="256" y="30"/>
                    <a:pt x="272" y="24"/>
                    <a:pt x="296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4" y="83"/>
                    <a:pt x="52" y="158"/>
                  </a:cubicBezTo>
                  <a:cubicBezTo>
                    <a:pt x="52" y="158"/>
                    <a:pt x="51" y="160"/>
                    <a:pt x="51" y="160"/>
                  </a:cubicBezTo>
                  <a:cubicBezTo>
                    <a:pt x="22" y="160"/>
                    <a:pt x="0" y="182"/>
                    <a:pt x="0" y="208"/>
                  </a:cubicBezTo>
                  <a:cubicBezTo>
                    <a:pt x="0" y="234"/>
                    <a:pt x="22" y="255"/>
                    <a:pt x="51" y="255"/>
                  </a:cubicBezTo>
                  <a:cubicBezTo>
                    <a:pt x="52" y="255"/>
                    <a:pt x="53" y="256"/>
                    <a:pt x="54" y="255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104" y="380"/>
                    <a:pt x="195" y="413"/>
                  </a:cubicBezTo>
                  <a:cubicBezTo>
                    <a:pt x="195" y="413"/>
                    <a:pt x="195" y="413"/>
                    <a:pt x="195" y="413"/>
                  </a:cubicBezTo>
                  <a:cubicBezTo>
                    <a:pt x="206" y="415"/>
                    <a:pt x="241" y="413"/>
                    <a:pt x="241" y="413"/>
                  </a:cubicBezTo>
                  <a:cubicBezTo>
                    <a:pt x="241" y="413"/>
                    <a:pt x="247" y="413"/>
                    <a:pt x="256" y="414"/>
                  </a:cubicBezTo>
                  <a:cubicBezTo>
                    <a:pt x="256" y="302"/>
                    <a:pt x="256" y="302"/>
                    <a:pt x="256" y="302"/>
                  </a:cubicBezTo>
                  <a:lnTo>
                    <a:pt x="280" y="287"/>
                  </a:lnTo>
                  <a:close/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6" name="任意多边形 20"/>
            <p:cNvSpPr/>
            <p:nvPr/>
          </p:nvSpPr>
          <p:spPr>
            <a:xfrm>
              <a:off x="1951920" y="2528640"/>
              <a:ext cx="43920" cy="6480"/>
            </a:xfrm>
            <a:custGeom>
              <a:avLst/>
              <a:gdLst/>
              <a:ahLst/>
              <a:rect l="l" t="t" r="r" b="b"/>
              <a:pathLst>
                <a:path w="29" h="5">
                  <a:moveTo>
                    <a:pt x="19" y="4"/>
                  </a:moveTo>
                  <a:cubicBezTo>
                    <a:pt x="22" y="3"/>
                    <a:pt x="25" y="1"/>
                    <a:pt x="29" y="0"/>
                  </a:cubicBezTo>
                  <a:cubicBezTo>
                    <a:pt x="17" y="2"/>
                    <a:pt x="7" y="4"/>
                    <a:pt x="0" y="5"/>
                  </a:cubicBezTo>
                  <a:cubicBezTo>
                    <a:pt x="7" y="5"/>
                    <a:pt x="15" y="5"/>
                    <a:pt x="19" y="4"/>
                  </a:cubicBezTo>
                  <a:close/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7" name="任意多边形 21"/>
            <p:cNvSpPr/>
            <p:nvPr/>
          </p:nvSpPr>
          <p:spPr>
            <a:xfrm>
              <a:off x="1929240" y="1892880"/>
              <a:ext cx="354960" cy="642240"/>
            </a:xfrm>
            <a:custGeom>
              <a:avLst/>
              <a:gdLst/>
              <a:ahLst/>
              <a:rect l="l" t="t" r="r" b="b"/>
              <a:pathLst>
                <a:path w="229" h="414">
                  <a:moveTo>
                    <a:pt x="175" y="256"/>
                  </a:moveTo>
                  <a:cubicBezTo>
                    <a:pt x="176" y="256"/>
                    <a:pt x="177" y="256"/>
                    <a:pt x="178" y="256"/>
                  </a:cubicBezTo>
                  <a:cubicBezTo>
                    <a:pt x="206" y="256"/>
                    <a:pt x="229" y="235"/>
                    <a:pt x="229" y="209"/>
                  </a:cubicBezTo>
                  <a:cubicBezTo>
                    <a:pt x="229" y="183"/>
                    <a:pt x="206" y="162"/>
                    <a:pt x="178" y="162"/>
                  </a:cubicBezTo>
                  <a:cubicBezTo>
                    <a:pt x="177" y="162"/>
                    <a:pt x="177" y="158"/>
                    <a:pt x="176" y="158"/>
                  </a:cubicBezTo>
                  <a:cubicBezTo>
                    <a:pt x="175" y="83"/>
                    <a:pt x="170" y="0"/>
                    <a:pt x="17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24"/>
                    <a:pt x="0" y="30"/>
                    <a:pt x="0" y="30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4" y="414"/>
                    <a:pt x="9" y="414"/>
                    <a:pt x="13" y="414"/>
                  </a:cubicBezTo>
                  <a:cubicBezTo>
                    <a:pt x="21" y="413"/>
                    <a:pt x="32" y="411"/>
                    <a:pt x="43" y="409"/>
                  </a:cubicBezTo>
                  <a:cubicBezTo>
                    <a:pt x="128" y="371"/>
                    <a:pt x="175" y="256"/>
                    <a:pt x="175" y="256"/>
                  </a:cubicBezTo>
                  <a:close/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8" name="任意多边形 22"/>
            <p:cNvSpPr/>
            <p:nvPr/>
          </p:nvSpPr>
          <p:spPr>
            <a:xfrm>
              <a:off x="1895760" y="3369600"/>
              <a:ext cx="236880" cy="953640"/>
            </a:xfrm>
            <a:custGeom>
              <a:avLst/>
              <a:gdLst/>
              <a:ahLst/>
              <a:rect l="l" t="t" r="r" b="b"/>
              <a:pathLst>
                <a:path w="230" h="921">
                  <a:moveTo>
                    <a:pt x="65" y="921"/>
                  </a:moveTo>
                  <a:lnTo>
                    <a:pt x="199" y="921"/>
                  </a:lnTo>
                  <a:lnTo>
                    <a:pt x="230" y="0"/>
                  </a:lnTo>
                  <a:lnTo>
                    <a:pt x="0" y="0"/>
                  </a:lnTo>
                  <a:lnTo>
                    <a:pt x="65" y="921"/>
                  </a:lnTo>
                  <a:close/>
                </a:path>
              </a:pathLst>
            </a:cu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9" name="任意多边形 23"/>
            <p:cNvSpPr/>
            <p:nvPr/>
          </p:nvSpPr>
          <p:spPr>
            <a:xfrm>
              <a:off x="1695600" y="3369600"/>
              <a:ext cx="235800" cy="953640"/>
            </a:xfrm>
            <a:custGeom>
              <a:avLst/>
              <a:gdLst/>
              <a:ahLst/>
              <a:rect l="l" t="t" r="r" b="b"/>
              <a:pathLst>
                <a:path w="229" h="921">
                  <a:moveTo>
                    <a:pt x="165" y="921"/>
                  </a:moveTo>
                  <a:lnTo>
                    <a:pt x="31" y="921"/>
                  </a:lnTo>
                  <a:lnTo>
                    <a:pt x="0" y="0"/>
                  </a:lnTo>
                  <a:lnTo>
                    <a:pt x="229" y="0"/>
                  </a:lnTo>
                  <a:lnTo>
                    <a:pt x="165" y="921"/>
                  </a:lnTo>
                  <a:close/>
                </a:path>
              </a:pathLst>
            </a:custGeom>
            <a:solidFill>
              <a:srgbClr val="2d2e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0" name="矩形 21"/>
            <p:cNvSpPr/>
            <p:nvPr/>
          </p:nvSpPr>
          <p:spPr>
            <a:xfrm>
              <a:off x="1675080" y="2612520"/>
              <a:ext cx="470160" cy="457560"/>
            </a:xfrm>
            <a:prstGeom prst="rect">
              <a:avLst/>
            </a:prstGeom>
            <a:solidFill>
              <a:srgbClr val="e8e1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1" name="矩形 22"/>
            <p:cNvSpPr/>
            <p:nvPr/>
          </p:nvSpPr>
          <p:spPr>
            <a:xfrm>
              <a:off x="1851120" y="2558520"/>
              <a:ext cx="117360" cy="65520"/>
            </a:xfrm>
            <a:prstGeom prst="rect">
              <a:avLst/>
            </a:pr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2" name="任意多边形 26"/>
            <p:cNvSpPr/>
            <p:nvPr/>
          </p:nvSpPr>
          <p:spPr>
            <a:xfrm>
              <a:off x="1838880" y="2612520"/>
              <a:ext cx="143280" cy="755280"/>
            </a:xfrm>
            <a:custGeom>
              <a:avLst/>
              <a:gdLst/>
              <a:ahLst/>
              <a:rect l="l" t="t" r="r" b="b"/>
              <a:pathLst>
                <a:path w="140" h="730">
                  <a:moveTo>
                    <a:pt x="0" y="670"/>
                  </a:moveTo>
                  <a:lnTo>
                    <a:pt x="70" y="730"/>
                  </a:lnTo>
                  <a:lnTo>
                    <a:pt x="140" y="670"/>
                  </a:lnTo>
                  <a:lnTo>
                    <a:pt x="90" y="0"/>
                  </a:lnTo>
                  <a:lnTo>
                    <a:pt x="49" y="0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3" name="任意多边形 27"/>
            <p:cNvSpPr/>
            <p:nvPr/>
          </p:nvSpPr>
          <p:spPr>
            <a:xfrm>
              <a:off x="1948680" y="2558520"/>
              <a:ext cx="133920" cy="90360"/>
            </a:xfrm>
            <a:custGeom>
              <a:avLst/>
              <a:gdLst/>
              <a:ahLst/>
              <a:rect l="l" t="t" r="r" b="b"/>
              <a:pathLst>
                <a:path w="131" h="89">
                  <a:moveTo>
                    <a:pt x="29" y="89"/>
                  </a:moveTo>
                  <a:lnTo>
                    <a:pt x="131" y="52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29" y="89"/>
                  </a:lnTo>
                  <a:close/>
                </a:path>
              </a:pathLst>
            </a:custGeom>
            <a:solidFill>
              <a:srgbClr val="fe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4" name="任意多边形 28"/>
            <p:cNvSpPr/>
            <p:nvPr/>
          </p:nvSpPr>
          <p:spPr>
            <a:xfrm>
              <a:off x="1737360" y="2558520"/>
              <a:ext cx="133920" cy="90360"/>
            </a:xfrm>
            <a:custGeom>
              <a:avLst/>
              <a:gdLst/>
              <a:ahLst/>
              <a:rect l="l" t="t" r="r" b="b"/>
              <a:pathLst>
                <a:path w="131" h="89">
                  <a:moveTo>
                    <a:pt x="102" y="89"/>
                  </a:moveTo>
                  <a:lnTo>
                    <a:pt x="0" y="52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02" y="89"/>
                  </a:lnTo>
                  <a:close/>
                </a:path>
              </a:pathLst>
            </a:custGeom>
            <a:solidFill>
              <a:srgbClr val="fe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5" name="任意多边形 29"/>
            <p:cNvSpPr/>
            <p:nvPr/>
          </p:nvSpPr>
          <p:spPr>
            <a:xfrm>
              <a:off x="1331640" y="2612520"/>
              <a:ext cx="283320" cy="856080"/>
            </a:xfrm>
            <a:custGeom>
              <a:avLst/>
              <a:gdLst/>
              <a:ahLst/>
              <a:rect l="l" t="t" r="r" b="b"/>
              <a:pathLst>
                <a:path w="183" h="552">
                  <a:moveTo>
                    <a:pt x="116" y="545"/>
                  </a:moveTo>
                  <a:cubicBezTo>
                    <a:pt x="90" y="547"/>
                    <a:pt x="63" y="550"/>
                    <a:pt x="37" y="552"/>
                  </a:cubicBezTo>
                  <a:cubicBezTo>
                    <a:pt x="0" y="366"/>
                    <a:pt x="24" y="177"/>
                    <a:pt x="108" y="0"/>
                  </a:cubicBezTo>
                  <a:cubicBezTo>
                    <a:pt x="133" y="7"/>
                    <a:pt x="158" y="13"/>
                    <a:pt x="183" y="20"/>
                  </a:cubicBezTo>
                  <a:cubicBezTo>
                    <a:pt x="104" y="188"/>
                    <a:pt x="81" y="368"/>
                    <a:pt x="116" y="545"/>
                  </a:cubicBezTo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6" name="任意多边形 30"/>
            <p:cNvSpPr/>
            <p:nvPr/>
          </p:nvSpPr>
          <p:spPr>
            <a:xfrm>
              <a:off x="1390680" y="3459960"/>
              <a:ext cx="165240" cy="120600"/>
            </a:xfrm>
            <a:custGeom>
              <a:avLst/>
              <a:gdLst/>
              <a:ahLst/>
              <a:rect l="l" t="t" r="r" b="b"/>
              <a:pathLst>
                <a:path w="107" h="79">
                  <a:moveTo>
                    <a:pt x="89" y="9"/>
                  </a:moveTo>
                  <a:cubicBezTo>
                    <a:pt x="86" y="7"/>
                    <a:pt x="82" y="6"/>
                    <a:pt x="79" y="5"/>
                  </a:cubicBezTo>
                  <a:cubicBezTo>
                    <a:pt x="78" y="3"/>
                    <a:pt x="78" y="1"/>
                    <a:pt x="77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14"/>
                    <a:pt x="0" y="20"/>
                    <a:pt x="1" y="27"/>
                  </a:cubicBezTo>
                  <a:cubicBezTo>
                    <a:pt x="5" y="57"/>
                    <a:pt x="26" y="79"/>
                    <a:pt x="49" y="77"/>
                  </a:cubicBezTo>
                  <a:cubicBezTo>
                    <a:pt x="70" y="75"/>
                    <a:pt x="84" y="55"/>
                    <a:pt x="84" y="30"/>
                  </a:cubicBezTo>
                  <a:cubicBezTo>
                    <a:pt x="92" y="32"/>
                    <a:pt x="100" y="32"/>
                    <a:pt x="103" y="29"/>
                  </a:cubicBezTo>
                  <a:cubicBezTo>
                    <a:pt x="107" y="24"/>
                    <a:pt x="101" y="15"/>
                    <a:pt x="89" y="9"/>
                  </a:cubicBezTo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7" name="任意多边形 31"/>
            <p:cNvSpPr/>
            <p:nvPr/>
          </p:nvSpPr>
          <p:spPr>
            <a:xfrm>
              <a:off x="1888560" y="2612520"/>
              <a:ext cx="432720" cy="884880"/>
            </a:xfrm>
            <a:custGeom>
              <a:avLst/>
              <a:gdLst/>
              <a:ahLst/>
              <a:rect l="l" t="t" r="r" b="b"/>
              <a:pathLst>
                <a:path w="279" h="571">
                  <a:moveTo>
                    <a:pt x="50" y="571"/>
                  </a:moveTo>
                  <a:cubicBezTo>
                    <a:pt x="50" y="571"/>
                    <a:pt x="50" y="571"/>
                    <a:pt x="50" y="571"/>
                  </a:cubicBezTo>
                  <a:cubicBezTo>
                    <a:pt x="50" y="571"/>
                    <a:pt x="49" y="571"/>
                    <a:pt x="48" y="571"/>
                  </a:cubicBezTo>
                  <a:cubicBezTo>
                    <a:pt x="24" y="571"/>
                    <a:pt x="4" y="556"/>
                    <a:pt x="1" y="536"/>
                  </a:cubicBezTo>
                  <a:cubicBezTo>
                    <a:pt x="0" y="536"/>
                    <a:pt x="0" y="536"/>
                    <a:pt x="0" y="536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279" y="0"/>
                    <a:pt x="279" y="0"/>
                    <a:pt x="279" y="0"/>
                  </a:cubicBezTo>
                  <a:cubicBezTo>
                    <a:pt x="218" y="281"/>
                    <a:pt x="218" y="281"/>
                    <a:pt x="218" y="281"/>
                  </a:cubicBezTo>
                  <a:cubicBezTo>
                    <a:pt x="218" y="571"/>
                    <a:pt x="218" y="571"/>
                    <a:pt x="218" y="571"/>
                  </a:cubicBezTo>
                  <a:lnTo>
                    <a:pt x="50" y="571"/>
                  </a:lnTo>
                  <a:close/>
                </a:path>
              </a:pathLst>
            </a:custGeom>
            <a:solidFill>
              <a:srgbClr val="00b0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8" name="任意多边形 32"/>
            <p:cNvSpPr/>
            <p:nvPr/>
          </p:nvSpPr>
          <p:spPr>
            <a:xfrm>
              <a:off x="1888560" y="2583360"/>
              <a:ext cx="299160" cy="464040"/>
            </a:xfrm>
            <a:custGeom>
              <a:avLst/>
              <a:gdLst/>
              <a:ahLst/>
              <a:rect l="l" t="t" r="r" b="b"/>
              <a:pathLst>
                <a:path w="290" h="449">
                  <a:moveTo>
                    <a:pt x="155" y="224"/>
                  </a:moveTo>
                  <a:lnTo>
                    <a:pt x="0" y="449"/>
                  </a:lnTo>
                  <a:lnTo>
                    <a:pt x="195" y="0"/>
                  </a:lnTo>
                  <a:lnTo>
                    <a:pt x="290" y="28"/>
                  </a:lnTo>
                  <a:lnTo>
                    <a:pt x="227" y="119"/>
                  </a:lnTo>
                  <a:lnTo>
                    <a:pt x="159" y="217"/>
                  </a:lnTo>
                  <a:lnTo>
                    <a:pt x="155" y="224"/>
                  </a:lnTo>
                  <a:close/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9" name="任意多边形 33"/>
            <p:cNvSpPr/>
            <p:nvPr/>
          </p:nvSpPr>
          <p:spPr>
            <a:xfrm>
              <a:off x="1498680" y="2612520"/>
              <a:ext cx="432720" cy="884880"/>
            </a:xfrm>
            <a:custGeom>
              <a:avLst/>
              <a:gdLst/>
              <a:ahLst/>
              <a:rect l="l" t="t" r="r" b="b"/>
              <a:pathLst>
                <a:path w="279" h="571">
                  <a:moveTo>
                    <a:pt x="228" y="571"/>
                  </a:moveTo>
                  <a:cubicBezTo>
                    <a:pt x="229" y="571"/>
                    <a:pt x="229" y="571"/>
                    <a:pt x="229" y="571"/>
                  </a:cubicBezTo>
                  <a:cubicBezTo>
                    <a:pt x="229" y="571"/>
                    <a:pt x="230" y="571"/>
                    <a:pt x="231" y="571"/>
                  </a:cubicBezTo>
                  <a:cubicBezTo>
                    <a:pt x="255" y="571"/>
                    <a:pt x="275" y="556"/>
                    <a:pt x="278" y="536"/>
                  </a:cubicBezTo>
                  <a:cubicBezTo>
                    <a:pt x="279" y="536"/>
                    <a:pt x="279" y="536"/>
                    <a:pt x="279" y="536"/>
                  </a:cubicBezTo>
                  <a:cubicBezTo>
                    <a:pt x="279" y="281"/>
                    <a:pt x="279" y="281"/>
                    <a:pt x="279" y="281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1" y="281"/>
                    <a:pt x="61" y="281"/>
                    <a:pt x="61" y="281"/>
                  </a:cubicBezTo>
                  <a:cubicBezTo>
                    <a:pt x="61" y="571"/>
                    <a:pt x="61" y="571"/>
                    <a:pt x="61" y="571"/>
                  </a:cubicBezTo>
                  <a:lnTo>
                    <a:pt x="228" y="571"/>
                  </a:lnTo>
                  <a:close/>
                </a:path>
              </a:pathLst>
            </a:custGeom>
            <a:solidFill>
              <a:srgbClr val="00b0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0" name="任意多边形 34"/>
            <p:cNvSpPr/>
            <p:nvPr/>
          </p:nvSpPr>
          <p:spPr>
            <a:xfrm>
              <a:off x="1632600" y="2583360"/>
              <a:ext cx="299160" cy="464040"/>
            </a:xfrm>
            <a:custGeom>
              <a:avLst/>
              <a:gdLst/>
              <a:ahLst/>
              <a:rect l="l" t="t" r="r" b="b"/>
              <a:pathLst>
                <a:path w="290" h="449">
                  <a:moveTo>
                    <a:pt x="0" y="28"/>
                  </a:moveTo>
                  <a:lnTo>
                    <a:pt x="95" y="0"/>
                  </a:lnTo>
                  <a:lnTo>
                    <a:pt x="290" y="449"/>
                  </a:lnTo>
                  <a:lnTo>
                    <a:pt x="64" y="11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1" name="任意多边形 35"/>
            <p:cNvSpPr/>
            <p:nvPr/>
          </p:nvSpPr>
          <p:spPr>
            <a:xfrm>
              <a:off x="1566000" y="2198880"/>
              <a:ext cx="42840" cy="43920"/>
            </a:xfrm>
            <a:custGeom>
              <a:avLst/>
              <a:gdLst/>
              <a:ahLst/>
              <a:rect l="l" t="t" r="r" b="b"/>
              <a:pathLst>
                <a:path w="29" h="29">
                  <a:moveTo>
                    <a:pt x="7" y="22"/>
                  </a:moveTo>
                  <a:cubicBezTo>
                    <a:pt x="7" y="14"/>
                    <a:pt x="13" y="7"/>
                    <a:pt x="22" y="7"/>
                  </a:cubicBezTo>
                  <a:cubicBezTo>
                    <a:pt x="24" y="7"/>
                    <a:pt x="27" y="7"/>
                    <a:pt x="29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7" y="25"/>
                    <a:pt x="7" y="22"/>
                  </a:cubicBezTo>
                </a:path>
              </a:pathLst>
            </a:custGeom>
            <a:solidFill>
              <a:srgbClr val="d3ab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2" name="任意多边形 36"/>
            <p:cNvSpPr/>
            <p:nvPr/>
          </p:nvSpPr>
          <p:spPr>
            <a:xfrm>
              <a:off x="2208960" y="2198880"/>
              <a:ext cx="41760" cy="43920"/>
            </a:xfrm>
            <a:custGeom>
              <a:avLst/>
              <a:gdLst/>
              <a:ahLst/>
              <a:rect l="l" t="t" r="r" b="b"/>
              <a:pathLst>
                <a:path w="28" h="29">
                  <a:moveTo>
                    <a:pt x="22" y="22"/>
                  </a:moveTo>
                  <a:cubicBezTo>
                    <a:pt x="22" y="14"/>
                    <a:pt x="15" y="7"/>
                    <a:pt x="7" y="7"/>
                  </a:cubicBezTo>
                  <a:cubicBezTo>
                    <a:pt x="4" y="7"/>
                    <a:pt x="2" y="7"/>
                    <a:pt x="0" y="9"/>
                  </a:cubicBezTo>
                  <a:cubicBezTo>
                    <a:pt x="2" y="4"/>
                    <a:pt x="7" y="0"/>
                    <a:pt x="13" y="0"/>
                  </a:cubicBezTo>
                  <a:cubicBezTo>
                    <a:pt x="22" y="0"/>
                    <a:pt x="28" y="7"/>
                    <a:pt x="28" y="15"/>
                  </a:cubicBezTo>
                  <a:cubicBezTo>
                    <a:pt x="28" y="21"/>
                    <a:pt x="25" y="26"/>
                    <a:pt x="20" y="29"/>
                  </a:cubicBezTo>
                  <a:cubicBezTo>
                    <a:pt x="21" y="27"/>
                    <a:pt x="22" y="25"/>
                    <a:pt x="22" y="22"/>
                  </a:cubicBezTo>
                </a:path>
              </a:pathLst>
            </a:custGeom>
            <a:solidFill>
              <a:srgbClr val="ddaa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3" name="任意多边形 37"/>
            <p:cNvSpPr/>
            <p:nvPr/>
          </p:nvSpPr>
          <p:spPr>
            <a:xfrm>
              <a:off x="1560960" y="2198880"/>
              <a:ext cx="41760" cy="43920"/>
            </a:xfrm>
            <a:custGeom>
              <a:avLst/>
              <a:gdLst/>
              <a:ahLst/>
              <a:rect l="l" t="t" r="r" b="b"/>
              <a:pathLst>
                <a:path w="28" h="29">
                  <a:moveTo>
                    <a:pt x="6" y="22"/>
                  </a:moveTo>
                  <a:cubicBezTo>
                    <a:pt x="6" y="14"/>
                    <a:pt x="13" y="7"/>
                    <a:pt x="21" y="7"/>
                  </a:cubicBezTo>
                  <a:cubicBezTo>
                    <a:pt x="24" y="7"/>
                    <a:pt x="26" y="7"/>
                    <a:pt x="28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6" y="25"/>
                    <a:pt x="6" y="22"/>
                  </a:cubicBezTo>
                </a:path>
              </a:pathLst>
            </a:custGeom>
            <a:solidFill>
              <a:srgbClr val="ddaa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4" name="任意多边形 38"/>
            <p:cNvSpPr/>
            <p:nvPr/>
          </p:nvSpPr>
          <p:spPr>
            <a:xfrm>
              <a:off x="1575360" y="1704960"/>
              <a:ext cx="662040" cy="475200"/>
            </a:xfrm>
            <a:custGeom>
              <a:avLst/>
              <a:gdLst/>
              <a:ahLst/>
              <a:rect l="l" t="t" r="r" b="b"/>
              <a:pathLst>
                <a:path w="426" h="307">
                  <a:moveTo>
                    <a:pt x="421" y="130"/>
                  </a:moveTo>
                  <a:cubicBezTo>
                    <a:pt x="388" y="0"/>
                    <a:pt x="187" y="9"/>
                    <a:pt x="109" y="21"/>
                  </a:cubicBezTo>
                  <a:cubicBezTo>
                    <a:pt x="108" y="14"/>
                    <a:pt x="122" y="2"/>
                    <a:pt x="122" y="2"/>
                  </a:cubicBezTo>
                  <a:cubicBezTo>
                    <a:pt x="92" y="15"/>
                    <a:pt x="70" y="32"/>
                    <a:pt x="59" y="42"/>
                  </a:cubicBezTo>
                  <a:cubicBezTo>
                    <a:pt x="55" y="45"/>
                    <a:pt x="52" y="47"/>
                    <a:pt x="49" y="50"/>
                  </a:cubicBezTo>
                  <a:cubicBezTo>
                    <a:pt x="49" y="51"/>
                    <a:pt x="48" y="51"/>
                    <a:pt x="48" y="51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2" y="69"/>
                    <a:pt x="30" y="88"/>
                    <a:pt x="33" y="105"/>
                  </a:cubicBezTo>
                  <a:cubicBezTo>
                    <a:pt x="12" y="146"/>
                    <a:pt x="0" y="206"/>
                    <a:pt x="28" y="290"/>
                  </a:cubicBezTo>
                  <a:cubicBezTo>
                    <a:pt x="28" y="291"/>
                    <a:pt x="28" y="291"/>
                    <a:pt x="28" y="291"/>
                  </a:cubicBezTo>
                  <a:cubicBezTo>
                    <a:pt x="29" y="294"/>
                    <a:pt x="30" y="296"/>
                    <a:pt x="31" y="299"/>
                  </a:cubicBezTo>
                  <a:cubicBezTo>
                    <a:pt x="37" y="288"/>
                    <a:pt x="37" y="288"/>
                    <a:pt x="37" y="288"/>
                  </a:cubicBezTo>
                  <a:cubicBezTo>
                    <a:pt x="37" y="288"/>
                    <a:pt x="40" y="268"/>
                    <a:pt x="44" y="244"/>
                  </a:cubicBezTo>
                  <a:cubicBezTo>
                    <a:pt x="64" y="159"/>
                    <a:pt x="64" y="159"/>
                    <a:pt x="64" y="159"/>
                  </a:cubicBezTo>
                  <a:cubicBezTo>
                    <a:pt x="64" y="159"/>
                    <a:pt x="66" y="159"/>
                    <a:pt x="70" y="160"/>
                  </a:cubicBezTo>
                  <a:cubicBezTo>
                    <a:pt x="118" y="178"/>
                    <a:pt x="207" y="203"/>
                    <a:pt x="313" y="202"/>
                  </a:cubicBezTo>
                  <a:cubicBezTo>
                    <a:pt x="303" y="193"/>
                    <a:pt x="303" y="193"/>
                    <a:pt x="303" y="193"/>
                  </a:cubicBezTo>
                  <a:cubicBezTo>
                    <a:pt x="303" y="193"/>
                    <a:pt x="325" y="188"/>
                    <a:pt x="352" y="179"/>
                  </a:cubicBezTo>
                  <a:cubicBezTo>
                    <a:pt x="358" y="178"/>
                    <a:pt x="364" y="177"/>
                    <a:pt x="370" y="176"/>
                  </a:cubicBezTo>
                  <a:cubicBezTo>
                    <a:pt x="379" y="189"/>
                    <a:pt x="379" y="189"/>
                    <a:pt x="379" y="189"/>
                  </a:cubicBezTo>
                  <a:cubicBezTo>
                    <a:pt x="379" y="189"/>
                    <a:pt x="384" y="215"/>
                    <a:pt x="387" y="227"/>
                  </a:cubicBezTo>
                  <a:cubicBezTo>
                    <a:pt x="389" y="238"/>
                    <a:pt x="399" y="307"/>
                    <a:pt x="399" y="307"/>
                  </a:cubicBezTo>
                  <a:cubicBezTo>
                    <a:pt x="407" y="299"/>
                    <a:pt x="407" y="299"/>
                    <a:pt x="407" y="299"/>
                  </a:cubicBezTo>
                  <a:cubicBezTo>
                    <a:pt x="407" y="299"/>
                    <a:pt x="418" y="216"/>
                    <a:pt x="419" y="197"/>
                  </a:cubicBezTo>
                  <a:cubicBezTo>
                    <a:pt x="419" y="180"/>
                    <a:pt x="426" y="142"/>
                    <a:pt x="421" y="130"/>
                  </a:cubicBezTo>
                </a:path>
              </a:pathLst>
            </a:custGeom>
            <a:solidFill>
              <a:srgbClr val="753c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5" name="任意多边形 39"/>
            <p:cNvSpPr/>
            <p:nvPr/>
          </p:nvSpPr>
          <p:spPr>
            <a:xfrm>
              <a:off x="1606680" y="4299120"/>
              <a:ext cx="258480" cy="90360"/>
            </a:xfrm>
            <a:custGeom>
              <a:avLst/>
              <a:gdLst/>
              <a:ahLst/>
              <a:rect l="l" t="t" r="r" b="b"/>
              <a:pathLst>
                <a:path w="167" h="60">
                  <a:moveTo>
                    <a:pt x="87" y="1"/>
                  </a:moveTo>
                  <a:cubicBezTo>
                    <a:pt x="86" y="1"/>
                    <a:pt x="85" y="0"/>
                    <a:pt x="84" y="0"/>
                  </a:cubicBezTo>
                  <a:cubicBezTo>
                    <a:pt x="82" y="0"/>
                    <a:pt x="81" y="1"/>
                    <a:pt x="80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35" y="3"/>
                    <a:pt x="0" y="28"/>
                    <a:pt x="0" y="60"/>
                  </a:cubicBezTo>
                  <a:cubicBezTo>
                    <a:pt x="167" y="60"/>
                    <a:pt x="167" y="60"/>
                    <a:pt x="167" y="60"/>
                  </a:cubicBezTo>
                  <a:cubicBezTo>
                    <a:pt x="167" y="1"/>
                    <a:pt x="167" y="1"/>
                    <a:pt x="167" y="1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6" name="任意多边形 40"/>
            <p:cNvSpPr/>
            <p:nvPr/>
          </p:nvSpPr>
          <p:spPr>
            <a:xfrm>
              <a:off x="1963440" y="4299120"/>
              <a:ext cx="258480" cy="90360"/>
            </a:xfrm>
            <a:custGeom>
              <a:avLst/>
              <a:gdLst/>
              <a:ahLst/>
              <a:rect l="l" t="t" r="r" b="b"/>
              <a:pathLst>
                <a:path w="167" h="60">
                  <a:moveTo>
                    <a:pt x="80" y="1"/>
                  </a:moveTo>
                  <a:cubicBezTo>
                    <a:pt x="81" y="1"/>
                    <a:pt x="83" y="0"/>
                    <a:pt x="84" y="0"/>
                  </a:cubicBezTo>
                  <a:cubicBezTo>
                    <a:pt x="85" y="0"/>
                    <a:pt x="86" y="1"/>
                    <a:pt x="87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133" y="3"/>
                    <a:pt x="167" y="28"/>
                    <a:pt x="167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0" y="1"/>
                  </a:lnTo>
                  <a:close/>
                </a:path>
              </a:pathLst>
            </a:custGeom>
            <a:solidFill>
              <a:srgbClr val="2d2e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7" name="任意多边形 41"/>
            <p:cNvSpPr/>
            <p:nvPr/>
          </p:nvSpPr>
          <p:spPr>
            <a:xfrm>
              <a:off x="1987200" y="3232800"/>
              <a:ext cx="234720" cy="54360"/>
            </a:xfrm>
            <a:custGeom>
              <a:avLst/>
              <a:gdLst/>
              <a:ahLst/>
              <a:rect l="l" t="t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8" name="任意多边形 42"/>
            <p:cNvSpPr/>
            <p:nvPr/>
          </p:nvSpPr>
          <p:spPr>
            <a:xfrm>
              <a:off x="1598040" y="3232800"/>
              <a:ext cx="235800" cy="54360"/>
            </a:xfrm>
            <a:custGeom>
              <a:avLst/>
              <a:gdLst/>
              <a:ahLst/>
              <a:rect l="l" t="t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9" name="任意多边形 43"/>
            <p:cNvSpPr/>
            <p:nvPr/>
          </p:nvSpPr>
          <p:spPr>
            <a:xfrm>
              <a:off x="2723760" y="2567880"/>
              <a:ext cx="425520" cy="114480"/>
            </a:xfrm>
            <a:custGeom>
              <a:avLst/>
              <a:gdLst/>
              <a:ahLst/>
              <a:rect l="l" t="t" r="r" b="b"/>
              <a:pathLst>
                <a:path w="274" h="75">
                  <a:moveTo>
                    <a:pt x="236" y="14"/>
                  </a:moveTo>
                  <a:cubicBezTo>
                    <a:pt x="236" y="14"/>
                    <a:pt x="178" y="12"/>
                    <a:pt x="124" y="12"/>
                  </a:cubicBezTo>
                  <a:cubicBezTo>
                    <a:pt x="129" y="8"/>
                    <a:pt x="133" y="3"/>
                    <a:pt x="122" y="2"/>
                  </a:cubicBezTo>
                  <a:cubicBezTo>
                    <a:pt x="109" y="0"/>
                    <a:pt x="88" y="7"/>
                    <a:pt x="72" y="13"/>
                  </a:cubicBezTo>
                  <a:cubicBezTo>
                    <a:pt x="62" y="13"/>
                    <a:pt x="53" y="13"/>
                    <a:pt x="46" y="14"/>
                  </a:cubicBezTo>
                  <a:cubicBezTo>
                    <a:pt x="0" y="18"/>
                    <a:pt x="0" y="45"/>
                    <a:pt x="0" y="4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98" y="55"/>
                    <a:pt x="186" y="45"/>
                  </a:cubicBezTo>
                  <a:cubicBezTo>
                    <a:pt x="274" y="36"/>
                    <a:pt x="236" y="14"/>
                    <a:pt x="236" y="14"/>
                  </a:cubicBezTo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0" name="任意多边形 44"/>
            <p:cNvSpPr/>
            <p:nvPr/>
          </p:nvSpPr>
          <p:spPr>
            <a:xfrm>
              <a:off x="1846080" y="2269080"/>
              <a:ext cx="79200" cy="72720"/>
            </a:xfrm>
            <a:custGeom>
              <a:avLst/>
              <a:gdLst/>
              <a:ahLst/>
              <a:rect l="l" t="t" r="r" b="b"/>
              <a:pathLst>
                <a:path w="52" h="48">
                  <a:moveTo>
                    <a:pt x="52" y="4"/>
                  </a:moveTo>
                  <a:cubicBezTo>
                    <a:pt x="29" y="0"/>
                    <a:pt x="10" y="8"/>
                    <a:pt x="5" y="24"/>
                  </a:cubicBezTo>
                  <a:cubicBezTo>
                    <a:pt x="0" y="40"/>
                    <a:pt x="21" y="46"/>
                    <a:pt x="40" y="48"/>
                  </a:cubicBezTo>
                  <a:cubicBezTo>
                    <a:pt x="4" y="38"/>
                    <a:pt x="26" y="2"/>
                    <a:pt x="52" y="4"/>
                  </a:cubicBezTo>
                  <a:close/>
                </a:path>
              </a:pathLst>
            </a:custGeom>
            <a:solidFill>
              <a:srgbClr val="ffab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1" name="任意多边形 45"/>
            <p:cNvSpPr/>
            <p:nvPr/>
          </p:nvSpPr>
          <p:spPr>
            <a:xfrm>
              <a:off x="1695600" y="2075400"/>
              <a:ext cx="114480" cy="26280"/>
            </a:xfrm>
            <a:custGeom>
              <a:avLst/>
              <a:gdLst/>
              <a:ahLst/>
              <a:rect l="l" t="t" r="r" b="b"/>
              <a:pathLst>
                <a:path w="75" h="18">
                  <a:moveTo>
                    <a:pt x="6" y="18"/>
                  </a:moveTo>
                  <a:cubicBezTo>
                    <a:pt x="4" y="18"/>
                    <a:pt x="2" y="17"/>
                    <a:pt x="1" y="15"/>
                  </a:cubicBezTo>
                  <a:cubicBezTo>
                    <a:pt x="0" y="12"/>
                    <a:pt x="1" y="9"/>
                    <a:pt x="3" y="8"/>
                  </a:cubicBezTo>
                  <a:cubicBezTo>
                    <a:pt x="18" y="1"/>
                    <a:pt x="57" y="0"/>
                    <a:pt x="71" y="7"/>
                  </a:cubicBezTo>
                  <a:cubicBezTo>
                    <a:pt x="73" y="8"/>
                    <a:pt x="75" y="11"/>
                    <a:pt x="73" y="14"/>
                  </a:cubicBezTo>
                  <a:cubicBezTo>
                    <a:pt x="72" y="16"/>
                    <a:pt x="69" y="17"/>
                    <a:pt x="67" y="16"/>
                  </a:cubicBezTo>
                  <a:cubicBezTo>
                    <a:pt x="56" y="12"/>
                    <a:pt x="21" y="12"/>
                    <a:pt x="8" y="18"/>
                  </a:cubicBezTo>
                  <a:cubicBezTo>
                    <a:pt x="7" y="18"/>
                    <a:pt x="6" y="18"/>
                    <a:pt x="6" y="18"/>
                  </a:cubicBezTo>
                  <a:close/>
                </a:path>
              </a:pathLst>
            </a:custGeom>
            <a:solidFill>
              <a:srgbClr val="753c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2" name="椭圆 43"/>
            <p:cNvSpPr/>
            <p:nvPr/>
          </p:nvSpPr>
          <p:spPr>
            <a:xfrm>
              <a:off x="1704960" y="2145960"/>
              <a:ext cx="110160" cy="11232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3" name="任意多边形 47"/>
            <p:cNvSpPr/>
            <p:nvPr/>
          </p:nvSpPr>
          <p:spPr>
            <a:xfrm>
              <a:off x="2008800" y="2075400"/>
              <a:ext cx="114480" cy="26280"/>
            </a:xfrm>
            <a:custGeom>
              <a:avLst/>
              <a:gdLst/>
              <a:ahLst/>
              <a:rect l="l" t="t" r="r" b="b"/>
              <a:pathLst>
                <a:path w="75" h="18">
                  <a:moveTo>
                    <a:pt x="69" y="18"/>
                  </a:moveTo>
                  <a:cubicBezTo>
                    <a:pt x="71" y="18"/>
                    <a:pt x="73" y="17"/>
                    <a:pt x="74" y="15"/>
                  </a:cubicBezTo>
                  <a:cubicBezTo>
                    <a:pt x="75" y="12"/>
                    <a:pt x="74" y="9"/>
                    <a:pt x="71" y="8"/>
                  </a:cubicBezTo>
                  <a:cubicBezTo>
                    <a:pt x="56" y="1"/>
                    <a:pt x="18" y="0"/>
                    <a:pt x="4" y="7"/>
                  </a:cubicBezTo>
                  <a:cubicBezTo>
                    <a:pt x="1" y="8"/>
                    <a:pt x="0" y="11"/>
                    <a:pt x="1" y="14"/>
                  </a:cubicBezTo>
                  <a:cubicBezTo>
                    <a:pt x="2" y="16"/>
                    <a:pt x="5" y="17"/>
                    <a:pt x="8" y="16"/>
                  </a:cubicBezTo>
                  <a:cubicBezTo>
                    <a:pt x="18" y="12"/>
                    <a:pt x="54" y="12"/>
                    <a:pt x="67" y="18"/>
                  </a:cubicBezTo>
                  <a:cubicBezTo>
                    <a:pt x="67" y="18"/>
                    <a:pt x="68" y="18"/>
                    <a:pt x="69" y="18"/>
                  </a:cubicBezTo>
                  <a:close/>
                </a:path>
              </a:pathLst>
            </a:custGeom>
            <a:solidFill>
              <a:srgbClr val="753c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4" name="椭圆 45"/>
            <p:cNvSpPr/>
            <p:nvPr/>
          </p:nvSpPr>
          <p:spPr>
            <a:xfrm>
              <a:off x="2003760" y="2145960"/>
              <a:ext cx="110160" cy="11232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5" name="椭圆 46"/>
            <p:cNvSpPr/>
            <p:nvPr/>
          </p:nvSpPr>
          <p:spPr>
            <a:xfrm>
              <a:off x="1733400" y="2171520"/>
              <a:ext cx="62640" cy="62640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06" name="椭圆 47"/>
            <p:cNvSpPr/>
            <p:nvPr/>
          </p:nvSpPr>
          <p:spPr>
            <a:xfrm>
              <a:off x="2043000" y="2175840"/>
              <a:ext cx="13680" cy="136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7" name="椭圆 48"/>
            <p:cNvSpPr/>
            <p:nvPr/>
          </p:nvSpPr>
          <p:spPr>
            <a:xfrm>
              <a:off x="2022840" y="2171520"/>
              <a:ext cx="62640" cy="62640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08" name="任意多边形 52"/>
            <p:cNvSpPr/>
            <p:nvPr/>
          </p:nvSpPr>
          <p:spPr>
            <a:xfrm>
              <a:off x="1607400" y="2110680"/>
              <a:ext cx="604800" cy="185760"/>
            </a:xfrm>
            <a:custGeom>
              <a:avLst/>
              <a:gdLst/>
              <a:ahLst/>
              <a:rect l="l" t="t" r="r" b="b"/>
              <a:pathLst>
                <a:path w="389" h="121">
                  <a:moveTo>
                    <a:pt x="385" y="7"/>
                  </a:moveTo>
                  <a:cubicBezTo>
                    <a:pt x="385" y="7"/>
                    <a:pt x="362" y="7"/>
                    <a:pt x="354" y="7"/>
                  </a:cubicBezTo>
                  <a:cubicBezTo>
                    <a:pt x="346" y="8"/>
                    <a:pt x="310" y="0"/>
                    <a:pt x="243" y="14"/>
                  </a:cubicBezTo>
                  <a:cubicBezTo>
                    <a:pt x="243" y="14"/>
                    <a:pt x="222" y="18"/>
                    <a:pt x="194" y="18"/>
                  </a:cubicBezTo>
                  <a:cubicBezTo>
                    <a:pt x="167" y="18"/>
                    <a:pt x="146" y="14"/>
                    <a:pt x="146" y="14"/>
                  </a:cubicBezTo>
                  <a:cubicBezTo>
                    <a:pt x="79" y="0"/>
                    <a:pt x="43" y="8"/>
                    <a:pt x="35" y="7"/>
                  </a:cubicBezTo>
                  <a:cubicBezTo>
                    <a:pt x="26" y="7"/>
                    <a:pt x="4" y="7"/>
                    <a:pt x="4" y="7"/>
                  </a:cubicBezTo>
                  <a:cubicBezTo>
                    <a:pt x="0" y="21"/>
                    <a:pt x="3" y="33"/>
                    <a:pt x="4" y="34"/>
                  </a:cubicBezTo>
                  <a:cubicBezTo>
                    <a:pt x="5" y="34"/>
                    <a:pt x="9" y="34"/>
                    <a:pt x="13" y="40"/>
                  </a:cubicBezTo>
                  <a:cubicBezTo>
                    <a:pt x="17" y="46"/>
                    <a:pt x="17" y="62"/>
                    <a:pt x="23" y="81"/>
                  </a:cubicBezTo>
                  <a:cubicBezTo>
                    <a:pt x="26" y="90"/>
                    <a:pt x="32" y="99"/>
                    <a:pt x="38" y="105"/>
                  </a:cubicBezTo>
                  <a:cubicBezTo>
                    <a:pt x="46" y="112"/>
                    <a:pt x="55" y="115"/>
                    <a:pt x="61" y="117"/>
                  </a:cubicBezTo>
                  <a:cubicBezTo>
                    <a:pt x="72" y="119"/>
                    <a:pt x="106" y="121"/>
                    <a:pt x="128" y="111"/>
                  </a:cubicBezTo>
                  <a:cubicBezTo>
                    <a:pt x="149" y="101"/>
                    <a:pt x="159" y="80"/>
                    <a:pt x="167" y="58"/>
                  </a:cubicBezTo>
                  <a:cubicBezTo>
                    <a:pt x="175" y="36"/>
                    <a:pt x="191" y="35"/>
                    <a:pt x="191" y="35"/>
                  </a:cubicBezTo>
                  <a:cubicBezTo>
                    <a:pt x="191" y="35"/>
                    <a:pt x="191" y="35"/>
                    <a:pt x="193" y="35"/>
                  </a:cubicBezTo>
                  <a:cubicBezTo>
                    <a:pt x="196" y="35"/>
                    <a:pt x="198" y="35"/>
                    <a:pt x="198" y="35"/>
                  </a:cubicBezTo>
                  <a:cubicBezTo>
                    <a:pt x="198" y="35"/>
                    <a:pt x="214" y="36"/>
                    <a:pt x="222" y="58"/>
                  </a:cubicBezTo>
                  <a:cubicBezTo>
                    <a:pt x="230" y="80"/>
                    <a:pt x="240" y="101"/>
                    <a:pt x="261" y="111"/>
                  </a:cubicBezTo>
                  <a:cubicBezTo>
                    <a:pt x="282" y="121"/>
                    <a:pt x="317" y="119"/>
                    <a:pt x="328" y="117"/>
                  </a:cubicBezTo>
                  <a:cubicBezTo>
                    <a:pt x="334" y="115"/>
                    <a:pt x="343" y="112"/>
                    <a:pt x="350" y="105"/>
                  </a:cubicBezTo>
                  <a:cubicBezTo>
                    <a:pt x="357" y="99"/>
                    <a:pt x="363" y="90"/>
                    <a:pt x="366" y="81"/>
                  </a:cubicBezTo>
                  <a:cubicBezTo>
                    <a:pt x="371" y="62"/>
                    <a:pt x="372" y="46"/>
                    <a:pt x="376" y="40"/>
                  </a:cubicBezTo>
                  <a:cubicBezTo>
                    <a:pt x="379" y="34"/>
                    <a:pt x="384" y="34"/>
                    <a:pt x="385" y="34"/>
                  </a:cubicBezTo>
                  <a:cubicBezTo>
                    <a:pt x="386" y="33"/>
                    <a:pt x="389" y="21"/>
                    <a:pt x="385" y="7"/>
                  </a:cubicBezTo>
                  <a:moveTo>
                    <a:pt x="156" y="58"/>
                  </a:moveTo>
                  <a:cubicBezTo>
                    <a:pt x="154" y="70"/>
                    <a:pt x="145" y="98"/>
                    <a:pt x="121" y="106"/>
                  </a:cubicBezTo>
                  <a:cubicBezTo>
                    <a:pt x="84" y="119"/>
                    <a:pt x="56" y="108"/>
                    <a:pt x="56" y="108"/>
                  </a:cubicBezTo>
                  <a:cubicBezTo>
                    <a:pt x="27" y="100"/>
                    <a:pt x="19" y="40"/>
                    <a:pt x="25" y="27"/>
                  </a:cubicBezTo>
                  <a:cubicBezTo>
                    <a:pt x="31" y="15"/>
                    <a:pt x="49" y="15"/>
                    <a:pt x="85" y="15"/>
                  </a:cubicBezTo>
                  <a:cubicBezTo>
                    <a:pt x="121" y="15"/>
                    <a:pt x="142" y="21"/>
                    <a:pt x="142" y="21"/>
                  </a:cubicBezTo>
                  <a:cubicBezTo>
                    <a:pt x="161" y="27"/>
                    <a:pt x="158" y="46"/>
                    <a:pt x="156" y="58"/>
                  </a:cubicBezTo>
                  <a:moveTo>
                    <a:pt x="333" y="108"/>
                  </a:moveTo>
                  <a:cubicBezTo>
                    <a:pt x="333" y="108"/>
                    <a:pt x="305" y="119"/>
                    <a:pt x="268" y="106"/>
                  </a:cubicBezTo>
                  <a:cubicBezTo>
                    <a:pt x="244" y="98"/>
                    <a:pt x="235" y="70"/>
                    <a:pt x="233" y="58"/>
                  </a:cubicBezTo>
                  <a:cubicBezTo>
                    <a:pt x="231" y="46"/>
                    <a:pt x="228" y="27"/>
                    <a:pt x="246" y="21"/>
                  </a:cubicBezTo>
                  <a:cubicBezTo>
                    <a:pt x="246" y="21"/>
                    <a:pt x="268" y="15"/>
                    <a:pt x="304" y="15"/>
                  </a:cubicBezTo>
                  <a:cubicBezTo>
                    <a:pt x="340" y="15"/>
                    <a:pt x="358" y="15"/>
                    <a:pt x="364" y="27"/>
                  </a:cubicBezTo>
                  <a:cubicBezTo>
                    <a:pt x="370" y="40"/>
                    <a:pt x="361" y="100"/>
                    <a:pt x="333" y="108"/>
                  </a:cubicBezTo>
                </a:path>
              </a:pathLst>
            </a:custGeom>
            <a:solidFill>
              <a:srgbClr val="043a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09" name="组合 1"/>
          <p:cNvGrpSpPr/>
          <p:nvPr/>
        </p:nvGrpSpPr>
        <p:grpSpPr>
          <a:xfrm>
            <a:off x="3092760" y="987480"/>
            <a:ext cx="3720600" cy="2816640"/>
            <a:chOff x="3092760" y="987480"/>
            <a:chExt cx="3720600" cy="2816640"/>
          </a:xfrm>
        </p:grpSpPr>
        <p:sp>
          <p:nvSpPr>
            <p:cNvPr id="810" name="直角三角形 4"/>
            <p:cNvSpPr/>
            <p:nvPr/>
          </p:nvSpPr>
          <p:spPr>
            <a:xfrm>
              <a:off x="6284880" y="987480"/>
              <a:ext cx="528480" cy="52560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11" name="组合 5"/>
            <p:cNvGrpSpPr/>
            <p:nvPr/>
          </p:nvGrpSpPr>
          <p:grpSpPr>
            <a:xfrm>
              <a:off x="3092760" y="1846440"/>
              <a:ext cx="3423600" cy="304560"/>
              <a:chOff x="3092760" y="1846440"/>
              <a:chExt cx="3423600" cy="304560"/>
            </a:xfrm>
          </p:grpSpPr>
          <p:sp>
            <p:nvSpPr>
              <p:cNvPr id="812" name="圆角矩形 4"/>
              <p:cNvSpPr/>
              <p:nvPr/>
            </p:nvSpPr>
            <p:spPr>
              <a:xfrm>
                <a:off x="3092760" y="1846440"/>
                <a:ext cx="3423600" cy="30456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1" lang="en-HK" sz="1100" spc="-1" strike="noStrike">
                  <a:latin typeface="Arial"/>
                </a:endParaRPr>
              </a:p>
            </p:txBody>
          </p:sp>
          <p:sp>
            <p:nvSpPr>
              <p:cNvPr id="813" name="任意多边形 5"/>
              <p:cNvSpPr/>
              <p:nvPr/>
            </p:nvSpPr>
            <p:spPr>
              <a:xfrm>
                <a:off x="3092760" y="1846440"/>
                <a:ext cx="411480" cy="30456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14" name="任意多边形 13"/>
              <p:cNvSpPr/>
              <p:nvPr/>
            </p:nvSpPr>
            <p:spPr>
              <a:xfrm>
                <a:off x="3215160" y="1901160"/>
                <a:ext cx="166320" cy="166320"/>
              </a:xfrm>
              <a:custGeom>
                <a:avLst/>
                <a:gdLst/>
                <a:ahLst/>
                <a:rect l="l" t="t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15" name="组合 6"/>
            <p:cNvGrpSpPr/>
            <p:nvPr/>
          </p:nvGrpSpPr>
          <p:grpSpPr>
            <a:xfrm>
              <a:off x="3092760" y="3093840"/>
              <a:ext cx="3423600" cy="304560"/>
              <a:chOff x="3092760" y="3093840"/>
              <a:chExt cx="3423600" cy="304560"/>
            </a:xfrm>
          </p:grpSpPr>
          <p:sp>
            <p:nvSpPr>
              <p:cNvPr id="816" name="圆角矩形 10"/>
              <p:cNvSpPr/>
              <p:nvPr/>
            </p:nvSpPr>
            <p:spPr>
              <a:xfrm>
                <a:off x="3092760" y="3093840"/>
                <a:ext cx="3423600" cy="30456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1" lang="en-HK" sz="1100" spc="-1" strike="noStrike">
                  <a:latin typeface="Arial"/>
                </a:endParaRPr>
              </a:p>
            </p:txBody>
          </p:sp>
          <p:sp>
            <p:nvSpPr>
              <p:cNvPr id="817" name="任意多边形 11"/>
              <p:cNvSpPr/>
              <p:nvPr/>
            </p:nvSpPr>
            <p:spPr>
              <a:xfrm>
                <a:off x="3092760" y="3093840"/>
                <a:ext cx="411480" cy="30456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18" name="任意多边形 14"/>
              <p:cNvSpPr/>
              <p:nvPr/>
            </p:nvSpPr>
            <p:spPr>
              <a:xfrm>
                <a:off x="3215160" y="3162960"/>
                <a:ext cx="166320" cy="16632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19" name="组合 7"/>
            <p:cNvGrpSpPr/>
            <p:nvPr/>
          </p:nvGrpSpPr>
          <p:grpSpPr>
            <a:xfrm>
              <a:off x="3092760" y="2678040"/>
              <a:ext cx="3423600" cy="304560"/>
              <a:chOff x="3092760" y="2678040"/>
              <a:chExt cx="3423600" cy="304560"/>
            </a:xfrm>
          </p:grpSpPr>
          <p:sp>
            <p:nvSpPr>
              <p:cNvPr id="820" name="圆角矩形 8"/>
              <p:cNvSpPr/>
              <p:nvPr/>
            </p:nvSpPr>
            <p:spPr>
              <a:xfrm>
                <a:off x="3092760" y="2678040"/>
                <a:ext cx="3423600" cy="30456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1" lang="en-HK" sz="1100" spc="-1" strike="noStrike">
                  <a:latin typeface="Arial"/>
                </a:endParaRPr>
              </a:p>
            </p:txBody>
          </p:sp>
          <p:sp>
            <p:nvSpPr>
              <p:cNvPr id="821" name="任意多边形 9"/>
              <p:cNvSpPr/>
              <p:nvPr/>
            </p:nvSpPr>
            <p:spPr>
              <a:xfrm>
                <a:off x="3092760" y="2678040"/>
                <a:ext cx="411480" cy="30456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22" name="任意多边形 15"/>
              <p:cNvSpPr/>
              <p:nvPr/>
            </p:nvSpPr>
            <p:spPr>
              <a:xfrm>
                <a:off x="3220920" y="2733120"/>
                <a:ext cx="166320" cy="16632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23" name="组合 8"/>
            <p:cNvGrpSpPr/>
            <p:nvPr/>
          </p:nvGrpSpPr>
          <p:grpSpPr>
            <a:xfrm>
              <a:off x="3092760" y="2262240"/>
              <a:ext cx="3423600" cy="304560"/>
              <a:chOff x="3092760" y="2262240"/>
              <a:chExt cx="3423600" cy="304560"/>
            </a:xfrm>
          </p:grpSpPr>
          <p:sp>
            <p:nvSpPr>
              <p:cNvPr id="824" name="圆角矩形 6"/>
              <p:cNvSpPr/>
              <p:nvPr/>
            </p:nvSpPr>
            <p:spPr>
              <a:xfrm>
                <a:off x="3092760" y="2262240"/>
                <a:ext cx="3423600" cy="30456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1" lang="en-HK" sz="1100" spc="-1" strike="noStrike">
                  <a:latin typeface="Arial"/>
                </a:endParaRPr>
              </a:p>
            </p:txBody>
          </p:sp>
          <p:sp>
            <p:nvSpPr>
              <p:cNvPr id="825" name="任意多边形 7"/>
              <p:cNvSpPr/>
              <p:nvPr/>
            </p:nvSpPr>
            <p:spPr>
              <a:xfrm>
                <a:off x="3092760" y="2262240"/>
                <a:ext cx="411480" cy="30456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26" name="任意多边形 16"/>
              <p:cNvSpPr/>
              <p:nvPr/>
            </p:nvSpPr>
            <p:spPr>
              <a:xfrm>
                <a:off x="3220920" y="2326680"/>
                <a:ext cx="166320" cy="16632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24" y="56"/>
                    </a:moveTo>
                    <a:cubicBezTo>
                      <a:pt x="129" y="50"/>
                      <a:pt x="137" y="46"/>
                      <a:pt x="144" y="46"/>
                    </a:cubicBezTo>
                    <a:cubicBezTo>
                      <a:pt x="144" y="54"/>
                      <a:pt x="141" y="62"/>
                      <a:pt x="137" y="67"/>
                    </a:cubicBezTo>
                    <a:cubicBezTo>
                      <a:pt x="132" y="73"/>
                      <a:pt x="124" y="78"/>
                      <a:pt x="117" y="77"/>
                    </a:cubicBezTo>
                    <a:cubicBezTo>
                      <a:pt x="115" y="69"/>
                      <a:pt x="119" y="61"/>
                      <a:pt x="124" y="56"/>
                    </a:cubicBezTo>
                    <a:close/>
                    <a:moveTo>
                      <a:pt x="162" y="164"/>
                    </a:moveTo>
                    <a:cubicBezTo>
                      <a:pt x="157" y="172"/>
                      <a:pt x="151" y="180"/>
                      <a:pt x="142" y="181"/>
                    </a:cubicBezTo>
                    <a:cubicBezTo>
                      <a:pt x="133" y="181"/>
                      <a:pt x="130" y="175"/>
                      <a:pt x="119" y="175"/>
                    </a:cubicBezTo>
                    <a:cubicBezTo>
                      <a:pt x="109" y="175"/>
                      <a:pt x="106" y="180"/>
                      <a:pt x="97" y="181"/>
                    </a:cubicBezTo>
                    <a:cubicBezTo>
                      <a:pt x="88" y="181"/>
                      <a:pt x="82" y="172"/>
                      <a:pt x="76" y="164"/>
                    </a:cubicBezTo>
                    <a:cubicBezTo>
                      <a:pt x="64" y="147"/>
                      <a:pt x="55" y="116"/>
                      <a:pt x="67" y="96"/>
                    </a:cubicBezTo>
                    <a:cubicBezTo>
                      <a:pt x="73" y="85"/>
                      <a:pt x="84" y="79"/>
                      <a:pt x="95" y="79"/>
                    </a:cubicBezTo>
                    <a:cubicBezTo>
                      <a:pt x="104" y="79"/>
                      <a:pt x="112" y="85"/>
                      <a:pt x="118" y="85"/>
                    </a:cubicBezTo>
                    <a:cubicBezTo>
                      <a:pt x="123" y="85"/>
                      <a:pt x="133" y="77"/>
                      <a:pt x="143" y="79"/>
                    </a:cubicBezTo>
                    <a:cubicBezTo>
                      <a:pt x="148" y="79"/>
                      <a:pt x="160" y="80"/>
                      <a:pt x="168" y="92"/>
                    </a:cubicBezTo>
                    <a:cubicBezTo>
                      <a:pt x="167" y="92"/>
                      <a:pt x="153" y="100"/>
                      <a:pt x="154" y="118"/>
                    </a:cubicBezTo>
                    <a:cubicBezTo>
                      <a:pt x="154" y="138"/>
                      <a:pt x="171" y="145"/>
                      <a:pt x="172" y="145"/>
                    </a:cubicBezTo>
                    <a:cubicBezTo>
                      <a:pt x="171" y="145"/>
                      <a:pt x="169" y="155"/>
                      <a:pt x="162" y="16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27" name="组合 10"/>
            <p:cNvGrpSpPr/>
            <p:nvPr/>
          </p:nvGrpSpPr>
          <p:grpSpPr>
            <a:xfrm>
              <a:off x="3092760" y="3499560"/>
              <a:ext cx="3423600" cy="304560"/>
              <a:chOff x="3092760" y="3499560"/>
              <a:chExt cx="3423600" cy="304560"/>
            </a:xfrm>
          </p:grpSpPr>
          <p:sp>
            <p:nvSpPr>
              <p:cNvPr id="828" name="圆角矩形 63"/>
              <p:cNvSpPr/>
              <p:nvPr/>
            </p:nvSpPr>
            <p:spPr>
              <a:xfrm>
                <a:off x="3092760" y="3499560"/>
                <a:ext cx="3423600" cy="30456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3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1" lang="en-HK" sz="1100" spc="-1" strike="noStrike">
                  <a:latin typeface="Arial"/>
                </a:endParaRPr>
              </a:p>
            </p:txBody>
          </p:sp>
          <p:sp>
            <p:nvSpPr>
              <p:cNvPr id="829" name="任意多边形 64"/>
              <p:cNvSpPr/>
              <p:nvPr/>
            </p:nvSpPr>
            <p:spPr>
              <a:xfrm>
                <a:off x="3092760" y="3499560"/>
                <a:ext cx="411480" cy="30456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30" name="任意多边形 65"/>
              <p:cNvSpPr/>
              <p:nvPr/>
            </p:nvSpPr>
            <p:spPr>
              <a:xfrm>
                <a:off x="3220920" y="3554280"/>
                <a:ext cx="166320" cy="16632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831" name="组合 63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832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833" name="矩形 65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roup 62"/>
          <p:cNvGrpSpPr/>
          <p:nvPr/>
        </p:nvGrpSpPr>
        <p:grpSpPr>
          <a:xfrm>
            <a:off x="731160" y="907920"/>
            <a:ext cx="7532640" cy="1625760"/>
            <a:chOff x="731160" y="907920"/>
            <a:chExt cx="7532640" cy="1625760"/>
          </a:xfrm>
        </p:grpSpPr>
        <p:sp>
          <p:nvSpPr>
            <p:cNvPr id="835" name="Freeform: Shape 2"/>
            <p:cNvSpPr/>
            <p:nvPr/>
          </p:nvSpPr>
          <p:spPr>
            <a:xfrm>
              <a:off x="731160" y="1884600"/>
              <a:ext cx="751680" cy="644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8605" y="5478"/>
                  </a:moveTo>
                  <a:lnTo>
                    <a:pt x="6126" y="8350"/>
                  </a:lnTo>
                  <a:cubicBezTo>
                    <a:pt x="1357" y="10288"/>
                    <a:pt x="0" y="12899"/>
                    <a:pt x="0" y="14094"/>
                  </a:cubicBezTo>
                  <a:cubicBezTo>
                    <a:pt x="0" y="20043"/>
                    <a:pt x="15755" y="21399"/>
                    <a:pt x="21600" y="21600"/>
                  </a:cubicBezTo>
                  <a:lnTo>
                    <a:pt x="21600" y="0"/>
                  </a:lnTo>
                  <a:cubicBezTo>
                    <a:pt x="16641" y="723"/>
                    <a:pt x="11387" y="2259"/>
                    <a:pt x="8605" y="5478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6" name="Freeform: Shape 3"/>
            <p:cNvSpPr/>
            <p:nvPr/>
          </p:nvSpPr>
          <p:spPr>
            <a:xfrm>
              <a:off x="1484640" y="1869840"/>
              <a:ext cx="751680" cy="663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9081" y="0"/>
                  </a:moveTo>
                  <a:cubicBezTo>
                    <a:pt x="6847" y="0"/>
                    <a:pt x="3495" y="98"/>
                    <a:pt x="0" y="590"/>
                  </a:cubicBezTo>
                  <a:lnTo>
                    <a:pt x="0" y="21571"/>
                  </a:lnTo>
                  <a:cubicBezTo>
                    <a:pt x="609" y="21590"/>
                    <a:pt x="1110" y="21600"/>
                    <a:pt x="1477" y="21600"/>
                  </a:cubicBez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9081" y="0"/>
                    <a:pt x="9081" y="0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7" name="Freeform: Shape 4"/>
            <p:cNvSpPr/>
            <p:nvPr/>
          </p:nvSpPr>
          <p:spPr>
            <a:xfrm>
              <a:off x="2238120" y="1869840"/>
              <a:ext cx="751680" cy="663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8" name="Freeform: Shape 5"/>
            <p:cNvSpPr/>
            <p:nvPr/>
          </p:nvSpPr>
          <p:spPr>
            <a:xfrm>
              <a:off x="2991600" y="1869840"/>
              <a:ext cx="751680" cy="663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331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9" name="Freeform: Shape 6"/>
            <p:cNvSpPr/>
            <p:nvPr/>
          </p:nvSpPr>
          <p:spPr>
            <a:xfrm>
              <a:off x="3745080" y="1869840"/>
              <a:ext cx="751680" cy="663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331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0" name="Freeform: Shape 7"/>
            <p:cNvSpPr/>
            <p:nvPr/>
          </p:nvSpPr>
          <p:spPr>
            <a:xfrm>
              <a:off x="4498200" y="1869840"/>
              <a:ext cx="751680" cy="663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1" name="Freeform: Shape 8"/>
            <p:cNvSpPr/>
            <p:nvPr/>
          </p:nvSpPr>
          <p:spPr>
            <a:xfrm>
              <a:off x="5251680" y="1869840"/>
              <a:ext cx="751680" cy="663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2" name="Freeform: Shape 9"/>
            <p:cNvSpPr/>
            <p:nvPr/>
          </p:nvSpPr>
          <p:spPr>
            <a:xfrm>
              <a:off x="6005160" y="1869840"/>
              <a:ext cx="751680" cy="663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3629" y="21600"/>
                  </a:lnTo>
                  <a:cubicBezTo>
                    <a:pt x="7543" y="21600"/>
                    <a:pt x="13854" y="20683"/>
                    <a:pt x="21600" y="19020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843" name="Group 10"/>
            <p:cNvGrpSpPr/>
            <p:nvPr/>
          </p:nvGrpSpPr>
          <p:grpSpPr>
            <a:xfrm>
              <a:off x="957240" y="2035080"/>
              <a:ext cx="5460840" cy="79920"/>
              <a:chOff x="957240" y="2035080"/>
              <a:chExt cx="5460840" cy="79920"/>
            </a:xfrm>
          </p:grpSpPr>
          <p:sp>
            <p:nvSpPr>
              <p:cNvPr id="844" name="Freeform: Shape 13"/>
              <p:cNvSpPr/>
              <p:nvPr/>
            </p:nvSpPr>
            <p:spPr>
              <a:xfrm>
                <a:off x="957240" y="2035080"/>
                <a:ext cx="126360" cy="799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14036" y="0"/>
                    </a:lnTo>
                    <a:lnTo>
                      <a:pt x="21600" y="0"/>
                    </a:lnTo>
                    <a:lnTo>
                      <a:pt x="12641" y="21600"/>
                    </a:lnTo>
                    <a:cubicBezTo>
                      <a:pt x="12641" y="2160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5" name="Freeform: Shape 14"/>
              <p:cNvSpPr/>
              <p:nvPr/>
            </p:nvSpPr>
            <p:spPr>
              <a:xfrm>
                <a:off x="1062720" y="2035080"/>
                <a:ext cx="98640" cy="79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10378" y="0"/>
                    </a:lnTo>
                    <a:lnTo>
                      <a:pt x="21600" y="0"/>
                    </a:lnTo>
                    <a:cubicBezTo>
                      <a:pt x="21600" y="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6" name="Freeform: Shape 15"/>
              <p:cNvSpPr/>
              <p:nvPr/>
            </p:nvSpPr>
            <p:spPr>
              <a:xfrm>
                <a:off x="1183320" y="2035080"/>
                <a:ext cx="87120" cy="799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0" y="21441"/>
                    </a:lnTo>
                    <a:lnTo>
                      <a:pt x="0" y="0"/>
                    </a:lnTo>
                    <a:lnTo>
                      <a:pt x="15779" y="0"/>
                    </a:lnTo>
                    <a:lnTo>
                      <a:pt x="21600" y="6619"/>
                    </a:lnTo>
                    <a:cubicBezTo>
                      <a:pt x="21600" y="6619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7" name="Freeform: Shape 16"/>
              <p:cNvSpPr/>
              <p:nvPr/>
            </p:nvSpPr>
            <p:spPr>
              <a:xfrm>
                <a:off x="172584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8" name="Freeform: Shape 17"/>
              <p:cNvSpPr/>
              <p:nvPr/>
            </p:nvSpPr>
            <p:spPr>
              <a:xfrm>
                <a:off x="180108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98" y="21600"/>
                      <a:pt x="13424" y="21600"/>
                    </a:cubicBezTo>
                    <a:lnTo>
                      <a:pt x="8176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176" y="0"/>
                    </a:cubicBezTo>
                    <a:lnTo>
                      <a:pt x="13424" y="0"/>
                    </a:lnTo>
                    <a:cubicBezTo>
                      <a:pt x="1789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9" name="Freeform: Shape 18"/>
              <p:cNvSpPr/>
              <p:nvPr/>
            </p:nvSpPr>
            <p:spPr>
              <a:xfrm>
                <a:off x="189144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0" name="Freeform: Shape 19"/>
              <p:cNvSpPr/>
              <p:nvPr/>
            </p:nvSpPr>
            <p:spPr>
              <a:xfrm>
                <a:off x="198180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1" name="Freeform: Shape 20"/>
              <p:cNvSpPr/>
              <p:nvPr/>
            </p:nvSpPr>
            <p:spPr>
              <a:xfrm>
                <a:off x="207216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2" name="Freeform: Shape 21"/>
              <p:cNvSpPr/>
              <p:nvPr/>
            </p:nvSpPr>
            <p:spPr>
              <a:xfrm>
                <a:off x="216288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3" name="Freeform: Shape 22"/>
              <p:cNvSpPr/>
              <p:nvPr/>
            </p:nvSpPr>
            <p:spPr>
              <a:xfrm>
                <a:off x="2253240" y="2050200"/>
                <a:ext cx="3636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44" y="21600"/>
                      <a:pt x="13405" y="21600"/>
                    </a:cubicBezTo>
                    <a:lnTo>
                      <a:pt x="8111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11" y="0"/>
                    </a:cubicBezTo>
                    <a:lnTo>
                      <a:pt x="13405" y="0"/>
                    </a:lnTo>
                    <a:cubicBezTo>
                      <a:pt x="1784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4" name="Freeform: Shape 23"/>
              <p:cNvSpPr/>
              <p:nvPr/>
            </p:nvSpPr>
            <p:spPr>
              <a:xfrm>
                <a:off x="232848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17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74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5" name="Freeform: Shape 24"/>
              <p:cNvSpPr/>
              <p:nvPr/>
            </p:nvSpPr>
            <p:spPr>
              <a:xfrm>
                <a:off x="241884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60" y="21600"/>
                    </a:cubicBezTo>
                    <a:lnTo>
                      <a:pt x="8144" y="21600"/>
                    </a:lnTo>
                    <a:cubicBezTo>
                      <a:pt x="360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3" y="0"/>
                      <a:pt x="8144" y="0"/>
                    </a:cubicBezTo>
                    <a:lnTo>
                      <a:pt x="13460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6" name="Freeform: Shape 25"/>
              <p:cNvSpPr/>
              <p:nvPr/>
            </p:nvSpPr>
            <p:spPr>
              <a:xfrm>
                <a:off x="250920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7" y="21600"/>
                      <a:pt x="13460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60" y="0"/>
                    </a:lnTo>
                    <a:cubicBezTo>
                      <a:pt x="1791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7" name="Freeform: Shape 26"/>
              <p:cNvSpPr/>
              <p:nvPr/>
            </p:nvSpPr>
            <p:spPr>
              <a:xfrm>
                <a:off x="259956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8" name="Freeform: Shape 27"/>
              <p:cNvSpPr/>
              <p:nvPr/>
            </p:nvSpPr>
            <p:spPr>
              <a:xfrm>
                <a:off x="269028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228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228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9" name="Freeform: Shape 28"/>
              <p:cNvSpPr/>
              <p:nvPr/>
            </p:nvSpPr>
            <p:spPr>
              <a:xfrm>
                <a:off x="278064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0" name="Freeform: Shape 29"/>
              <p:cNvSpPr/>
              <p:nvPr/>
            </p:nvSpPr>
            <p:spPr>
              <a:xfrm>
                <a:off x="312696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1" name="Freeform: Shape 30"/>
              <p:cNvSpPr/>
              <p:nvPr/>
            </p:nvSpPr>
            <p:spPr>
              <a:xfrm>
                <a:off x="321768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2" name="Freeform: Shape 31"/>
              <p:cNvSpPr/>
              <p:nvPr/>
            </p:nvSpPr>
            <p:spPr>
              <a:xfrm>
                <a:off x="3308040" y="2050200"/>
                <a:ext cx="3636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04" y="21600"/>
                    </a:cubicBezTo>
                    <a:lnTo>
                      <a:pt x="8196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6" y="0"/>
                    </a:cubicBezTo>
                    <a:lnTo>
                      <a:pt x="13404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3" name="Freeform: Shape 32"/>
              <p:cNvSpPr/>
              <p:nvPr/>
            </p:nvSpPr>
            <p:spPr>
              <a:xfrm>
                <a:off x="338328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4" name="Freeform: Shape 33"/>
              <p:cNvSpPr/>
              <p:nvPr/>
            </p:nvSpPr>
            <p:spPr>
              <a:xfrm>
                <a:off x="347364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5" name="Freeform: Shape 34"/>
              <p:cNvSpPr/>
              <p:nvPr/>
            </p:nvSpPr>
            <p:spPr>
              <a:xfrm>
                <a:off x="356400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6" name="Freeform: Shape 35"/>
              <p:cNvSpPr/>
              <p:nvPr/>
            </p:nvSpPr>
            <p:spPr>
              <a:xfrm>
                <a:off x="365436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7" name="Freeform: Shape 36"/>
              <p:cNvSpPr/>
              <p:nvPr/>
            </p:nvSpPr>
            <p:spPr>
              <a:xfrm>
                <a:off x="392580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8" name="Freeform: Shape 37"/>
              <p:cNvSpPr/>
              <p:nvPr/>
            </p:nvSpPr>
            <p:spPr>
              <a:xfrm>
                <a:off x="401616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368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368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9" name="Freeform: Shape 38"/>
              <p:cNvSpPr/>
              <p:nvPr/>
            </p:nvSpPr>
            <p:spPr>
              <a:xfrm>
                <a:off x="410652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176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176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0" name="Freeform: Shape 39"/>
              <p:cNvSpPr/>
              <p:nvPr/>
            </p:nvSpPr>
            <p:spPr>
              <a:xfrm>
                <a:off x="419688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543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543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1" name="Freeform: Shape 40"/>
              <p:cNvSpPr/>
              <p:nvPr/>
            </p:nvSpPr>
            <p:spPr>
              <a:xfrm>
                <a:off x="4287240" y="2050200"/>
                <a:ext cx="3636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28" y="21600"/>
                      <a:pt x="13401" y="21600"/>
                    </a:cubicBezTo>
                    <a:lnTo>
                      <a:pt x="8195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95" y="0"/>
                    </a:cubicBezTo>
                    <a:lnTo>
                      <a:pt x="13401" y="0"/>
                    </a:lnTo>
                    <a:cubicBezTo>
                      <a:pt x="1792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2" name="Freeform: Shape 41"/>
              <p:cNvSpPr/>
              <p:nvPr/>
            </p:nvSpPr>
            <p:spPr>
              <a:xfrm>
                <a:off x="437796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3" name="Freeform: Shape 42"/>
              <p:cNvSpPr/>
              <p:nvPr/>
            </p:nvSpPr>
            <p:spPr>
              <a:xfrm>
                <a:off x="4453200" y="2050200"/>
                <a:ext cx="3636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91" y="21600"/>
                    </a:cubicBezTo>
                    <a:lnTo>
                      <a:pt x="8196" y="21600"/>
                    </a:lnTo>
                    <a:cubicBezTo>
                      <a:pt x="375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56" y="0"/>
                      <a:pt x="8196" y="0"/>
                    </a:cubicBezTo>
                    <a:lnTo>
                      <a:pt x="13491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4" name="Freeform: Shape 43"/>
              <p:cNvSpPr/>
              <p:nvPr/>
            </p:nvSpPr>
            <p:spPr>
              <a:xfrm>
                <a:off x="454356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6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69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5" name="Freeform: Shape 44"/>
              <p:cNvSpPr/>
              <p:nvPr/>
            </p:nvSpPr>
            <p:spPr>
              <a:xfrm>
                <a:off x="4633920" y="2050200"/>
                <a:ext cx="3636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6" name="Freeform: Shape 45"/>
              <p:cNvSpPr/>
              <p:nvPr/>
            </p:nvSpPr>
            <p:spPr>
              <a:xfrm>
                <a:off x="4965480" y="2050200"/>
                <a:ext cx="3636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14" y="21600"/>
                      <a:pt x="13402" y="21600"/>
                    </a:cubicBezTo>
                    <a:lnTo>
                      <a:pt x="8198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8" y="0"/>
                    </a:cubicBezTo>
                    <a:lnTo>
                      <a:pt x="13402" y="0"/>
                    </a:lnTo>
                    <a:cubicBezTo>
                      <a:pt x="1801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7" name="Freeform: Shape 46"/>
              <p:cNvSpPr/>
              <p:nvPr/>
            </p:nvSpPr>
            <p:spPr>
              <a:xfrm>
                <a:off x="505584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78" y="21600"/>
                    </a:lnTo>
                    <a:cubicBezTo>
                      <a:pt x="369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8" y="0"/>
                      <a:pt x="8178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8" name="Freeform: Shape 47"/>
              <p:cNvSpPr/>
              <p:nvPr/>
            </p:nvSpPr>
            <p:spPr>
              <a:xfrm>
                <a:off x="514620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9" name="Freeform: Shape 48"/>
              <p:cNvSpPr/>
              <p:nvPr/>
            </p:nvSpPr>
            <p:spPr>
              <a:xfrm>
                <a:off x="532728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0" name="Freeform: Shape 49"/>
              <p:cNvSpPr/>
              <p:nvPr/>
            </p:nvSpPr>
            <p:spPr>
              <a:xfrm>
                <a:off x="541764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33" y="21600"/>
                      <a:pt x="13370" y="21600"/>
                    </a:cubicBezTo>
                    <a:lnTo>
                      <a:pt x="8138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138" y="0"/>
                    </a:cubicBezTo>
                    <a:lnTo>
                      <a:pt x="13370" y="0"/>
                    </a:lnTo>
                    <a:cubicBezTo>
                      <a:pt x="1783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1" name="Freeform: Shape 50"/>
              <p:cNvSpPr/>
              <p:nvPr/>
            </p:nvSpPr>
            <p:spPr>
              <a:xfrm>
                <a:off x="549288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6" y="21600"/>
                      <a:pt x="13454" y="21600"/>
                    </a:cubicBezTo>
                    <a:lnTo>
                      <a:pt x="8054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054" y="0"/>
                    </a:cubicBezTo>
                    <a:lnTo>
                      <a:pt x="13454" y="0"/>
                    </a:lnTo>
                    <a:cubicBezTo>
                      <a:pt x="1791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2" name="Freeform: Shape 51"/>
              <p:cNvSpPr/>
              <p:nvPr/>
            </p:nvSpPr>
            <p:spPr>
              <a:xfrm>
                <a:off x="558324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422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422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3" name="Freeform: Shape 52"/>
              <p:cNvSpPr/>
              <p:nvPr/>
            </p:nvSpPr>
            <p:spPr>
              <a:xfrm>
                <a:off x="5673600" y="2050200"/>
                <a:ext cx="3636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4" name="Freeform: Shape 53"/>
              <p:cNvSpPr/>
              <p:nvPr/>
            </p:nvSpPr>
            <p:spPr>
              <a:xfrm>
                <a:off x="576396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5" name="Freeform: Shape 54"/>
              <p:cNvSpPr/>
              <p:nvPr/>
            </p:nvSpPr>
            <p:spPr>
              <a:xfrm>
                <a:off x="5854680" y="2050200"/>
                <a:ext cx="3636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40" y="21600"/>
                      <a:pt x="13405" y="21600"/>
                    </a:cubicBezTo>
                    <a:lnTo>
                      <a:pt x="8195" y="21600"/>
                    </a:lnTo>
                    <a:cubicBezTo>
                      <a:pt x="367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6" y="0"/>
                      <a:pt x="8195" y="0"/>
                    </a:cubicBezTo>
                    <a:lnTo>
                      <a:pt x="13405" y="0"/>
                    </a:lnTo>
                    <a:cubicBezTo>
                      <a:pt x="17840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6" name="Freeform: Shape 55"/>
              <p:cNvSpPr/>
              <p:nvPr/>
            </p:nvSpPr>
            <p:spPr>
              <a:xfrm>
                <a:off x="594504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7" name="Freeform: Shape 56"/>
              <p:cNvSpPr/>
              <p:nvPr/>
            </p:nvSpPr>
            <p:spPr>
              <a:xfrm>
                <a:off x="6020280" y="2050200"/>
                <a:ext cx="3636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15" y="21600"/>
                      <a:pt x="13489" y="21600"/>
                    </a:cubicBezTo>
                    <a:lnTo>
                      <a:pt x="8195" y="21600"/>
                    </a:lnTo>
                    <a:cubicBezTo>
                      <a:pt x="376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60" y="0"/>
                      <a:pt x="8195" y="0"/>
                    </a:cubicBezTo>
                    <a:lnTo>
                      <a:pt x="13489" y="0"/>
                    </a:lnTo>
                    <a:cubicBezTo>
                      <a:pt x="18015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8" name="Freeform: Shape 57"/>
              <p:cNvSpPr/>
              <p:nvPr/>
            </p:nvSpPr>
            <p:spPr>
              <a:xfrm>
                <a:off x="6110640" y="2050200"/>
                <a:ext cx="3636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059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059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9" name="Freeform: Shape 58"/>
              <p:cNvSpPr/>
              <p:nvPr/>
            </p:nvSpPr>
            <p:spPr>
              <a:xfrm>
                <a:off x="620100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90" name="Freeform: Shape 59"/>
              <p:cNvSpPr/>
              <p:nvPr/>
            </p:nvSpPr>
            <p:spPr>
              <a:xfrm>
                <a:off x="6291360" y="2050200"/>
                <a:ext cx="3636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143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3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91" name="Freeform: Shape 60"/>
              <p:cNvSpPr/>
              <p:nvPr/>
            </p:nvSpPr>
            <p:spPr>
              <a:xfrm>
                <a:off x="6382080" y="2050200"/>
                <a:ext cx="36000" cy="50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9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94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892" name="Freeform: Shape 11"/>
            <p:cNvSpPr/>
            <p:nvPr/>
          </p:nvSpPr>
          <p:spPr>
            <a:xfrm>
              <a:off x="6758640" y="1268640"/>
              <a:ext cx="751680" cy="1185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0"/>
                  </a:moveTo>
                  <a:lnTo>
                    <a:pt x="21600" y="18420"/>
                  </a:lnTo>
                  <a:cubicBezTo>
                    <a:pt x="17483" y="19076"/>
                    <a:pt x="12748" y="19774"/>
                    <a:pt x="7366" y="20490"/>
                  </a:cubicBezTo>
                  <a:cubicBezTo>
                    <a:pt x="4800" y="20856"/>
                    <a:pt x="2333" y="21321"/>
                    <a:pt x="0" y="21600"/>
                  </a:cubicBezTo>
                  <a:lnTo>
                    <a:pt x="0" y="10937"/>
                  </a:lnTo>
                  <a:lnTo>
                    <a:pt x="1996" y="10740"/>
                  </a:lnTo>
                  <a:cubicBezTo>
                    <a:pt x="4765" y="10568"/>
                    <a:pt x="9422" y="9310"/>
                    <a:pt x="12649" y="6901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3" name="Freeform: Shape 12"/>
            <p:cNvSpPr/>
            <p:nvPr/>
          </p:nvSpPr>
          <p:spPr>
            <a:xfrm>
              <a:off x="7512120" y="907920"/>
              <a:ext cx="751680" cy="1365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18146"/>
                  </a:moveTo>
                  <a:cubicBezTo>
                    <a:pt x="21600" y="18146"/>
                    <a:pt x="14813" y="19556"/>
                    <a:pt x="0" y="21600"/>
                  </a:cubicBezTo>
                  <a:lnTo>
                    <a:pt x="0" y="5756"/>
                  </a:lnTo>
                  <a:lnTo>
                    <a:pt x="7547" y="705"/>
                  </a:lnTo>
                  <a:cubicBezTo>
                    <a:pt x="8450" y="107"/>
                    <a:pt x="9802" y="0"/>
                    <a:pt x="10580" y="0"/>
                  </a:cubicBezTo>
                  <a:lnTo>
                    <a:pt x="17798" y="0"/>
                  </a:lnTo>
                  <a:lnTo>
                    <a:pt x="10813" y="15801"/>
                  </a:lnTo>
                  <a:cubicBezTo>
                    <a:pt x="15889" y="16055"/>
                    <a:pt x="19902" y="16390"/>
                    <a:pt x="21280" y="16808"/>
                  </a:cubicBezTo>
                  <a:lnTo>
                    <a:pt x="21600" y="18146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94" name="Rectangle 61"/>
          <p:cNvSpPr/>
          <p:nvPr/>
        </p:nvSpPr>
        <p:spPr>
          <a:xfrm>
            <a:off x="3520800" y="2371680"/>
            <a:ext cx="2188800" cy="950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272f42"/>
                </a:solidFill>
                <a:latin typeface="微软雅黑"/>
                <a:ea typeface="微软雅黑"/>
              </a:rPr>
              <a:t>50%</a:t>
            </a:r>
            <a:endParaRPr b="1" lang="en-HK" sz="3600" spc="-1" strike="noStrike">
              <a:latin typeface="Arial"/>
            </a:endParaRPr>
          </a:p>
        </p:txBody>
      </p:sp>
      <p:sp>
        <p:nvSpPr>
          <p:cNvPr id="895" name="Rectangle 64"/>
          <p:cNvSpPr/>
          <p:nvPr/>
        </p:nvSpPr>
        <p:spPr>
          <a:xfrm>
            <a:off x="518400" y="2371680"/>
            <a:ext cx="2188800" cy="950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959595"/>
                </a:solidFill>
                <a:latin typeface="微软雅黑"/>
                <a:ea typeface="微软雅黑"/>
              </a:rPr>
              <a:t>30%</a:t>
            </a:r>
            <a:endParaRPr b="1" lang="en-HK" sz="3600" spc="-1" strike="noStrike">
              <a:latin typeface="Arial"/>
            </a:endParaRPr>
          </a:p>
        </p:txBody>
      </p:sp>
      <p:sp>
        <p:nvSpPr>
          <p:cNvPr id="896" name="Rectangle 66"/>
          <p:cNvSpPr/>
          <p:nvPr/>
        </p:nvSpPr>
        <p:spPr>
          <a:xfrm>
            <a:off x="6435000" y="2371680"/>
            <a:ext cx="2188800" cy="950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959595"/>
                </a:solidFill>
                <a:latin typeface="微软雅黑"/>
                <a:ea typeface="微软雅黑"/>
              </a:rPr>
              <a:t>20%</a:t>
            </a:r>
            <a:endParaRPr b="1" lang="en-HK" sz="3600" spc="-1" strike="noStrike">
              <a:latin typeface="Arial"/>
            </a:endParaRPr>
          </a:p>
        </p:txBody>
      </p:sp>
      <p:grpSp>
        <p:nvGrpSpPr>
          <p:cNvPr id="897" name="Group 80"/>
          <p:cNvGrpSpPr/>
          <p:nvPr/>
        </p:nvGrpSpPr>
        <p:grpSpPr>
          <a:xfrm>
            <a:off x="603360" y="3499560"/>
            <a:ext cx="7936560" cy="734040"/>
            <a:chOff x="603360" y="3499560"/>
            <a:chExt cx="7936560" cy="734040"/>
          </a:xfrm>
        </p:grpSpPr>
        <p:sp>
          <p:nvSpPr>
            <p:cNvPr id="898" name="TextBox 81"/>
            <p:cNvSpPr/>
            <p:nvPr/>
          </p:nvSpPr>
          <p:spPr>
            <a:xfrm>
              <a:off x="1132560" y="3499560"/>
              <a:ext cx="963000" cy="2534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6000"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899" name="TextBox 82"/>
            <p:cNvSpPr/>
            <p:nvPr/>
          </p:nvSpPr>
          <p:spPr>
            <a:xfrm>
              <a:off x="4103640" y="3499560"/>
              <a:ext cx="963000" cy="25344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6000"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900" name="TextBox 83"/>
            <p:cNvSpPr/>
            <p:nvPr/>
          </p:nvSpPr>
          <p:spPr>
            <a:xfrm>
              <a:off x="7048080" y="3499560"/>
              <a:ext cx="963000" cy="25344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6000"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400" spc="-1" strike="noStrike">
                <a:latin typeface="Arial"/>
              </a:endParaRPr>
            </a:p>
          </p:txBody>
        </p:sp>
        <p:sp>
          <p:nvSpPr>
            <p:cNvPr id="901" name="TextBox 84"/>
            <p:cNvSpPr/>
            <p:nvPr/>
          </p:nvSpPr>
          <p:spPr>
            <a:xfrm>
              <a:off x="603360" y="3804840"/>
              <a:ext cx="2021040" cy="4287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rmAutofit/>
              <a:scene3d>
                <a:camera prst="orthographicFront"/>
                <a:lightRig dir="t" rig="threePt"/>
              </a:scene3d>
              <a:sp3d>
                <a:bevelT w="0" h="0"/>
              </a:sp3d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 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1000" spc="-1" strike="noStrike">
                <a:latin typeface="Arial"/>
              </a:endParaRPr>
            </a:p>
          </p:txBody>
        </p:sp>
        <p:sp>
          <p:nvSpPr>
            <p:cNvPr id="902" name="TextBox 85"/>
            <p:cNvSpPr/>
            <p:nvPr/>
          </p:nvSpPr>
          <p:spPr>
            <a:xfrm>
              <a:off x="3574440" y="3804840"/>
              <a:ext cx="2021040" cy="4287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rmAutofit/>
              <a:scene3d>
                <a:camera prst="orthographicFront"/>
                <a:lightRig dir="t" rig="threePt"/>
              </a:scene3d>
              <a:sp3d>
                <a:bevelT w="0" h="0"/>
              </a:sp3d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 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1000" spc="-1" strike="noStrike">
                <a:latin typeface="Arial"/>
              </a:endParaRPr>
            </a:p>
          </p:txBody>
        </p:sp>
        <p:sp>
          <p:nvSpPr>
            <p:cNvPr id="903" name="TextBox 86"/>
            <p:cNvSpPr/>
            <p:nvPr/>
          </p:nvSpPr>
          <p:spPr>
            <a:xfrm>
              <a:off x="6518880" y="3804840"/>
              <a:ext cx="2021040" cy="4287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rmAutofit/>
              <a:scene3d>
                <a:camera prst="orthographicFront"/>
                <a:lightRig dir="t" rig="threePt"/>
              </a:scene3d>
              <a:sp3d>
                <a:bevelT w="0" h="0"/>
              </a:sp3d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 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1" lang="en-HK" sz="1000" spc="-1" strike="noStrike">
                <a:latin typeface="Arial"/>
              </a:endParaRPr>
            </a:p>
          </p:txBody>
        </p:sp>
      </p:grpSp>
      <p:grpSp>
        <p:nvGrpSpPr>
          <p:cNvPr id="904" name="组合 74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905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906" name="矩形 76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" name="6b9dc50f-7ec6-4f91-a8f5-bf0b22df45e9"/>
          <p:cNvGrpSpPr/>
          <p:nvPr/>
        </p:nvGrpSpPr>
        <p:grpSpPr>
          <a:xfrm>
            <a:off x="0" y="1194480"/>
            <a:ext cx="8604360" cy="3391200"/>
            <a:chOff x="0" y="1194480"/>
            <a:chExt cx="8604360" cy="3391200"/>
          </a:xfrm>
        </p:grpSpPr>
        <p:sp>
          <p:nvSpPr>
            <p:cNvPr id="908" name="Rectangle 1"/>
            <p:cNvSpPr/>
            <p:nvPr/>
          </p:nvSpPr>
          <p:spPr>
            <a:xfrm>
              <a:off x="0" y="1194480"/>
              <a:ext cx="3791880" cy="339120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09" name="Rectangle: Rounded Corners 5"/>
            <p:cNvSpPr/>
            <p:nvPr/>
          </p:nvSpPr>
          <p:spPr>
            <a:xfrm>
              <a:off x="3348000" y="1378800"/>
              <a:ext cx="1861560" cy="4611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800" spc="-1" strike="noStrike">
                <a:latin typeface="Arial"/>
              </a:endParaRPr>
            </a:p>
          </p:txBody>
        </p:sp>
        <p:sp>
          <p:nvSpPr>
            <p:cNvPr id="910" name="Freeform: Shape 4"/>
            <p:cNvSpPr/>
            <p:nvPr/>
          </p:nvSpPr>
          <p:spPr>
            <a:xfrm>
              <a:off x="3498480" y="1491480"/>
              <a:ext cx="207720" cy="152640"/>
            </a:xfrm>
            <a:custGeom>
              <a:avLst/>
              <a:gdLst/>
              <a:ahLst/>
              <a:rect l="l" t="t" r="r" b="b"/>
              <a:pathLst>
                <a:path w="94" h="69">
                  <a:moveTo>
                    <a:pt x="2" y="45"/>
                  </a:moveTo>
                  <a:cubicBezTo>
                    <a:pt x="10" y="45"/>
                    <a:pt x="10" y="45"/>
                    <a:pt x="10" y="45"/>
                  </a:cubicBezTo>
                  <a:cubicBezTo>
                    <a:pt x="13" y="48"/>
                    <a:pt x="17" y="48"/>
                    <a:pt x="20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7" y="40"/>
                    <a:pt x="26" y="35"/>
                    <a:pt x="26" y="30"/>
                  </a:cubicBezTo>
                  <a:cubicBezTo>
                    <a:pt x="22" y="19"/>
                    <a:pt x="7" y="20"/>
                    <a:pt x="4" y="30"/>
                  </a:cubicBezTo>
                  <a:cubicBezTo>
                    <a:pt x="2" y="45"/>
                    <a:pt x="2" y="45"/>
                    <a:pt x="2" y="45"/>
                  </a:cubicBezTo>
                  <a:close/>
                  <a:moveTo>
                    <a:pt x="65" y="50"/>
                  </a:moveTo>
                  <a:cubicBezTo>
                    <a:pt x="73" y="46"/>
                    <a:pt x="73" y="46"/>
                    <a:pt x="73" y="46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73" y="59"/>
                    <a:pt x="73" y="59"/>
                    <a:pt x="73" y="59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5"/>
                    <a:pt x="1" y="52"/>
                    <a:pt x="3" y="49"/>
                  </a:cubicBezTo>
                  <a:cubicBezTo>
                    <a:pt x="5" y="49"/>
                    <a:pt x="7" y="49"/>
                    <a:pt x="8" y="49"/>
                  </a:cubicBezTo>
                  <a:cubicBezTo>
                    <a:pt x="13" y="54"/>
                    <a:pt x="17" y="54"/>
                    <a:pt x="22" y="49"/>
                  </a:cubicBezTo>
                  <a:cubicBezTo>
                    <a:pt x="23" y="49"/>
                    <a:pt x="25" y="49"/>
                    <a:pt x="27" y="49"/>
                  </a:cubicBezTo>
                  <a:cubicBezTo>
                    <a:pt x="27" y="50"/>
                    <a:pt x="28" y="51"/>
                    <a:pt x="28" y="52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45" y="57"/>
                    <a:pt x="45" y="57"/>
                    <a:pt x="45" y="57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5" y="50"/>
                    <a:pt x="65" y="50"/>
                    <a:pt x="65" y="50"/>
                  </a:cubicBezTo>
                  <a:close/>
                  <a:moveTo>
                    <a:pt x="89" y="30"/>
                  </a:moveTo>
                  <a:cubicBezTo>
                    <a:pt x="89" y="24"/>
                    <a:pt x="85" y="21"/>
                    <a:pt x="79" y="20"/>
                  </a:cubicBezTo>
                  <a:cubicBezTo>
                    <a:pt x="74" y="20"/>
                    <a:pt x="70" y="24"/>
                    <a:pt x="70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0" y="31"/>
                    <a:pt x="70" y="32"/>
                    <a:pt x="70" y="33"/>
                  </a:cubicBezTo>
                  <a:cubicBezTo>
                    <a:pt x="70" y="33"/>
                    <a:pt x="70" y="34"/>
                    <a:pt x="71" y="34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41"/>
                    <a:pt x="72" y="41"/>
                    <a:pt x="72" y="41"/>
                  </a:cubicBezTo>
                  <a:cubicBezTo>
                    <a:pt x="77" y="46"/>
                    <a:pt x="81" y="45"/>
                    <a:pt x="87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4"/>
                    <a:pt x="88" y="34"/>
                    <a:pt x="88" y="34"/>
                  </a:cubicBezTo>
                  <a:cubicBezTo>
                    <a:pt x="88" y="34"/>
                    <a:pt x="89" y="33"/>
                    <a:pt x="89" y="33"/>
                  </a:cubicBezTo>
                  <a:cubicBezTo>
                    <a:pt x="89" y="33"/>
                    <a:pt x="89" y="31"/>
                    <a:pt x="89" y="31"/>
                  </a:cubicBezTo>
                  <a:cubicBezTo>
                    <a:pt x="89" y="30"/>
                    <a:pt x="89" y="30"/>
                    <a:pt x="89" y="30"/>
                  </a:cubicBezTo>
                  <a:close/>
                  <a:moveTo>
                    <a:pt x="63" y="24"/>
                  </a:moveTo>
                  <a:cubicBezTo>
                    <a:pt x="66" y="14"/>
                    <a:pt x="66" y="14"/>
                    <a:pt x="66" y="14"/>
                  </a:cubicBezTo>
                  <a:cubicBezTo>
                    <a:pt x="59" y="13"/>
                    <a:pt x="47" y="0"/>
                    <a:pt x="33" y="1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7"/>
                    <a:pt x="35" y="30"/>
                    <a:pt x="36" y="33"/>
                  </a:cubicBezTo>
                  <a:cubicBezTo>
                    <a:pt x="37" y="37"/>
                    <a:pt x="39" y="40"/>
                    <a:pt x="41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5" y="44"/>
                    <a:pt x="47" y="44"/>
                    <a:pt x="49" y="44"/>
                  </a:cubicBezTo>
                  <a:cubicBezTo>
                    <a:pt x="51" y="44"/>
                    <a:pt x="53" y="44"/>
                    <a:pt x="55" y="44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8" y="40"/>
                    <a:pt x="60" y="37"/>
                    <a:pt x="61" y="33"/>
                  </a:cubicBezTo>
                  <a:cubicBezTo>
                    <a:pt x="62" y="30"/>
                    <a:pt x="63" y="27"/>
                    <a:pt x="63" y="2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1" name="Oval 7"/>
            <p:cNvSpPr/>
            <p:nvPr/>
          </p:nvSpPr>
          <p:spPr>
            <a:xfrm>
              <a:off x="4650840" y="3795120"/>
              <a:ext cx="432720" cy="4327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12" name="Freeform: Shape 9"/>
            <p:cNvSpPr/>
            <p:nvPr/>
          </p:nvSpPr>
          <p:spPr>
            <a:xfrm>
              <a:off x="4783320" y="3963240"/>
              <a:ext cx="146160" cy="113040"/>
            </a:xfrm>
            <a:custGeom>
              <a:avLst/>
              <a:gdLst/>
              <a:ahLst/>
              <a:rect l="l" t="t" r="r" b="b"/>
              <a:pathLst>
                <a:path w="83" h="64">
                  <a:moveTo>
                    <a:pt x="74" y="3"/>
                  </a:moveTo>
                  <a:cubicBezTo>
                    <a:pt x="63" y="1"/>
                    <a:pt x="52" y="0"/>
                    <a:pt x="41" y="0"/>
                  </a:cubicBezTo>
                  <a:cubicBezTo>
                    <a:pt x="30" y="0"/>
                    <a:pt x="19" y="1"/>
                    <a:pt x="8" y="3"/>
                  </a:cubicBezTo>
                  <a:cubicBezTo>
                    <a:pt x="7" y="3"/>
                    <a:pt x="6" y="4"/>
                    <a:pt x="5" y="6"/>
                  </a:cubicBezTo>
                  <a:cubicBezTo>
                    <a:pt x="0" y="23"/>
                    <a:pt x="0" y="41"/>
                    <a:pt x="5" y="58"/>
                  </a:cubicBezTo>
                  <a:cubicBezTo>
                    <a:pt x="6" y="60"/>
                    <a:pt x="7" y="61"/>
                    <a:pt x="8" y="61"/>
                  </a:cubicBezTo>
                  <a:cubicBezTo>
                    <a:pt x="19" y="63"/>
                    <a:pt x="30" y="64"/>
                    <a:pt x="41" y="64"/>
                  </a:cubicBezTo>
                  <a:cubicBezTo>
                    <a:pt x="52" y="64"/>
                    <a:pt x="63" y="63"/>
                    <a:pt x="74" y="61"/>
                  </a:cubicBezTo>
                  <a:cubicBezTo>
                    <a:pt x="75" y="61"/>
                    <a:pt x="76" y="60"/>
                    <a:pt x="77" y="58"/>
                  </a:cubicBezTo>
                  <a:cubicBezTo>
                    <a:pt x="83" y="41"/>
                    <a:pt x="83" y="23"/>
                    <a:pt x="77" y="6"/>
                  </a:cubicBezTo>
                  <a:cubicBezTo>
                    <a:pt x="76" y="4"/>
                    <a:pt x="75" y="3"/>
                    <a:pt x="74" y="3"/>
                  </a:cubicBezTo>
                  <a:close/>
                  <a:moveTo>
                    <a:pt x="73" y="57"/>
                  </a:moveTo>
                  <a:cubicBezTo>
                    <a:pt x="52" y="61"/>
                    <a:pt x="31" y="61"/>
                    <a:pt x="9" y="57"/>
                  </a:cubicBezTo>
                  <a:cubicBezTo>
                    <a:pt x="4" y="40"/>
                    <a:pt x="4" y="24"/>
                    <a:pt x="9" y="7"/>
                  </a:cubicBezTo>
                  <a:cubicBezTo>
                    <a:pt x="31" y="2"/>
                    <a:pt x="52" y="2"/>
                    <a:pt x="73" y="7"/>
                  </a:cubicBezTo>
                  <a:cubicBezTo>
                    <a:pt x="79" y="24"/>
                    <a:pt x="79" y="40"/>
                    <a:pt x="73" y="5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3" name="Freeform: Shape 10"/>
            <p:cNvSpPr/>
            <p:nvPr/>
          </p:nvSpPr>
          <p:spPr>
            <a:xfrm>
              <a:off x="4754520" y="3934440"/>
              <a:ext cx="232560" cy="177120"/>
            </a:xfrm>
            <a:custGeom>
              <a:avLst/>
              <a:gdLst/>
              <a:ahLst/>
              <a:rect l="l" t="t" r="r" b="b"/>
              <a:pathLst>
                <a:path w="131" h="100">
                  <a:moveTo>
                    <a:pt x="125" y="10"/>
                  </a:moveTo>
                  <a:cubicBezTo>
                    <a:pt x="124" y="6"/>
                    <a:pt x="121" y="4"/>
                    <a:pt x="118" y="4"/>
                  </a:cubicBezTo>
                  <a:cubicBezTo>
                    <a:pt x="100" y="1"/>
                    <a:pt x="83" y="0"/>
                    <a:pt x="65" y="0"/>
                  </a:cubicBezTo>
                  <a:cubicBezTo>
                    <a:pt x="48" y="0"/>
                    <a:pt x="30" y="1"/>
                    <a:pt x="13" y="4"/>
                  </a:cubicBezTo>
                  <a:cubicBezTo>
                    <a:pt x="9" y="4"/>
                    <a:pt x="7" y="6"/>
                    <a:pt x="6" y="10"/>
                  </a:cubicBezTo>
                  <a:cubicBezTo>
                    <a:pt x="0" y="35"/>
                    <a:pt x="0" y="61"/>
                    <a:pt x="6" y="87"/>
                  </a:cubicBezTo>
                  <a:cubicBezTo>
                    <a:pt x="7" y="90"/>
                    <a:pt x="9" y="93"/>
                    <a:pt x="13" y="93"/>
                  </a:cubicBezTo>
                  <a:cubicBezTo>
                    <a:pt x="21" y="94"/>
                    <a:pt x="29" y="95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7" y="99"/>
                    <a:pt x="50" y="100"/>
                    <a:pt x="65" y="100"/>
                  </a:cubicBezTo>
                  <a:cubicBezTo>
                    <a:pt x="81" y="100"/>
                    <a:pt x="93" y="99"/>
                    <a:pt x="93" y="96"/>
                  </a:cubicBezTo>
                  <a:cubicBezTo>
                    <a:pt x="93" y="96"/>
                    <a:pt x="93" y="96"/>
                    <a:pt x="92" y="96"/>
                  </a:cubicBezTo>
                  <a:cubicBezTo>
                    <a:pt x="101" y="95"/>
                    <a:pt x="109" y="94"/>
                    <a:pt x="118" y="93"/>
                  </a:cubicBezTo>
                  <a:cubicBezTo>
                    <a:pt x="121" y="93"/>
                    <a:pt x="124" y="90"/>
                    <a:pt x="125" y="87"/>
                  </a:cubicBezTo>
                  <a:cubicBezTo>
                    <a:pt x="131" y="61"/>
                    <a:pt x="131" y="35"/>
                    <a:pt x="125" y="10"/>
                  </a:cubicBezTo>
                  <a:close/>
                  <a:moveTo>
                    <a:pt x="117" y="85"/>
                  </a:moveTo>
                  <a:cubicBezTo>
                    <a:pt x="82" y="89"/>
                    <a:pt x="48" y="89"/>
                    <a:pt x="14" y="85"/>
                  </a:cubicBezTo>
                  <a:cubicBezTo>
                    <a:pt x="8" y="61"/>
                    <a:pt x="8" y="36"/>
                    <a:pt x="14" y="12"/>
                  </a:cubicBezTo>
                  <a:cubicBezTo>
                    <a:pt x="48" y="7"/>
                    <a:pt x="82" y="7"/>
                    <a:pt x="117" y="12"/>
                  </a:cubicBezTo>
                  <a:cubicBezTo>
                    <a:pt x="123" y="36"/>
                    <a:pt x="123" y="61"/>
                    <a:pt x="117" y="8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4" name="Freeform: Shape 11"/>
            <p:cNvSpPr/>
            <p:nvPr/>
          </p:nvSpPr>
          <p:spPr>
            <a:xfrm>
              <a:off x="4935240" y="3970080"/>
              <a:ext cx="19440" cy="20160"/>
            </a:xfrm>
            <a:custGeom>
              <a:avLst/>
              <a:gdLst/>
              <a:ahLst/>
              <a:rect l="l" t="t" r="r" b="b"/>
              <a:pathLst>
                <a:path w="12" h="12">
                  <a:moveTo>
                    <a:pt x="6" y="12"/>
                  </a:moveTo>
                  <a:cubicBezTo>
                    <a:pt x="9" y="12"/>
                    <a:pt x="12" y="10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lose/>
                  <a:moveTo>
                    <a:pt x="6" y="4"/>
                  </a:moveTo>
                  <a:cubicBezTo>
                    <a:pt x="7" y="4"/>
                    <a:pt x="8" y="5"/>
                    <a:pt x="8" y="6"/>
                  </a:cubicBezTo>
                  <a:cubicBezTo>
                    <a:pt x="8" y="8"/>
                    <a:pt x="7" y="8"/>
                    <a:pt x="6" y="8"/>
                  </a:cubicBezTo>
                  <a:cubicBezTo>
                    <a:pt x="5" y="8"/>
                    <a:pt x="4" y="8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5" name="Freeform: Shape 12"/>
            <p:cNvSpPr/>
            <p:nvPr/>
          </p:nvSpPr>
          <p:spPr>
            <a:xfrm>
              <a:off x="4927680" y="4063680"/>
              <a:ext cx="27000" cy="5040"/>
            </a:xfrm>
            <a:custGeom>
              <a:avLst/>
              <a:gdLst/>
              <a:ahLst/>
              <a:rect l="l" t="t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6" name="Freeform: Shape 13"/>
            <p:cNvSpPr/>
            <p:nvPr/>
          </p:nvSpPr>
          <p:spPr>
            <a:xfrm>
              <a:off x="4935240" y="4041720"/>
              <a:ext cx="27000" cy="5760"/>
            </a:xfrm>
            <a:custGeom>
              <a:avLst/>
              <a:gdLst/>
              <a:ahLst/>
              <a:rect l="l" t="t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7" name="Freeform: Shape 14"/>
            <p:cNvSpPr/>
            <p:nvPr/>
          </p:nvSpPr>
          <p:spPr>
            <a:xfrm>
              <a:off x="4935240" y="4020480"/>
              <a:ext cx="27000" cy="5040"/>
            </a:xfrm>
            <a:custGeom>
              <a:avLst/>
              <a:gdLst/>
              <a:ahLst/>
              <a:rect l="l" t="t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8" name="Freeform: Shape 15"/>
            <p:cNvSpPr/>
            <p:nvPr/>
          </p:nvSpPr>
          <p:spPr>
            <a:xfrm>
              <a:off x="4813560" y="3991680"/>
              <a:ext cx="41400" cy="27000"/>
            </a:xfrm>
            <a:custGeom>
              <a:avLst/>
              <a:gdLst/>
              <a:ahLst/>
              <a:rect l="l" t="t" r="r" b="b"/>
              <a:pathLst>
                <a:path w="24" h="16">
                  <a:moveTo>
                    <a:pt x="22" y="0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2" y="2"/>
                    <a:pt x="1" y="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6"/>
                    <a:pt x="1" y="16"/>
                    <a:pt x="2" y="16"/>
                  </a:cubicBezTo>
                  <a:cubicBezTo>
                    <a:pt x="3" y="16"/>
                    <a:pt x="4" y="16"/>
                    <a:pt x="4" y="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6" y="5"/>
                    <a:pt x="7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4" y="3"/>
                    <a:pt x="24" y="2"/>
                  </a:cubicBezTo>
                  <a:cubicBezTo>
                    <a:pt x="24" y="0"/>
                    <a:pt x="23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9" name="Oval 17"/>
            <p:cNvSpPr/>
            <p:nvPr/>
          </p:nvSpPr>
          <p:spPr>
            <a:xfrm>
              <a:off x="4650840" y="2951280"/>
              <a:ext cx="432720" cy="4327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20" name="Freeform: Shape 19"/>
            <p:cNvSpPr/>
            <p:nvPr/>
          </p:nvSpPr>
          <p:spPr>
            <a:xfrm>
              <a:off x="4756320" y="3065040"/>
              <a:ext cx="212760" cy="227880"/>
            </a:xfrm>
            <a:custGeom>
              <a:avLst/>
              <a:gdLst/>
              <a:ahLst/>
              <a:rect l="l" t="t" r="r" b="b"/>
              <a:pathLst>
                <a:path w="120" h="128">
                  <a:moveTo>
                    <a:pt x="10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8" y="128"/>
                    <a:pt x="16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13" y="128"/>
                    <a:pt x="120" y="121"/>
                    <a:pt x="120" y="112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7"/>
                    <a:pt x="113" y="0"/>
                    <a:pt x="104" y="0"/>
                  </a:cubicBezTo>
                  <a:close/>
                  <a:moveTo>
                    <a:pt x="112" y="112"/>
                  </a:moveTo>
                  <a:cubicBezTo>
                    <a:pt x="112" y="116"/>
                    <a:pt x="109" y="120"/>
                    <a:pt x="104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1"/>
                    <a:pt x="12" y="8"/>
                    <a:pt x="1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9" y="8"/>
                    <a:pt x="112" y="11"/>
                    <a:pt x="112" y="16"/>
                  </a:cubicBezTo>
                  <a:lnTo>
                    <a:pt x="112" y="11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1" name="Freeform: Shape 20"/>
            <p:cNvSpPr/>
            <p:nvPr/>
          </p:nvSpPr>
          <p:spPr>
            <a:xfrm>
              <a:off x="4784760" y="3093840"/>
              <a:ext cx="155520" cy="141840"/>
            </a:xfrm>
            <a:custGeom>
              <a:avLst/>
              <a:gdLst/>
              <a:ahLst/>
              <a:rect l="l" t="t" r="r" b="b"/>
              <a:pathLst>
                <a:path w="88" h="80">
                  <a:moveTo>
                    <a:pt x="8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7" y="80"/>
                    <a:pt x="88" y="78"/>
                    <a:pt x="88" y="76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88" y="2"/>
                    <a:pt x="87" y="0"/>
                    <a:pt x="84" y="0"/>
                  </a:cubicBezTo>
                  <a:close/>
                  <a:moveTo>
                    <a:pt x="84" y="4"/>
                  </a:moveTo>
                  <a:cubicBezTo>
                    <a:pt x="84" y="59"/>
                    <a:pt x="84" y="59"/>
                    <a:pt x="84" y="59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4"/>
                    <a:pt x="70" y="44"/>
                    <a:pt x="68" y="44"/>
                  </a:cubicBezTo>
                  <a:cubicBezTo>
                    <a:pt x="67" y="44"/>
                    <a:pt x="66" y="44"/>
                    <a:pt x="65" y="45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2" y="20"/>
                    <a:pt x="20" y="20"/>
                  </a:cubicBezTo>
                  <a:cubicBezTo>
                    <a:pt x="19" y="20"/>
                    <a:pt x="18" y="20"/>
                    <a:pt x="17" y="21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84" y="4"/>
                  </a:lnTo>
                  <a:close/>
                  <a:moveTo>
                    <a:pt x="4" y="42"/>
                  </a:moveTo>
                  <a:cubicBezTo>
                    <a:pt x="20" y="24"/>
                    <a:pt x="20" y="24"/>
                    <a:pt x="20" y="24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4" y="76"/>
                    <a:pt x="4" y="76"/>
                    <a:pt x="4" y="76"/>
                  </a:cubicBezTo>
                  <a:lnTo>
                    <a:pt x="4" y="42"/>
                  </a:lnTo>
                  <a:close/>
                  <a:moveTo>
                    <a:pt x="71" y="76"/>
                  </a:moveTo>
                  <a:cubicBezTo>
                    <a:pt x="58" y="60"/>
                    <a:pt x="58" y="60"/>
                    <a:pt x="58" y="60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4" y="76"/>
                    <a:pt x="84" y="76"/>
                    <a:pt x="84" y="76"/>
                  </a:cubicBezTo>
                  <a:lnTo>
                    <a:pt x="71" y="7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2" name="Freeform: Shape 21"/>
            <p:cNvSpPr/>
            <p:nvPr/>
          </p:nvSpPr>
          <p:spPr>
            <a:xfrm>
              <a:off x="4870080" y="3115800"/>
              <a:ext cx="41400" cy="41400"/>
            </a:xfrm>
            <a:custGeom>
              <a:avLst/>
              <a:gdLst/>
              <a:ahLst/>
              <a:rect l="l" t="t" r="r" b="b"/>
              <a:pathLst>
                <a:path w="24" h="24">
                  <a:moveTo>
                    <a:pt x="12" y="24"/>
                  </a:moveTo>
                  <a:cubicBezTo>
                    <a:pt x="19" y="24"/>
                    <a:pt x="24" y="19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  <a:close/>
                  <a:moveTo>
                    <a:pt x="12" y="4"/>
                  </a:moveTo>
                  <a:cubicBezTo>
                    <a:pt x="17" y="4"/>
                    <a:pt x="20" y="7"/>
                    <a:pt x="20" y="12"/>
                  </a:cubicBezTo>
                  <a:cubicBezTo>
                    <a:pt x="20" y="16"/>
                    <a:pt x="17" y="20"/>
                    <a:pt x="12" y="20"/>
                  </a:cubicBezTo>
                  <a:cubicBezTo>
                    <a:pt x="8" y="20"/>
                    <a:pt x="4" y="16"/>
                    <a:pt x="4" y="12"/>
                  </a:cubicBezTo>
                  <a:cubicBezTo>
                    <a:pt x="4" y="7"/>
                    <a:pt x="8" y="4"/>
                    <a:pt x="12" y="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3" name="Oval 23"/>
            <p:cNvSpPr/>
            <p:nvPr/>
          </p:nvSpPr>
          <p:spPr>
            <a:xfrm>
              <a:off x="4650840" y="2107080"/>
              <a:ext cx="432720" cy="4327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24" name="Freeform: Shape 25"/>
            <p:cNvSpPr/>
            <p:nvPr/>
          </p:nvSpPr>
          <p:spPr>
            <a:xfrm>
              <a:off x="4806360" y="2271240"/>
              <a:ext cx="112320" cy="113040"/>
            </a:xfrm>
            <a:custGeom>
              <a:avLst/>
              <a:gdLst/>
              <a:ahLst/>
              <a:rect l="l" t="t" r="r" b="b"/>
              <a:pathLst>
                <a:path w="64" h="64">
                  <a:moveTo>
                    <a:pt x="32" y="0"/>
                  </a:moveTo>
                  <a:cubicBezTo>
                    <a:pt x="15" y="0"/>
                    <a:pt x="0" y="14"/>
                    <a:pt x="0" y="32"/>
                  </a:cubicBezTo>
                  <a:cubicBezTo>
                    <a:pt x="0" y="49"/>
                    <a:pt x="15" y="64"/>
                    <a:pt x="32" y="64"/>
                  </a:cubicBezTo>
                  <a:cubicBezTo>
                    <a:pt x="50" y="64"/>
                    <a:pt x="64" y="49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1" y="47"/>
                  </a:moveTo>
                  <a:cubicBezTo>
                    <a:pt x="42" y="57"/>
                    <a:pt x="27" y="59"/>
                    <a:pt x="17" y="50"/>
                  </a:cubicBezTo>
                  <a:cubicBezTo>
                    <a:pt x="7" y="41"/>
                    <a:pt x="6" y="26"/>
                    <a:pt x="14" y="16"/>
                  </a:cubicBezTo>
                  <a:cubicBezTo>
                    <a:pt x="23" y="6"/>
                    <a:pt x="38" y="5"/>
                    <a:pt x="48" y="14"/>
                  </a:cubicBezTo>
                  <a:cubicBezTo>
                    <a:pt x="58" y="22"/>
                    <a:pt x="59" y="37"/>
                    <a:pt x="51" y="4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5" name="Freeform: Shape 26"/>
            <p:cNvSpPr/>
            <p:nvPr/>
          </p:nvSpPr>
          <p:spPr>
            <a:xfrm>
              <a:off x="4835160" y="2300040"/>
              <a:ext cx="29880" cy="30600"/>
            </a:xfrm>
            <a:custGeom>
              <a:avLst/>
              <a:gdLst/>
              <a:ahLst/>
              <a:rect l="l" t="t" r="r" b="b"/>
              <a:pathLst>
                <a:path w="18" h="18">
                  <a:moveTo>
                    <a:pt x="16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4" y="18"/>
                    <a:pt x="4" y="17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9"/>
                    <a:pt x="10" y="4"/>
                    <a:pt x="16" y="4"/>
                  </a:cubicBezTo>
                  <a:cubicBezTo>
                    <a:pt x="18" y="4"/>
                    <a:pt x="18" y="3"/>
                    <a:pt x="18" y="2"/>
                  </a:cubicBezTo>
                  <a:cubicBezTo>
                    <a:pt x="18" y="1"/>
                    <a:pt x="18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6" name="Freeform: Shape 27"/>
            <p:cNvSpPr/>
            <p:nvPr/>
          </p:nvSpPr>
          <p:spPr>
            <a:xfrm>
              <a:off x="4749120" y="2221200"/>
              <a:ext cx="227160" cy="191520"/>
            </a:xfrm>
            <a:custGeom>
              <a:avLst/>
              <a:gdLst/>
              <a:ahLst/>
              <a:rect l="l" t="t" r="r" b="b"/>
              <a:pathLst>
                <a:path w="128" h="108">
                  <a:moveTo>
                    <a:pt x="118" y="24"/>
                  </a:moveTo>
                  <a:cubicBezTo>
                    <a:pt x="101" y="21"/>
                    <a:pt x="101" y="21"/>
                    <a:pt x="101" y="21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4" y="3"/>
                    <a:pt x="89" y="0"/>
                    <a:pt x="8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5" y="3"/>
                    <a:pt x="33" y="7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5" y="25"/>
                    <a:pt x="0" y="30"/>
                    <a:pt x="0" y="3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6" y="108"/>
                    <a:pt x="1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23" y="108"/>
                    <a:pt x="128" y="102"/>
                    <a:pt x="128" y="96"/>
                  </a:cubicBezTo>
                  <a:cubicBezTo>
                    <a:pt x="128" y="36"/>
                    <a:pt x="128" y="36"/>
                    <a:pt x="128" y="36"/>
                  </a:cubicBezTo>
                  <a:cubicBezTo>
                    <a:pt x="128" y="30"/>
                    <a:pt x="124" y="25"/>
                    <a:pt x="118" y="24"/>
                  </a:cubicBezTo>
                  <a:close/>
                  <a:moveTo>
                    <a:pt x="120" y="96"/>
                  </a:moveTo>
                  <a:cubicBezTo>
                    <a:pt x="120" y="98"/>
                    <a:pt x="119" y="100"/>
                    <a:pt x="116" y="100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0" y="100"/>
                    <a:pt x="8" y="98"/>
                    <a:pt x="8" y="9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4"/>
                    <a:pt x="10" y="32"/>
                    <a:pt x="12" y="32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9"/>
                    <a:pt x="43" y="8"/>
                    <a:pt x="4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6" y="8"/>
                    <a:pt x="88" y="9"/>
                    <a:pt x="88" y="10"/>
                  </a:cubicBezTo>
                  <a:cubicBezTo>
                    <a:pt x="95" y="28"/>
                    <a:pt x="95" y="28"/>
                    <a:pt x="95" y="28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9" y="32"/>
                    <a:pt x="120" y="34"/>
                    <a:pt x="120" y="36"/>
                  </a:cubicBezTo>
                  <a:lnTo>
                    <a:pt x="120" y="9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7" name="TextBox 33"/>
            <p:cNvSpPr/>
            <p:nvPr/>
          </p:nvSpPr>
          <p:spPr>
            <a:xfrm>
              <a:off x="5081760" y="2058120"/>
              <a:ext cx="352260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44000" rIns="144000" tIns="45000" bIns="45000" anchor="t">
              <a:normAutofit fontScale="66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600" spc="-1" strike="noStrike">
                <a:latin typeface="Arial"/>
              </a:endParaRPr>
            </a:p>
          </p:txBody>
        </p:sp>
        <p:sp>
          <p:nvSpPr>
            <p:cNvPr id="928" name="TextBox 34"/>
            <p:cNvSpPr/>
            <p:nvPr/>
          </p:nvSpPr>
          <p:spPr>
            <a:xfrm>
              <a:off x="5081760" y="2311920"/>
              <a:ext cx="3522600" cy="20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45000" bIns="45000" anchor="t">
              <a:normAutofit fontScale="57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endParaRPr b="1" lang="en-HK" sz="1100" spc="-1" strike="noStrike">
                <a:latin typeface="Arial"/>
              </a:endParaRPr>
            </a:p>
          </p:txBody>
        </p:sp>
        <p:sp>
          <p:nvSpPr>
            <p:cNvPr id="929" name="TextBox 36"/>
            <p:cNvSpPr/>
            <p:nvPr/>
          </p:nvSpPr>
          <p:spPr>
            <a:xfrm>
              <a:off x="5081760" y="2916720"/>
              <a:ext cx="352260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44000" rIns="144000" tIns="45000" bIns="45000" anchor="t">
              <a:normAutofit fontScale="66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600" spc="-1" strike="noStrike">
                <a:latin typeface="Arial"/>
              </a:endParaRPr>
            </a:p>
          </p:txBody>
        </p:sp>
        <p:sp>
          <p:nvSpPr>
            <p:cNvPr id="930" name="TextBox 37"/>
            <p:cNvSpPr/>
            <p:nvPr/>
          </p:nvSpPr>
          <p:spPr>
            <a:xfrm>
              <a:off x="5081760" y="3170520"/>
              <a:ext cx="3522600" cy="20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45000" bIns="45000" anchor="t">
              <a:normAutofit fontScale="57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endParaRPr b="1" lang="en-HK" sz="1100" spc="-1" strike="noStrike">
                <a:latin typeface="Arial"/>
              </a:endParaRPr>
            </a:p>
          </p:txBody>
        </p:sp>
        <p:sp>
          <p:nvSpPr>
            <p:cNvPr id="931" name="TextBox 39"/>
            <p:cNvSpPr/>
            <p:nvPr/>
          </p:nvSpPr>
          <p:spPr>
            <a:xfrm>
              <a:off x="5081760" y="3746160"/>
              <a:ext cx="352260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44000" rIns="144000" tIns="45000" bIns="45000" anchor="t">
              <a:normAutofit fontScale="66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标题文本预设</a:t>
              </a:r>
              <a:endParaRPr b="1" lang="en-HK" sz="1600" spc="-1" strike="noStrike">
                <a:latin typeface="Arial"/>
              </a:endParaRPr>
            </a:p>
          </p:txBody>
        </p:sp>
        <p:sp>
          <p:nvSpPr>
            <p:cNvPr id="932" name="TextBox 40"/>
            <p:cNvSpPr/>
            <p:nvPr/>
          </p:nvSpPr>
          <p:spPr>
            <a:xfrm>
              <a:off x="5081760" y="4000320"/>
              <a:ext cx="3522600" cy="20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45000" bIns="45000" anchor="t">
              <a:normAutofit fontScale="57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endParaRPr b="1" lang="en-HK" sz="1100" spc="-1" strike="noStrike">
                <a:latin typeface="Arial"/>
              </a:endParaRPr>
            </a:p>
          </p:txBody>
        </p:sp>
      </p:grpSp>
      <p:grpSp>
        <p:nvGrpSpPr>
          <p:cNvPr id="933" name="组合 29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934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935" name="矩形 31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2200" cy="2570040"/>
          </a:xfrm>
          <a:prstGeom prst="rect">
            <a:avLst/>
          </a:prstGeom>
          <a:ln w="0">
            <a:noFill/>
          </a:ln>
        </p:spPr>
      </p:pic>
      <p:sp>
        <p:nvSpPr>
          <p:cNvPr id="937" name="矩形: 圆角 2"/>
          <p:cNvSpPr/>
          <p:nvPr/>
        </p:nvSpPr>
        <p:spPr>
          <a:xfrm>
            <a:off x="467640" y="411480"/>
            <a:ext cx="8207280" cy="431856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38" name="组合 8"/>
          <p:cNvGrpSpPr/>
          <p:nvPr/>
        </p:nvGrpSpPr>
        <p:grpSpPr>
          <a:xfrm>
            <a:off x="1727640" y="1420920"/>
            <a:ext cx="1186200" cy="2121840"/>
            <a:chOff x="1727640" y="1420920"/>
            <a:chExt cx="1186200" cy="2121840"/>
          </a:xfrm>
        </p:grpSpPr>
        <p:sp>
          <p:nvSpPr>
            <p:cNvPr id="939" name="矩形: 圆角 4"/>
            <p:cNvSpPr/>
            <p:nvPr/>
          </p:nvSpPr>
          <p:spPr>
            <a:xfrm>
              <a:off x="1727640" y="1492200"/>
              <a:ext cx="1150200" cy="205056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40" name="文本框 5"/>
            <p:cNvSpPr/>
            <p:nvPr/>
          </p:nvSpPr>
          <p:spPr>
            <a:xfrm>
              <a:off x="1840680" y="1420920"/>
              <a:ext cx="107316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4</a:t>
              </a:r>
              <a:endParaRPr b="1" lang="en-HK" sz="13800" spc="-1" strike="noStrike">
                <a:latin typeface="Arial"/>
              </a:endParaRPr>
            </a:p>
          </p:txBody>
        </p:sp>
      </p:grpSp>
      <p:sp>
        <p:nvSpPr>
          <p:cNvPr id="941" name="文本框 6"/>
          <p:cNvSpPr/>
          <p:nvPr/>
        </p:nvSpPr>
        <p:spPr>
          <a:xfrm>
            <a:off x="3388320" y="2179800"/>
            <a:ext cx="356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Plan for Next Year</a:t>
            </a:r>
            <a:endParaRPr b="1" lang="en-HK" sz="1800" spc="-1" strike="noStrike">
              <a:latin typeface="Arial"/>
            </a:endParaRPr>
          </a:p>
        </p:txBody>
      </p:sp>
      <p:sp>
        <p:nvSpPr>
          <p:cNvPr id="942" name="文本框 7"/>
          <p:cNvSpPr/>
          <p:nvPr/>
        </p:nvSpPr>
        <p:spPr>
          <a:xfrm>
            <a:off x="3383280" y="3003840"/>
            <a:ext cx="35629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1" lang="en-HK" sz="1400" spc="-1" strike="noStrike">
              <a:latin typeface="Arial"/>
            </a:endParaRPr>
          </a:p>
        </p:txBody>
      </p:sp>
    </p:spTree>
  </p:cSld>
  <p:transition spd="med">
    <p:pull dir="r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3" name="组合 3"/>
          <p:cNvGrpSpPr/>
          <p:nvPr/>
        </p:nvGrpSpPr>
        <p:grpSpPr>
          <a:xfrm>
            <a:off x="3195000" y="1734480"/>
            <a:ext cx="2610720" cy="3407040"/>
            <a:chOff x="3195000" y="1734480"/>
            <a:chExt cx="2610720" cy="3407040"/>
          </a:xfrm>
        </p:grpSpPr>
        <p:sp>
          <p:nvSpPr>
            <p:cNvPr id="944" name="任意多边形: 形状 23"/>
            <p:cNvSpPr/>
            <p:nvPr/>
          </p:nvSpPr>
          <p:spPr>
            <a:xfrm>
              <a:off x="4119480" y="2304000"/>
              <a:ext cx="843840" cy="2837520"/>
            </a:xfrm>
            <a:custGeom>
              <a:avLst/>
              <a:gdLst/>
              <a:ahLst/>
              <a:rect l="l" t="t" r="r" b="b"/>
              <a:pathLst>
                <a:path w="21600" h="21599">
                  <a:moveTo>
                    <a:pt x="483" y="5910"/>
                  </a:moveTo>
                  <a:cubicBezTo>
                    <a:pt x="4942" y="5905"/>
                    <a:pt x="9660" y="6766"/>
                    <a:pt x="11775" y="7950"/>
                  </a:cubicBezTo>
                  <a:cubicBezTo>
                    <a:pt x="12072" y="8114"/>
                    <a:pt x="12518" y="8411"/>
                    <a:pt x="12774" y="8726"/>
                  </a:cubicBezTo>
                  <a:cubicBezTo>
                    <a:pt x="12937" y="8962"/>
                    <a:pt x="13029" y="9185"/>
                    <a:pt x="13027" y="9393"/>
                  </a:cubicBezTo>
                  <a:cubicBezTo>
                    <a:pt x="13025" y="9729"/>
                    <a:pt x="12800" y="10020"/>
                    <a:pt x="12284" y="10278"/>
                  </a:cubicBezTo>
                  <a:cubicBezTo>
                    <a:pt x="11795" y="10521"/>
                    <a:pt x="11026" y="10742"/>
                    <a:pt x="9834" y="10935"/>
                  </a:cubicBezTo>
                  <a:cubicBezTo>
                    <a:pt x="8668" y="11116"/>
                    <a:pt x="7611" y="11356"/>
                    <a:pt x="6771" y="11654"/>
                  </a:cubicBezTo>
                  <a:cubicBezTo>
                    <a:pt x="6567" y="11499"/>
                    <a:pt x="6206" y="11372"/>
                    <a:pt x="5742" y="11285"/>
                  </a:cubicBezTo>
                  <a:cubicBezTo>
                    <a:pt x="5002" y="11143"/>
                    <a:pt x="4037" y="11084"/>
                    <a:pt x="2974" y="11084"/>
                  </a:cubicBezTo>
                  <a:cubicBezTo>
                    <a:pt x="2629" y="11084"/>
                    <a:pt x="2274" y="11090"/>
                    <a:pt x="1912" y="11103"/>
                  </a:cubicBezTo>
                  <a:lnTo>
                    <a:pt x="2010" y="11356"/>
                  </a:lnTo>
                  <a:cubicBezTo>
                    <a:pt x="2342" y="11345"/>
                    <a:pt x="2665" y="11339"/>
                    <a:pt x="2974" y="11339"/>
                  </a:cubicBezTo>
                  <a:cubicBezTo>
                    <a:pt x="3931" y="11339"/>
                    <a:pt x="4744" y="11395"/>
                    <a:pt x="5276" y="11499"/>
                  </a:cubicBezTo>
                  <a:cubicBezTo>
                    <a:pt x="5777" y="11599"/>
                    <a:pt x="6057" y="11728"/>
                    <a:pt x="6094" y="11931"/>
                  </a:cubicBezTo>
                  <a:cubicBezTo>
                    <a:pt x="5696" y="12119"/>
                    <a:pt x="5374" y="12325"/>
                    <a:pt x="5153" y="12550"/>
                  </a:cubicBezTo>
                  <a:cubicBezTo>
                    <a:pt x="4858" y="12850"/>
                    <a:pt x="4729" y="13146"/>
                    <a:pt x="4729" y="13436"/>
                  </a:cubicBezTo>
                  <a:cubicBezTo>
                    <a:pt x="4744" y="14664"/>
                    <a:pt x="6991" y="15748"/>
                    <a:pt x="8751" y="16729"/>
                  </a:cubicBezTo>
                  <a:cubicBezTo>
                    <a:pt x="11623" y="18319"/>
                    <a:pt x="12718" y="19912"/>
                    <a:pt x="12824" y="21599"/>
                  </a:cubicBezTo>
                  <a:lnTo>
                    <a:pt x="14539" y="21599"/>
                  </a:lnTo>
                  <a:cubicBezTo>
                    <a:pt x="14435" y="19849"/>
                    <a:pt x="13284" y="18159"/>
                    <a:pt x="10260" y="16487"/>
                  </a:cubicBezTo>
                  <a:cubicBezTo>
                    <a:pt x="9436" y="16035"/>
                    <a:pt x="8570" y="15576"/>
                    <a:pt x="7871" y="15113"/>
                  </a:cubicBezTo>
                  <a:cubicBezTo>
                    <a:pt x="7872" y="14681"/>
                    <a:pt x="8510" y="14329"/>
                    <a:pt x="9454" y="14079"/>
                  </a:cubicBezTo>
                  <a:cubicBezTo>
                    <a:pt x="10397" y="13829"/>
                    <a:pt x="11649" y="13688"/>
                    <a:pt x="12826" y="13688"/>
                  </a:cubicBezTo>
                  <a:cubicBezTo>
                    <a:pt x="13804" y="13688"/>
                    <a:pt x="14721" y="13783"/>
                    <a:pt x="15410" y="13988"/>
                  </a:cubicBezTo>
                  <a:lnTo>
                    <a:pt x="15865" y="13853"/>
                  </a:lnTo>
                  <a:lnTo>
                    <a:pt x="15864" y="13853"/>
                  </a:lnTo>
                  <a:cubicBezTo>
                    <a:pt x="15040" y="13607"/>
                    <a:pt x="13942" y="13496"/>
                    <a:pt x="12826" y="13497"/>
                  </a:cubicBezTo>
                  <a:cubicBezTo>
                    <a:pt x="10486" y="13498"/>
                    <a:pt x="7976" y="13978"/>
                    <a:pt x="7367" y="14755"/>
                  </a:cubicBezTo>
                  <a:cubicBezTo>
                    <a:pt x="6804" y="14317"/>
                    <a:pt x="6436" y="13877"/>
                    <a:pt x="6443" y="13436"/>
                  </a:cubicBezTo>
                  <a:cubicBezTo>
                    <a:pt x="6443" y="13191"/>
                    <a:pt x="6551" y="12945"/>
                    <a:pt x="6798" y="12694"/>
                  </a:cubicBezTo>
                  <a:cubicBezTo>
                    <a:pt x="7365" y="12118"/>
                    <a:pt x="8737" y="11688"/>
                    <a:pt x="10557" y="11399"/>
                  </a:cubicBezTo>
                  <a:cubicBezTo>
                    <a:pt x="10571" y="11396"/>
                    <a:pt x="10585" y="11394"/>
                    <a:pt x="10600" y="11392"/>
                  </a:cubicBezTo>
                  <a:cubicBezTo>
                    <a:pt x="10721" y="11373"/>
                    <a:pt x="10844" y="11354"/>
                    <a:pt x="10968" y="11337"/>
                  </a:cubicBezTo>
                  <a:cubicBezTo>
                    <a:pt x="12044" y="11183"/>
                    <a:pt x="13310" y="11126"/>
                    <a:pt x="14674" y="11062"/>
                  </a:cubicBezTo>
                  <a:cubicBezTo>
                    <a:pt x="16033" y="10996"/>
                    <a:pt x="17495" y="10922"/>
                    <a:pt x="18885" y="10689"/>
                  </a:cubicBezTo>
                  <a:cubicBezTo>
                    <a:pt x="19761" y="10543"/>
                    <a:pt x="20465" y="10336"/>
                    <a:pt x="20924" y="10079"/>
                  </a:cubicBezTo>
                  <a:cubicBezTo>
                    <a:pt x="21385" y="9822"/>
                    <a:pt x="21600" y="9522"/>
                    <a:pt x="21600" y="9188"/>
                  </a:cubicBezTo>
                  <a:lnTo>
                    <a:pt x="19886" y="9188"/>
                  </a:lnTo>
                  <a:cubicBezTo>
                    <a:pt x="19885" y="9458"/>
                    <a:pt x="19714" y="9670"/>
                    <a:pt x="19412" y="9838"/>
                  </a:cubicBezTo>
                  <a:cubicBezTo>
                    <a:pt x="19108" y="10007"/>
                    <a:pt x="18672" y="10138"/>
                    <a:pt x="18041" y="10245"/>
                  </a:cubicBezTo>
                  <a:cubicBezTo>
                    <a:pt x="16982" y="10424"/>
                    <a:pt x="15747" y="10495"/>
                    <a:pt x="14404" y="10558"/>
                  </a:cubicBezTo>
                  <a:cubicBezTo>
                    <a:pt x="14151" y="10570"/>
                    <a:pt x="13893" y="10582"/>
                    <a:pt x="13634" y="10595"/>
                  </a:cubicBezTo>
                  <a:cubicBezTo>
                    <a:pt x="13674" y="10577"/>
                    <a:pt x="13718" y="10559"/>
                    <a:pt x="13755" y="10540"/>
                  </a:cubicBezTo>
                  <a:cubicBezTo>
                    <a:pt x="14459" y="10190"/>
                    <a:pt x="14742" y="9797"/>
                    <a:pt x="14741" y="9393"/>
                  </a:cubicBezTo>
                  <a:cubicBezTo>
                    <a:pt x="14738" y="9141"/>
                    <a:pt x="14631" y="8882"/>
                    <a:pt x="14450" y="8619"/>
                  </a:cubicBezTo>
                  <a:lnTo>
                    <a:pt x="14451" y="8618"/>
                  </a:lnTo>
                  <a:cubicBezTo>
                    <a:pt x="14449" y="8617"/>
                    <a:pt x="14448" y="8615"/>
                    <a:pt x="14446" y="8613"/>
                  </a:cubicBezTo>
                  <a:cubicBezTo>
                    <a:pt x="14084" y="8089"/>
                    <a:pt x="13426" y="7546"/>
                    <a:pt x="12683" y="6993"/>
                  </a:cubicBezTo>
                  <a:cubicBezTo>
                    <a:pt x="11559" y="6160"/>
                    <a:pt x="10230" y="5304"/>
                    <a:pt x="9347" y="4494"/>
                  </a:cubicBezTo>
                  <a:cubicBezTo>
                    <a:pt x="8742" y="3940"/>
                    <a:pt x="8480" y="3429"/>
                    <a:pt x="8480" y="2973"/>
                  </a:cubicBezTo>
                  <a:cubicBezTo>
                    <a:pt x="8480" y="2192"/>
                    <a:pt x="9248" y="1571"/>
                    <a:pt x="10385" y="1151"/>
                  </a:cubicBezTo>
                  <a:cubicBezTo>
                    <a:pt x="11528" y="731"/>
                    <a:pt x="13016" y="511"/>
                    <a:pt x="14578" y="510"/>
                  </a:cubicBezTo>
                  <a:lnTo>
                    <a:pt x="14578" y="0"/>
                  </a:lnTo>
                  <a:cubicBezTo>
                    <a:pt x="12455" y="-1"/>
                    <a:pt x="10465" y="307"/>
                    <a:pt x="9052" y="831"/>
                  </a:cubicBezTo>
                  <a:cubicBezTo>
                    <a:pt x="7633" y="1355"/>
                    <a:pt x="6766" y="2093"/>
                    <a:pt x="6766" y="2973"/>
                  </a:cubicBezTo>
                  <a:cubicBezTo>
                    <a:pt x="6766" y="3488"/>
                    <a:pt x="7062" y="4051"/>
                    <a:pt x="7717" y="4652"/>
                  </a:cubicBezTo>
                  <a:cubicBezTo>
                    <a:pt x="8415" y="5290"/>
                    <a:pt x="9348" y="5936"/>
                    <a:pt x="10234" y="6564"/>
                  </a:cubicBezTo>
                  <a:cubicBezTo>
                    <a:pt x="7564" y="5848"/>
                    <a:pt x="4027" y="5403"/>
                    <a:pt x="483" y="5399"/>
                  </a:cubicBezTo>
                  <a:cubicBezTo>
                    <a:pt x="321" y="5399"/>
                    <a:pt x="160" y="5400"/>
                    <a:pt x="0" y="5402"/>
                  </a:cubicBezTo>
                  <a:lnTo>
                    <a:pt x="70" y="5913"/>
                  </a:lnTo>
                  <a:cubicBezTo>
                    <a:pt x="207" y="5911"/>
                    <a:pt x="345" y="5910"/>
                    <a:pt x="483" y="591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5" name="矩形: 圆角 24"/>
            <p:cNvSpPr/>
            <p:nvPr/>
          </p:nvSpPr>
          <p:spPr>
            <a:xfrm>
              <a:off x="4122000" y="1734480"/>
              <a:ext cx="1122840" cy="69228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10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6" name="矩形: 圆角 25"/>
            <p:cNvSpPr/>
            <p:nvPr/>
          </p:nvSpPr>
          <p:spPr>
            <a:xfrm>
              <a:off x="4838760" y="2989080"/>
              <a:ext cx="966960" cy="59616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10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7" name="矩形: 圆角 26"/>
            <p:cNvSpPr/>
            <p:nvPr/>
          </p:nvSpPr>
          <p:spPr>
            <a:xfrm>
              <a:off x="3195000" y="2597040"/>
              <a:ext cx="966960" cy="59616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10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8" name="任意多边形: 形状 27"/>
            <p:cNvSpPr/>
            <p:nvPr/>
          </p:nvSpPr>
          <p:spPr>
            <a:xfrm>
              <a:off x="4500720" y="1899000"/>
              <a:ext cx="365760" cy="363960"/>
            </a:xfrm>
            <a:custGeom>
              <a:avLst/>
              <a:gdLst/>
              <a:ahLst/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9" name="任意多边形: 形状 28"/>
            <p:cNvSpPr/>
            <p:nvPr/>
          </p:nvSpPr>
          <p:spPr>
            <a:xfrm>
              <a:off x="5136480" y="3096360"/>
              <a:ext cx="370800" cy="369000"/>
            </a:xfrm>
            <a:custGeom>
              <a:avLst/>
              <a:gdLst/>
              <a:ahLst/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0" name="任意多边形: 形状 29"/>
            <p:cNvSpPr/>
            <p:nvPr/>
          </p:nvSpPr>
          <p:spPr>
            <a:xfrm>
              <a:off x="3466800" y="2660760"/>
              <a:ext cx="423000" cy="420840"/>
            </a:xfrm>
            <a:custGeom>
              <a:avLst/>
              <a:gdLst/>
              <a:ahLst/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1" name="任意多边形: 形状 30"/>
            <p:cNvSpPr/>
            <p:nvPr/>
          </p:nvSpPr>
          <p:spPr>
            <a:xfrm>
              <a:off x="3767400" y="3411360"/>
              <a:ext cx="446040" cy="408600"/>
            </a:xfrm>
            <a:custGeom>
              <a:avLst/>
              <a:gdLst/>
              <a:ahLst/>
              <a:rect l="l" t="t" r="r" b="b"/>
              <a:pathLst>
                <a:path w="21600" h="20611">
                  <a:moveTo>
                    <a:pt x="1063" y="11931"/>
                  </a:moveTo>
                  <a:lnTo>
                    <a:pt x="0" y="1158"/>
                  </a:lnTo>
                  <a:lnTo>
                    <a:pt x="10348" y="52"/>
                  </a:lnTo>
                  <a:cubicBezTo>
                    <a:pt x="15451" y="-494"/>
                    <a:pt x="20012" y="3370"/>
                    <a:pt x="20537" y="8681"/>
                  </a:cubicBezTo>
                  <a:lnTo>
                    <a:pt x="21600" y="19453"/>
                  </a:lnTo>
                  <a:lnTo>
                    <a:pt x="11252" y="20560"/>
                  </a:lnTo>
                  <a:cubicBezTo>
                    <a:pt x="6149" y="21106"/>
                    <a:pt x="1588" y="17242"/>
                    <a:pt x="1063" y="11931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2" name="任意多边形: 形状 31"/>
            <p:cNvSpPr/>
            <p:nvPr/>
          </p:nvSpPr>
          <p:spPr>
            <a:xfrm>
              <a:off x="4715280" y="4023720"/>
              <a:ext cx="451080" cy="334440"/>
            </a:xfrm>
            <a:custGeom>
              <a:avLst/>
              <a:gdLst/>
              <a:ahLst/>
              <a:rect l="l" t="t" r="r" b="b"/>
              <a:pathLst>
                <a:path w="21600" h="19111">
                  <a:moveTo>
                    <a:pt x="4342" y="14903"/>
                  </a:moveTo>
                  <a:lnTo>
                    <a:pt x="0" y="6480"/>
                  </a:lnTo>
                  <a:lnTo>
                    <a:pt x="7069" y="1307"/>
                  </a:lnTo>
                  <a:cubicBezTo>
                    <a:pt x="10556" y="-1244"/>
                    <a:pt x="15117" y="54"/>
                    <a:pt x="17258" y="4209"/>
                  </a:cubicBezTo>
                  <a:lnTo>
                    <a:pt x="21600" y="12631"/>
                  </a:lnTo>
                  <a:lnTo>
                    <a:pt x="14531" y="17805"/>
                  </a:lnTo>
                  <a:cubicBezTo>
                    <a:pt x="11045" y="20356"/>
                    <a:pt x="6483" y="19057"/>
                    <a:pt x="4342" y="14903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53" name="组合 4"/>
          <p:cNvGrpSpPr/>
          <p:nvPr/>
        </p:nvGrpSpPr>
        <p:grpSpPr>
          <a:xfrm>
            <a:off x="980280" y="1968480"/>
            <a:ext cx="7210080" cy="1602720"/>
            <a:chOff x="980280" y="1968480"/>
            <a:chExt cx="7210080" cy="1602720"/>
          </a:xfrm>
        </p:grpSpPr>
        <p:grpSp>
          <p:nvGrpSpPr>
            <p:cNvPr id="954" name="组合 5"/>
            <p:cNvGrpSpPr/>
            <p:nvPr/>
          </p:nvGrpSpPr>
          <p:grpSpPr>
            <a:xfrm>
              <a:off x="6128280" y="1968480"/>
              <a:ext cx="2062080" cy="1602720"/>
              <a:chOff x="6128280" y="1968480"/>
              <a:chExt cx="2062080" cy="1602720"/>
            </a:xfrm>
          </p:grpSpPr>
          <p:grpSp>
            <p:nvGrpSpPr>
              <p:cNvPr id="955" name="组合 15"/>
              <p:cNvGrpSpPr/>
              <p:nvPr/>
            </p:nvGrpSpPr>
            <p:grpSpPr>
              <a:xfrm>
                <a:off x="6128280" y="1968480"/>
                <a:ext cx="1956600" cy="1602720"/>
                <a:chOff x="6128280" y="1968480"/>
                <a:chExt cx="1956600" cy="1602720"/>
              </a:xfrm>
            </p:grpSpPr>
            <p:grpSp>
              <p:nvGrpSpPr>
                <p:cNvPr id="956" name="组合 17"/>
                <p:cNvGrpSpPr/>
                <p:nvPr/>
              </p:nvGrpSpPr>
              <p:grpSpPr>
                <a:xfrm>
                  <a:off x="6128280" y="1968480"/>
                  <a:ext cx="1956600" cy="609840"/>
                  <a:chOff x="6128280" y="1968480"/>
                  <a:chExt cx="1956600" cy="609840"/>
                </a:xfrm>
              </p:grpSpPr>
              <p:sp>
                <p:nvSpPr>
                  <p:cNvPr id="957" name="文本框 76"/>
                  <p:cNvSpPr/>
                  <p:nvPr/>
                </p:nvSpPr>
                <p:spPr>
                  <a:xfrm>
                    <a:off x="6128280" y="2199240"/>
                    <a:ext cx="1956600" cy="379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1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58" name="矩形 22"/>
                  <p:cNvSpPr/>
                  <p:nvPr/>
                </p:nvSpPr>
                <p:spPr>
                  <a:xfrm>
                    <a:off x="6128280" y="1968480"/>
                    <a:ext cx="1956600" cy="2289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1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959" name="组合 18"/>
                <p:cNvGrpSpPr/>
                <p:nvPr/>
              </p:nvGrpSpPr>
              <p:grpSpPr>
                <a:xfrm>
                  <a:off x="6128280" y="2961360"/>
                  <a:ext cx="1956600" cy="609840"/>
                  <a:chOff x="6128280" y="2961360"/>
                  <a:chExt cx="1956600" cy="609840"/>
                </a:xfrm>
              </p:grpSpPr>
              <p:sp>
                <p:nvSpPr>
                  <p:cNvPr id="960" name="文本框 74"/>
                  <p:cNvSpPr/>
                  <p:nvPr/>
                </p:nvSpPr>
                <p:spPr>
                  <a:xfrm>
                    <a:off x="6128280" y="3192120"/>
                    <a:ext cx="1956600" cy="379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1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61" name="矩形 20"/>
                  <p:cNvSpPr/>
                  <p:nvPr/>
                </p:nvSpPr>
                <p:spPr>
                  <a:xfrm>
                    <a:off x="6128280" y="2961360"/>
                    <a:ext cx="1956600" cy="2289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1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962" name="直接连接符 16"/>
              <p:cNvSpPr/>
              <p:nvPr/>
            </p:nvSpPr>
            <p:spPr>
              <a:xfrm>
                <a:off x="635400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963" name="组合 6"/>
            <p:cNvGrpSpPr/>
            <p:nvPr/>
          </p:nvGrpSpPr>
          <p:grpSpPr>
            <a:xfrm>
              <a:off x="980280" y="1968480"/>
              <a:ext cx="2034000" cy="1602720"/>
              <a:chOff x="980280" y="1968480"/>
              <a:chExt cx="2034000" cy="1602720"/>
            </a:xfrm>
          </p:grpSpPr>
          <p:grpSp>
            <p:nvGrpSpPr>
              <p:cNvPr id="964" name="组合 7"/>
              <p:cNvGrpSpPr/>
              <p:nvPr/>
            </p:nvGrpSpPr>
            <p:grpSpPr>
              <a:xfrm>
                <a:off x="1057680" y="1968480"/>
                <a:ext cx="1956600" cy="1602720"/>
                <a:chOff x="1057680" y="1968480"/>
                <a:chExt cx="1956600" cy="1602720"/>
              </a:xfrm>
            </p:grpSpPr>
            <p:grpSp>
              <p:nvGrpSpPr>
                <p:cNvPr id="965" name="组合 9"/>
                <p:cNvGrpSpPr/>
                <p:nvPr/>
              </p:nvGrpSpPr>
              <p:grpSpPr>
                <a:xfrm>
                  <a:off x="1057680" y="1968480"/>
                  <a:ext cx="1956600" cy="609840"/>
                  <a:chOff x="1057680" y="1968480"/>
                  <a:chExt cx="1956600" cy="609840"/>
                </a:xfrm>
              </p:grpSpPr>
              <p:sp>
                <p:nvSpPr>
                  <p:cNvPr id="966" name="文本框 68"/>
                  <p:cNvSpPr/>
                  <p:nvPr/>
                </p:nvSpPr>
                <p:spPr>
                  <a:xfrm>
                    <a:off x="1057680" y="2199240"/>
                    <a:ext cx="1956600" cy="379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1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67" name="矩形 14"/>
                  <p:cNvSpPr/>
                  <p:nvPr/>
                </p:nvSpPr>
                <p:spPr>
                  <a:xfrm>
                    <a:off x="1057680" y="1968480"/>
                    <a:ext cx="1956600" cy="2289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1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968" name="组合 10"/>
                <p:cNvGrpSpPr/>
                <p:nvPr/>
              </p:nvGrpSpPr>
              <p:grpSpPr>
                <a:xfrm>
                  <a:off x="1057680" y="2961360"/>
                  <a:ext cx="1956600" cy="609840"/>
                  <a:chOff x="1057680" y="2961360"/>
                  <a:chExt cx="1956600" cy="609840"/>
                </a:xfrm>
              </p:grpSpPr>
              <p:sp>
                <p:nvSpPr>
                  <p:cNvPr id="969" name="文本框 66"/>
                  <p:cNvSpPr/>
                  <p:nvPr/>
                </p:nvSpPr>
                <p:spPr>
                  <a:xfrm>
                    <a:off x="1057680" y="3192120"/>
                    <a:ext cx="1956600" cy="379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1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70" name="矩形 12"/>
                  <p:cNvSpPr/>
                  <p:nvPr/>
                </p:nvSpPr>
                <p:spPr>
                  <a:xfrm>
                    <a:off x="1057680" y="2961360"/>
                    <a:ext cx="1956600" cy="2289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4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1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971" name="直接连接符 8"/>
              <p:cNvSpPr/>
              <p:nvPr/>
            </p:nvSpPr>
            <p:spPr>
              <a:xfrm>
                <a:off x="98028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972" name="组合 33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973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974" name="矩形 35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5" name="组合 32"/>
          <p:cNvGrpSpPr/>
          <p:nvPr/>
        </p:nvGrpSpPr>
        <p:grpSpPr>
          <a:xfrm>
            <a:off x="625320" y="842760"/>
            <a:ext cx="3992400" cy="3389760"/>
            <a:chOff x="625320" y="842760"/>
            <a:chExt cx="3992400" cy="3389760"/>
          </a:xfrm>
        </p:grpSpPr>
        <p:sp>
          <p:nvSpPr>
            <p:cNvPr id="976" name="任意多边形: 形状 3"/>
            <p:cNvSpPr/>
            <p:nvPr/>
          </p:nvSpPr>
          <p:spPr>
            <a:xfrm>
              <a:off x="625320" y="842760"/>
              <a:ext cx="3912840" cy="338976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7" name="文本框 5"/>
            <p:cNvSpPr/>
            <p:nvPr/>
          </p:nvSpPr>
          <p:spPr>
            <a:xfrm>
              <a:off x="4096800" y="3953520"/>
              <a:ext cx="520920" cy="26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  <a:endParaRPr b="1" lang="en-HK" sz="1700" spc="-1" strike="noStrike">
                <a:latin typeface="Arial"/>
              </a:endParaRPr>
            </a:p>
          </p:txBody>
        </p:sp>
      </p:grpSp>
      <p:grpSp>
        <p:nvGrpSpPr>
          <p:cNvPr id="978" name="组合 31"/>
          <p:cNvGrpSpPr/>
          <p:nvPr/>
        </p:nvGrpSpPr>
        <p:grpSpPr>
          <a:xfrm>
            <a:off x="617760" y="1256760"/>
            <a:ext cx="3493080" cy="2975760"/>
            <a:chOff x="617760" y="1256760"/>
            <a:chExt cx="3493080" cy="2975760"/>
          </a:xfrm>
        </p:grpSpPr>
        <p:sp>
          <p:nvSpPr>
            <p:cNvPr id="979" name="任意多边形: 形状 4"/>
            <p:cNvSpPr/>
            <p:nvPr/>
          </p:nvSpPr>
          <p:spPr>
            <a:xfrm>
              <a:off x="617760" y="1256760"/>
              <a:ext cx="3434760" cy="297576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0" name="文本框 6"/>
            <p:cNvSpPr/>
            <p:nvPr/>
          </p:nvSpPr>
          <p:spPr>
            <a:xfrm>
              <a:off x="3589920" y="3953520"/>
              <a:ext cx="520920" cy="26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  <a:endParaRPr b="1" lang="en-HK" sz="1700" spc="-1" strike="noStrike">
                <a:latin typeface="Arial"/>
              </a:endParaRPr>
            </a:p>
          </p:txBody>
        </p:sp>
      </p:grpSp>
      <p:grpSp>
        <p:nvGrpSpPr>
          <p:cNvPr id="981" name="组合 30"/>
          <p:cNvGrpSpPr/>
          <p:nvPr/>
        </p:nvGrpSpPr>
        <p:grpSpPr>
          <a:xfrm>
            <a:off x="610200" y="1680120"/>
            <a:ext cx="2993760" cy="2552400"/>
            <a:chOff x="610200" y="1680120"/>
            <a:chExt cx="2993760" cy="2552400"/>
          </a:xfrm>
        </p:grpSpPr>
        <p:sp>
          <p:nvSpPr>
            <p:cNvPr id="982" name="任意多边形: 形状 5"/>
            <p:cNvSpPr/>
            <p:nvPr/>
          </p:nvSpPr>
          <p:spPr>
            <a:xfrm>
              <a:off x="610200" y="1680120"/>
              <a:ext cx="2946240" cy="255240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3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3" name="文本框 7"/>
            <p:cNvSpPr/>
            <p:nvPr/>
          </p:nvSpPr>
          <p:spPr>
            <a:xfrm>
              <a:off x="3083040" y="3953520"/>
              <a:ext cx="520920" cy="26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  <a:endParaRPr b="1" lang="en-HK" sz="1700" spc="-1" strike="noStrike">
                <a:latin typeface="Arial"/>
              </a:endParaRPr>
            </a:p>
          </p:txBody>
        </p:sp>
      </p:grpSp>
      <p:grpSp>
        <p:nvGrpSpPr>
          <p:cNvPr id="984" name="组合 1"/>
          <p:cNvGrpSpPr/>
          <p:nvPr/>
        </p:nvGrpSpPr>
        <p:grpSpPr>
          <a:xfrm>
            <a:off x="602640" y="2110680"/>
            <a:ext cx="2494080" cy="2121840"/>
            <a:chOff x="602640" y="2110680"/>
            <a:chExt cx="2494080" cy="2121840"/>
          </a:xfrm>
        </p:grpSpPr>
        <p:sp>
          <p:nvSpPr>
            <p:cNvPr id="985" name="任意多边形: 形状 6"/>
            <p:cNvSpPr/>
            <p:nvPr/>
          </p:nvSpPr>
          <p:spPr>
            <a:xfrm>
              <a:off x="602640" y="2110680"/>
              <a:ext cx="2449080" cy="212184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6" name="文本框 8"/>
            <p:cNvSpPr/>
            <p:nvPr/>
          </p:nvSpPr>
          <p:spPr>
            <a:xfrm>
              <a:off x="2575800" y="3953520"/>
              <a:ext cx="520920" cy="26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7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01</a:t>
              </a:r>
              <a:endParaRPr b="1" lang="en-HK" sz="1700" spc="-1" strike="noStrike">
                <a:latin typeface="Arial"/>
              </a:endParaRPr>
            </a:p>
          </p:txBody>
        </p:sp>
      </p:grpSp>
      <p:sp>
        <p:nvSpPr>
          <p:cNvPr id="987" name="文本框 17"/>
          <p:cNvSpPr/>
          <p:nvPr/>
        </p:nvSpPr>
        <p:spPr>
          <a:xfrm>
            <a:off x="5182920" y="906120"/>
            <a:ext cx="336852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Preset Title Text</a:t>
            </a:r>
            <a:endParaRPr b="1" lang="en-HK" sz="1800" spc="-1" strike="noStrike">
              <a:latin typeface="Arial"/>
            </a:endParaRPr>
          </a:p>
        </p:txBody>
      </p:sp>
      <p:sp>
        <p:nvSpPr>
          <p:cNvPr id="988" name="矩形 12"/>
          <p:cNvSpPr/>
          <p:nvPr/>
        </p:nvSpPr>
        <p:spPr>
          <a:xfrm>
            <a:off x="5182920" y="1356480"/>
            <a:ext cx="336852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1000"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This area is placeholder text for layout (theme font recommended).</a:t>
            </a:r>
            <a:br>
              <a:rPr sz="1800"/>
            </a:b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To edit it, go to Shape Format &gt; Text Options.</a:t>
            </a:r>
            <a:endParaRPr b="1" lang="en-HK" sz="1800" spc="-1" strike="noStrike">
              <a:latin typeface="Arial"/>
            </a:endParaRPr>
          </a:p>
        </p:txBody>
      </p:sp>
      <p:grpSp>
        <p:nvGrpSpPr>
          <p:cNvPr id="989" name="组合 13"/>
          <p:cNvGrpSpPr/>
          <p:nvPr/>
        </p:nvGrpSpPr>
        <p:grpSpPr>
          <a:xfrm>
            <a:off x="5228280" y="2142360"/>
            <a:ext cx="3374640" cy="344520"/>
            <a:chOff x="5228280" y="2142360"/>
            <a:chExt cx="3374640" cy="344520"/>
          </a:xfrm>
        </p:grpSpPr>
        <p:sp>
          <p:nvSpPr>
            <p:cNvPr id="990" name="椭圆 26"/>
            <p:cNvSpPr/>
            <p:nvPr/>
          </p:nvSpPr>
          <p:spPr>
            <a:xfrm>
              <a:off x="5228280" y="2167560"/>
              <a:ext cx="308160" cy="308160"/>
            </a:xfrm>
            <a:prstGeom prst="ellipse">
              <a:avLst/>
            </a:prstGeom>
            <a:solidFill>
              <a:srgbClr val="9595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1" name="矩形 27"/>
            <p:cNvSpPr/>
            <p:nvPr/>
          </p:nvSpPr>
          <p:spPr>
            <a:xfrm>
              <a:off x="5640120" y="2142360"/>
              <a:ext cx="2962800" cy="3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1" lang="en-HK" sz="1100" spc="-1" strike="noStrike">
                <a:latin typeface="Arial"/>
              </a:endParaRPr>
            </a:p>
          </p:txBody>
        </p:sp>
        <p:sp>
          <p:nvSpPr>
            <p:cNvPr id="992" name="任意多边形: 形状 28"/>
            <p:cNvSpPr/>
            <p:nvPr/>
          </p:nvSpPr>
          <p:spPr>
            <a:xfrm>
              <a:off x="5293080" y="2232360"/>
              <a:ext cx="178560" cy="178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93" name="组合 14"/>
          <p:cNvGrpSpPr/>
          <p:nvPr/>
        </p:nvGrpSpPr>
        <p:grpSpPr>
          <a:xfrm>
            <a:off x="5228280" y="3892320"/>
            <a:ext cx="3374640" cy="344520"/>
            <a:chOff x="5228280" y="3892320"/>
            <a:chExt cx="3374640" cy="344520"/>
          </a:xfrm>
        </p:grpSpPr>
        <p:sp>
          <p:nvSpPr>
            <p:cNvPr id="994" name="椭圆 23"/>
            <p:cNvSpPr/>
            <p:nvPr/>
          </p:nvSpPr>
          <p:spPr>
            <a:xfrm>
              <a:off x="5228280" y="3917520"/>
              <a:ext cx="308160" cy="308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5" name="矩形 24"/>
            <p:cNvSpPr/>
            <p:nvPr/>
          </p:nvSpPr>
          <p:spPr>
            <a:xfrm>
              <a:off x="5640120" y="3892320"/>
              <a:ext cx="2962800" cy="3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1" lang="en-HK" sz="1100" spc="-1" strike="noStrike">
                <a:latin typeface="Arial"/>
              </a:endParaRPr>
            </a:p>
          </p:txBody>
        </p:sp>
        <p:sp>
          <p:nvSpPr>
            <p:cNvPr id="996" name="任意多边形: 形状 25"/>
            <p:cNvSpPr/>
            <p:nvPr/>
          </p:nvSpPr>
          <p:spPr>
            <a:xfrm>
              <a:off x="5294880" y="3981960"/>
              <a:ext cx="178560" cy="178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97" name="组合 15"/>
          <p:cNvGrpSpPr/>
          <p:nvPr/>
        </p:nvGrpSpPr>
        <p:grpSpPr>
          <a:xfrm>
            <a:off x="5228280" y="3308760"/>
            <a:ext cx="3374640" cy="344520"/>
            <a:chOff x="5228280" y="3308760"/>
            <a:chExt cx="3374640" cy="344520"/>
          </a:xfrm>
        </p:grpSpPr>
        <p:sp>
          <p:nvSpPr>
            <p:cNvPr id="998" name="椭圆 20"/>
            <p:cNvSpPr/>
            <p:nvPr/>
          </p:nvSpPr>
          <p:spPr>
            <a:xfrm>
              <a:off x="5228280" y="3333960"/>
              <a:ext cx="308160" cy="30816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9" name="矩形 21"/>
            <p:cNvSpPr/>
            <p:nvPr/>
          </p:nvSpPr>
          <p:spPr>
            <a:xfrm>
              <a:off x="5640120" y="3308760"/>
              <a:ext cx="2962800" cy="3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1" lang="en-HK" sz="1100" spc="-1" strike="noStrike">
                <a:latin typeface="Arial"/>
              </a:endParaRPr>
            </a:p>
          </p:txBody>
        </p:sp>
        <p:sp>
          <p:nvSpPr>
            <p:cNvPr id="1000" name="任意多边形: 形状 22"/>
            <p:cNvSpPr/>
            <p:nvPr/>
          </p:nvSpPr>
          <p:spPr>
            <a:xfrm>
              <a:off x="5291280" y="3407040"/>
              <a:ext cx="178560" cy="162360"/>
            </a:xfrm>
            <a:custGeom>
              <a:avLst/>
              <a:gdLst/>
              <a:ahLst/>
              <a:rect l="l" t="t" r="r" b="b"/>
              <a:pathLst>
                <a:path w="21600" h="21144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1" name="组合 16"/>
          <p:cNvGrpSpPr/>
          <p:nvPr/>
        </p:nvGrpSpPr>
        <p:grpSpPr>
          <a:xfrm>
            <a:off x="5228280" y="2725560"/>
            <a:ext cx="3374640" cy="344520"/>
            <a:chOff x="5228280" y="2725560"/>
            <a:chExt cx="3374640" cy="344520"/>
          </a:xfrm>
        </p:grpSpPr>
        <p:sp>
          <p:nvSpPr>
            <p:cNvPr id="1002" name="椭圆 17"/>
            <p:cNvSpPr/>
            <p:nvPr/>
          </p:nvSpPr>
          <p:spPr>
            <a:xfrm>
              <a:off x="5228280" y="2750760"/>
              <a:ext cx="308160" cy="3081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03" name="矩形 18"/>
            <p:cNvSpPr/>
            <p:nvPr/>
          </p:nvSpPr>
          <p:spPr>
            <a:xfrm>
              <a:off x="5640120" y="2725560"/>
              <a:ext cx="2962800" cy="3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1" lang="en-HK" sz="1100" spc="-1" strike="noStrike">
                <a:latin typeface="Arial"/>
              </a:endParaRPr>
            </a:p>
          </p:txBody>
        </p:sp>
        <p:sp>
          <p:nvSpPr>
            <p:cNvPr id="1004" name="任意多边形: 形状 19"/>
            <p:cNvSpPr/>
            <p:nvPr/>
          </p:nvSpPr>
          <p:spPr>
            <a:xfrm>
              <a:off x="5291280" y="2815560"/>
              <a:ext cx="178560" cy="178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9579" y="17044"/>
                  </a:moveTo>
                  <a:cubicBezTo>
                    <a:pt x="9428" y="17174"/>
                    <a:pt x="9252" y="17274"/>
                    <a:pt x="9050" y="17344"/>
                  </a:cubicBezTo>
                  <a:cubicBezTo>
                    <a:pt x="8849" y="17415"/>
                    <a:pt x="8636" y="17450"/>
                    <a:pt x="8413" y="17450"/>
                  </a:cubicBezTo>
                  <a:cubicBezTo>
                    <a:pt x="7887" y="17450"/>
                    <a:pt x="7488" y="17288"/>
                    <a:pt x="7214" y="16966"/>
                  </a:cubicBezTo>
                  <a:cubicBezTo>
                    <a:pt x="6941" y="16644"/>
                    <a:pt x="6797" y="16226"/>
                    <a:pt x="6782" y="15715"/>
                  </a:cubicBezTo>
                  <a:lnTo>
                    <a:pt x="5864" y="15715"/>
                  </a:lnTo>
                  <a:cubicBezTo>
                    <a:pt x="5857" y="16122"/>
                    <a:pt x="5913" y="16486"/>
                    <a:pt x="6032" y="16805"/>
                  </a:cubicBezTo>
                  <a:cubicBezTo>
                    <a:pt x="6151" y="17123"/>
                    <a:pt x="6321" y="17393"/>
                    <a:pt x="6545" y="17611"/>
                  </a:cubicBezTo>
                  <a:cubicBezTo>
                    <a:pt x="6767" y="17830"/>
                    <a:pt x="7038" y="17995"/>
                    <a:pt x="7355" y="18106"/>
                  </a:cubicBezTo>
                  <a:cubicBezTo>
                    <a:pt x="7671" y="18218"/>
                    <a:pt x="8024" y="18273"/>
                    <a:pt x="8413" y="18273"/>
                  </a:cubicBezTo>
                  <a:cubicBezTo>
                    <a:pt x="8773" y="18273"/>
                    <a:pt x="9113" y="18223"/>
                    <a:pt x="9434" y="18123"/>
                  </a:cubicBezTo>
                  <a:cubicBezTo>
                    <a:pt x="9754" y="18023"/>
                    <a:pt x="10033" y="17873"/>
                    <a:pt x="10271" y="17672"/>
                  </a:cubicBezTo>
                  <a:cubicBezTo>
                    <a:pt x="10509" y="17472"/>
                    <a:pt x="10697" y="17222"/>
                    <a:pt x="10837" y="16922"/>
                  </a:cubicBezTo>
                  <a:cubicBezTo>
                    <a:pt x="10978" y="16621"/>
                    <a:pt x="11048" y="16275"/>
                    <a:pt x="11048" y="15881"/>
                  </a:cubicBezTo>
                  <a:cubicBezTo>
                    <a:pt x="11048" y="15407"/>
                    <a:pt x="10935" y="14995"/>
                    <a:pt x="10708" y="14646"/>
                  </a:cubicBezTo>
                  <a:cubicBezTo>
                    <a:pt x="10481" y="14298"/>
                    <a:pt x="10134" y="14072"/>
                    <a:pt x="9666" y="13968"/>
                  </a:cubicBezTo>
                  <a:lnTo>
                    <a:pt x="9666" y="13946"/>
                  </a:lnTo>
                  <a:cubicBezTo>
                    <a:pt x="9968" y="13805"/>
                    <a:pt x="10220" y="13597"/>
                    <a:pt x="10422" y="13323"/>
                  </a:cubicBezTo>
                  <a:cubicBezTo>
                    <a:pt x="10624" y="13048"/>
                    <a:pt x="10724" y="12734"/>
                    <a:pt x="10724" y="12377"/>
                  </a:cubicBezTo>
                  <a:cubicBezTo>
                    <a:pt x="10724" y="12014"/>
                    <a:pt x="10665" y="11698"/>
                    <a:pt x="10546" y="11432"/>
                  </a:cubicBezTo>
                  <a:cubicBezTo>
                    <a:pt x="10427" y="11165"/>
                    <a:pt x="10263" y="10946"/>
                    <a:pt x="10055" y="10776"/>
                  </a:cubicBezTo>
                  <a:cubicBezTo>
                    <a:pt x="9846" y="10605"/>
                    <a:pt x="9599" y="10477"/>
                    <a:pt x="9315" y="10392"/>
                  </a:cubicBezTo>
                  <a:cubicBezTo>
                    <a:pt x="9030" y="10306"/>
                    <a:pt x="8722" y="10264"/>
                    <a:pt x="8391" y="10264"/>
                  </a:cubicBezTo>
                  <a:cubicBezTo>
                    <a:pt x="8010" y="10264"/>
                    <a:pt x="7673" y="10326"/>
                    <a:pt x="7382" y="10453"/>
                  </a:cubicBezTo>
                  <a:cubicBezTo>
                    <a:pt x="7090" y="10579"/>
                    <a:pt x="6847" y="10753"/>
                    <a:pt x="6653" y="10976"/>
                  </a:cubicBezTo>
                  <a:cubicBezTo>
                    <a:pt x="6459" y="11198"/>
                    <a:pt x="6309" y="11466"/>
                    <a:pt x="6204" y="11777"/>
                  </a:cubicBezTo>
                  <a:cubicBezTo>
                    <a:pt x="6100" y="12088"/>
                    <a:pt x="6040" y="12433"/>
                    <a:pt x="6026" y="12811"/>
                  </a:cubicBezTo>
                  <a:lnTo>
                    <a:pt x="6944" y="12811"/>
                  </a:lnTo>
                  <a:cubicBezTo>
                    <a:pt x="6944" y="12581"/>
                    <a:pt x="6972" y="12363"/>
                    <a:pt x="7031" y="12155"/>
                  </a:cubicBezTo>
                  <a:cubicBezTo>
                    <a:pt x="7088" y="11947"/>
                    <a:pt x="7177" y="11766"/>
                    <a:pt x="7296" y="11610"/>
                  </a:cubicBezTo>
                  <a:cubicBezTo>
                    <a:pt x="7414" y="11454"/>
                    <a:pt x="7565" y="11330"/>
                    <a:pt x="7749" y="11237"/>
                  </a:cubicBezTo>
                  <a:cubicBezTo>
                    <a:pt x="7932" y="11144"/>
                    <a:pt x="8147" y="11098"/>
                    <a:pt x="8391" y="11098"/>
                  </a:cubicBezTo>
                  <a:cubicBezTo>
                    <a:pt x="8780" y="11098"/>
                    <a:pt x="9104" y="11204"/>
                    <a:pt x="9364" y="11415"/>
                  </a:cubicBezTo>
                  <a:cubicBezTo>
                    <a:pt x="9623" y="11627"/>
                    <a:pt x="9752" y="11943"/>
                    <a:pt x="9752" y="12366"/>
                  </a:cubicBezTo>
                  <a:cubicBezTo>
                    <a:pt x="9752" y="12574"/>
                    <a:pt x="9713" y="12759"/>
                    <a:pt x="9634" y="12922"/>
                  </a:cubicBezTo>
                  <a:cubicBezTo>
                    <a:pt x="9554" y="13086"/>
                    <a:pt x="9448" y="13221"/>
                    <a:pt x="9315" y="13329"/>
                  </a:cubicBezTo>
                  <a:cubicBezTo>
                    <a:pt x="9182" y="13436"/>
                    <a:pt x="9027" y="13517"/>
                    <a:pt x="8851" y="13574"/>
                  </a:cubicBezTo>
                  <a:cubicBezTo>
                    <a:pt x="8674" y="13629"/>
                    <a:pt x="8488" y="13657"/>
                    <a:pt x="8294" y="13657"/>
                  </a:cubicBezTo>
                  <a:lnTo>
                    <a:pt x="7992" y="13657"/>
                  </a:lnTo>
                  <a:cubicBezTo>
                    <a:pt x="7963" y="13657"/>
                    <a:pt x="7930" y="13653"/>
                    <a:pt x="7895" y="13645"/>
                  </a:cubicBezTo>
                  <a:lnTo>
                    <a:pt x="7895" y="14447"/>
                  </a:lnTo>
                  <a:cubicBezTo>
                    <a:pt x="8067" y="14424"/>
                    <a:pt x="8251" y="14413"/>
                    <a:pt x="8445" y="14413"/>
                  </a:cubicBezTo>
                  <a:cubicBezTo>
                    <a:pt x="8676" y="14413"/>
                    <a:pt x="8890" y="14444"/>
                    <a:pt x="9088" y="14507"/>
                  </a:cubicBezTo>
                  <a:cubicBezTo>
                    <a:pt x="9286" y="14571"/>
                    <a:pt x="9457" y="14667"/>
                    <a:pt x="9601" y="14797"/>
                  </a:cubicBezTo>
                  <a:cubicBezTo>
                    <a:pt x="9745" y="14927"/>
                    <a:pt x="9860" y="15086"/>
                    <a:pt x="9947" y="15275"/>
                  </a:cubicBezTo>
                  <a:cubicBezTo>
                    <a:pt x="10033" y="15464"/>
                    <a:pt x="10076" y="15682"/>
                    <a:pt x="10076" y="15926"/>
                  </a:cubicBezTo>
                  <a:cubicBezTo>
                    <a:pt x="10076" y="16163"/>
                    <a:pt x="10031" y="16377"/>
                    <a:pt x="9941" y="16565"/>
                  </a:cubicBezTo>
                  <a:cubicBezTo>
                    <a:pt x="9851" y="16754"/>
                    <a:pt x="9731" y="16914"/>
                    <a:pt x="9579" y="17044"/>
                  </a:cubicBezTo>
                  <a:moveTo>
                    <a:pt x="14257" y="18151"/>
                  </a:moveTo>
                  <a:lnTo>
                    <a:pt x="15175" y="18151"/>
                  </a:lnTo>
                  <a:lnTo>
                    <a:pt x="15175" y="10264"/>
                  </a:lnTo>
                  <a:lnTo>
                    <a:pt x="14473" y="10264"/>
                  </a:lnTo>
                  <a:cubicBezTo>
                    <a:pt x="14422" y="10561"/>
                    <a:pt x="14329" y="10805"/>
                    <a:pt x="14192" y="10998"/>
                  </a:cubicBezTo>
                  <a:cubicBezTo>
                    <a:pt x="14055" y="11191"/>
                    <a:pt x="13888" y="11343"/>
                    <a:pt x="13690" y="11454"/>
                  </a:cubicBezTo>
                  <a:cubicBezTo>
                    <a:pt x="13492" y="11565"/>
                    <a:pt x="13271" y="11641"/>
                    <a:pt x="13026" y="11682"/>
                  </a:cubicBezTo>
                  <a:cubicBezTo>
                    <a:pt x="12781" y="11723"/>
                    <a:pt x="12529" y="11743"/>
                    <a:pt x="12270" y="11743"/>
                  </a:cubicBezTo>
                  <a:lnTo>
                    <a:pt x="12270" y="12499"/>
                  </a:lnTo>
                  <a:lnTo>
                    <a:pt x="14257" y="12499"/>
                  </a:lnTo>
                  <a:cubicBezTo>
                    <a:pt x="14257" y="12499"/>
                    <a:pt x="14257" y="18151"/>
                    <a:pt x="14257" y="1815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5"/>
                    <a:pt x="1421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9" y="2945"/>
                    <a:pt x="20618" y="3385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9"/>
                    <a:pt x="20179" y="20618"/>
                    <a:pt x="19636" y="20618"/>
                  </a:cubicBezTo>
                  <a:lnTo>
                    <a:pt x="1964" y="20618"/>
                  </a:lnTo>
                  <a:cubicBezTo>
                    <a:pt x="1421" y="20618"/>
                    <a:pt x="982" y="20179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0"/>
                    <a:pt x="17453" y="0"/>
                    <a:pt x="17182" y="0"/>
                  </a:cubicBezTo>
                  <a:cubicBezTo>
                    <a:pt x="16910" y="0"/>
                    <a:pt x="16691" y="220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0"/>
                    <a:pt x="4690" y="0"/>
                    <a:pt x="4418" y="0"/>
                  </a:cubicBezTo>
                  <a:cubicBezTo>
                    <a:pt x="4147" y="0"/>
                    <a:pt x="3927" y="220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5" name="组合 33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1006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1007" name="矩形 35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8" name="组合 3"/>
          <p:cNvGrpSpPr/>
          <p:nvPr/>
        </p:nvGrpSpPr>
        <p:grpSpPr>
          <a:xfrm>
            <a:off x="1488960" y="1101960"/>
            <a:ext cx="2894760" cy="1685880"/>
            <a:chOff x="1488960" y="1101960"/>
            <a:chExt cx="2894760" cy="1685880"/>
          </a:xfrm>
        </p:grpSpPr>
        <p:grpSp>
          <p:nvGrpSpPr>
            <p:cNvPr id="1009" name="组合 23"/>
            <p:cNvGrpSpPr/>
            <p:nvPr/>
          </p:nvGrpSpPr>
          <p:grpSpPr>
            <a:xfrm>
              <a:off x="1488960" y="1101960"/>
              <a:ext cx="2894760" cy="1685880"/>
              <a:chOff x="1488960" y="1101960"/>
              <a:chExt cx="2894760" cy="1685880"/>
            </a:xfrm>
          </p:grpSpPr>
          <p:sp>
            <p:nvSpPr>
              <p:cNvPr id="1010" name="矩形 27"/>
              <p:cNvSpPr/>
              <p:nvPr/>
            </p:nvSpPr>
            <p:spPr>
              <a:xfrm>
                <a:off x="1488960" y="1180080"/>
                <a:ext cx="2894760" cy="1607760"/>
              </a:xfrm>
              <a:prstGeom prst="rect">
                <a:avLst/>
              </a:prstGeom>
              <a:noFill/>
              <a:ln w="6350">
                <a:solidFill>
                  <a:srgbClr val="272f42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</p:sp>
          <p:sp>
            <p:nvSpPr>
              <p:cNvPr id="1011" name="矩形 28"/>
              <p:cNvSpPr/>
              <p:nvPr/>
            </p:nvSpPr>
            <p:spPr>
              <a:xfrm>
                <a:off x="1567440" y="1101960"/>
                <a:ext cx="685080" cy="7970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rIns="90000" tIns="45000" bIns="45000" anchor="b">
                <a:norm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5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01</a:t>
                </a:r>
                <a:endParaRPr b="1" lang="en-HK" sz="2500" spc="-1" strike="noStrike">
                  <a:latin typeface="Arial"/>
                </a:endParaRPr>
              </a:p>
            </p:txBody>
          </p:sp>
        </p:grpSp>
        <p:grpSp>
          <p:nvGrpSpPr>
            <p:cNvPr id="1012" name="组合 24"/>
            <p:cNvGrpSpPr/>
            <p:nvPr/>
          </p:nvGrpSpPr>
          <p:grpSpPr>
            <a:xfrm>
              <a:off x="2333160" y="1377000"/>
              <a:ext cx="1990440" cy="1045440"/>
              <a:chOff x="2333160" y="1377000"/>
              <a:chExt cx="1990440" cy="1045440"/>
            </a:xfrm>
          </p:grpSpPr>
          <p:sp>
            <p:nvSpPr>
              <p:cNvPr id="1013" name="矩形 25"/>
              <p:cNvSpPr/>
              <p:nvPr/>
            </p:nvSpPr>
            <p:spPr>
              <a:xfrm>
                <a:off x="2333160" y="1377000"/>
                <a:ext cx="1990440" cy="20340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normAutofit fontScale="95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400" spc="-1" strike="noStrike">
                    <a:solidFill>
                      <a:srgbClr val="959595"/>
                    </a:solidFill>
                    <a:latin typeface="微软雅黑"/>
                    <a:ea typeface="微软雅黑"/>
                  </a:rPr>
                  <a:t>标题文本预设</a:t>
                </a:r>
                <a:endParaRPr b="1" lang="en-HK" sz="1400" spc="-1" strike="noStrike">
                  <a:latin typeface="Arial"/>
                </a:endParaRPr>
              </a:p>
            </p:txBody>
          </p:sp>
          <p:sp>
            <p:nvSpPr>
              <p:cNvPr id="1014" name="矩形 26"/>
              <p:cNvSpPr/>
              <p:nvPr/>
            </p:nvSpPr>
            <p:spPr>
              <a:xfrm>
                <a:off x="2333160" y="1582200"/>
                <a:ext cx="1990440" cy="8402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rm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</a:t>
                </a:r>
                <a:br>
                  <a:rPr sz="1100"/>
                </a:b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1" lang="en-HK" sz="1100" spc="-1" strike="noStrike">
                  <a:latin typeface="Arial"/>
                </a:endParaRPr>
              </a:p>
            </p:txBody>
          </p:sp>
        </p:grpSp>
      </p:grpSp>
      <p:grpSp>
        <p:nvGrpSpPr>
          <p:cNvPr id="1015" name="组合 4"/>
          <p:cNvGrpSpPr/>
          <p:nvPr/>
        </p:nvGrpSpPr>
        <p:grpSpPr>
          <a:xfrm>
            <a:off x="4745160" y="1101960"/>
            <a:ext cx="2894760" cy="1685880"/>
            <a:chOff x="4745160" y="1101960"/>
            <a:chExt cx="2894760" cy="1685880"/>
          </a:xfrm>
        </p:grpSpPr>
        <p:sp>
          <p:nvSpPr>
            <p:cNvPr id="1016" name="矩形 18"/>
            <p:cNvSpPr/>
            <p:nvPr/>
          </p:nvSpPr>
          <p:spPr>
            <a:xfrm>
              <a:off x="4745160" y="1180080"/>
              <a:ext cx="2894760" cy="1607760"/>
            </a:xfrm>
            <a:prstGeom prst="rect">
              <a:avLst/>
            </a:prstGeom>
            <a:noFill/>
            <a:ln w="6350">
              <a:solidFill>
                <a:srgbClr val="272f42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017" name="矩形 19"/>
            <p:cNvSpPr/>
            <p:nvPr/>
          </p:nvSpPr>
          <p:spPr>
            <a:xfrm>
              <a:off x="4823640" y="1101960"/>
              <a:ext cx="685080" cy="797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b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5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  <a:endParaRPr b="1" lang="en-HK" sz="2500" spc="-1" strike="noStrike">
                <a:latin typeface="Arial"/>
              </a:endParaRPr>
            </a:p>
          </p:txBody>
        </p:sp>
        <p:grpSp>
          <p:nvGrpSpPr>
            <p:cNvPr id="1018" name="组合 20"/>
            <p:cNvGrpSpPr/>
            <p:nvPr/>
          </p:nvGrpSpPr>
          <p:grpSpPr>
            <a:xfrm>
              <a:off x="5573520" y="1377000"/>
              <a:ext cx="1990440" cy="1045440"/>
              <a:chOff x="5573520" y="1377000"/>
              <a:chExt cx="1990440" cy="1045440"/>
            </a:xfrm>
          </p:grpSpPr>
          <p:sp>
            <p:nvSpPr>
              <p:cNvPr id="1019" name="矩形 21"/>
              <p:cNvSpPr/>
              <p:nvPr/>
            </p:nvSpPr>
            <p:spPr>
              <a:xfrm>
                <a:off x="5573520" y="1377000"/>
                <a:ext cx="1990440" cy="20340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normAutofit fontScale="95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400" spc="-1" strike="noStrike">
                    <a:solidFill>
                      <a:srgbClr val="272f42"/>
                    </a:solidFill>
                    <a:latin typeface="微软雅黑"/>
                    <a:ea typeface="微软雅黑"/>
                  </a:rPr>
                  <a:t>标题文本预设</a:t>
                </a:r>
                <a:endParaRPr b="1" lang="en-HK" sz="1400" spc="-1" strike="noStrike">
                  <a:latin typeface="Arial"/>
                </a:endParaRPr>
              </a:p>
            </p:txBody>
          </p:sp>
          <p:sp>
            <p:nvSpPr>
              <p:cNvPr id="1020" name="矩形 22"/>
              <p:cNvSpPr/>
              <p:nvPr/>
            </p:nvSpPr>
            <p:spPr>
              <a:xfrm>
                <a:off x="5573520" y="1582200"/>
                <a:ext cx="1990440" cy="8402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rm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</a:t>
                </a:r>
                <a:br>
                  <a:rPr sz="1100"/>
                </a:b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1" lang="en-HK" sz="1100" spc="-1" strike="noStrike">
                  <a:latin typeface="Arial"/>
                </a:endParaRPr>
              </a:p>
            </p:txBody>
          </p:sp>
        </p:grpSp>
      </p:grpSp>
      <p:grpSp>
        <p:nvGrpSpPr>
          <p:cNvPr id="1021" name="组合 5"/>
          <p:cNvGrpSpPr/>
          <p:nvPr/>
        </p:nvGrpSpPr>
        <p:grpSpPr>
          <a:xfrm>
            <a:off x="1510920" y="2882520"/>
            <a:ext cx="2894760" cy="1685520"/>
            <a:chOff x="1510920" y="2882520"/>
            <a:chExt cx="2894760" cy="1685520"/>
          </a:xfrm>
        </p:grpSpPr>
        <p:sp>
          <p:nvSpPr>
            <p:cNvPr id="1022" name="矩形 13"/>
            <p:cNvSpPr/>
            <p:nvPr/>
          </p:nvSpPr>
          <p:spPr>
            <a:xfrm>
              <a:off x="1510920" y="2960280"/>
              <a:ext cx="2894760" cy="1607760"/>
            </a:xfrm>
            <a:prstGeom prst="rect">
              <a:avLst/>
            </a:prstGeom>
            <a:noFill/>
            <a:ln w="6350">
              <a:solidFill>
                <a:srgbClr val="272f42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023" name="矩形 14"/>
            <p:cNvSpPr/>
            <p:nvPr/>
          </p:nvSpPr>
          <p:spPr>
            <a:xfrm>
              <a:off x="1589760" y="2882520"/>
              <a:ext cx="685080" cy="7970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b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5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  <a:endParaRPr b="1" lang="en-HK" sz="2500" spc="-1" strike="noStrike">
                <a:latin typeface="Arial"/>
              </a:endParaRPr>
            </a:p>
          </p:txBody>
        </p:sp>
        <p:grpSp>
          <p:nvGrpSpPr>
            <p:cNvPr id="1024" name="组合 15"/>
            <p:cNvGrpSpPr/>
            <p:nvPr/>
          </p:nvGrpSpPr>
          <p:grpSpPr>
            <a:xfrm>
              <a:off x="2328840" y="3229920"/>
              <a:ext cx="1990440" cy="1045440"/>
              <a:chOff x="2328840" y="3229920"/>
              <a:chExt cx="1990440" cy="1045440"/>
            </a:xfrm>
          </p:grpSpPr>
          <p:sp>
            <p:nvSpPr>
              <p:cNvPr id="1025" name="矩形 16"/>
              <p:cNvSpPr/>
              <p:nvPr/>
            </p:nvSpPr>
            <p:spPr>
              <a:xfrm>
                <a:off x="2328840" y="3229920"/>
                <a:ext cx="1990440" cy="20340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normAutofit fontScale="95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4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标题文本预设</a:t>
                </a:r>
                <a:endParaRPr b="1" lang="en-HK" sz="1400" spc="-1" strike="noStrike">
                  <a:latin typeface="Arial"/>
                </a:endParaRPr>
              </a:p>
            </p:txBody>
          </p:sp>
          <p:sp>
            <p:nvSpPr>
              <p:cNvPr id="1026" name="矩形 17"/>
              <p:cNvSpPr/>
              <p:nvPr/>
            </p:nvSpPr>
            <p:spPr>
              <a:xfrm>
                <a:off x="2328840" y="3435120"/>
                <a:ext cx="1990440" cy="8402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rm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</a:t>
                </a:r>
                <a:br>
                  <a:rPr sz="1100"/>
                </a:b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1" lang="en-HK" sz="1100" spc="-1" strike="noStrike">
                  <a:latin typeface="Arial"/>
                </a:endParaRPr>
              </a:p>
            </p:txBody>
          </p:sp>
        </p:grpSp>
      </p:grpSp>
      <p:grpSp>
        <p:nvGrpSpPr>
          <p:cNvPr id="1027" name="组合 6"/>
          <p:cNvGrpSpPr/>
          <p:nvPr/>
        </p:nvGrpSpPr>
        <p:grpSpPr>
          <a:xfrm>
            <a:off x="4758480" y="2882520"/>
            <a:ext cx="2894760" cy="1685520"/>
            <a:chOff x="4758480" y="2882520"/>
            <a:chExt cx="2894760" cy="1685520"/>
          </a:xfrm>
        </p:grpSpPr>
        <p:grpSp>
          <p:nvGrpSpPr>
            <p:cNvPr id="1028" name="组合 7"/>
            <p:cNvGrpSpPr/>
            <p:nvPr/>
          </p:nvGrpSpPr>
          <p:grpSpPr>
            <a:xfrm>
              <a:off x="4758480" y="2960280"/>
              <a:ext cx="2894760" cy="1607760"/>
              <a:chOff x="4758480" y="2960280"/>
              <a:chExt cx="2894760" cy="1607760"/>
            </a:xfrm>
          </p:grpSpPr>
          <p:sp>
            <p:nvSpPr>
              <p:cNvPr id="1029" name="矩形 9"/>
              <p:cNvSpPr/>
              <p:nvPr/>
            </p:nvSpPr>
            <p:spPr>
              <a:xfrm>
                <a:off x="4758480" y="2960280"/>
                <a:ext cx="2894760" cy="1607760"/>
              </a:xfrm>
              <a:prstGeom prst="rect">
                <a:avLst/>
              </a:prstGeom>
              <a:noFill/>
              <a:ln w="6350">
                <a:solidFill>
                  <a:srgbClr val="272f42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</p:sp>
          <p:grpSp>
            <p:nvGrpSpPr>
              <p:cNvPr id="1030" name="组合 10"/>
              <p:cNvGrpSpPr/>
              <p:nvPr/>
            </p:nvGrpSpPr>
            <p:grpSpPr>
              <a:xfrm>
                <a:off x="5570640" y="3229920"/>
                <a:ext cx="1990440" cy="1045440"/>
                <a:chOff x="5570640" y="3229920"/>
                <a:chExt cx="1990440" cy="1045440"/>
              </a:xfrm>
            </p:grpSpPr>
            <p:sp>
              <p:nvSpPr>
                <p:cNvPr id="1031" name="矩形 11"/>
                <p:cNvSpPr/>
                <p:nvPr/>
              </p:nvSpPr>
              <p:spPr>
                <a:xfrm>
                  <a:off x="5570640" y="3229920"/>
                  <a:ext cx="1990440" cy="2034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5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4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1" lang="en-HK" sz="1400" spc="-1" strike="noStrike">
                    <a:latin typeface="Arial"/>
                  </a:endParaRPr>
                </a:p>
              </p:txBody>
            </p:sp>
            <p:sp>
              <p:nvSpPr>
                <p:cNvPr id="1032" name="矩形 12"/>
                <p:cNvSpPr/>
                <p:nvPr/>
              </p:nvSpPr>
              <p:spPr>
                <a:xfrm>
                  <a:off x="5570640" y="3435120"/>
                  <a:ext cx="1990440" cy="8402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1" lang="en-HK" sz="11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1033" name="矩形 8"/>
            <p:cNvSpPr/>
            <p:nvPr/>
          </p:nvSpPr>
          <p:spPr>
            <a:xfrm>
              <a:off x="4837320" y="2882520"/>
              <a:ext cx="685080" cy="7970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b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5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  <a:endParaRPr b="1" lang="en-HK" sz="2500" spc="-1" strike="noStrike">
                <a:latin typeface="Arial"/>
              </a:endParaRPr>
            </a:p>
          </p:txBody>
        </p:sp>
      </p:grpSp>
      <p:grpSp>
        <p:nvGrpSpPr>
          <p:cNvPr id="1034" name="组合 30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1035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1036" name="矩形 32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7" name="组合 26"/>
          <p:cNvGrpSpPr/>
          <p:nvPr/>
        </p:nvGrpSpPr>
        <p:grpSpPr>
          <a:xfrm>
            <a:off x="906840" y="2737080"/>
            <a:ext cx="3678120" cy="1343520"/>
            <a:chOff x="906840" y="2737080"/>
            <a:chExt cx="3678120" cy="1343520"/>
          </a:xfrm>
        </p:grpSpPr>
        <p:sp>
          <p:nvSpPr>
            <p:cNvPr id="1038" name="Freeform: Shape 2"/>
            <p:cNvSpPr/>
            <p:nvPr/>
          </p:nvSpPr>
          <p:spPr>
            <a:xfrm flipV="1">
              <a:off x="941760" y="2736720"/>
              <a:ext cx="3643200" cy="134352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39" name="TextBox 8"/>
            <p:cNvSpPr/>
            <p:nvPr/>
          </p:nvSpPr>
          <p:spPr>
            <a:xfrm>
              <a:off x="906840" y="3188520"/>
              <a:ext cx="2329560" cy="85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just">
                <a:lnSpc>
                  <a:spcPct val="15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1" lang="en-HK" sz="900" spc="-1" strike="noStrike">
                <a:latin typeface="Arial"/>
              </a:endParaRPr>
            </a:p>
          </p:txBody>
        </p:sp>
      </p:grpSp>
      <p:grpSp>
        <p:nvGrpSpPr>
          <p:cNvPr id="1040" name="组合 1"/>
          <p:cNvGrpSpPr/>
          <p:nvPr/>
        </p:nvGrpSpPr>
        <p:grpSpPr>
          <a:xfrm>
            <a:off x="906840" y="1409760"/>
            <a:ext cx="3678120" cy="1699920"/>
            <a:chOff x="906840" y="1409760"/>
            <a:chExt cx="3678120" cy="1699920"/>
          </a:xfrm>
        </p:grpSpPr>
        <p:sp>
          <p:nvSpPr>
            <p:cNvPr id="1041" name="Freeform: Shape 5"/>
            <p:cNvSpPr/>
            <p:nvPr/>
          </p:nvSpPr>
          <p:spPr>
            <a:xfrm>
              <a:off x="941760" y="1409760"/>
              <a:ext cx="3643200" cy="134352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42" name="TextBox 6"/>
            <p:cNvSpPr/>
            <p:nvPr/>
          </p:nvSpPr>
          <p:spPr>
            <a:xfrm>
              <a:off x="906840" y="1858680"/>
              <a:ext cx="2329560" cy="85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just"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1" lang="en-HK" sz="900" spc="-1" strike="noStrike">
                <a:latin typeface="Arial"/>
              </a:endParaRPr>
            </a:p>
          </p:txBody>
        </p:sp>
        <p:sp>
          <p:nvSpPr>
            <p:cNvPr id="1043" name="TextBox 7"/>
            <p:cNvSpPr/>
            <p:nvPr/>
          </p:nvSpPr>
          <p:spPr>
            <a:xfrm>
              <a:off x="906840" y="1550880"/>
              <a:ext cx="976680" cy="22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Strength</a:t>
              </a:r>
              <a:endParaRPr b="1" lang="en-HK" sz="2000" spc="-1" strike="noStrike">
                <a:latin typeface="Arial"/>
              </a:endParaRPr>
            </a:p>
          </p:txBody>
        </p:sp>
        <p:sp>
          <p:nvSpPr>
            <p:cNvPr id="1044" name="TextBox 9"/>
            <p:cNvSpPr/>
            <p:nvPr/>
          </p:nvSpPr>
          <p:spPr>
            <a:xfrm>
              <a:off x="906840" y="2880720"/>
              <a:ext cx="1344960" cy="22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Opportunity</a:t>
              </a:r>
              <a:endParaRPr b="1" lang="en-HK" sz="2000" spc="-1" strike="noStrike">
                <a:latin typeface="Arial"/>
              </a:endParaRPr>
            </a:p>
          </p:txBody>
        </p:sp>
      </p:grpSp>
      <p:grpSp>
        <p:nvGrpSpPr>
          <p:cNvPr id="1045" name="组合 28"/>
          <p:cNvGrpSpPr/>
          <p:nvPr/>
        </p:nvGrpSpPr>
        <p:grpSpPr>
          <a:xfrm>
            <a:off x="4560480" y="1414080"/>
            <a:ext cx="3654720" cy="1343520"/>
            <a:chOff x="4560480" y="1414080"/>
            <a:chExt cx="3654720" cy="1343520"/>
          </a:xfrm>
        </p:grpSpPr>
        <p:sp>
          <p:nvSpPr>
            <p:cNvPr id="1046" name="Freeform: Shape 3"/>
            <p:cNvSpPr/>
            <p:nvPr/>
          </p:nvSpPr>
          <p:spPr>
            <a:xfrm flipH="1">
              <a:off x="4560480" y="1414080"/>
              <a:ext cx="3643200" cy="134352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47" name="TextBox 10"/>
            <p:cNvSpPr/>
            <p:nvPr/>
          </p:nvSpPr>
          <p:spPr>
            <a:xfrm>
              <a:off x="5846040" y="1858680"/>
              <a:ext cx="2329560" cy="85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r">
                <a:lnSpc>
                  <a:spcPct val="15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1" lang="en-HK" sz="900" spc="-1" strike="noStrike">
                <a:latin typeface="Arial"/>
              </a:endParaRPr>
            </a:p>
          </p:txBody>
        </p:sp>
        <p:sp>
          <p:nvSpPr>
            <p:cNvPr id="1048" name="TextBox 11"/>
            <p:cNvSpPr/>
            <p:nvPr/>
          </p:nvSpPr>
          <p:spPr>
            <a:xfrm>
              <a:off x="7121520" y="1550880"/>
              <a:ext cx="1093680" cy="22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Weakness</a:t>
              </a:r>
              <a:endParaRPr b="1" lang="en-HK" sz="2000" spc="-1" strike="noStrike">
                <a:latin typeface="Arial"/>
              </a:endParaRPr>
            </a:p>
          </p:txBody>
        </p:sp>
      </p:grpSp>
      <p:grpSp>
        <p:nvGrpSpPr>
          <p:cNvPr id="1049" name="组合 27"/>
          <p:cNvGrpSpPr/>
          <p:nvPr/>
        </p:nvGrpSpPr>
        <p:grpSpPr>
          <a:xfrm>
            <a:off x="4570560" y="2742840"/>
            <a:ext cx="3643200" cy="1343520"/>
            <a:chOff x="4570560" y="2742840"/>
            <a:chExt cx="3643200" cy="1343520"/>
          </a:xfrm>
        </p:grpSpPr>
        <p:sp>
          <p:nvSpPr>
            <p:cNvPr id="1050" name="Freeform: Shape 4"/>
            <p:cNvSpPr/>
            <p:nvPr/>
          </p:nvSpPr>
          <p:spPr>
            <a:xfrm flipH="1" flipV="1">
              <a:off x="4570560" y="2742840"/>
              <a:ext cx="3643200" cy="134352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0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51" name="TextBox 12"/>
            <p:cNvSpPr/>
            <p:nvPr/>
          </p:nvSpPr>
          <p:spPr>
            <a:xfrm>
              <a:off x="5878440" y="3188520"/>
              <a:ext cx="2329560" cy="85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r">
                <a:lnSpc>
                  <a:spcPct val="15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1" lang="en-HK" sz="900" spc="-1" strike="noStrike">
                <a:latin typeface="Arial"/>
              </a:endParaRPr>
            </a:p>
          </p:txBody>
        </p:sp>
        <p:sp>
          <p:nvSpPr>
            <p:cNvPr id="1052" name="TextBox 13"/>
            <p:cNvSpPr/>
            <p:nvPr/>
          </p:nvSpPr>
          <p:spPr>
            <a:xfrm>
              <a:off x="6863040" y="2865600"/>
              <a:ext cx="1344960" cy="22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5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Threat</a:t>
              </a:r>
              <a:endParaRPr b="1" lang="en-HK" sz="2000" spc="-1" strike="noStrike">
                <a:latin typeface="Arial"/>
              </a:endParaRPr>
            </a:p>
          </p:txBody>
        </p:sp>
      </p:grpSp>
      <p:grpSp>
        <p:nvGrpSpPr>
          <p:cNvPr id="1053" name="Group 14"/>
          <p:cNvGrpSpPr/>
          <p:nvPr/>
        </p:nvGrpSpPr>
        <p:grpSpPr>
          <a:xfrm>
            <a:off x="3431520" y="1423440"/>
            <a:ext cx="2306880" cy="2690280"/>
            <a:chOff x="3431520" y="1423440"/>
            <a:chExt cx="2306880" cy="2690280"/>
          </a:xfrm>
        </p:grpSpPr>
        <p:sp>
          <p:nvSpPr>
            <p:cNvPr id="1054" name="Freeform: Shape 15"/>
            <p:cNvSpPr/>
            <p:nvPr/>
          </p:nvSpPr>
          <p:spPr>
            <a:xfrm flipH="1" flipV="1">
              <a:off x="3431520" y="1423440"/>
              <a:ext cx="1149120" cy="1343520"/>
            </a:xfrm>
            <a:custGeom>
              <a:avLst/>
              <a:gdLst/>
              <a:ahLst/>
              <a:rect l="l" t="t" r="r" b="b"/>
              <a:pathLst>
                <a:path w="1521571" h="1778491">
                  <a:moveTo>
                    <a:pt x="0" y="0"/>
                  </a:moveTo>
                  <a:lnTo>
                    <a:pt x="1521571" y="0"/>
                  </a:lnTo>
                  <a:lnTo>
                    <a:pt x="1521571" y="14491"/>
                  </a:lnTo>
                  <a:lnTo>
                    <a:pt x="1521571" y="1040227"/>
                  </a:lnTo>
                  <a:lnTo>
                    <a:pt x="45043" y="1778491"/>
                  </a:lnTo>
                  <a:lnTo>
                    <a:pt x="0" y="1778491"/>
                  </a:lnTo>
                  <a:lnTo>
                    <a:pt x="0" y="14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1055" name="Group 16"/>
            <p:cNvGrpSpPr/>
            <p:nvPr/>
          </p:nvGrpSpPr>
          <p:grpSpPr>
            <a:xfrm>
              <a:off x="3431520" y="1423440"/>
              <a:ext cx="2306880" cy="2690280"/>
              <a:chOff x="3431520" y="1423440"/>
              <a:chExt cx="2306880" cy="2690280"/>
            </a:xfrm>
          </p:grpSpPr>
          <p:sp>
            <p:nvSpPr>
              <p:cNvPr id="1056" name="Freeform: Shape 17"/>
              <p:cNvSpPr/>
              <p:nvPr/>
            </p:nvSpPr>
            <p:spPr>
              <a:xfrm flipH="1">
                <a:off x="3431520" y="2770200"/>
                <a:ext cx="1149120" cy="1343520"/>
              </a:xfrm>
              <a:custGeom>
                <a:avLst/>
                <a:gdLst/>
                <a:ahLst/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57" name="TextBox 18"/>
              <p:cNvSpPr/>
              <p:nvPr/>
            </p:nvSpPr>
            <p:spPr>
              <a:xfrm>
                <a:off x="3432960" y="1719360"/>
                <a:ext cx="1206720" cy="117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S</a:t>
                </a:r>
                <a:endParaRPr b="1" lang="en-HK" sz="9600" spc="-1" strike="noStrike">
                  <a:latin typeface="Arial"/>
                </a:endParaRPr>
              </a:p>
            </p:txBody>
          </p:sp>
          <p:sp>
            <p:nvSpPr>
              <p:cNvPr id="1058" name="TextBox 19"/>
              <p:cNvSpPr/>
              <p:nvPr/>
            </p:nvSpPr>
            <p:spPr>
              <a:xfrm>
                <a:off x="3432960" y="2770560"/>
                <a:ext cx="1206720" cy="117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O</a:t>
                </a:r>
                <a:endParaRPr b="1" lang="en-HK" sz="9600" spc="-1" strike="noStrike">
                  <a:latin typeface="Arial"/>
                </a:endParaRPr>
              </a:p>
            </p:txBody>
          </p:sp>
          <p:sp>
            <p:nvSpPr>
              <p:cNvPr id="1059" name="Freeform: Shape 20"/>
              <p:cNvSpPr/>
              <p:nvPr/>
            </p:nvSpPr>
            <p:spPr>
              <a:xfrm>
                <a:off x="4589280" y="2770200"/>
                <a:ext cx="1149120" cy="1343520"/>
              </a:xfrm>
              <a:custGeom>
                <a:avLst/>
                <a:gdLst/>
                <a:ahLst/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28575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60" name="Freeform: Shape 21"/>
              <p:cNvSpPr/>
              <p:nvPr/>
            </p:nvSpPr>
            <p:spPr>
              <a:xfrm flipV="1">
                <a:off x="4589280" y="1423440"/>
                <a:ext cx="1149120" cy="1343520"/>
              </a:xfrm>
              <a:custGeom>
                <a:avLst/>
                <a:gdLst/>
                <a:ahLst/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61" name="TextBox 22"/>
              <p:cNvSpPr/>
              <p:nvPr/>
            </p:nvSpPr>
            <p:spPr>
              <a:xfrm>
                <a:off x="4711680" y="1738080"/>
                <a:ext cx="904680" cy="117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W</a:t>
                </a:r>
                <a:endParaRPr b="1" lang="en-HK" sz="9600" spc="-1" strike="noStrike">
                  <a:latin typeface="Arial"/>
                </a:endParaRPr>
              </a:p>
            </p:txBody>
          </p:sp>
          <p:sp>
            <p:nvSpPr>
              <p:cNvPr id="1062" name="TextBox 23"/>
              <p:cNvSpPr/>
              <p:nvPr/>
            </p:nvSpPr>
            <p:spPr>
              <a:xfrm>
                <a:off x="4601520" y="2770560"/>
                <a:ext cx="1103400" cy="117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T</a:t>
                </a:r>
                <a:endParaRPr b="1" lang="en-HK" sz="9600" spc="-1" strike="noStrike">
                  <a:latin typeface="Arial"/>
                </a:endParaRPr>
              </a:p>
            </p:txBody>
          </p:sp>
        </p:grpSp>
      </p:grpSp>
      <p:grpSp>
        <p:nvGrpSpPr>
          <p:cNvPr id="1063" name="组合 29"/>
          <p:cNvGrpSpPr/>
          <p:nvPr/>
        </p:nvGrpSpPr>
        <p:grpSpPr>
          <a:xfrm>
            <a:off x="323640" y="0"/>
            <a:ext cx="2086200" cy="576360"/>
            <a:chOff x="323640" y="0"/>
            <a:chExt cx="2086200" cy="576360"/>
          </a:xfrm>
        </p:grpSpPr>
        <p:sp>
          <p:nvSpPr>
            <p:cNvPr id="1064" name="TextBox 86"/>
            <p:cNvSpPr/>
            <p:nvPr/>
          </p:nvSpPr>
          <p:spPr>
            <a:xfrm>
              <a:off x="576360" y="58320"/>
              <a:ext cx="18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1" lang="en-HK" sz="2400" spc="-1" strike="noStrike">
                <a:latin typeface="Arial"/>
              </a:endParaRPr>
            </a:p>
          </p:txBody>
        </p:sp>
        <p:sp>
          <p:nvSpPr>
            <p:cNvPr id="1065" name="矩形 31"/>
            <p:cNvSpPr/>
            <p:nvPr/>
          </p:nvSpPr>
          <p:spPr>
            <a:xfrm>
              <a:off x="323640" y="0"/>
              <a:ext cx="214200" cy="5763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6" name="图片 8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9142200" cy="2570040"/>
          </a:xfrm>
          <a:prstGeom prst="rect">
            <a:avLst/>
          </a:prstGeom>
          <a:ln w="0">
            <a:noFill/>
          </a:ln>
        </p:spPr>
      </p:pic>
      <p:sp>
        <p:nvSpPr>
          <p:cNvPr id="1067" name="矩形: 圆角 11"/>
          <p:cNvSpPr/>
          <p:nvPr/>
        </p:nvSpPr>
        <p:spPr>
          <a:xfrm>
            <a:off x="467640" y="411480"/>
            <a:ext cx="8207280" cy="431856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68" name="组合 16"/>
          <p:cNvGrpSpPr/>
          <p:nvPr/>
        </p:nvGrpSpPr>
        <p:grpSpPr>
          <a:xfrm>
            <a:off x="7884360" y="627480"/>
            <a:ext cx="504000" cy="360000"/>
            <a:chOff x="7884360" y="627480"/>
            <a:chExt cx="504000" cy="360000"/>
          </a:xfrm>
        </p:grpSpPr>
        <p:sp>
          <p:nvSpPr>
            <p:cNvPr id="1069" name="直接连接符 13"/>
            <p:cNvSpPr/>
            <p:nvPr/>
          </p:nvSpPr>
          <p:spPr>
            <a:xfrm>
              <a:off x="7884360" y="802440"/>
              <a:ext cx="504000" cy="36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70" name="直接连接符 15"/>
            <p:cNvSpPr/>
            <p:nvPr/>
          </p:nvSpPr>
          <p:spPr>
            <a:xfrm flipV="1">
              <a:off x="8244360" y="627480"/>
              <a:ext cx="360" cy="36000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71" name="文本框 17"/>
          <p:cNvSpPr/>
          <p:nvPr/>
        </p:nvSpPr>
        <p:spPr>
          <a:xfrm>
            <a:off x="683640" y="3170880"/>
            <a:ext cx="244440" cy="17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" rot="5400000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808080"/>
                </a:solidFill>
                <a:latin typeface="Calibri Light"/>
                <a:ea typeface="微软雅黑"/>
              </a:rPr>
              <a:t>LIVE AND LEARN</a:t>
            </a:r>
            <a:endParaRPr b="1" lang="en-HK" sz="1600" spc="-1" strike="noStrike">
              <a:latin typeface="Arial"/>
            </a:endParaRPr>
          </a:p>
        </p:txBody>
      </p:sp>
      <p:sp>
        <p:nvSpPr>
          <p:cNvPr id="1072" name="TextBox 7"/>
          <p:cNvSpPr/>
          <p:nvPr/>
        </p:nvSpPr>
        <p:spPr>
          <a:xfrm>
            <a:off x="2267640" y="1890720"/>
            <a:ext cx="655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Thank you for your attention and download</a:t>
            </a:r>
            <a:endParaRPr b="1" lang="en-HK" sz="1800" spc="-1" strike="noStrike">
              <a:latin typeface="Arial"/>
            </a:endParaRPr>
          </a:p>
        </p:txBody>
      </p:sp>
      <p:sp>
        <p:nvSpPr>
          <p:cNvPr id="1073" name="文本框 19"/>
          <p:cNvSpPr/>
          <p:nvPr/>
        </p:nvSpPr>
        <p:spPr>
          <a:xfrm>
            <a:off x="3348000" y="2571840"/>
            <a:ext cx="43185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808080"/>
                </a:solidFill>
                <a:latin typeface="Calibri"/>
                <a:ea typeface="微软雅黑"/>
              </a:rPr>
              <a:t>BLACK CONCISE TEMPLATE</a:t>
            </a:r>
            <a:endParaRPr b="1" lang="en-HK" sz="1600" spc="-1" strike="noStrike">
              <a:latin typeface="Arial"/>
            </a:endParaRPr>
          </a:p>
        </p:txBody>
      </p:sp>
      <p:sp>
        <p:nvSpPr>
          <p:cNvPr id="1074" name="直接连接符 21"/>
          <p:cNvSpPr/>
          <p:nvPr/>
        </p:nvSpPr>
        <p:spPr>
          <a:xfrm>
            <a:off x="6444000" y="3075480"/>
            <a:ext cx="122400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5" name="文本框 22"/>
          <p:cNvSpPr/>
          <p:nvPr/>
        </p:nvSpPr>
        <p:spPr>
          <a:xfrm>
            <a:off x="4788000" y="3302640"/>
            <a:ext cx="2878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微软雅黑"/>
              </a:rPr>
              <a:t>Lorem ipsum dolor sit amet, consectetuer adipiscing elit. Maecenas porttitor congue</a:t>
            </a:r>
            <a:endParaRPr b="1" lang="en-HK" sz="1400" spc="-1" strike="noStrike">
              <a:latin typeface="Arial"/>
            </a:endParaRPr>
          </a:p>
        </p:txBody>
      </p:sp>
      <p:sp>
        <p:nvSpPr>
          <p:cNvPr id="1076" name="文本框 23"/>
          <p:cNvSpPr/>
          <p:nvPr/>
        </p:nvSpPr>
        <p:spPr>
          <a:xfrm>
            <a:off x="6444360" y="1236240"/>
            <a:ext cx="23745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272f42"/>
                </a:solidFill>
                <a:latin typeface="微软雅黑"/>
                <a:ea typeface="微软雅黑"/>
              </a:rPr>
              <a:t>2019</a:t>
            </a:r>
            <a:endParaRPr b="1" lang="en-HK" sz="4000" spc="-1" strike="noStrike">
              <a:latin typeface="Arial"/>
            </a:endParaRPr>
          </a:p>
        </p:txBody>
      </p:sp>
      <p:sp>
        <p:nvSpPr>
          <p:cNvPr id="1077" name="矩形: 圆角 20"/>
          <p:cNvSpPr/>
          <p:nvPr/>
        </p:nvSpPr>
        <p:spPr>
          <a:xfrm>
            <a:off x="6876360" y="4011840"/>
            <a:ext cx="790200" cy="286200"/>
          </a:xfrm>
          <a:prstGeom prst="roundRect">
            <a:avLst>
              <a:gd name="adj" fmla="val 16667"/>
            </a:avLst>
          </a:prstGeom>
          <a:noFill/>
          <a:ln w="3175">
            <a:solidFill>
              <a:srgbClr val="80808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8" name="文本框 24"/>
          <p:cNvSpPr/>
          <p:nvPr/>
        </p:nvSpPr>
        <p:spPr>
          <a:xfrm>
            <a:off x="6876360" y="4072680"/>
            <a:ext cx="79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   </a:t>
            </a: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YPPPT</a:t>
            </a:r>
            <a:endParaRPr b="1" lang="en-HK" sz="1800" spc="-1" strike="noStrike">
              <a:latin typeface="Arial"/>
            </a:endParaRPr>
          </a:p>
        </p:txBody>
      </p:sp>
    </p:spTree>
  </p:cSld>
  <p:transition spd="med">
    <p:pull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8903</TotalTime>
  <Application>LibreOffice/7.3.7.2$Linux_X86_64 LibreOffice_project/30$Build-2</Application>
  <AppVersion>15.0000</AppVersion>
  <Words>1748</Words>
  <Paragraphs>246</Paragraphs>
  <Company>http://www.ypppt.com/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2015-04-24T01:01:13Z</dcterms:created>
  <dc:creator>Administrator</dc:creator>
  <dc:description>http://www.ypppt.com/</dc:description>
  <cp:keywords>http /www.ypppt.com</cp:keywords>
  <dc:language>en-HK</dc:language>
  <cp:lastModifiedBy/>
  <dcterms:modified xsi:type="dcterms:W3CDTF">2026-04-27T00:49:21Z</dcterms:modified>
  <cp:revision>996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25</vt:i4>
  </property>
</Properties>
</file>